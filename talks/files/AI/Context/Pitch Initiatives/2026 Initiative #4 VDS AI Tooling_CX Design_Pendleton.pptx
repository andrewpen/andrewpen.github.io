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1" r:id="rId5"/>
    <p:sldMasterId id="2147483812" r:id="rId6"/>
    <p:sldMasterId id="2147483813" r:id="rId7"/>
    <p:sldMasterId id="214748381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Lst>
  <p:sldSz cy="5143500" cx="9144000"/>
  <p:notesSz cx="6858000" cy="9144000"/>
  <p:embeddedFontLst>
    <p:embeddedFont>
      <p:font typeface="Verizon NHG TX"/>
      <p:regular r:id="rId27"/>
      <p:bold r:id="rId28"/>
      <p:italic r:id="rId29"/>
      <p:boldItalic r:id="rId30"/>
    </p:embeddedFont>
    <p:embeddedFont>
      <p:font typeface="Quattrocento Sans"/>
      <p:regular r:id="rId31"/>
      <p:bold r:id="rId32"/>
      <p:italic r:id="rId33"/>
      <p:boldItalic r:id="rId34"/>
    </p:embeddedFont>
    <p:embeddedFont>
      <p:font typeface="Verizon NHG D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66218C-E4B1-4CFB-A3CB-4173260884A1}">
  <a:tblStyle styleId="{4066218C-E4B1-4CFB-A3CB-4173260884A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F7A276B-9F52-42E4-8A04-92EE776370D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QuattrocentoSans-regular.fntdata"/><Relationship Id="rId30" Type="http://schemas.openxmlformats.org/officeDocument/2006/relationships/font" Target="fonts/VerizonNHGTX-boldItalic.fntdata"/><Relationship Id="rId33" Type="http://schemas.openxmlformats.org/officeDocument/2006/relationships/font" Target="fonts/QuattrocentoSans-italic.fntdata"/><Relationship Id="rId32" Type="http://schemas.openxmlformats.org/officeDocument/2006/relationships/font" Target="fonts/QuattrocentoSans-bold.fntdata"/><Relationship Id="rId35" Type="http://schemas.openxmlformats.org/officeDocument/2006/relationships/font" Target="fonts/VerizonNHGDS-regular.fntdata"/><Relationship Id="rId34" Type="http://schemas.openxmlformats.org/officeDocument/2006/relationships/font" Target="fonts/QuattrocentoSans-boldItalic.fntdata"/><Relationship Id="rId37" Type="http://schemas.openxmlformats.org/officeDocument/2006/relationships/font" Target="fonts/VerizonNHGDS-italic.fntdata"/><Relationship Id="rId36" Type="http://schemas.openxmlformats.org/officeDocument/2006/relationships/font" Target="fonts/VerizonNHGDS-bold.fntdata"/><Relationship Id="rId38" Type="http://schemas.openxmlformats.org/officeDocument/2006/relationships/font" Target="fonts/VerizonNHGDS-boldItalic.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font" Target="fonts/VerizonNHGTX-bold.fntdata"/><Relationship Id="rId27" Type="http://schemas.openxmlformats.org/officeDocument/2006/relationships/font" Target="fonts/VerizonNHGTX-regular.fntdata"/><Relationship Id="rId29" Type="http://schemas.openxmlformats.org/officeDocument/2006/relationships/font" Target="fonts/VerizonNHGTX-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3d25106afd_0_1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3d25106afd_0_14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g33d25106afd_0_14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3d25106afd_0_1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g33d25106afd_0_1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g33d25106afd_0_1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3d25106afd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3d25106afd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3d25106afd_0_14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8" name="Google Shape;1168;g33d25106afd_0_149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9" name="Google Shape;1169;g33d25106afd_0_149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3d25106afd_0_15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4" name="Google Shape;1184;g33d25106afd_0_150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5" name="Google Shape;1185;g33d25106afd_0_150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3d25106afd_0_15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33d25106afd_0_15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200" name="Google Shape;1200;g33d25106afd_0_152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3d25106afd_0_1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33d25106afd_0_15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212" name="Google Shape;1212;g33d25106afd_0_153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3d25106afd_0_15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3d25106afd_0_15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g33d25106afd_0_154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3d25106afd_0_1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33d25106afd_0_15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g33d25106afd_0_15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3d25106afd_0_1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8" name="Google Shape;1238;g33d25106afd_0_15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9" name="Google Shape;1239;g33d25106afd_0_15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3d25106afd_0_16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33d25106afd_0_16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g33d25106afd_0_162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3d25106afd_0_16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g33d25106afd_0_1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3d25106afd_0_16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33d25106afd_0_16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a grey box over area that business should not complete for clarity, re-org details</a:t>
            </a:r>
            <a:endParaRPr/>
          </a:p>
        </p:txBody>
      </p:sp>
      <p:sp>
        <p:nvSpPr>
          <p:cNvPr id="1360" name="Google Shape;1360;g33d25106afd_0_167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33d25106afd_0_16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33d25106afd_0_16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376" name="Google Shape;1376;g33d25106afd_0_168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3d25106afd_0_1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7" name="Google Shape;1387;g33d25106afd_0_16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388" name="Google Shape;1388;g33d25106afd_0_169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33d25106afd_0_17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g33d25106afd_0_17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33d25106afd_0_17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33d25106afd_0_17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g33d25106afd_0_173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9.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 Id="rId3" Type="http://schemas.openxmlformats.org/officeDocument/2006/relationships/image" Target="../media/image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56" name="Shape 56"/>
        <p:cNvGrpSpPr/>
        <p:nvPr/>
      </p:nvGrpSpPr>
      <p:grpSpPr>
        <a:xfrm>
          <a:off x="0" y="0"/>
          <a:ext cx="0" cy="0"/>
          <a:chOff x="0" y="0"/>
          <a:chExt cx="0" cy="0"/>
        </a:xfrm>
      </p:grpSpPr>
      <p:sp>
        <p:nvSpPr>
          <p:cNvPr id="57" name="Google Shape;57;p1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 name="Google Shape;58;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60" name="Shape 60"/>
        <p:cNvGrpSpPr/>
        <p:nvPr/>
      </p:nvGrpSpPr>
      <p:grpSpPr>
        <a:xfrm>
          <a:off x="0" y="0"/>
          <a:ext cx="0" cy="0"/>
          <a:chOff x="0" y="0"/>
          <a:chExt cx="0" cy="0"/>
        </a:xfrm>
      </p:grpSpPr>
      <p:sp>
        <p:nvSpPr>
          <p:cNvPr id="61" name="Google Shape;61;p1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2" name="Google Shape;62;p15"/>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63" name="Google Shape;63;p15"/>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 name="Google Shape;64;p15"/>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65" name="Shape 65"/>
        <p:cNvGrpSpPr/>
        <p:nvPr/>
      </p:nvGrpSpPr>
      <p:grpSpPr>
        <a:xfrm>
          <a:off x="0" y="0"/>
          <a:ext cx="0" cy="0"/>
          <a:chOff x="0" y="0"/>
          <a:chExt cx="0" cy="0"/>
        </a:xfrm>
      </p:grpSpPr>
      <p:sp>
        <p:nvSpPr>
          <p:cNvPr id="66" name="Google Shape;66;p16"/>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7" name="Google Shape;67;p16"/>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68" name="Google Shape;68;p16"/>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9" name="Google Shape;69;p16"/>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70" name="Shape 70"/>
        <p:cNvGrpSpPr/>
        <p:nvPr/>
      </p:nvGrpSpPr>
      <p:grpSpPr>
        <a:xfrm>
          <a:off x="0" y="0"/>
          <a:ext cx="0" cy="0"/>
          <a:chOff x="0" y="0"/>
          <a:chExt cx="0" cy="0"/>
        </a:xfrm>
      </p:grpSpPr>
      <p:sp>
        <p:nvSpPr>
          <p:cNvPr id="71" name="Google Shape;71;p17"/>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2" name="Google Shape;72;p17"/>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3" name="Google Shape;73;p17"/>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74" name="Google Shape;74;p17"/>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76" name="Shape 76"/>
        <p:cNvGrpSpPr/>
        <p:nvPr/>
      </p:nvGrpSpPr>
      <p:grpSpPr>
        <a:xfrm>
          <a:off x="0" y="0"/>
          <a:ext cx="0" cy="0"/>
          <a:chOff x="0" y="0"/>
          <a:chExt cx="0" cy="0"/>
        </a:xfrm>
      </p:grpSpPr>
      <p:sp>
        <p:nvSpPr>
          <p:cNvPr id="77" name="Google Shape;77;p1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8" name="Google Shape;78;p18"/>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9" name="Google Shape;79;p18"/>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80" name="Google Shape;80;p1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82" name="Shape 82"/>
        <p:cNvGrpSpPr/>
        <p:nvPr/>
      </p:nvGrpSpPr>
      <p:grpSpPr>
        <a:xfrm>
          <a:off x="0" y="0"/>
          <a:ext cx="0" cy="0"/>
          <a:chOff x="0" y="0"/>
          <a:chExt cx="0" cy="0"/>
        </a:xfrm>
      </p:grpSpPr>
      <p:sp>
        <p:nvSpPr>
          <p:cNvPr id="83" name="Google Shape;83;p19"/>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4" name="Google Shape;84;p19"/>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86" name="Shape 86"/>
        <p:cNvGrpSpPr/>
        <p:nvPr/>
      </p:nvGrpSpPr>
      <p:grpSpPr>
        <a:xfrm>
          <a:off x="0" y="0"/>
          <a:ext cx="0" cy="0"/>
          <a:chOff x="0" y="0"/>
          <a:chExt cx="0" cy="0"/>
        </a:xfrm>
      </p:grpSpPr>
      <p:sp>
        <p:nvSpPr>
          <p:cNvPr id="87" name="Google Shape;87;p20"/>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8" name="Google Shape;88;p20"/>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91" name="Shape 91"/>
        <p:cNvGrpSpPr/>
        <p:nvPr/>
      </p:nvGrpSpPr>
      <p:grpSpPr>
        <a:xfrm>
          <a:off x="0" y="0"/>
          <a:ext cx="0" cy="0"/>
          <a:chOff x="0" y="0"/>
          <a:chExt cx="0" cy="0"/>
        </a:xfrm>
      </p:grpSpPr>
      <p:sp>
        <p:nvSpPr>
          <p:cNvPr id="92" name="Google Shape;92;p21"/>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 name="Google Shape;93;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1"/>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95" name="Shape 95"/>
        <p:cNvGrpSpPr/>
        <p:nvPr/>
      </p:nvGrpSpPr>
      <p:grpSpPr>
        <a:xfrm>
          <a:off x="0" y="0"/>
          <a:ext cx="0" cy="0"/>
          <a:chOff x="0" y="0"/>
          <a:chExt cx="0" cy="0"/>
        </a:xfrm>
      </p:grpSpPr>
      <p:sp>
        <p:nvSpPr>
          <p:cNvPr id="96" name="Google Shape;96;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2"/>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 name="Google Shape;98;p2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99" name="Shape 99"/>
        <p:cNvGrpSpPr/>
        <p:nvPr/>
      </p:nvGrpSpPr>
      <p:grpSpPr>
        <a:xfrm>
          <a:off x="0" y="0"/>
          <a:ext cx="0" cy="0"/>
          <a:chOff x="0" y="0"/>
          <a:chExt cx="0" cy="0"/>
        </a:xfrm>
      </p:grpSpPr>
      <p:sp>
        <p:nvSpPr>
          <p:cNvPr id="100" name="Google Shape;100;p2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 name="Google Shape;101;p2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2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2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4" name="Google Shape;104;p2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06" name="Google Shape;106;p2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07" name="Shape 107"/>
        <p:cNvGrpSpPr/>
        <p:nvPr/>
      </p:nvGrpSpPr>
      <p:grpSpPr>
        <a:xfrm>
          <a:off x="0" y="0"/>
          <a:ext cx="0" cy="0"/>
          <a:chOff x="0" y="0"/>
          <a:chExt cx="0" cy="0"/>
        </a:xfrm>
      </p:grpSpPr>
      <p:sp>
        <p:nvSpPr>
          <p:cNvPr id="108" name="Google Shape;108;p2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9" name="Google Shape;109;p24"/>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0" name="Google Shape;110;p2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1" name="Google Shape;111;p2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13" name="Shape 113"/>
        <p:cNvGrpSpPr/>
        <p:nvPr/>
      </p:nvGrpSpPr>
      <p:grpSpPr>
        <a:xfrm>
          <a:off x="0" y="0"/>
          <a:ext cx="0" cy="0"/>
          <a:chOff x="0" y="0"/>
          <a:chExt cx="0" cy="0"/>
        </a:xfrm>
      </p:grpSpPr>
      <p:sp>
        <p:nvSpPr>
          <p:cNvPr id="114" name="Google Shape;114;p2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5" name="Google Shape;115;p25"/>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16" name="Google Shape;116;p25"/>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5"/>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19" name="Shape 119"/>
        <p:cNvGrpSpPr/>
        <p:nvPr/>
      </p:nvGrpSpPr>
      <p:grpSpPr>
        <a:xfrm>
          <a:off x="0" y="0"/>
          <a:ext cx="0" cy="0"/>
          <a:chOff x="0" y="0"/>
          <a:chExt cx="0" cy="0"/>
        </a:xfrm>
      </p:grpSpPr>
      <p:sp>
        <p:nvSpPr>
          <p:cNvPr id="120" name="Google Shape;120;p26"/>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6"/>
          <p:cNvSpPr/>
          <p:nvPr>
            <p:ph idx="2" type="pic"/>
          </p:nvPr>
        </p:nvSpPr>
        <p:spPr>
          <a:xfrm>
            <a:off x="4510683" y="0"/>
            <a:ext cx="4632900" cy="5143500"/>
          </a:xfrm>
          <a:prstGeom prst="rect">
            <a:avLst/>
          </a:prstGeom>
          <a:solidFill>
            <a:schemeClr val="lt1"/>
          </a:solidFill>
          <a:ln>
            <a:noFill/>
          </a:ln>
        </p:spPr>
      </p:sp>
      <p:sp>
        <p:nvSpPr>
          <p:cNvPr id="122" name="Google Shape;122;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6"/>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25" name="Google Shape;125;p26"/>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26" name="Shape 126"/>
        <p:cNvGrpSpPr/>
        <p:nvPr/>
      </p:nvGrpSpPr>
      <p:grpSpPr>
        <a:xfrm>
          <a:off x="0" y="0"/>
          <a:ext cx="0" cy="0"/>
          <a:chOff x="0" y="0"/>
          <a:chExt cx="0" cy="0"/>
        </a:xfrm>
      </p:grpSpPr>
      <p:sp>
        <p:nvSpPr>
          <p:cNvPr id="127" name="Google Shape;127;p27"/>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7"/>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30" name="Shape 130"/>
        <p:cNvGrpSpPr/>
        <p:nvPr/>
      </p:nvGrpSpPr>
      <p:grpSpPr>
        <a:xfrm>
          <a:off x="0" y="0"/>
          <a:ext cx="0" cy="0"/>
          <a:chOff x="0" y="0"/>
          <a:chExt cx="0" cy="0"/>
        </a:xfrm>
      </p:grpSpPr>
      <p:sp>
        <p:nvSpPr>
          <p:cNvPr id="131" name="Google Shape;131;p28"/>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2" name="Google Shape;132;p28"/>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3" name="Google Shape;133;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35" name="Shape 135"/>
        <p:cNvGrpSpPr/>
        <p:nvPr/>
      </p:nvGrpSpPr>
      <p:grpSpPr>
        <a:xfrm>
          <a:off x="0" y="0"/>
          <a:ext cx="0" cy="0"/>
          <a:chOff x="0" y="0"/>
          <a:chExt cx="0" cy="0"/>
        </a:xfrm>
      </p:grpSpPr>
      <p:sp>
        <p:nvSpPr>
          <p:cNvPr id="136" name="Google Shape;136;p29"/>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7" name="Google Shape;137;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39" name="Shape 139"/>
        <p:cNvGrpSpPr/>
        <p:nvPr/>
      </p:nvGrpSpPr>
      <p:grpSpPr>
        <a:xfrm>
          <a:off x="0" y="0"/>
          <a:ext cx="0" cy="0"/>
          <a:chOff x="0" y="0"/>
          <a:chExt cx="0" cy="0"/>
        </a:xfrm>
      </p:grpSpPr>
      <p:sp>
        <p:nvSpPr>
          <p:cNvPr id="140" name="Google Shape;140;p30"/>
          <p:cNvSpPr/>
          <p:nvPr>
            <p:ph idx="2" type="pic"/>
          </p:nvPr>
        </p:nvSpPr>
        <p:spPr>
          <a:xfrm>
            <a:off x="7394972" y="469106"/>
            <a:ext cx="1275000" cy="1325400"/>
          </a:xfrm>
          <a:prstGeom prst="rect">
            <a:avLst/>
          </a:prstGeom>
          <a:noFill/>
          <a:ln>
            <a:noFill/>
          </a:ln>
        </p:spPr>
      </p:sp>
      <p:sp>
        <p:nvSpPr>
          <p:cNvPr id="141" name="Google Shape;141;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30"/>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3" name="Google Shape;143;p30"/>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4" name="Google Shape;144;p30"/>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45" name="Shape 145"/>
        <p:cNvGrpSpPr/>
        <p:nvPr/>
      </p:nvGrpSpPr>
      <p:grpSpPr>
        <a:xfrm>
          <a:off x="0" y="0"/>
          <a:ext cx="0" cy="0"/>
          <a:chOff x="0" y="0"/>
          <a:chExt cx="0" cy="0"/>
        </a:xfrm>
      </p:grpSpPr>
      <p:sp>
        <p:nvSpPr>
          <p:cNvPr id="146" name="Google Shape;146;p31"/>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1"/>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48" name="Google Shape;148;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3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31"/>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1"/>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1"/>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53" name="Google Shape;153;p31"/>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54" name="Google Shape;154;p31"/>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1"/>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56" name="Shape 156"/>
        <p:cNvGrpSpPr/>
        <p:nvPr/>
      </p:nvGrpSpPr>
      <p:grpSpPr>
        <a:xfrm>
          <a:off x="0" y="0"/>
          <a:ext cx="0" cy="0"/>
          <a:chOff x="0" y="0"/>
          <a:chExt cx="0" cy="0"/>
        </a:xfrm>
      </p:grpSpPr>
      <p:sp>
        <p:nvSpPr>
          <p:cNvPr id="157" name="Google Shape;157;p32"/>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58" name="Google Shape;158;p32"/>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 name="Google Shape;159;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2"/>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65" name="Google Shape;165;p33"/>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6" name="Google Shape;166;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33"/>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8" name="Google Shape;168;p33"/>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33"/>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70" name="Shape 170"/>
        <p:cNvGrpSpPr/>
        <p:nvPr/>
      </p:nvGrpSpPr>
      <p:grpSpPr>
        <a:xfrm>
          <a:off x="0" y="0"/>
          <a:ext cx="0" cy="0"/>
          <a:chOff x="0" y="0"/>
          <a:chExt cx="0" cy="0"/>
        </a:xfrm>
      </p:grpSpPr>
      <p:sp>
        <p:nvSpPr>
          <p:cNvPr id="171" name="Google Shape;171;p34"/>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 name="Google Shape;172;p34"/>
          <p:cNvSpPr/>
          <p:nvPr>
            <p:ph idx="2" type="pic"/>
          </p:nvPr>
        </p:nvSpPr>
        <p:spPr>
          <a:xfrm>
            <a:off x="4626769" y="1188245"/>
            <a:ext cx="4043400" cy="2755200"/>
          </a:xfrm>
          <a:prstGeom prst="rect">
            <a:avLst/>
          </a:prstGeom>
          <a:solidFill>
            <a:schemeClr val="dk1"/>
          </a:solidFill>
          <a:ln>
            <a:noFill/>
          </a:ln>
        </p:spPr>
      </p:sp>
      <p:sp>
        <p:nvSpPr>
          <p:cNvPr id="173" name="Google Shape;173;p34"/>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4" name="Google Shape;17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4"/>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4"/>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3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178" name="Google Shape;178;p34"/>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79" name="Google Shape;179;p34"/>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5"/>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 name="Google Shape;184;p3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5" name="Google Shape;185;p3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86" name="Shape 186"/>
        <p:cNvGrpSpPr/>
        <p:nvPr/>
      </p:nvGrpSpPr>
      <p:grpSpPr>
        <a:xfrm>
          <a:off x="0" y="0"/>
          <a:ext cx="0" cy="0"/>
          <a:chOff x="0" y="0"/>
          <a:chExt cx="0" cy="0"/>
        </a:xfrm>
      </p:grpSpPr>
      <p:sp>
        <p:nvSpPr>
          <p:cNvPr id="187" name="Google Shape;187;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6"/>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6"/>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36"/>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6"/>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36"/>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6"/>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36"/>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96" name="Shape 196"/>
        <p:cNvGrpSpPr/>
        <p:nvPr/>
      </p:nvGrpSpPr>
      <p:grpSpPr>
        <a:xfrm>
          <a:off x="0" y="0"/>
          <a:ext cx="0" cy="0"/>
          <a:chOff x="0" y="0"/>
          <a:chExt cx="0" cy="0"/>
        </a:xfrm>
      </p:grpSpPr>
      <p:sp>
        <p:nvSpPr>
          <p:cNvPr id="197" name="Google Shape;197;p37"/>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8" name="Google Shape;198;p37"/>
          <p:cNvSpPr/>
          <p:nvPr>
            <p:ph idx="2" type="pic"/>
          </p:nvPr>
        </p:nvSpPr>
        <p:spPr>
          <a:xfrm>
            <a:off x="2555081" y="0"/>
            <a:ext cx="2186700" cy="2577000"/>
          </a:xfrm>
          <a:prstGeom prst="rect">
            <a:avLst/>
          </a:prstGeom>
          <a:solidFill>
            <a:schemeClr val="lt1"/>
          </a:solidFill>
          <a:ln>
            <a:noFill/>
          </a:ln>
        </p:spPr>
      </p:sp>
      <p:sp>
        <p:nvSpPr>
          <p:cNvPr id="199" name="Google Shape;199;p37"/>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0" name="Google Shape;200;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37"/>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7"/>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3" name="Google Shape;203;p37"/>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7"/>
          <p:cNvSpPr/>
          <p:nvPr>
            <p:ph idx="5" type="pic"/>
          </p:nvPr>
        </p:nvSpPr>
        <p:spPr>
          <a:xfrm>
            <a:off x="4746599" y="2571750"/>
            <a:ext cx="2222700" cy="2571900"/>
          </a:xfrm>
          <a:prstGeom prst="rect">
            <a:avLst/>
          </a:prstGeom>
          <a:solidFill>
            <a:schemeClr val="lt1"/>
          </a:solidFill>
          <a:ln>
            <a:noFill/>
          </a:ln>
        </p:spPr>
      </p:sp>
      <p:sp>
        <p:nvSpPr>
          <p:cNvPr id="205" name="Google Shape;205;p37"/>
          <p:cNvSpPr/>
          <p:nvPr>
            <p:ph idx="6" type="pic"/>
          </p:nvPr>
        </p:nvSpPr>
        <p:spPr>
          <a:xfrm>
            <a:off x="6972300" y="0"/>
            <a:ext cx="2186700" cy="2577000"/>
          </a:xfrm>
          <a:prstGeom prst="rect">
            <a:avLst/>
          </a:prstGeom>
          <a:solidFill>
            <a:schemeClr val="lt1"/>
          </a:solidFill>
          <a:ln>
            <a:noFill/>
          </a:ln>
        </p:spPr>
      </p:sp>
      <p:sp>
        <p:nvSpPr>
          <p:cNvPr id="206" name="Google Shape;206;p37"/>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7" name="Google Shape;207;p37"/>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208" name="Shape 208"/>
        <p:cNvGrpSpPr/>
        <p:nvPr/>
      </p:nvGrpSpPr>
      <p:grpSpPr>
        <a:xfrm>
          <a:off x="0" y="0"/>
          <a:ext cx="0" cy="0"/>
          <a:chOff x="0" y="0"/>
          <a:chExt cx="0" cy="0"/>
        </a:xfrm>
      </p:grpSpPr>
      <p:sp>
        <p:nvSpPr>
          <p:cNvPr id="209" name="Google Shape;209;p38"/>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0" name="Google Shape;210;p38"/>
          <p:cNvSpPr/>
          <p:nvPr>
            <p:ph idx="2" type="pic"/>
          </p:nvPr>
        </p:nvSpPr>
        <p:spPr>
          <a:xfrm>
            <a:off x="4748405" y="0"/>
            <a:ext cx="2171400" cy="2577000"/>
          </a:xfrm>
          <a:prstGeom prst="rect">
            <a:avLst/>
          </a:prstGeom>
          <a:solidFill>
            <a:schemeClr val="dk2"/>
          </a:solidFill>
          <a:ln>
            <a:noFill/>
          </a:ln>
        </p:spPr>
      </p:sp>
      <p:sp>
        <p:nvSpPr>
          <p:cNvPr id="211" name="Google Shape;211;p38"/>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3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4" name="Google Shape;214;p38"/>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5" name="Google Shape;215;p38"/>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38"/>
          <p:cNvSpPr/>
          <p:nvPr>
            <p:ph idx="5" type="pic"/>
          </p:nvPr>
        </p:nvSpPr>
        <p:spPr>
          <a:xfrm>
            <a:off x="6921268" y="2571750"/>
            <a:ext cx="2222700" cy="2571900"/>
          </a:xfrm>
          <a:prstGeom prst="rect">
            <a:avLst/>
          </a:prstGeom>
          <a:solidFill>
            <a:schemeClr val="dk2"/>
          </a:solidFill>
          <a:ln>
            <a:noFill/>
          </a:ln>
        </p:spPr>
      </p:sp>
      <p:sp>
        <p:nvSpPr>
          <p:cNvPr id="217" name="Google Shape;217;p38"/>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8"/>
          <p:cNvSpPr/>
          <p:nvPr>
            <p:ph idx="7" type="pic"/>
          </p:nvPr>
        </p:nvSpPr>
        <p:spPr>
          <a:xfrm>
            <a:off x="2555082" y="2571750"/>
            <a:ext cx="2190000" cy="2571900"/>
          </a:xfrm>
          <a:prstGeom prst="rect">
            <a:avLst/>
          </a:prstGeom>
          <a:solidFill>
            <a:schemeClr val="dk2"/>
          </a:solidFill>
          <a:ln>
            <a:noFill/>
          </a:ln>
        </p:spPr>
      </p:sp>
      <p:sp>
        <p:nvSpPr>
          <p:cNvPr id="219" name="Google Shape;219;p38"/>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220" name="Shape 220"/>
        <p:cNvGrpSpPr/>
        <p:nvPr/>
      </p:nvGrpSpPr>
      <p:grpSpPr>
        <a:xfrm>
          <a:off x="0" y="0"/>
          <a:ext cx="0" cy="0"/>
          <a:chOff x="0" y="0"/>
          <a:chExt cx="0" cy="0"/>
        </a:xfrm>
      </p:grpSpPr>
      <p:sp>
        <p:nvSpPr>
          <p:cNvPr id="221" name="Google Shape;221;p39"/>
          <p:cNvSpPr/>
          <p:nvPr>
            <p:ph idx="2" type="pic"/>
          </p:nvPr>
        </p:nvSpPr>
        <p:spPr>
          <a:xfrm>
            <a:off x="473869" y="1188244"/>
            <a:ext cx="1955100" cy="2046000"/>
          </a:xfrm>
          <a:prstGeom prst="rect">
            <a:avLst/>
          </a:prstGeom>
          <a:solidFill>
            <a:schemeClr val="dk2"/>
          </a:solidFill>
          <a:ln>
            <a:noFill/>
          </a:ln>
        </p:spPr>
      </p:sp>
      <p:sp>
        <p:nvSpPr>
          <p:cNvPr id="222" name="Google Shape;222;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9"/>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9"/>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5" name="Google Shape;225;p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6" name="Google Shape;226;p39"/>
          <p:cNvSpPr/>
          <p:nvPr>
            <p:ph idx="4" type="pic"/>
          </p:nvPr>
        </p:nvSpPr>
        <p:spPr>
          <a:xfrm>
            <a:off x="2571750" y="1188244"/>
            <a:ext cx="1955100" cy="2046000"/>
          </a:xfrm>
          <a:prstGeom prst="rect">
            <a:avLst/>
          </a:prstGeom>
          <a:solidFill>
            <a:schemeClr val="dk2"/>
          </a:solidFill>
          <a:ln>
            <a:noFill/>
          </a:ln>
        </p:spPr>
      </p:sp>
      <p:sp>
        <p:nvSpPr>
          <p:cNvPr id="227" name="Google Shape;227;p39"/>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8" name="Google Shape;228;p39"/>
          <p:cNvSpPr/>
          <p:nvPr>
            <p:ph idx="6" type="pic"/>
          </p:nvPr>
        </p:nvSpPr>
        <p:spPr>
          <a:xfrm>
            <a:off x="4633913" y="1188244"/>
            <a:ext cx="1955100" cy="2046000"/>
          </a:xfrm>
          <a:prstGeom prst="rect">
            <a:avLst/>
          </a:prstGeom>
          <a:solidFill>
            <a:schemeClr val="dk2"/>
          </a:solidFill>
          <a:ln>
            <a:noFill/>
          </a:ln>
        </p:spPr>
      </p:sp>
      <p:sp>
        <p:nvSpPr>
          <p:cNvPr id="229" name="Google Shape;229;p39"/>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9"/>
          <p:cNvSpPr/>
          <p:nvPr>
            <p:ph idx="8" type="pic"/>
          </p:nvPr>
        </p:nvSpPr>
        <p:spPr>
          <a:xfrm>
            <a:off x="6715125" y="1188244"/>
            <a:ext cx="1955100" cy="2046000"/>
          </a:xfrm>
          <a:prstGeom prst="rect">
            <a:avLst/>
          </a:prstGeom>
          <a:solidFill>
            <a:schemeClr val="dk2"/>
          </a:solidFill>
          <a:ln>
            <a:noFill/>
          </a:ln>
        </p:spPr>
      </p:sp>
      <p:sp>
        <p:nvSpPr>
          <p:cNvPr id="231" name="Google Shape;231;p39"/>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32" name="Shape 232"/>
        <p:cNvGrpSpPr/>
        <p:nvPr/>
      </p:nvGrpSpPr>
      <p:grpSpPr>
        <a:xfrm>
          <a:off x="0" y="0"/>
          <a:ext cx="0" cy="0"/>
          <a:chOff x="0" y="0"/>
          <a:chExt cx="0" cy="0"/>
        </a:xfrm>
      </p:grpSpPr>
      <p:sp>
        <p:nvSpPr>
          <p:cNvPr id="233" name="Google Shape;233;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40"/>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5" name="Google Shape;235;p4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6" name="Google Shape;236;p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37" name="Shape 237"/>
        <p:cNvGrpSpPr/>
        <p:nvPr/>
      </p:nvGrpSpPr>
      <p:grpSpPr>
        <a:xfrm>
          <a:off x="0" y="0"/>
          <a:ext cx="0" cy="0"/>
          <a:chOff x="0" y="0"/>
          <a:chExt cx="0" cy="0"/>
        </a:xfrm>
      </p:grpSpPr>
      <p:sp>
        <p:nvSpPr>
          <p:cNvPr id="238" name="Google Shape;238;p41"/>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1"/>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1" name="Google Shape;241;p41"/>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41"/>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1"/>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4" name="Google Shape;244;p41"/>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41"/>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46" name="Shape 246"/>
        <p:cNvGrpSpPr/>
        <p:nvPr/>
      </p:nvGrpSpPr>
      <p:grpSpPr>
        <a:xfrm>
          <a:off x="0" y="0"/>
          <a:ext cx="0" cy="0"/>
          <a:chOff x="0" y="0"/>
          <a:chExt cx="0" cy="0"/>
        </a:xfrm>
      </p:grpSpPr>
      <p:sp>
        <p:nvSpPr>
          <p:cNvPr id="247" name="Google Shape;247;p42"/>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8" name="Google Shape;248;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42"/>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0" name="Google Shape;250;p4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51" name="Shape 251"/>
        <p:cNvGrpSpPr/>
        <p:nvPr/>
      </p:nvGrpSpPr>
      <p:grpSpPr>
        <a:xfrm>
          <a:off x="0" y="0"/>
          <a:ext cx="0" cy="0"/>
          <a:chOff x="0" y="0"/>
          <a:chExt cx="0" cy="0"/>
        </a:xfrm>
      </p:grpSpPr>
      <p:sp>
        <p:nvSpPr>
          <p:cNvPr id="252" name="Google Shape;252;p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3"/>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4" name="Google Shape;254;p43"/>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5" name="Google Shape;255;p43"/>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6" name="Google Shape;256;p43"/>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57" name="Shape 257"/>
        <p:cNvGrpSpPr/>
        <p:nvPr/>
      </p:nvGrpSpPr>
      <p:grpSpPr>
        <a:xfrm>
          <a:off x="0" y="0"/>
          <a:ext cx="0" cy="0"/>
          <a:chOff x="0" y="0"/>
          <a:chExt cx="0" cy="0"/>
        </a:xfrm>
      </p:grpSpPr>
      <p:sp>
        <p:nvSpPr>
          <p:cNvPr id="258" name="Google Shape;258;p44"/>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59" name="Google Shape;259;p44"/>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60" name="Google Shape;260;p44"/>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61" name="Google Shape;261;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44"/>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44"/>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4" name="Google Shape;264;p44"/>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65" name="Shape 265"/>
        <p:cNvGrpSpPr/>
        <p:nvPr/>
      </p:nvGrpSpPr>
      <p:grpSpPr>
        <a:xfrm>
          <a:off x="0" y="0"/>
          <a:ext cx="0" cy="0"/>
          <a:chOff x="0" y="0"/>
          <a:chExt cx="0" cy="0"/>
        </a:xfrm>
      </p:grpSpPr>
      <p:sp>
        <p:nvSpPr>
          <p:cNvPr id="266" name="Google Shape;266;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5"/>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45"/>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9" name="Google Shape;269;p45"/>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0" name="Google Shape;270;p4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5"/>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45"/>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3" name="Google Shape;273;p45"/>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45"/>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5" name="Google Shape;275;p45"/>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6" name="Google Shape;276;p45"/>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7" name="Google Shape;277;p45"/>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45"/>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9" name="Google Shape;279;p45"/>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0" name="Google Shape;280;p45"/>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81" name="Shape 281"/>
        <p:cNvGrpSpPr/>
        <p:nvPr/>
      </p:nvGrpSpPr>
      <p:grpSpPr>
        <a:xfrm>
          <a:off x="0" y="0"/>
          <a:ext cx="0" cy="0"/>
          <a:chOff x="0" y="0"/>
          <a:chExt cx="0" cy="0"/>
        </a:xfrm>
      </p:grpSpPr>
      <p:sp>
        <p:nvSpPr>
          <p:cNvPr id="282" name="Google Shape;282;p46"/>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3" name="Google Shape;283;p46"/>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84" name="Shape 284"/>
        <p:cNvGrpSpPr/>
        <p:nvPr/>
      </p:nvGrpSpPr>
      <p:grpSpPr>
        <a:xfrm>
          <a:off x="0" y="0"/>
          <a:ext cx="0" cy="0"/>
          <a:chOff x="0" y="0"/>
          <a:chExt cx="0" cy="0"/>
        </a:xfrm>
      </p:grpSpPr>
      <p:sp>
        <p:nvSpPr>
          <p:cNvPr id="285" name="Google Shape;285;p47"/>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6" name="Google Shape;286;p47"/>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7" name="Google Shape;287;p47"/>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88" name="Shape 288"/>
        <p:cNvGrpSpPr/>
        <p:nvPr/>
      </p:nvGrpSpPr>
      <p:grpSpPr>
        <a:xfrm>
          <a:off x="0" y="0"/>
          <a:ext cx="0" cy="0"/>
          <a:chOff x="0" y="0"/>
          <a:chExt cx="0" cy="0"/>
        </a:xfrm>
      </p:grpSpPr>
      <p:sp>
        <p:nvSpPr>
          <p:cNvPr id="289" name="Google Shape;289;p48"/>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0" name="Google Shape;290;p48"/>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91" name="Shape 291"/>
        <p:cNvGrpSpPr/>
        <p:nvPr/>
      </p:nvGrpSpPr>
      <p:grpSpPr>
        <a:xfrm>
          <a:off x="0" y="0"/>
          <a:ext cx="0" cy="0"/>
          <a:chOff x="0" y="0"/>
          <a:chExt cx="0" cy="0"/>
        </a:xfrm>
      </p:grpSpPr>
      <p:sp>
        <p:nvSpPr>
          <p:cNvPr id="292" name="Google Shape;292;p49"/>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3" name="Google Shape;293;p49"/>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94" name="Shape 294"/>
        <p:cNvGrpSpPr/>
        <p:nvPr/>
      </p:nvGrpSpPr>
      <p:grpSpPr>
        <a:xfrm>
          <a:off x="0" y="0"/>
          <a:ext cx="0" cy="0"/>
          <a:chOff x="0" y="0"/>
          <a:chExt cx="0" cy="0"/>
        </a:xfrm>
      </p:grpSpPr>
      <p:sp>
        <p:nvSpPr>
          <p:cNvPr id="295" name="Google Shape;295;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50"/>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5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5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99" name="Shape 299"/>
        <p:cNvGrpSpPr/>
        <p:nvPr/>
      </p:nvGrpSpPr>
      <p:grpSpPr>
        <a:xfrm>
          <a:off x="0" y="0"/>
          <a:ext cx="0" cy="0"/>
          <a:chOff x="0" y="0"/>
          <a:chExt cx="0" cy="0"/>
        </a:xfrm>
      </p:grpSpPr>
      <p:sp>
        <p:nvSpPr>
          <p:cNvPr id="300" name="Google Shape;300;p51"/>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51"/>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303" name="Google Shape;303;p51"/>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51"/>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305" name="Shape 305"/>
        <p:cNvGrpSpPr/>
        <p:nvPr/>
      </p:nvGrpSpPr>
      <p:grpSpPr>
        <a:xfrm>
          <a:off x="0" y="0"/>
          <a:ext cx="0" cy="0"/>
          <a:chOff x="0" y="0"/>
          <a:chExt cx="0" cy="0"/>
        </a:xfrm>
      </p:grpSpPr>
      <p:sp>
        <p:nvSpPr>
          <p:cNvPr id="306" name="Google Shape;306;p52"/>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7" name="Google Shape;307;p52"/>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1" name="Google Shape;311;p53"/>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312" name="Shape 312"/>
        <p:cNvGrpSpPr/>
        <p:nvPr/>
      </p:nvGrpSpPr>
      <p:grpSpPr>
        <a:xfrm>
          <a:off x="0" y="0"/>
          <a:ext cx="0" cy="0"/>
          <a:chOff x="0" y="0"/>
          <a:chExt cx="0" cy="0"/>
        </a:xfrm>
      </p:grpSpPr>
      <p:sp>
        <p:nvSpPr>
          <p:cNvPr id="313" name="Google Shape;313;p54"/>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14" name="Google Shape;314;p54"/>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5" name="Google Shape;315;p54"/>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16" name="Google Shape;316;p5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17" name="Google Shape;317;p54"/>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8" name="Shape 318"/>
        <p:cNvGrpSpPr/>
        <p:nvPr/>
      </p:nvGrpSpPr>
      <p:grpSpPr>
        <a:xfrm>
          <a:off x="0" y="0"/>
          <a:ext cx="0" cy="0"/>
          <a:chOff x="0" y="0"/>
          <a:chExt cx="0" cy="0"/>
        </a:xfrm>
      </p:grpSpPr>
      <p:sp>
        <p:nvSpPr>
          <p:cNvPr id="319" name="Google Shape;319;p5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0" name="Google Shape;320;p5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1" name="Google Shape;321;p5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22" name="Shape 322"/>
        <p:cNvGrpSpPr/>
        <p:nvPr/>
      </p:nvGrpSpPr>
      <p:grpSpPr>
        <a:xfrm>
          <a:off x="0" y="0"/>
          <a:ext cx="0" cy="0"/>
          <a:chOff x="0" y="0"/>
          <a:chExt cx="0" cy="0"/>
        </a:xfrm>
      </p:grpSpPr>
      <p:sp>
        <p:nvSpPr>
          <p:cNvPr id="323" name="Google Shape;323;p5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4" name="Google Shape;324;p5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5" name="Google Shape;325;p5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326" name="Shape 326"/>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7" name="Shape 327"/>
        <p:cNvGrpSpPr/>
        <p:nvPr/>
      </p:nvGrpSpPr>
      <p:grpSpPr>
        <a:xfrm>
          <a:off x="0" y="0"/>
          <a:ext cx="0" cy="0"/>
          <a:chOff x="0" y="0"/>
          <a:chExt cx="0" cy="0"/>
        </a:xfrm>
      </p:grpSpPr>
      <p:sp>
        <p:nvSpPr>
          <p:cNvPr id="328" name="Google Shape;328;p5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9" name="Google Shape;329;p5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30" name="Google Shape;330;p5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331" name="Shape 331"/>
        <p:cNvGrpSpPr/>
        <p:nvPr/>
      </p:nvGrpSpPr>
      <p:grpSpPr>
        <a:xfrm>
          <a:off x="0" y="0"/>
          <a:ext cx="0" cy="0"/>
          <a:chOff x="0" y="0"/>
          <a:chExt cx="0" cy="0"/>
        </a:xfrm>
      </p:grpSpPr>
      <p:sp>
        <p:nvSpPr>
          <p:cNvPr id="332" name="Google Shape;332;p5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33" name="Google Shape;333;p5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34" name="Google Shape;334;p5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5" name="Google Shape;335;p5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336" name="Google Shape;336;p5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337" name="Shape 337"/>
        <p:cNvGrpSpPr/>
        <p:nvPr/>
      </p:nvGrpSpPr>
      <p:grpSpPr>
        <a:xfrm>
          <a:off x="0" y="0"/>
          <a:ext cx="0" cy="0"/>
          <a:chOff x="0" y="0"/>
          <a:chExt cx="0" cy="0"/>
        </a:xfrm>
      </p:grpSpPr>
      <p:sp>
        <p:nvSpPr>
          <p:cNvPr id="338" name="Google Shape;338;p60"/>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39" name="Google Shape;339;p60"/>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0" name="Google Shape;340;p6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341" name="Google Shape;341;p60"/>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42" name="Shape 342"/>
        <p:cNvGrpSpPr/>
        <p:nvPr/>
      </p:nvGrpSpPr>
      <p:grpSpPr>
        <a:xfrm>
          <a:off x="0" y="0"/>
          <a:ext cx="0" cy="0"/>
          <a:chOff x="0" y="0"/>
          <a:chExt cx="0" cy="0"/>
        </a:xfrm>
      </p:grpSpPr>
      <p:sp>
        <p:nvSpPr>
          <p:cNvPr id="343" name="Google Shape;343;p61"/>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44" name="Google Shape;344;p61"/>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5" name="Google Shape;345;p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61"/>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47" name="Google Shape;347;p61"/>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48" name="Shape 348"/>
        <p:cNvGrpSpPr/>
        <p:nvPr/>
      </p:nvGrpSpPr>
      <p:grpSpPr>
        <a:xfrm>
          <a:off x="0" y="0"/>
          <a:ext cx="0" cy="0"/>
          <a:chOff x="0" y="0"/>
          <a:chExt cx="0" cy="0"/>
        </a:xfrm>
      </p:grpSpPr>
      <p:sp>
        <p:nvSpPr>
          <p:cNvPr id="349" name="Google Shape;349;p6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6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51" name="Shape 351"/>
        <p:cNvGrpSpPr/>
        <p:nvPr/>
      </p:nvGrpSpPr>
      <p:grpSpPr>
        <a:xfrm>
          <a:off x="0" y="0"/>
          <a:ext cx="0" cy="0"/>
          <a:chOff x="0" y="0"/>
          <a:chExt cx="0" cy="0"/>
        </a:xfrm>
      </p:grpSpPr>
      <p:sp>
        <p:nvSpPr>
          <p:cNvPr id="352" name="Google Shape;352;p63"/>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3" name="Google Shape;353;p6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54" name="Shape 354"/>
        <p:cNvGrpSpPr/>
        <p:nvPr/>
      </p:nvGrpSpPr>
      <p:grpSpPr>
        <a:xfrm>
          <a:off x="0" y="0"/>
          <a:ext cx="0" cy="0"/>
          <a:chOff x="0" y="0"/>
          <a:chExt cx="0" cy="0"/>
        </a:xfrm>
      </p:grpSpPr>
      <p:sp>
        <p:nvSpPr>
          <p:cNvPr id="355" name="Google Shape;355;p6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56" name="Google Shape;356;p6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57" name="Google Shape;357;p64"/>
          <p:cNvSpPr/>
          <p:nvPr>
            <p:ph idx="2" type="pic"/>
          </p:nvPr>
        </p:nvSpPr>
        <p:spPr>
          <a:xfrm>
            <a:off x="7446169" y="228600"/>
            <a:ext cx="1473600" cy="685800"/>
          </a:xfrm>
          <a:prstGeom prst="rect">
            <a:avLst/>
          </a:prstGeom>
          <a:noFill/>
          <a:ln>
            <a:noFill/>
          </a:ln>
        </p:spPr>
      </p:sp>
      <p:sp>
        <p:nvSpPr>
          <p:cNvPr id="358" name="Google Shape;358;p64"/>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9" name="Google Shape;359;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360" name="Google Shape;360;p6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1" name="Google Shape;361;p64"/>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3" name="Shape 363"/>
        <p:cNvGrpSpPr/>
        <p:nvPr/>
      </p:nvGrpSpPr>
      <p:grpSpPr>
        <a:xfrm>
          <a:off x="0" y="0"/>
          <a:ext cx="0" cy="0"/>
          <a:chOff x="0" y="0"/>
          <a:chExt cx="0" cy="0"/>
        </a:xfrm>
      </p:grpSpPr>
      <p:pic>
        <p:nvPicPr>
          <p:cNvPr id="364" name="Google Shape;364;p6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65" name="Shape 365"/>
        <p:cNvGrpSpPr/>
        <p:nvPr/>
      </p:nvGrpSpPr>
      <p:grpSpPr>
        <a:xfrm>
          <a:off x="0" y="0"/>
          <a:ext cx="0" cy="0"/>
          <a:chOff x="0" y="0"/>
          <a:chExt cx="0" cy="0"/>
        </a:xfrm>
      </p:grpSpPr>
      <p:sp>
        <p:nvSpPr>
          <p:cNvPr id="366" name="Google Shape;366;p67"/>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7" name="Google Shape;367;p67"/>
          <p:cNvSpPr/>
          <p:nvPr>
            <p:ph idx="2" type="pic"/>
          </p:nvPr>
        </p:nvSpPr>
        <p:spPr>
          <a:xfrm>
            <a:off x="7441595" y="228600"/>
            <a:ext cx="1478100" cy="800100"/>
          </a:xfrm>
          <a:prstGeom prst="rect">
            <a:avLst/>
          </a:prstGeom>
          <a:noFill/>
          <a:ln>
            <a:noFill/>
          </a:ln>
        </p:spPr>
      </p:sp>
      <p:sp>
        <p:nvSpPr>
          <p:cNvPr id="368" name="Google Shape;368;p67"/>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69" name="Google Shape;369;p67"/>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0" name="Google Shape;370;p67"/>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71" name="Shape 371"/>
        <p:cNvGrpSpPr/>
        <p:nvPr/>
      </p:nvGrpSpPr>
      <p:grpSpPr>
        <a:xfrm>
          <a:off x="0" y="0"/>
          <a:ext cx="0" cy="0"/>
          <a:chOff x="0" y="0"/>
          <a:chExt cx="0" cy="0"/>
        </a:xfrm>
      </p:grpSpPr>
      <p:sp>
        <p:nvSpPr>
          <p:cNvPr id="372" name="Google Shape;372;p68"/>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3" name="Google Shape;373;p68"/>
          <p:cNvSpPr/>
          <p:nvPr>
            <p:ph idx="2" type="pic"/>
          </p:nvPr>
        </p:nvSpPr>
        <p:spPr>
          <a:xfrm>
            <a:off x="7441595" y="228600"/>
            <a:ext cx="1478100" cy="800100"/>
          </a:xfrm>
          <a:prstGeom prst="rect">
            <a:avLst/>
          </a:prstGeom>
          <a:noFill/>
          <a:ln>
            <a:noFill/>
          </a:ln>
        </p:spPr>
      </p:sp>
      <p:sp>
        <p:nvSpPr>
          <p:cNvPr id="374" name="Google Shape;374;p68"/>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75" name="Google Shape;375;p68"/>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6" name="Google Shape;376;p68"/>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77" name="Shape 377"/>
        <p:cNvGrpSpPr/>
        <p:nvPr/>
      </p:nvGrpSpPr>
      <p:grpSpPr>
        <a:xfrm>
          <a:off x="0" y="0"/>
          <a:ext cx="0" cy="0"/>
          <a:chOff x="0" y="0"/>
          <a:chExt cx="0" cy="0"/>
        </a:xfrm>
      </p:grpSpPr>
      <p:sp>
        <p:nvSpPr>
          <p:cNvPr id="378" name="Google Shape;378;p69"/>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9" name="Google Shape;379;p69"/>
          <p:cNvSpPr/>
          <p:nvPr>
            <p:ph idx="2" type="pic"/>
          </p:nvPr>
        </p:nvSpPr>
        <p:spPr>
          <a:xfrm>
            <a:off x="7441595" y="228600"/>
            <a:ext cx="1478100" cy="800100"/>
          </a:xfrm>
          <a:prstGeom prst="rect">
            <a:avLst/>
          </a:prstGeom>
          <a:noFill/>
          <a:ln>
            <a:noFill/>
          </a:ln>
        </p:spPr>
      </p:sp>
      <p:sp>
        <p:nvSpPr>
          <p:cNvPr id="380" name="Google Shape;380;p69"/>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1" name="Google Shape;381;p69"/>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82" name="Google Shape;382;p69"/>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83" name="Shape 383"/>
        <p:cNvGrpSpPr/>
        <p:nvPr/>
      </p:nvGrpSpPr>
      <p:grpSpPr>
        <a:xfrm>
          <a:off x="0" y="0"/>
          <a:ext cx="0" cy="0"/>
          <a:chOff x="0" y="0"/>
          <a:chExt cx="0" cy="0"/>
        </a:xfrm>
      </p:grpSpPr>
      <p:pic>
        <p:nvPicPr>
          <p:cNvPr id="384" name="Google Shape;384;p70"/>
          <p:cNvPicPr preferRelativeResize="0"/>
          <p:nvPr/>
        </p:nvPicPr>
        <p:blipFill rotWithShape="1">
          <a:blip r:embed="rId2">
            <a:alphaModFix/>
          </a:blip>
          <a:srcRect b="0" l="0" r="0" t="0"/>
          <a:stretch/>
        </p:blipFill>
        <p:spPr>
          <a:xfrm>
            <a:off x="6413157" y="2629904"/>
            <a:ext cx="2461978" cy="2251430"/>
          </a:xfrm>
          <a:prstGeom prst="rect">
            <a:avLst/>
          </a:prstGeom>
          <a:noFill/>
          <a:ln>
            <a:noFill/>
          </a:ln>
        </p:spPr>
      </p:pic>
      <p:sp>
        <p:nvSpPr>
          <p:cNvPr id="385" name="Google Shape;385;p70"/>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86" name="Google Shape;386;p70"/>
          <p:cNvPicPr preferRelativeResize="0"/>
          <p:nvPr/>
        </p:nvPicPr>
        <p:blipFill rotWithShape="1">
          <a:blip r:embed="rId3">
            <a:alphaModFix/>
          </a:blip>
          <a:srcRect b="0" l="0" r="0" t="0"/>
          <a:stretch/>
        </p:blipFill>
        <p:spPr>
          <a:xfrm>
            <a:off x="228600" y="228600"/>
            <a:ext cx="618534" cy="140576"/>
          </a:xfrm>
          <a:prstGeom prst="rect">
            <a:avLst/>
          </a:prstGeom>
          <a:noFill/>
          <a:ln>
            <a:noFill/>
          </a:ln>
        </p:spPr>
      </p:pic>
      <p:sp>
        <p:nvSpPr>
          <p:cNvPr id="387" name="Google Shape;387;p70"/>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8" name="Google Shape;388;p70"/>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89" name="Shape 389"/>
        <p:cNvGrpSpPr/>
        <p:nvPr/>
      </p:nvGrpSpPr>
      <p:grpSpPr>
        <a:xfrm>
          <a:off x="0" y="0"/>
          <a:ext cx="0" cy="0"/>
          <a:chOff x="0" y="0"/>
          <a:chExt cx="0" cy="0"/>
        </a:xfrm>
      </p:grpSpPr>
      <p:sp>
        <p:nvSpPr>
          <p:cNvPr id="390" name="Google Shape;390;p71"/>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91" name="Google Shape;391;p71"/>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2" name="Google Shape;392;p71"/>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3" name="Google Shape;393;p71"/>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94" name="Google Shape;394;p71"/>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95" name="Shape 395"/>
        <p:cNvGrpSpPr/>
        <p:nvPr/>
      </p:nvGrpSpPr>
      <p:grpSpPr>
        <a:xfrm>
          <a:off x="0" y="0"/>
          <a:ext cx="0" cy="0"/>
          <a:chOff x="0" y="0"/>
          <a:chExt cx="0" cy="0"/>
        </a:xfrm>
      </p:grpSpPr>
      <p:sp>
        <p:nvSpPr>
          <p:cNvPr id="396" name="Google Shape;396;p72"/>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397" name="Google Shape;397;p72"/>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8" name="Google Shape;398;p72"/>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9" name="Google Shape;399;p72"/>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00" name="Google Shape;400;p72"/>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401" name="Shape 401"/>
        <p:cNvGrpSpPr/>
        <p:nvPr/>
      </p:nvGrpSpPr>
      <p:grpSpPr>
        <a:xfrm>
          <a:off x="0" y="0"/>
          <a:ext cx="0" cy="0"/>
          <a:chOff x="0" y="0"/>
          <a:chExt cx="0" cy="0"/>
        </a:xfrm>
      </p:grpSpPr>
      <p:sp>
        <p:nvSpPr>
          <p:cNvPr id="402" name="Google Shape;402;p73"/>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3" name="Google Shape;403;p73"/>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4" name="Google Shape;40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5" name="Google Shape;405;p7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06" name="Google Shape;406;p7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407" name="Shape 407"/>
        <p:cNvGrpSpPr/>
        <p:nvPr/>
      </p:nvGrpSpPr>
      <p:grpSpPr>
        <a:xfrm>
          <a:off x="0" y="0"/>
          <a:ext cx="0" cy="0"/>
          <a:chOff x="0" y="0"/>
          <a:chExt cx="0" cy="0"/>
        </a:xfrm>
      </p:grpSpPr>
      <p:sp>
        <p:nvSpPr>
          <p:cNvPr id="408" name="Google Shape;408;p7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9" name="Google Shape;409;p7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10" name="Google Shape;410;p7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1" name="Google Shape;411;p74"/>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2" name="Google Shape;412;p74"/>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413" name="Shape 413"/>
        <p:cNvGrpSpPr/>
        <p:nvPr/>
      </p:nvGrpSpPr>
      <p:grpSpPr>
        <a:xfrm>
          <a:off x="0" y="0"/>
          <a:ext cx="0" cy="0"/>
          <a:chOff x="0" y="0"/>
          <a:chExt cx="0" cy="0"/>
        </a:xfrm>
      </p:grpSpPr>
      <p:sp>
        <p:nvSpPr>
          <p:cNvPr id="414" name="Google Shape;414;p7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accent6"/>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15" name="Google Shape;415;p7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416" name="Google Shape;416;p7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7" name="Google Shape;417;p75"/>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8" name="Google Shape;418;p75"/>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419" name="Shape 419"/>
        <p:cNvGrpSpPr/>
        <p:nvPr/>
      </p:nvGrpSpPr>
      <p:grpSpPr>
        <a:xfrm>
          <a:off x="0" y="0"/>
          <a:ext cx="0" cy="0"/>
          <a:chOff x="0" y="0"/>
          <a:chExt cx="0" cy="0"/>
        </a:xfrm>
      </p:grpSpPr>
      <p:sp>
        <p:nvSpPr>
          <p:cNvPr id="420" name="Google Shape;420;p76"/>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1" name="Google Shape;421;p76"/>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2" name="Google Shape;422;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3" name="Google Shape;423;p7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24" name="Google Shape;424;p7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425" name="Shape 425"/>
        <p:cNvGrpSpPr/>
        <p:nvPr/>
      </p:nvGrpSpPr>
      <p:grpSpPr>
        <a:xfrm>
          <a:off x="0" y="0"/>
          <a:ext cx="0" cy="0"/>
          <a:chOff x="0" y="0"/>
          <a:chExt cx="0" cy="0"/>
        </a:xfrm>
      </p:grpSpPr>
      <p:sp>
        <p:nvSpPr>
          <p:cNvPr id="426" name="Google Shape;426;p77"/>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7" name="Google Shape;427;p77"/>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8" name="Google Shape;428;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9" name="Google Shape;429;p7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0" name="Google Shape;430;p7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431" name="Shape 431"/>
        <p:cNvGrpSpPr/>
        <p:nvPr/>
      </p:nvGrpSpPr>
      <p:grpSpPr>
        <a:xfrm>
          <a:off x="0" y="0"/>
          <a:ext cx="0" cy="0"/>
          <a:chOff x="0" y="0"/>
          <a:chExt cx="0" cy="0"/>
        </a:xfrm>
      </p:grpSpPr>
      <p:sp>
        <p:nvSpPr>
          <p:cNvPr id="432" name="Google Shape;432;p78"/>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3" name="Google Shape;433;p78"/>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chemeClr val="lt1"/>
              </a:buClr>
              <a:buSzPts val="4900"/>
              <a:buFont typeface="Verizon NHG TX"/>
              <a:buNone/>
              <a:defRPr b="1" i="0" sz="49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34" name="Google Shape;434;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35" name="Google Shape;435;p7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6" name="Google Shape;436;p7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37" name="Shape 437"/>
        <p:cNvGrpSpPr/>
        <p:nvPr/>
      </p:nvGrpSpPr>
      <p:grpSpPr>
        <a:xfrm>
          <a:off x="0" y="0"/>
          <a:ext cx="0" cy="0"/>
          <a:chOff x="0" y="0"/>
          <a:chExt cx="0" cy="0"/>
        </a:xfrm>
      </p:grpSpPr>
      <p:sp>
        <p:nvSpPr>
          <p:cNvPr id="438" name="Google Shape;438;p79"/>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9" name="Google Shape;439;p79"/>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0" name="Google Shape;440;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1" name="Google Shape;441;p7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42" name="Google Shape;442;p7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43" name="Google Shape;443;p79"/>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44" name="Shape 444"/>
        <p:cNvGrpSpPr/>
        <p:nvPr/>
      </p:nvGrpSpPr>
      <p:grpSpPr>
        <a:xfrm>
          <a:off x="0" y="0"/>
          <a:ext cx="0" cy="0"/>
          <a:chOff x="0" y="0"/>
          <a:chExt cx="0" cy="0"/>
        </a:xfrm>
      </p:grpSpPr>
      <p:sp>
        <p:nvSpPr>
          <p:cNvPr id="445" name="Google Shape;445;p80"/>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6" name="Google Shape;446;p80"/>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7" name="Google Shape;447;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8" name="Google Shape;448;p8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5"/>
                </a:solidFill>
                <a:latin typeface="Verizon NHG TX"/>
                <a:ea typeface="Verizon NHG TX"/>
                <a:cs typeface="Verizon NHG TX"/>
                <a:sym typeface="Verizon NHG TX"/>
              </a:rPr>
              <a:t>‹#›</a:t>
            </a:fld>
            <a:endParaRPr b="1" i="0" sz="1000">
              <a:solidFill>
                <a:schemeClr val="accent5"/>
              </a:solidFill>
              <a:latin typeface="Verizon NHG TX"/>
              <a:ea typeface="Verizon NHG TX"/>
              <a:cs typeface="Verizon NHG TX"/>
              <a:sym typeface="Verizon NHG TX"/>
            </a:endParaRPr>
          </a:p>
        </p:txBody>
      </p:sp>
      <p:pic>
        <p:nvPicPr>
          <p:cNvPr id="449" name="Google Shape;449;p8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50" name="Google Shape;450;p80"/>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51" name="Shape 451"/>
        <p:cNvGrpSpPr/>
        <p:nvPr/>
      </p:nvGrpSpPr>
      <p:grpSpPr>
        <a:xfrm>
          <a:off x="0" y="0"/>
          <a:ext cx="0" cy="0"/>
          <a:chOff x="0" y="0"/>
          <a:chExt cx="0" cy="0"/>
        </a:xfrm>
      </p:grpSpPr>
      <p:sp>
        <p:nvSpPr>
          <p:cNvPr id="452" name="Google Shape;452;p81"/>
          <p:cNvSpPr/>
          <p:nvPr>
            <p:ph idx="2" type="pic"/>
          </p:nvPr>
        </p:nvSpPr>
        <p:spPr>
          <a:xfrm>
            <a:off x="4510683" y="0"/>
            <a:ext cx="4632600" cy="5143500"/>
          </a:xfrm>
          <a:prstGeom prst="rect">
            <a:avLst/>
          </a:prstGeom>
          <a:solidFill>
            <a:schemeClr val="lt1"/>
          </a:solidFill>
          <a:ln>
            <a:noFill/>
          </a:ln>
        </p:spPr>
      </p:sp>
      <p:sp>
        <p:nvSpPr>
          <p:cNvPr id="453" name="Google Shape;453;p81"/>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4" name="Google Shape;454;p8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55" name="Google Shape;455;p8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56" name="Shape 456"/>
        <p:cNvGrpSpPr/>
        <p:nvPr/>
      </p:nvGrpSpPr>
      <p:grpSpPr>
        <a:xfrm>
          <a:off x="0" y="0"/>
          <a:ext cx="0" cy="0"/>
          <a:chOff x="0" y="0"/>
          <a:chExt cx="0" cy="0"/>
        </a:xfrm>
      </p:grpSpPr>
      <p:sp>
        <p:nvSpPr>
          <p:cNvPr id="457" name="Google Shape;457;p82"/>
          <p:cNvSpPr/>
          <p:nvPr>
            <p:ph idx="2" type="pic"/>
          </p:nvPr>
        </p:nvSpPr>
        <p:spPr>
          <a:xfrm>
            <a:off x="4510683" y="0"/>
            <a:ext cx="4632600" cy="5143500"/>
          </a:xfrm>
          <a:prstGeom prst="rect">
            <a:avLst/>
          </a:prstGeom>
          <a:solidFill>
            <a:schemeClr val="lt1"/>
          </a:solidFill>
          <a:ln>
            <a:noFill/>
          </a:ln>
        </p:spPr>
      </p:sp>
      <p:sp>
        <p:nvSpPr>
          <p:cNvPr id="458" name="Google Shape;458;p82"/>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9" name="Google Shape;459;p8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60" name="Google Shape;460;p82"/>
          <p:cNvPicPr preferRelativeResize="0"/>
          <p:nvPr/>
        </p:nvPicPr>
        <p:blipFill rotWithShape="1">
          <a:blip r:embed="rId2">
            <a:alphaModFix/>
          </a:blip>
          <a:srcRect b="22679" l="0" r="0" t="22673"/>
          <a:stretch/>
        </p:blipFill>
        <p:spPr>
          <a:xfrm>
            <a:off x="124003" y="4745383"/>
            <a:ext cx="847898" cy="18982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461" name="Shape 461"/>
        <p:cNvGrpSpPr/>
        <p:nvPr/>
      </p:nvGrpSpPr>
      <p:grpSpPr>
        <a:xfrm>
          <a:off x="0" y="0"/>
          <a:ext cx="0" cy="0"/>
          <a:chOff x="0" y="0"/>
          <a:chExt cx="0" cy="0"/>
        </a:xfrm>
      </p:grpSpPr>
      <p:sp>
        <p:nvSpPr>
          <p:cNvPr id="462" name="Google Shape;462;p83"/>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63" name="Google Shape;463;p8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64" name="Google Shape;464;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65" name="Google Shape;465;p8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66" name="Shape 466"/>
        <p:cNvGrpSpPr/>
        <p:nvPr/>
      </p:nvGrpSpPr>
      <p:grpSpPr>
        <a:xfrm>
          <a:off x="0" y="0"/>
          <a:ext cx="0" cy="0"/>
          <a:chOff x="0" y="0"/>
          <a:chExt cx="0" cy="0"/>
        </a:xfrm>
      </p:grpSpPr>
      <p:sp>
        <p:nvSpPr>
          <p:cNvPr id="467" name="Google Shape;467;p84"/>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8" name="Google Shape;468;p84"/>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9" name="Google Shape;469;p84"/>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0" name="Google Shape;470;p8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1" name="Google Shape;471;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2" name="Google Shape;472;p8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73" name="Shape 473"/>
        <p:cNvGrpSpPr/>
        <p:nvPr/>
      </p:nvGrpSpPr>
      <p:grpSpPr>
        <a:xfrm>
          <a:off x="0" y="0"/>
          <a:ext cx="0" cy="0"/>
          <a:chOff x="0" y="0"/>
          <a:chExt cx="0" cy="0"/>
        </a:xfrm>
      </p:grpSpPr>
      <p:sp>
        <p:nvSpPr>
          <p:cNvPr id="474" name="Google Shape;474;p85"/>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5" name="Google Shape;475;p8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6" name="Google Shape;476;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7" name="Google Shape;477;p8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78" name="Google Shape;478;p85"/>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479" name="Shape 479"/>
        <p:cNvGrpSpPr/>
        <p:nvPr/>
      </p:nvGrpSpPr>
      <p:grpSpPr>
        <a:xfrm>
          <a:off x="0" y="0"/>
          <a:ext cx="0" cy="0"/>
          <a:chOff x="0" y="0"/>
          <a:chExt cx="0" cy="0"/>
        </a:xfrm>
      </p:grpSpPr>
      <p:sp>
        <p:nvSpPr>
          <p:cNvPr id="480" name="Google Shape;480;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1" name="Google Shape;481;p8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82" name="Google Shape;482;p86"/>
          <p:cNvSpPr/>
          <p:nvPr>
            <p:ph idx="2" type="pic"/>
          </p:nvPr>
        </p:nvSpPr>
        <p:spPr>
          <a:xfrm>
            <a:off x="7446169" y="228600"/>
            <a:ext cx="1473600" cy="685800"/>
          </a:xfrm>
          <a:prstGeom prst="rect">
            <a:avLst/>
          </a:prstGeom>
          <a:noFill/>
          <a:ln>
            <a:noFill/>
          </a:ln>
        </p:spPr>
      </p:sp>
      <p:sp>
        <p:nvSpPr>
          <p:cNvPr id="483" name="Google Shape;483;p86"/>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84" name="Google Shape;484;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85" name="Google Shape;485;p8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86" name="Google Shape;486;p86"/>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487" name="Shape 487"/>
        <p:cNvGrpSpPr/>
        <p:nvPr/>
      </p:nvGrpSpPr>
      <p:grpSpPr>
        <a:xfrm>
          <a:off x="0" y="0"/>
          <a:ext cx="0" cy="0"/>
          <a:chOff x="0" y="0"/>
          <a:chExt cx="0" cy="0"/>
        </a:xfrm>
      </p:grpSpPr>
      <p:sp>
        <p:nvSpPr>
          <p:cNvPr id="488" name="Google Shape;488;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9" name="Google Shape;489;p8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0" name="Google Shape;490;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91" name="Google Shape;491;p8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92" name="Google Shape;492;p87"/>
          <p:cNvSpPr/>
          <p:nvPr>
            <p:ph idx="2" type="pic"/>
          </p:nvPr>
        </p:nvSpPr>
        <p:spPr>
          <a:xfrm>
            <a:off x="7446169" y="228600"/>
            <a:ext cx="1473600" cy="685800"/>
          </a:xfrm>
          <a:prstGeom prst="rect">
            <a:avLst/>
          </a:prstGeom>
          <a:noFill/>
          <a:ln>
            <a:noFill/>
          </a:ln>
        </p:spPr>
      </p:sp>
      <p:sp>
        <p:nvSpPr>
          <p:cNvPr id="493" name="Google Shape;493;p8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4" name="Google Shape;494;p87"/>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95" name="Shape 495"/>
        <p:cNvGrpSpPr/>
        <p:nvPr/>
      </p:nvGrpSpPr>
      <p:grpSpPr>
        <a:xfrm>
          <a:off x="0" y="0"/>
          <a:ext cx="0" cy="0"/>
          <a:chOff x="0" y="0"/>
          <a:chExt cx="0" cy="0"/>
        </a:xfrm>
      </p:grpSpPr>
      <p:sp>
        <p:nvSpPr>
          <p:cNvPr id="496" name="Google Shape;496;p8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97" name="Google Shape;497;p8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8" name="Google Shape;498;p8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9" name="Google Shape;499;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00" name="Google Shape;500;p8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01" name="Google Shape;501;p88"/>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2" name="Google Shape;502;p88"/>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3" name="Google Shape;503;p88"/>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4" name="Google Shape;504;p88"/>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5" name="Google Shape;505;p88"/>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8"/>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7" name="Google Shape;507;p88"/>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8" name="Google Shape;508;p88"/>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9" name="Google Shape;509;p88"/>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8"/>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1" name="Google Shape;511;p88"/>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2" name="Google Shape;512;p88"/>
          <p:cNvSpPr/>
          <p:nvPr>
            <p:ph idx="17" type="pic"/>
          </p:nvPr>
        </p:nvSpPr>
        <p:spPr>
          <a:xfrm rot="-5400000">
            <a:off x="2327046" y="1128170"/>
            <a:ext cx="2283600" cy="2084700"/>
          </a:xfrm>
          <a:prstGeom prst="round2SameRect">
            <a:avLst>
              <a:gd fmla="val 0" name="adj1"/>
              <a:gd fmla="val 0" name="adj2"/>
            </a:avLst>
          </a:prstGeom>
          <a:solidFill>
            <a:schemeClr val="accent2"/>
          </a:solidFill>
          <a:ln>
            <a:noFill/>
          </a:ln>
        </p:spPr>
      </p:sp>
      <p:sp>
        <p:nvSpPr>
          <p:cNvPr id="513" name="Google Shape;513;p88"/>
          <p:cNvSpPr txBox="1"/>
          <p:nvPr/>
        </p:nvSpPr>
        <p:spPr>
          <a:xfrm>
            <a:off x="242648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4" name="Google Shape;514;p88"/>
          <p:cNvSpPr/>
          <p:nvPr>
            <p:ph idx="18" type="pic"/>
          </p:nvPr>
        </p:nvSpPr>
        <p:spPr>
          <a:xfrm rot="-5400000">
            <a:off x="4529700" y="1128170"/>
            <a:ext cx="2283600" cy="2084700"/>
          </a:xfrm>
          <a:prstGeom prst="round2SameRect">
            <a:avLst>
              <a:gd fmla="val 0" name="adj1"/>
              <a:gd fmla="val 0" name="adj2"/>
            </a:avLst>
          </a:prstGeom>
          <a:solidFill>
            <a:schemeClr val="accent2"/>
          </a:solidFill>
          <a:ln>
            <a:noFill/>
          </a:ln>
        </p:spPr>
      </p:sp>
      <p:sp>
        <p:nvSpPr>
          <p:cNvPr id="515" name="Google Shape;515;p88"/>
          <p:cNvSpPr txBox="1"/>
          <p:nvPr/>
        </p:nvSpPr>
        <p:spPr>
          <a:xfrm>
            <a:off x="4629136"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6" name="Google Shape;516;p88"/>
          <p:cNvSpPr/>
          <p:nvPr>
            <p:ph idx="19" type="pic"/>
          </p:nvPr>
        </p:nvSpPr>
        <p:spPr>
          <a:xfrm rot="-5400000">
            <a:off x="6727594" y="1128170"/>
            <a:ext cx="2283600" cy="2084700"/>
          </a:xfrm>
          <a:prstGeom prst="round2SameRect">
            <a:avLst>
              <a:gd fmla="val 0" name="adj1"/>
              <a:gd fmla="val 0" name="adj2"/>
            </a:avLst>
          </a:prstGeom>
          <a:solidFill>
            <a:schemeClr val="accent2"/>
          </a:solidFill>
          <a:ln>
            <a:noFill/>
          </a:ln>
        </p:spPr>
      </p:sp>
      <p:sp>
        <p:nvSpPr>
          <p:cNvPr id="517" name="Google Shape;517;p88"/>
          <p:cNvSpPr txBox="1"/>
          <p:nvPr/>
        </p:nvSpPr>
        <p:spPr>
          <a:xfrm>
            <a:off x="682703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518" name="Shape 518"/>
        <p:cNvGrpSpPr/>
        <p:nvPr/>
      </p:nvGrpSpPr>
      <p:grpSpPr>
        <a:xfrm>
          <a:off x="0" y="0"/>
          <a:ext cx="0" cy="0"/>
          <a:chOff x="0" y="0"/>
          <a:chExt cx="0" cy="0"/>
        </a:xfrm>
      </p:grpSpPr>
      <p:sp>
        <p:nvSpPr>
          <p:cNvPr id="519" name="Google Shape;519;p8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20" name="Google Shape;520;p8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21" name="Google Shape;521;p8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2" name="Google Shape;522;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23" name="Google Shape;523;p8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24" name="Google Shape;524;p89"/>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525" name="Google Shape;525;p89"/>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9"/>
          <p:cNvSpPr txBox="1"/>
          <p:nvPr>
            <p:ph idx="5" type="body"/>
          </p:nvPr>
        </p:nvSpPr>
        <p:spPr>
          <a:xfrm>
            <a:off x="228145" y="1028700"/>
            <a:ext cx="28173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527" name="Shape 527"/>
        <p:cNvGrpSpPr/>
        <p:nvPr/>
      </p:nvGrpSpPr>
      <p:grpSpPr>
        <a:xfrm>
          <a:off x="0" y="0"/>
          <a:ext cx="0" cy="0"/>
          <a:chOff x="0" y="0"/>
          <a:chExt cx="0" cy="0"/>
        </a:xfrm>
      </p:grpSpPr>
      <p:sp>
        <p:nvSpPr>
          <p:cNvPr id="528" name="Google Shape;528;p90"/>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9" name="Google Shape;529;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30" name="Google Shape;530;p9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31" name="Google Shape;531;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2" name="Google Shape;532;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33" name="Google Shape;533;p9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34" name="Google Shape;534;p90"/>
          <p:cNvSpPr/>
          <p:nvPr>
            <p:ph idx="3" type="pic"/>
          </p:nvPr>
        </p:nvSpPr>
        <p:spPr>
          <a:xfrm>
            <a:off x="4626769" y="1028699"/>
            <a:ext cx="4286400" cy="3083700"/>
          </a:xfrm>
          <a:prstGeom prst="rect">
            <a:avLst/>
          </a:prstGeom>
          <a:solidFill>
            <a:schemeClr val="dk1"/>
          </a:solidFill>
          <a:ln>
            <a:noFill/>
          </a:ln>
        </p:spPr>
      </p:sp>
      <p:sp>
        <p:nvSpPr>
          <p:cNvPr id="535" name="Google Shape;535;p90"/>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6" name="Google Shape;536;p90"/>
          <p:cNvSpPr txBox="1"/>
          <p:nvPr>
            <p:ph idx="5" type="body"/>
          </p:nvPr>
        </p:nvSpPr>
        <p:spPr>
          <a:xfrm>
            <a:off x="228145" y="1028701"/>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7" name="Google Shape;537;p90"/>
          <p:cNvSpPr txBox="1"/>
          <p:nvPr>
            <p:ph idx="6" type="body"/>
          </p:nvPr>
        </p:nvSpPr>
        <p:spPr>
          <a:xfrm>
            <a:off x="228145" y="2857500"/>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538" name="Shape 538"/>
        <p:cNvGrpSpPr/>
        <p:nvPr/>
      </p:nvGrpSpPr>
      <p:grpSpPr>
        <a:xfrm>
          <a:off x="0" y="0"/>
          <a:ext cx="0" cy="0"/>
          <a:chOff x="0" y="0"/>
          <a:chExt cx="0" cy="0"/>
        </a:xfrm>
      </p:grpSpPr>
      <p:sp>
        <p:nvSpPr>
          <p:cNvPr id="539" name="Google Shape;539;p91"/>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0" name="Google Shape;540;p9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1" name="Google Shape;541;p91"/>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2" name="Google Shape;542;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3" name="Google Shape;543;p9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544" name="Shape 544"/>
        <p:cNvGrpSpPr/>
        <p:nvPr/>
      </p:nvGrpSpPr>
      <p:grpSpPr>
        <a:xfrm>
          <a:off x="0" y="0"/>
          <a:ext cx="0" cy="0"/>
          <a:chOff x="0" y="0"/>
          <a:chExt cx="0" cy="0"/>
        </a:xfrm>
      </p:grpSpPr>
      <p:sp>
        <p:nvSpPr>
          <p:cNvPr id="545" name="Google Shape;545;p9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6" name="Google Shape;546;p9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7" name="Google Shape;547;p9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8" name="Google Shape;548;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9" name="Google Shape;549;p9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50" name="Google Shape;550;p92"/>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1" name="Google Shape;551;p92"/>
          <p:cNvSpPr txBox="1"/>
          <p:nvPr>
            <p:ph idx="4" type="body"/>
          </p:nvPr>
        </p:nvSpPr>
        <p:spPr>
          <a:xfrm>
            <a:off x="228600"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2" name="Google Shape;552;p92"/>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3" name="Google Shape;553;p92"/>
          <p:cNvSpPr txBox="1"/>
          <p:nvPr>
            <p:ph idx="6" type="body"/>
          </p:nvPr>
        </p:nvSpPr>
        <p:spPr>
          <a:xfrm>
            <a:off x="3174167"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4" name="Google Shape;554;p92"/>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5" name="Google Shape;555;p92"/>
          <p:cNvSpPr txBox="1"/>
          <p:nvPr>
            <p:ph idx="8" type="body"/>
          </p:nvPr>
        </p:nvSpPr>
        <p:spPr>
          <a:xfrm>
            <a:off x="6119735"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6" name="Google Shape;556;p92"/>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7" name="Google Shape;557;p92"/>
          <p:cNvSpPr txBox="1"/>
          <p:nvPr>
            <p:ph idx="13" type="body"/>
          </p:nvPr>
        </p:nvSpPr>
        <p:spPr>
          <a:xfrm>
            <a:off x="228600"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8" name="Google Shape;558;p92"/>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9" name="Google Shape;559;p92"/>
          <p:cNvSpPr txBox="1"/>
          <p:nvPr>
            <p:ph idx="15" type="body"/>
          </p:nvPr>
        </p:nvSpPr>
        <p:spPr>
          <a:xfrm>
            <a:off x="3174167"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0" name="Google Shape;560;p92"/>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1" name="Google Shape;561;p92"/>
          <p:cNvSpPr txBox="1"/>
          <p:nvPr>
            <p:ph idx="17" type="body"/>
          </p:nvPr>
        </p:nvSpPr>
        <p:spPr>
          <a:xfrm>
            <a:off x="6119735"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62" name="Shape 562"/>
        <p:cNvGrpSpPr/>
        <p:nvPr/>
      </p:nvGrpSpPr>
      <p:grpSpPr>
        <a:xfrm>
          <a:off x="0" y="0"/>
          <a:ext cx="0" cy="0"/>
          <a:chOff x="0" y="0"/>
          <a:chExt cx="0" cy="0"/>
        </a:xfrm>
      </p:grpSpPr>
      <p:sp>
        <p:nvSpPr>
          <p:cNvPr id="563" name="Google Shape;563;p93"/>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4" name="Google Shape;564;p93"/>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5" name="Google Shape;565;p93"/>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6" name="Google Shape;566;p93"/>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7" name="Google Shape;567;p93"/>
          <p:cNvSpPr/>
          <p:nvPr>
            <p:ph idx="4" type="pic"/>
          </p:nvPr>
        </p:nvSpPr>
        <p:spPr>
          <a:xfrm>
            <a:off x="2005781" y="0"/>
            <a:ext cx="2374500" cy="2571900"/>
          </a:xfrm>
          <a:prstGeom prst="rect">
            <a:avLst/>
          </a:prstGeom>
          <a:solidFill>
            <a:schemeClr val="lt1"/>
          </a:solidFill>
          <a:ln>
            <a:noFill/>
          </a:ln>
        </p:spPr>
      </p:sp>
      <p:sp>
        <p:nvSpPr>
          <p:cNvPr id="568" name="Google Shape;568;p93"/>
          <p:cNvSpPr/>
          <p:nvPr>
            <p:ph idx="5" type="pic"/>
          </p:nvPr>
        </p:nvSpPr>
        <p:spPr>
          <a:xfrm>
            <a:off x="6769510" y="0"/>
            <a:ext cx="2374500" cy="2571900"/>
          </a:xfrm>
          <a:prstGeom prst="rect">
            <a:avLst/>
          </a:prstGeom>
          <a:solidFill>
            <a:schemeClr val="lt1"/>
          </a:solidFill>
          <a:ln>
            <a:noFill/>
          </a:ln>
        </p:spPr>
      </p:sp>
      <p:sp>
        <p:nvSpPr>
          <p:cNvPr id="569" name="Google Shape;569;p93"/>
          <p:cNvSpPr/>
          <p:nvPr>
            <p:ph idx="6" type="pic"/>
          </p:nvPr>
        </p:nvSpPr>
        <p:spPr>
          <a:xfrm>
            <a:off x="4387645" y="2571750"/>
            <a:ext cx="2374500" cy="2571900"/>
          </a:xfrm>
          <a:prstGeom prst="rect">
            <a:avLst/>
          </a:prstGeom>
          <a:solidFill>
            <a:schemeClr val="lt1"/>
          </a:solidFill>
          <a:ln>
            <a:noFill/>
          </a:ln>
        </p:spPr>
      </p:sp>
      <p:sp>
        <p:nvSpPr>
          <p:cNvPr id="570" name="Google Shape;570;p93"/>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1" name="Google Shape;571;p93"/>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2" name="Google Shape;572;p93"/>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3" name="Google Shape;573;p9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4" name="Google Shape;574;p9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75" name="Shape 575"/>
        <p:cNvGrpSpPr/>
        <p:nvPr/>
      </p:nvGrpSpPr>
      <p:grpSpPr>
        <a:xfrm>
          <a:off x="0" y="0"/>
          <a:ext cx="0" cy="0"/>
          <a:chOff x="0" y="0"/>
          <a:chExt cx="0" cy="0"/>
        </a:xfrm>
      </p:grpSpPr>
      <p:sp>
        <p:nvSpPr>
          <p:cNvPr id="576" name="Google Shape;576;p94"/>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7" name="Google Shape;577;p9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8" name="Google Shape;578;p9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79" name="Google Shape;579;p94"/>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0" name="Google Shape;580;p94"/>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1" name="Google Shape;581;p94"/>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2" name="Google Shape;582;p94"/>
          <p:cNvSpPr/>
          <p:nvPr>
            <p:ph idx="4" type="pic"/>
          </p:nvPr>
        </p:nvSpPr>
        <p:spPr>
          <a:xfrm>
            <a:off x="2005781" y="0"/>
            <a:ext cx="2374500" cy="2571900"/>
          </a:xfrm>
          <a:prstGeom prst="rect">
            <a:avLst/>
          </a:prstGeom>
          <a:solidFill>
            <a:schemeClr val="lt1"/>
          </a:solidFill>
          <a:ln>
            <a:noFill/>
          </a:ln>
        </p:spPr>
      </p:sp>
      <p:sp>
        <p:nvSpPr>
          <p:cNvPr id="583" name="Google Shape;583;p94"/>
          <p:cNvSpPr/>
          <p:nvPr>
            <p:ph idx="5" type="pic"/>
          </p:nvPr>
        </p:nvSpPr>
        <p:spPr>
          <a:xfrm>
            <a:off x="6769510" y="0"/>
            <a:ext cx="2374500" cy="2571900"/>
          </a:xfrm>
          <a:prstGeom prst="rect">
            <a:avLst/>
          </a:prstGeom>
          <a:solidFill>
            <a:schemeClr val="lt1"/>
          </a:solidFill>
          <a:ln>
            <a:noFill/>
          </a:ln>
        </p:spPr>
      </p:sp>
      <p:sp>
        <p:nvSpPr>
          <p:cNvPr id="584" name="Google Shape;584;p94"/>
          <p:cNvSpPr/>
          <p:nvPr>
            <p:ph idx="6" type="pic"/>
          </p:nvPr>
        </p:nvSpPr>
        <p:spPr>
          <a:xfrm>
            <a:off x="4387645" y="2571750"/>
            <a:ext cx="2374500" cy="2571900"/>
          </a:xfrm>
          <a:prstGeom prst="rect">
            <a:avLst/>
          </a:prstGeom>
          <a:solidFill>
            <a:schemeClr val="lt1"/>
          </a:solidFill>
          <a:ln>
            <a:noFill/>
          </a:ln>
        </p:spPr>
      </p:sp>
      <p:sp>
        <p:nvSpPr>
          <p:cNvPr id="585" name="Google Shape;585;p94"/>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6" name="Google Shape;586;p94"/>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7" name="Google Shape;587;p94"/>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88" name="Shape 588"/>
        <p:cNvGrpSpPr/>
        <p:nvPr/>
      </p:nvGrpSpPr>
      <p:grpSpPr>
        <a:xfrm>
          <a:off x="0" y="0"/>
          <a:ext cx="0" cy="0"/>
          <a:chOff x="0" y="0"/>
          <a:chExt cx="0" cy="0"/>
        </a:xfrm>
      </p:grpSpPr>
      <p:sp>
        <p:nvSpPr>
          <p:cNvPr id="589" name="Google Shape;589;p95"/>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90" name="Google Shape;590;p9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1" name="Google Shape;591;p95"/>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2" name="Google Shape;592;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93" name="Google Shape;593;p9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94" name="Google Shape;594;p95"/>
          <p:cNvSpPr/>
          <p:nvPr>
            <p:ph idx="3" type="pic"/>
          </p:nvPr>
        </p:nvSpPr>
        <p:spPr>
          <a:xfrm>
            <a:off x="228600" y="1036493"/>
            <a:ext cx="2083200" cy="2274600"/>
          </a:xfrm>
          <a:prstGeom prst="rect">
            <a:avLst/>
          </a:prstGeom>
          <a:solidFill>
            <a:schemeClr val="accent2"/>
          </a:solidFill>
          <a:ln>
            <a:noFill/>
          </a:ln>
        </p:spPr>
      </p:sp>
      <p:sp>
        <p:nvSpPr>
          <p:cNvPr id="595" name="Google Shape;595;p95"/>
          <p:cNvSpPr/>
          <p:nvPr>
            <p:ph idx="4" type="pic"/>
          </p:nvPr>
        </p:nvSpPr>
        <p:spPr>
          <a:xfrm>
            <a:off x="2421566" y="1036493"/>
            <a:ext cx="2083200" cy="2274600"/>
          </a:xfrm>
          <a:prstGeom prst="rect">
            <a:avLst/>
          </a:prstGeom>
          <a:solidFill>
            <a:schemeClr val="accent2"/>
          </a:solidFill>
          <a:ln>
            <a:noFill/>
          </a:ln>
        </p:spPr>
      </p:sp>
      <p:sp>
        <p:nvSpPr>
          <p:cNvPr id="596" name="Google Shape;596;p95"/>
          <p:cNvSpPr/>
          <p:nvPr>
            <p:ph idx="5" type="pic"/>
          </p:nvPr>
        </p:nvSpPr>
        <p:spPr>
          <a:xfrm>
            <a:off x="4634465" y="1036493"/>
            <a:ext cx="2083200" cy="2274600"/>
          </a:xfrm>
          <a:prstGeom prst="rect">
            <a:avLst/>
          </a:prstGeom>
          <a:solidFill>
            <a:schemeClr val="accent2"/>
          </a:solidFill>
          <a:ln>
            <a:noFill/>
          </a:ln>
        </p:spPr>
      </p:sp>
      <p:sp>
        <p:nvSpPr>
          <p:cNvPr id="597" name="Google Shape;597;p95"/>
          <p:cNvSpPr/>
          <p:nvPr>
            <p:ph idx="6" type="pic"/>
          </p:nvPr>
        </p:nvSpPr>
        <p:spPr>
          <a:xfrm>
            <a:off x="6827431" y="1036493"/>
            <a:ext cx="2083200" cy="2274600"/>
          </a:xfrm>
          <a:prstGeom prst="rect">
            <a:avLst/>
          </a:prstGeom>
          <a:solidFill>
            <a:schemeClr val="accent2"/>
          </a:solidFill>
          <a:ln>
            <a:noFill/>
          </a:ln>
        </p:spPr>
      </p:sp>
      <p:sp>
        <p:nvSpPr>
          <p:cNvPr id="598" name="Google Shape;598;p95"/>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9" name="Google Shape;599;p95"/>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0" name="Google Shape;600;p95"/>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1" name="Google Shape;601;p95"/>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2" name="Google Shape;602;p95"/>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3" name="Google Shape;603;p95"/>
          <p:cNvSpPr txBox="1"/>
          <p:nvPr>
            <p:ph idx="15" type="body"/>
          </p:nvPr>
        </p:nvSpPr>
        <p:spPr>
          <a:xfrm>
            <a:off x="2426494" y="3425118"/>
            <a:ext cx="20847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4" name="Google Shape;604;p95"/>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5" name="Google Shape;605;p95"/>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606" name="Shape 606"/>
        <p:cNvGrpSpPr/>
        <p:nvPr/>
      </p:nvGrpSpPr>
      <p:grpSpPr>
        <a:xfrm>
          <a:off x="0" y="0"/>
          <a:ext cx="0" cy="0"/>
          <a:chOff x="0" y="0"/>
          <a:chExt cx="0" cy="0"/>
        </a:xfrm>
      </p:grpSpPr>
      <p:sp>
        <p:nvSpPr>
          <p:cNvPr id="607" name="Google Shape;607;p9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08" name="Google Shape;608;p9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09" name="Google Shape;609;p9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0" name="Google Shape;610;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1" name="Google Shape;611;p9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2" name="Google Shape;612;p96"/>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613" name="Shape 613"/>
        <p:cNvGrpSpPr/>
        <p:nvPr/>
      </p:nvGrpSpPr>
      <p:grpSpPr>
        <a:xfrm>
          <a:off x="0" y="0"/>
          <a:ext cx="0" cy="0"/>
          <a:chOff x="0" y="0"/>
          <a:chExt cx="0" cy="0"/>
        </a:xfrm>
      </p:grpSpPr>
      <p:pic>
        <p:nvPicPr>
          <p:cNvPr id="614" name="Google Shape;614;p9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5" name="Google Shape;615;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6" name="Google Shape;616;p9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7" name="Google Shape;617;p97"/>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8" name="Google Shape;618;p97"/>
          <p:cNvSpPr txBox="1"/>
          <p:nvPr>
            <p:ph idx="2" type="body"/>
          </p:nvPr>
        </p:nvSpPr>
        <p:spPr>
          <a:xfrm>
            <a:off x="228599" y="359209"/>
            <a:ext cx="4282500" cy="466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9" name="Google Shape;619;p97"/>
          <p:cNvSpPr txBox="1"/>
          <p:nvPr>
            <p:ph idx="3" type="body"/>
          </p:nvPr>
        </p:nvSpPr>
        <p:spPr>
          <a:xfrm>
            <a:off x="228600" y="2132075"/>
            <a:ext cx="20835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0" name="Google Shape;620;p97"/>
          <p:cNvSpPr txBox="1"/>
          <p:nvPr>
            <p:ph idx="4" type="body"/>
          </p:nvPr>
        </p:nvSpPr>
        <p:spPr>
          <a:xfrm>
            <a:off x="228600" y="1828800"/>
            <a:ext cx="2083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1" name="Google Shape;621;p97"/>
          <p:cNvSpPr txBox="1"/>
          <p:nvPr>
            <p:ph idx="5" type="body"/>
          </p:nvPr>
        </p:nvSpPr>
        <p:spPr>
          <a:xfrm>
            <a:off x="2426494" y="2132075"/>
            <a:ext cx="20847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7"/>
          <p:cNvSpPr txBox="1"/>
          <p:nvPr>
            <p:ph idx="6" type="body"/>
          </p:nvPr>
        </p:nvSpPr>
        <p:spPr>
          <a:xfrm>
            <a:off x="2426494" y="1828800"/>
            <a:ext cx="20847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3" name="Google Shape;623;p97"/>
          <p:cNvSpPr txBox="1"/>
          <p:nvPr>
            <p:ph idx="7" type="body"/>
          </p:nvPr>
        </p:nvSpPr>
        <p:spPr>
          <a:xfrm>
            <a:off x="4626769" y="2132075"/>
            <a:ext cx="20871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4" name="Google Shape;624;p97"/>
          <p:cNvSpPr txBox="1"/>
          <p:nvPr>
            <p:ph idx="8" type="body"/>
          </p:nvPr>
        </p:nvSpPr>
        <p:spPr>
          <a:xfrm>
            <a:off x="4626769" y="1828800"/>
            <a:ext cx="20871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5" name="Google Shape;625;p97"/>
          <p:cNvSpPr txBox="1"/>
          <p:nvPr>
            <p:ph idx="9" type="body"/>
          </p:nvPr>
        </p:nvSpPr>
        <p:spPr>
          <a:xfrm>
            <a:off x="6827044" y="2132075"/>
            <a:ext cx="20859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6" name="Google Shape;626;p97"/>
          <p:cNvSpPr txBox="1"/>
          <p:nvPr>
            <p:ph idx="13" type="body"/>
          </p:nvPr>
        </p:nvSpPr>
        <p:spPr>
          <a:xfrm>
            <a:off x="6827044" y="1828800"/>
            <a:ext cx="20859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7" name="Google Shape;627;p97"/>
          <p:cNvSpPr txBox="1"/>
          <p:nvPr>
            <p:ph idx="14"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628" name="Shape 628"/>
        <p:cNvGrpSpPr/>
        <p:nvPr/>
      </p:nvGrpSpPr>
      <p:grpSpPr>
        <a:xfrm>
          <a:off x="0" y="0"/>
          <a:ext cx="0" cy="0"/>
          <a:chOff x="0" y="0"/>
          <a:chExt cx="0" cy="0"/>
        </a:xfrm>
      </p:grpSpPr>
      <p:sp>
        <p:nvSpPr>
          <p:cNvPr id="629" name="Google Shape;629;p9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0" name="Google Shape;630;p9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1" name="Google Shape;631;p9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2" name="Google Shape;632;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3" name="Google Shape;633;p9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634" name="Shape 634"/>
        <p:cNvGrpSpPr/>
        <p:nvPr/>
      </p:nvGrpSpPr>
      <p:grpSpPr>
        <a:xfrm>
          <a:off x="0" y="0"/>
          <a:ext cx="0" cy="0"/>
          <a:chOff x="0" y="0"/>
          <a:chExt cx="0" cy="0"/>
        </a:xfrm>
      </p:grpSpPr>
      <p:sp>
        <p:nvSpPr>
          <p:cNvPr id="635" name="Google Shape;635;p9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6" name="Google Shape;636;p9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7" name="Google Shape;637;p9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9" name="Google Shape;639;p9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0" name="Google Shape;640;p99"/>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641" name="Shape 641"/>
        <p:cNvGrpSpPr/>
        <p:nvPr/>
      </p:nvGrpSpPr>
      <p:grpSpPr>
        <a:xfrm>
          <a:off x="0" y="0"/>
          <a:ext cx="0" cy="0"/>
          <a:chOff x="0" y="0"/>
          <a:chExt cx="0" cy="0"/>
        </a:xfrm>
      </p:grpSpPr>
      <p:pic>
        <p:nvPicPr>
          <p:cNvPr id="642" name="Google Shape;642;p10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43" name="Google Shape;643;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44" name="Google Shape;644;p10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5" name="Google Shape;645;p100"/>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6" name="Google Shape;646;p100"/>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7" name="Google Shape;647;p100"/>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48" name="Shape 648"/>
        <p:cNvGrpSpPr/>
        <p:nvPr/>
      </p:nvGrpSpPr>
      <p:grpSpPr>
        <a:xfrm>
          <a:off x="0" y="0"/>
          <a:ext cx="0" cy="0"/>
          <a:chOff x="0" y="0"/>
          <a:chExt cx="0" cy="0"/>
        </a:xfrm>
      </p:grpSpPr>
      <p:pic>
        <p:nvPicPr>
          <p:cNvPr id="649" name="Google Shape;649;p10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0" name="Google Shape;650;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51" name="Google Shape;651;p10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52" name="Google Shape;652;p101"/>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3" name="Google Shape;653;p101"/>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4" name="Google Shape;654;p101"/>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55" name="Shape 655"/>
        <p:cNvGrpSpPr/>
        <p:nvPr/>
      </p:nvGrpSpPr>
      <p:grpSpPr>
        <a:xfrm>
          <a:off x="0" y="0"/>
          <a:ext cx="0" cy="0"/>
          <a:chOff x="0" y="0"/>
          <a:chExt cx="0" cy="0"/>
        </a:xfrm>
      </p:grpSpPr>
      <p:sp>
        <p:nvSpPr>
          <p:cNvPr id="656" name="Google Shape;656;p10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57" name="Google Shape;657;p10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8" name="Google Shape;658;p10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9" name="Google Shape;659;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0" name="Google Shape;660;p10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61" name="Shape 661"/>
        <p:cNvGrpSpPr/>
        <p:nvPr/>
      </p:nvGrpSpPr>
      <p:grpSpPr>
        <a:xfrm>
          <a:off x="0" y="0"/>
          <a:ext cx="0" cy="0"/>
          <a:chOff x="0" y="0"/>
          <a:chExt cx="0" cy="0"/>
        </a:xfrm>
      </p:grpSpPr>
      <p:pic>
        <p:nvPicPr>
          <p:cNvPr id="662" name="Google Shape;662;p10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63" name="Google Shape;663;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4" name="Google Shape;664;p10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65" name="Google Shape;665;p103"/>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6" name="Google Shape;666;p103"/>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7" name="Google Shape;667;p103"/>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68" name="Shape 668"/>
        <p:cNvGrpSpPr/>
        <p:nvPr/>
      </p:nvGrpSpPr>
      <p:grpSpPr>
        <a:xfrm>
          <a:off x="0" y="0"/>
          <a:ext cx="0" cy="0"/>
          <a:chOff x="0" y="0"/>
          <a:chExt cx="0" cy="0"/>
        </a:xfrm>
      </p:grpSpPr>
      <p:pic>
        <p:nvPicPr>
          <p:cNvPr id="669" name="Google Shape;669;p10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0" name="Google Shape;670;p10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1" name="Google Shape;671;p10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2" name="Google Shape;672;p10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3" name="Google Shape;673;p10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4" name="Google Shape;674;p104"/>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75" name="Shape 675"/>
        <p:cNvGrpSpPr/>
        <p:nvPr/>
      </p:nvGrpSpPr>
      <p:grpSpPr>
        <a:xfrm>
          <a:off x="0" y="0"/>
          <a:ext cx="0" cy="0"/>
          <a:chOff x="0" y="0"/>
          <a:chExt cx="0" cy="0"/>
        </a:xfrm>
      </p:grpSpPr>
      <p:pic>
        <p:nvPicPr>
          <p:cNvPr id="676" name="Google Shape;676;p10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7" name="Google Shape;677;p10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8" name="Google Shape;678;p10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9" name="Google Shape;679;p105"/>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0" name="Google Shape;680;p105"/>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1" name="Google Shape;681;p105"/>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2" name="Google Shape;682;p105"/>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3" name="Google Shape;683;p105"/>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84" name="Shape 684"/>
        <p:cNvGrpSpPr/>
        <p:nvPr/>
      </p:nvGrpSpPr>
      <p:grpSpPr>
        <a:xfrm>
          <a:off x="0" y="0"/>
          <a:ext cx="0" cy="0"/>
          <a:chOff x="0" y="0"/>
          <a:chExt cx="0" cy="0"/>
        </a:xfrm>
      </p:grpSpPr>
      <p:pic>
        <p:nvPicPr>
          <p:cNvPr id="685" name="Google Shape;685;p10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86" name="Google Shape;686;p10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87" name="Google Shape;687;p10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88" name="Google Shape;688;p10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9" name="Google Shape;689;p10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0" name="Google Shape;690;p106"/>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1" name="Google Shape;691;p106"/>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2" name="Google Shape;692;p10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93" name="Shape 693"/>
        <p:cNvGrpSpPr/>
        <p:nvPr/>
      </p:nvGrpSpPr>
      <p:grpSpPr>
        <a:xfrm>
          <a:off x="0" y="0"/>
          <a:ext cx="0" cy="0"/>
          <a:chOff x="0" y="0"/>
          <a:chExt cx="0" cy="0"/>
        </a:xfrm>
      </p:grpSpPr>
      <p:pic>
        <p:nvPicPr>
          <p:cNvPr id="694" name="Google Shape;694;p10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95" name="Google Shape;695;p10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96" name="Google Shape;696;p10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97" name="Google Shape;697;p107"/>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98" name="Google Shape;698;p10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9" name="Google Shape;699;p107"/>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0" name="Google Shape;700;p107"/>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1" name="Google Shape;701;p10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702" name="Shape 702"/>
        <p:cNvGrpSpPr/>
        <p:nvPr/>
      </p:nvGrpSpPr>
      <p:grpSpPr>
        <a:xfrm>
          <a:off x="0" y="0"/>
          <a:ext cx="0" cy="0"/>
          <a:chOff x="0" y="0"/>
          <a:chExt cx="0" cy="0"/>
        </a:xfrm>
      </p:grpSpPr>
      <p:pic>
        <p:nvPicPr>
          <p:cNvPr id="703" name="Google Shape;703;p10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04" name="Google Shape;704;p10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05" name="Google Shape;705;p10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06" name="Google Shape;706;p108"/>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07" name="Google Shape;707;p10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8" name="Google Shape;708;p108"/>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9" name="Google Shape;709;p108"/>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0" name="Google Shape;710;p10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711" name="Shape 711"/>
        <p:cNvGrpSpPr/>
        <p:nvPr/>
      </p:nvGrpSpPr>
      <p:grpSpPr>
        <a:xfrm>
          <a:off x="0" y="0"/>
          <a:ext cx="0" cy="0"/>
          <a:chOff x="0" y="0"/>
          <a:chExt cx="0" cy="0"/>
        </a:xfrm>
      </p:grpSpPr>
      <p:pic>
        <p:nvPicPr>
          <p:cNvPr id="712" name="Google Shape;712;p10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13" name="Google Shape;713;p10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14" name="Google Shape;714;p10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15" name="Google Shape;715;p109"/>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16" name="Google Shape;716;p10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7" name="Google Shape;717;p109"/>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8" name="Google Shape;718;p109"/>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9" name="Google Shape;719;p10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720" name="Shape 720"/>
        <p:cNvGrpSpPr/>
        <p:nvPr/>
      </p:nvGrpSpPr>
      <p:grpSpPr>
        <a:xfrm>
          <a:off x="0" y="0"/>
          <a:ext cx="0" cy="0"/>
          <a:chOff x="0" y="0"/>
          <a:chExt cx="0" cy="0"/>
        </a:xfrm>
      </p:grpSpPr>
      <p:pic>
        <p:nvPicPr>
          <p:cNvPr id="721" name="Google Shape;721;p11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2" name="Google Shape;722;p11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23" name="Google Shape;723;p11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24" name="Google Shape;724;p110"/>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25" name="Google Shape;725;p11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26" name="Google Shape;726;p110"/>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7" name="Google Shape;727;p110"/>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8" name="Google Shape;728;p11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729" name="Shape 729"/>
        <p:cNvGrpSpPr/>
        <p:nvPr/>
      </p:nvGrpSpPr>
      <p:grpSpPr>
        <a:xfrm>
          <a:off x="0" y="0"/>
          <a:ext cx="0" cy="0"/>
          <a:chOff x="0" y="0"/>
          <a:chExt cx="0" cy="0"/>
        </a:xfrm>
      </p:grpSpPr>
      <p:pic>
        <p:nvPicPr>
          <p:cNvPr id="730" name="Google Shape;730;p11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31" name="Google Shape;731;p11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32" name="Google Shape;732;p11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33" name="Google Shape;733;p111"/>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34" name="Google Shape;734;p11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35" name="Google Shape;735;p111"/>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6" name="Google Shape;736;p111"/>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7" name="Google Shape;737;p11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738" name="Shape 738"/>
        <p:cNvGrpSpPr/>
        <p:nvPr/>
      </p:nvGrpSpPr>
      <p:grpSpPr>
        <a:xfrm>
          <a:off x="0" y="0"/>
          <a:ext cx="0" cy="0"/>
          <a:chOff x="0" y="0"/>
          <a:chExt cx="0" cy="0"/>
        </a:xfrm>
      </p:grpSpPr>
      <p:pic>
        <p:nvPicPr>
          <p:cNvPr id="739" name="Google Shape;739;p11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0" name="Google Shape;740;p11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41" name="Google Shape;741;p11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42" name="Google Shape;742;p112"/>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43" name="Google Shape;743;p112"/>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44" name="Google Shape;744;p112"/>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5" name="Google Shape;745;p112"/>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6" name="Google Shape;746;p112"/>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47" name="Shape 747"/>
        <p:cNvGrpSpPr/>
        <p:nvPr/>
      </p:nvGrpSpPr>
      <p:grpSpPr>
        <a:xfrm>
          <a:off x="0" y="0"/>
          <a:ext cx="0" cy="0"/>
          <a:chOff x="0" y="0"/>
          <a:chExt cx="0" cy="0"/>
        </a:xfrm>
      </p:grpSpPr>
      <p:pic>
        <p:nvPicPr>
          <p:cNvPr id="748" name="Google Shape;748;p11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9" name="Google Shape;749;p11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50" name="Google Shape;750;p11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51" name="Google Shape;751;p113"/>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52" name="Google Shape;752;p11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53" name="Google Shape;753;p113"/>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4" name="Google Shape;754;p113"/>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5" name="Google Shape;755;p11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56" name="Shape 756"/>
        <p:cNvGrpSpPr/>
        <p:nvPr/>
      </p:nvGrpSpPr>
      <p:grpSpPr>
        <a:xfrm>
          <a:off x="0" y="0"/>
          <a:ext cx="0" cy="0"/>
          <a:chOff x="0" y="0"/>
          <a:chExt cx="0" cy="0"/>
        </a:xfrm>
      </p:grpSpPr>
      <p:sp>
        <p:nvSpPr>
          <p:cNvPr id="757" name="Google Shape;757;p11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58" name="Google Shape;758;p11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59" name="Google Shape;759;p11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0" name="Google Shape;760;p11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1" name="Google Shape;761;p11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62" name="Shape 762"/>
        <p:cNvGrpSpPr/>
        <p:nvPr/>
      </p:nvGrpSpPr>
      <p:grpSpPr>
        <a:xfrm>
          <a:off x="0" y="0"/>
          <a:ext cx="0" cy="0"/>
          <a:chOff x="0" y="0"/>
          <a:chExt cx="0" cy="0"/>
        </a:xfrm>
      </p:grpSpPr>
      <p:sp>
        <p:nvSpPr>
          <p:cNvPr id="763" name="Google Shape;763;p115"/>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64" name="Google Shape;764;p11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65" name="Google Shape;765;p115"/>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6" name="Google Shape;766;p11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7" name="Google Shape;767;p11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68" name="Google Shape;768;p115"/>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9" name="Google Shape;769;p115"/>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0" name="Google Shape;770;p115"/>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1" name="Google Shape;771;p115"/>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2" name="Google Shape;772;p115"/>
          <p:cNvSpPr txBox="1"/>
          <p:nvPr>
            <p:ph idx="7" type="body"/>
          </p:nvPr>
        </p:nvSpPr>
        <p:spPr>
          <a:xfrm>
            <a:off x="6102803" y="2136748"/>
            <a:ext cx="28101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3" name="Google Shape;773;p115"/>
          <p:cNvSpPr txBox="1"/>
          <p:nvPr>
            <p:ph idx="8" type="body"/>
          </p:nvPr>
        </p:nvSpPr>
        <p:spPr>
          <a:xfrm>
            <a:off x="6102804" y="10287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4" name="Google Shape;774;p115"/>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5" name="Google Shape;775;p115"/>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6" name="Google Shape;776;p115"/>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7" name="Google Shape;777;p115"/>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8" name="Google Shape;778;p115"/>
          <p:cNvSpPr txBox="1"/>
          <p:nvPr>
            <p:ph idx="16" type="body"/>
          </p:nvPr>
        </p:nvSpPr>
        <p:spPr>
          <a:xfrm>
            <a:off x="6102803" y="3736949"/>
            <a:ext cx="28101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9" name="Google Shape;779;p115"/>
          <p:cNvSpPr txBox="1"/>
          <p:nvPr>
            <p:ph idx="17" type="body"/>
          </p:nvPr>
        </p:nvSpPr>
        <p:spPr>
          <a:xfrm>
            <a:off x="6102804" y="26289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80" name="Shape 780"/>
        <p:cNvGrpSpPr/>
        <p:nvPr/>
      </p:nvGrpSpPr>
      <p:grpSpPr>
        <a:xfrm>
          <a:off x="0" y="0"/>
          <a:ext cx="0" cy="0"/>
          <a:chOff x="0" y="0"/>
          <a:chExt cx="0" cy="0"/>
        </a:xfrm>
      </p:grpSpPr>
      <p:pic>
        <p:nvPicPr>
          <p:cNvPr id="781" name="Google Shape;781;p116"/>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82" name="Shape 782"/>
        <p:cNvGrpSpPr/>
        <p:nvPr/>
      </p:nvGrpSpPr>
      <p:grpSpPr>
        <a:xfrm>
          <a:off x="0" y="0"/>
          <a:ext cx="0" cy="0"/>
          <a:chOff x="0" y="0"/>
          <a:chExt cx="0" cy="0"/>
        </a:xfrm>
      </p:grpSpPr>
      <p:pic>
        <p:nvPicPr>
          <p:cNvPr id="783" name="Google Shape;783;p117"/>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84" name="Shape 784"/>
        <p:cNvGrpSpPr/>
        <p:nvPr/>
      </p:nvGrpSpPr>
      <p:grpSpPr>
        <a:xfrm>
          <a:off x="0" y="0"/>
          <a:ext cx="0" cy="0"/>
          <a:chOff x="0" y="0"/>
          <a:chExt cx="0" cy="0"/>
        </a:xfrm>
      </p:grpSpPr>
      <p:pic>
        <p:nvPicPr>
          <p:cNvPr id="785" name="Google Shape;785;p118"/>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86" name="Shape 786"/>
        <p:cNvGrpSpPr/>
        <p:nvPr/>
      </p:nvGrpSpPr>
      <p:grpSpPr>
        <a:xfrm>
          <a:off x="0" y="0"/>
          <a:ext cx="0" cy="0"/>
          <a:chOff x="0" y="0"/>
          <a:chExt cx="0" cy="0"/>
        </a:xfrm>
      </p:grpSpPr>
      <p:pic>
        <p:nvPicPr>
          <p:cNvPr id="787" name="Google Shape;787;p119"/>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88" name="Shape 788"/>
        <p:cNvGrpSpPr/>
        <p:nvPr/>
      </p:nvGrpSpPr>
      <p:grpSpPr>
        <a:xfrm>
          <a:off x="0" y="0"/>
          <a:ext cx="0" cy="0"/>
          <a:chOff x="0" y="0"/>
          <a:chExt cx="0" cy="0"/>
        </a:xfrm>
      </p:grpSpPr>
      <p:pic>
        <p:nvPicPr>
          <p:cNvPr id="789" name="Google Shape;789;p120"/>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90" name="Shape 790"/>
        <p:cNvGrpSpPr/>
        <p:nvPr/>
      </p:nvGrpSpPr>
      <p:grpSpPr>
        <a:xfrm>
          <a:off x="0" y="0"/>
          <a:ext cx="0" cy="0"/>
          <a:chOff x="0" y="0"/>
          <a:chExt cx="0" cy="0"/>
        </a:xfrm>
      </p:grpSpPr>
      <p:pic>
        <p:nvPicPr>
          <p:cNvPr id="791" name="Google Shape;791;p121"/>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797" name="Shape 797"/>
        <p:cNvGrpSpPr/>
        <p:nvPr/>
      </p:nvGrpSpPr>
      <p:grpSpPr>
        <a:xfrm>
          <a:off x="0" y="0"/>
          <a:ext cx="0" cy="0"/>
          <a:chOff x="0" y="0"/>
          <a:chExt cx="0" cy="0"/>
        </a:xfrm>
      </p:grpSpPr>
      <p:sp>
        <p:nvSpPr>
          <p:cNvPr id="798" name="Google Shape;798;p123"/>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9" name="Google Shape;799;p123"/>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00" name="Google Shape;800;p123"/>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descr="A red letter v with a yellow light&#10;&#10;Description automatically generated" id="801" name="Google Shape;801;p123"/>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802" name="Shape 802"/>
        <p:cNvGrpSpPr/>
        <p:nvPr/>
      </p:nvGrpSpPr>
      <p:grpSpPr>
        <a:xfrm>
          <a:off x="0" y="0"/>
          <a:ext cx="0" cy="0"/>
          <a:chOff x="0" y="0"/>
          <a:chExt cx="0" cy="0"/>
        </a:xfrm>
      </p:grpSpPr>
      <p:sp>
        <p:nvSpPr>
          <p:cNvPr id="803" name="Google Shape;803;p12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4" name="Google Shape;804;p12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124"/>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Safe Harbor statement">
  <p:cSld name="Safe Harbor statement_1">
    <p:spTree>
      <p:nvGrpSpPr>
        <p:cNvPr id="806" name="Shape 806"/>
        <p:cNvGrpSpPr/>
        <p:nvPr/>
      </p:nvGrpSpPr>
      <p:grpSpPr>
        <a:xfrm>
          <a:off x="0" y="0"/>
          <a:ext cx="0" cy="0"/>
          <a:chOff x="0" y="0"/>
          <a:chExt cx="0" cy="0"/>
        </a:xfrm>
      </p:grpSpPr>
      <p:sp>
        <p:nvSpPr>
          <p:cNvPr id="807" name="Google Shape;807;p125"/>
          <p:cNvSpPr txBox="1"/>
          <p:nvPr>
            <p:ph type="title"/>
          </p:nvPr>
        </p:nvSpPr>
        <p:spPr>
          <a:xfrm>
            <a:off x="473864" y="438912"/>
            <a:ext cx="4656300" cy="399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08" name="Google Shape;808;p125"/>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9" name="Google Shape;809;p12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p12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1" name="Google Shape;811;p12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812" name="Shape 812"/>
        <p:cNvGrpSpPr/>
        <p:nvPr/>
      </p:nvGrpSpPr>
      <p:grpSpPr>
        <a:xfrm>
          <a:off x="0" y="0"/>
          <a:ext cx="0" cy="0"/>
          <a:chOff x="0" y="0"/>
          <a:chExt cx="0" cy="0"/>
        </a:xfrm>
      </p:grpSpPr>
      <p:sp>
        <p:nvSpPr>
          <p:cNvPr id="813" name="Google Shape;813;p126"/>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126"/>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815" name="Google Shape;815;p126"/>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id="816" name="Google Shape;816;p126"/>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17" name="Google Shape;817;p126"/>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818" name="Shape 818"/>
        <p:cNvGrpSpPr/>
        <p:nvPr/>
      </p:nvGrpSpPr>
      <p:grpSpPr>
        <a:xfrm>
          <a:off x="0" y="0"/>
          <a:ext cx="0" cy="0"/>
          <a:chOff x="0" y="0"/>
          <a:chExt cx="0" cy="0"/>
        </a:xfrm>
      </p:grpSpPr>
      <p:sp>
        <p:nvSpPr>
          <p:cNvPr id="819" name="Google Shape;819;p127"/>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127"/>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1" name="Google Shape;821;p127"/>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id="822" name="Google Shape;822;p127"/>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23" name="Google Shape;823;p127"/>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824" name="Shape 824"/>
        <p:cNvGrpSpPr/>
        <p:nvPr/>
      </p:nvGrpSpPr>
      <p:grpSpPr>
        <a:xfrm>
          <a:off x="0" y="0"/>
          <a:ext cx="0" cy="0"/>
          <a:chOff x="0" y="0"/>
          <a:chExt cx="0" cy="0"/>
        </a:xfrm>
      </p:grpSpPr>
      <p:sp>
        <p:nvSpPr>
          <p:cNvPr id="825" name="Google Shape;825;p128"/>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6" name="Google Shape;826;p12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7" name="Google Shape;827;p12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828" name="Google Shape;828;p128"/>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829" name="Shape 829"/>
        <p:cNvGrpSpPr/>
        <p:nvPr/>
      </p:nvGrpSpPr>
      <p:grpSpPr>
        <a:xfrm>
          <a:off x="0" y="0"/>
          <a:ext cx="0" cy="0"/>
          <a:chOff x="0" y="0"/>
          <a:chExt cx="0" cy="0"/>
        </a:xfrm>
      </p:grpSpPr>
      <p:sp>
        <p:nvSpPr>
          <p:cNvPr id="830" name="Google Shape;830;p129"/>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31" name="Google Shape;831;p12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2" name="Google Shape;832;p129"/>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33" name="Google Shape;833;p129"/>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34" name="Google Shape;834;p129"/>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35" name="Google Shape;835;p129"/>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836" name="Shape 836"/>
        <p:cNvGrpSpPr/>
        <p:nvPr/>
      </p:nvGrpSpPr>
      <p:grpSpPr>
        <a:xfrm>
          <a:off x="0" y="0"/>
          <a:ext cx="0" cy="0"/>
          <a:chOff x="0" y="0"/>
          <a:chExt cx="0" cy="0"/>
        </a:xfrm>
      </p:grpSpPr>
      <p:sp>
        <p:nvSpPr>
          <p:cNvPr id="837" name="Google Shape;837;p130"/>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38" name="Google Shape;838;p13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39" name="Google Shape;839;p130"/>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40" name="Google Shape;840;p130"/>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41" name="Google Shape;841;p130"/>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42" name="Google Shape;842;p130"/>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843" name="Shape 843"/>
        <p:cNvGrpSpPr/>
        <p:nvPr/>
      </p:nvGrpSpPr>
      <p:grpSpPr>
        <a:xfrm>
          <a:off x="0" y="0"/>
          <a:ext cx="0" cy="0"/>
          <a:chOff x="0" y="0"/>
          <a:chExt cx="0" cy="0"/>
        </a:xfrm>
      </p:grpSpPr>
      <p:sp>
        <p:nvSpPr>
          <p:cNvPr id="844" name="Google Shape;844;p131"/>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45" name="Google Shape;845;p131"/>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46" name="Google Shape;846;p13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847" name="Shape 847"/>
        <p:cNvGrpSpPr/>
        <p:nvPr/>
      </p:nvGrpSpPr>
      <p:grpSpPr>
        <a:xfrm>
          <a:off x="0" y="0"/>
          <a:ext cx="0" cy="0"/>
          <a:chOff x="0" y="0"/>
          <a:chExt cx="0" cy="0"/>
        </a:xfrm>
      </p:grpSpPr>
      <p:sp>
        <p:nvSpPr>
          <p:cNvPr id="848" name="Google Shape;848;p132"/>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49" name="Google Shape;849;p132"/>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
        <p:nvSpPr>
          <p:cNvPr id="850" name="Google Shape;850;p132"/>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32"/>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852" name="Shape 852"/>
        <p:cNvGrpSpPr/>
        <p:nvPr/>
      </p:nvGrpSpPr>
      <p:grpSpPr>
        <a:xfrm>
          <a:off x="0" y="0"/>
          <a:ext cx="0" cy="0"/>
          <a:chOff x="0" y="0"/>
          <a:chExt cx="0" cy="0"/>
        </a:xfrm>
      </p:grpSpPr>
      <p:sp>
        <p:nvSpPr>
          <p:cNvPr id="853" name="Google Shape;853;p13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4" name="Google Shape;854;p13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855" name="Google Shape;855;p133"/>
          <p:cNvGrpSpPr/>
          <p:nvPr/>
        </p:nvGrpSpPr>
        <p:grpSpPr>
          <a:xfrm>
            <a:off x="0" y="0"/>
            <a:ext cx="9144000" cy="5143500"/>
            <a:chOff x="0" y="0"/>
            <a:chExt cx="9144000" cy="5143500"/>
          </a:xfrm>
        </p:grpSpPr>
        <p:sp>
          <p:nvSpPr>
            <p:cNvPr id="856" name="Google Shape;856;p133"/>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7" name="Google Shape;857;p133"/>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8" name="Google Shape;858;p133"/>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33"/>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 Red">
    <p:bg>
      <p:bgPr>
        <a:solidFill>
          <a:schemeClr val="dk2"/>
        </a:solidFill>
      </p:bgPr>
    </p:bg>
    <p:spTree>
      <p:nvGrpSpPr>
        <p:cNvPr id="860" name="Shape 860"/>
        <p:cNvGrpSpPr/>
        <p:nvPr/>
      </p:nvGrpSpPr>
      <p:grpSpPr>
        <a:xfrm>
          <a:off x="0" y="0"/>
          <a:ext cx="0" cy="0"/>
          <a:chOff x="0" y="0"/>
          <a:chExt cx="0" cy="0"/>
        </a:xfrm>
      </p:grpSpPr>
      <p:sp>
        <p:nvSpPr>
          <p:cNvPr id="861" name="Google Shape;861;p13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2" name="Google Shape;862;p134"/>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3" name="Google Shape;863;p134"/>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4" name="Google Shape;864;p134"/>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and black logo&#10;&#10;Description automatically generated" id="865" name="Google Shape;865;p134"/>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or Divider - Black">
    <p:bg>
      <p:bgPr>
        <a:solidFill>
          <a:schemeClr val="dk1"/>
        </a:solidFill>
      </p:bgPr>
    </p:bg>
    <p:spTree>
      <p:nvGrpSpPr>
        <p:cNvPr id="866" name="Shape 866"/>
        <p:cNvGrpSpPr/>
        <p:nvPr/>
      </p:nvGrpSpPr>
      <p:grpSpPr>
        <a:xfrm>
          <a:off x="0" y="0"/>
          <a:ext cx="0" cy="0"/>
          <a:chOff x="0" y="0"/>
          <a:chExt cx="0" cy="0"/>
        </a:xfrm>
      </p:grpSpPr>
      <p:sp>
        <p:nvSpPr>
          <p:cNvPr id="867" name="Google Shape;867;p13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8" name="Google Shape;868;p13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9" name="Google Shape;869;p135"/>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35"/>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w/ Copy - Yellow">
  <p:cSld name="Divider w/ Copy - Yellow">
    <p:bg>
      <p:bgPr>
        <a:solidFill>
          <a:schemeClr val="lt1"/>
        </a:solidFill>
      </p:bgPr>
    </p:bg>
    <p:spTree>
      <p:nvGrpSpPr>
        <p:cNvPr id="871" name="Shape 871"/>
        <p:cNvGrpSpPr/>
        <p:nvPr/>
      </p:nvGrpSpPr>
      <p:grpSpPr>
        <a:xfrm>
          <a:off x="0" y="0"/>
          <a:ext cx="0" cy="0"/>
          <a:chOff x="0" y="0"/>
          <a:chExt cx="0" cy="0"/>
        </a:xfrm>
      </p:grpSpPr>
      <p:sp>
        <p:nvSpPr>
          <p:cNvPr id="872" name="Google Shape;872;p136"/>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3" name="Google Shape;873;p136"/>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4" name="Google Shape;874;p136"/>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75" name="Google Shape;875;p136"/>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76" name="Google Shape;876;p13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grpSp>
        <p:nvGrpSpPr>
          <p:cNvPr id="877" name="Google Shape;877;p136"/>
          <p:cNvGrpSpPr/>
          <p:nvPr/>
        </p:nvGrpSpPr>
        <p:grpSpPr>
          <a:xfrm>
            <a:off x="4503450" y="0"/>
            <a:ext cx="4640550" cy="5143500"/>
            <a:chOff x="4503450" y="0"/>
            <a:chExt cx="4640550" cy="5143500"/>
          </a:xfrm>
        </p:grpSpPr>
        <p:sp>
          <p:nvSpPr>
            <p:cNvPr id="878" name="Google Shape;878;p13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9" name="Google Shape;879;p13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0" name="Google Shape;880;p13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1" name="Google Shape;881;p13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82" name="Google Shape;882;p13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883" name="Google Shape;883;p136"/>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Red">
  <p:cSld name="Divider w/ Copy - Red">
    <p:bg>
      <p:bgPr>
        <a:solidFill>
          <a:schemeClr val="lt2"/>
        </a:solidFill>
      </p:bgPr>
    </p:bg>
    <p:spTree>
      <p:nvGrpSpPr>
        <p:cNvPr id="884" name="Shape 884"/>
        <p:cNvGrpSpPr/>
        <p:nvPr/>
      </p:nvGrpSpPr>
      <p:grpSpPr>
        <a:xfrm>
          <a:off x="0" y="0"/>
          <a:ext cx="0" cy="0"/>
          <a:chOff x="0" y="0"/>
          <a:chExt cx="0" cy="0"/>
        </a:xfrm>
      </p:grpSpPr>
      <p:sp>
        <p:nvSpPr>
          <p:cNvPr id="885" name="Google Shape;885;p137"/>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6" name="Google Shape;886;p137"/>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7" name="Google Shape;887;p137"/>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888" name="Google Shape;888;p137"/>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9" name="Google Shape;889;p137"/>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Image - Stone">
  <p:cSld name="Divider w/ Image - Stone">
    <p:bg>
      <p:bgPr>
        <a:solidFill>
          <a:schemeClr val="lt2"/>
        </a:solidFill>
      </p:bgPr>
    </p:bg>
    <p:spTree>
      <p:nvGrpSpPr>
        <p:cNvPr id="890" name="Shape 890"/>
        <p:cNvGrpSpPr/>
        <p:nvPr/>
      </p:nvGrpSpPr>
      <p:grpSpPr>
        <a:xfrm>
          <a:off x="0" y="0"/>
          <a:ext cx="0" cy="0"/>
          <a:chOff x="0" y="0"/>
          <a:chExt cx="0" cy="0"/>
        </a:xfrm>
      </p:grpSpPr>
      <p:sp>
        <p:nvSpPr>
          <p:cNvPr id="891" name="Google Shape;891;p138"/>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2" name="Google Shape;892;p138"/>
          <p:cNvSpPr/>
          <p:nvPr>
            <p:ph idx="2" type="pic"/>
          </p:nvPr>
        </p:nvSpPr>
        <p:spPr>
          <a:xfrm>
            <a:off x="4510683" y="0"/>
            <a:ext cx="4632900" cy="5143500"/>
          </a:xfrm>
          <a:prstGeom prst="rect">
            <a:avLst/>
          </a:prstGeom>
          <a:solidFill>
            <a:schemeClr val="lt1"/>
          </a:solidFill>
          <a:ln>
            <a:noFill/>
          </a:ln>
        </p:spPr>
      </p:sp>
      <p:sp>
        <p:nvSpPr>
          <p:cNvPr id="893" name="Google Shape;893;p138"/>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4" name="Google Shape;894;p13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5" name="Google Shape;895;p138"/>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896" name="Google Shape;896;p138"/>
          <p:cNvGrpSpPr/>
          <p:nvPr/>
        </p:nvGrpSpPr>
        <p:grpSpPr>
          <a:xfrm>
            <a:off x="4503450" y="0"/>
            <a:ext cx="4640550" cy="5143500"/>
            <a:chOff x="4503450" y="0"/>
            <a:chExt cx="4640550" cy="5143500"/>
          </a:xfrm>
        </p:grpSpPr>
        <p:sp>
          <p:nvSpPr>
            <p:cNvPr id="897" name="Google Shape;897;p138"/>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8" name="Google Shape;898;p138"/>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9" name="Google Shape;899;p138"/>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p138"/>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901" name="Google Shape;901;p138"/>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Red">
  <p:cSld name="Divider w/ Image - Red">
    <p:bg>
      <p:bgPr>
        <a:solidFill>
          <a:schemeClr val="dk2"/>
        </a:solidFill>
      </p:bgPr>
    </p:bg>
    <p:spTree>
      <p:nvGrpSpPr>
        <p:cNvPr id="902" name="Shape 902"/>
        <p:cNvGrpSpPr/>
        <p:nvPr/>
      </p:nvGrpSpPr>
      <p:grpSpPr>
        <a:xfrm>
          <a:off x="0" y="0"/>
          <a:ext cx="0" cy="0"/>
          <a:chOff x="0" y="0"/>
          <a:chExt cx="0" cy="0"/>
        </a:xfrm>
      </p:grpSpPr>
      <p:sp>
        <p:nvSpPr>
          <p:cNvPr id="903" name="Google Shape;903;p13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4" name="Google Shape;904;p139"/>
          <p:cNvSpPr/>
          <p:nvPr>
            <p:ph idx="2" type="pic"/>
          </p:nvPr>
        </p:nvSpPr>
        <p:spPr>
          <a:xfrm>
            <a:off x="4510683" y="0"/>
            <a:ext cx="4632900" cy="5143500"/>
          </a:xfrm>
          <a:prstGeom prst="rect">
            <a:avLst/>
          </a:prstGeom>
          <a:solidFill>
            <a:schemeClr val="lt1"/>
          </a:solidFill>
          <a:ln>
            <a:noFill/>
          </a:ln>
        </p:spPr>
      </p:sp>
      <p:sp>
        <p:nvSpPr>
          <p:cNvPr id="905" name="Google Shape;905;p13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6" name="Google Shape;906;p139"/>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07" name="Google Shape;907;p139"/>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descr="A red and black logo&#10;&#10;Description automatically generated" id="908" name="Google Shape;908;p139"/>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Agenda/TOC - White">
  <p:cSld name="Agenda/TOC - White">
    <p:spTree>
      <p:nvGrpSpPr>
        <p:cNvPr id="909" name="Shape 909"/>
        <p:cNvGrpSpPr/>
        <p:nvPr/>
      </p:nvGrpSpPr>
      <p:grpSpPr>
        <a:xfrm>
          <a:off x="0" y="0"/>
          <a:ext cx="0" cy="0"/>
          <a:chOff x="0" y="0"/>
          <a:chExt cx="0" cy="0"/>
        </a:xfrm>
      </p:grpSpPr>
      <p:sp>
        <p:nvSpPr>
          <p:cNvPr id="910" name="Google Shape;910;p140"/>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11" name="Google Shape;911;p14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Alt - White">
  <p:cSld name="Agenda/TOC Alt - White">
    <p:spTree>
      <p:nvGrpSpPr>
        <p:cNvPr id="912" name="Shape 912"/>
        <p:cNvGrpSpPr/>
        <p:nvPr/>
      </p:nvGrpSpPr>
      <p:grpSpPr>
        <a:xfrm>
          <a:off x="0" y="0"/>
          <a:ext cx="0" cy="0"/>
          <a:chOff x="0" y="0"/>
          <a:chExt cx="0" cy="0"/>
        </a:xfrm>
      </p:grpSpPr>
      <p:sp>
        <p:nvSpPr>
          <p:cNvPr id="913" name="Google Shape;913;p141"/>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4" name="Google Shape;914;p141"/>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5" name="Google Shape;915;p14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41"/>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Ideals/Principles - White">
  <p:cSld name="Ideals/Principles - White">
    <p:bg>
      <p:bgPr>
        <a:solidFill>
          <a:srgbClr val="FFFFFF"/>
        </a:solidFill>
      </p:bgPr>
    </p:bg>
    <p:spTree>
      <p:nvGrpSpPr>
        <p:cNvPr id="917" name="Shape 917"/>
        <p:cNvGrpSpPr/>
        <p:nvPr/>
      </p:nvGrpSpPr>
      <p:grpSpPr>
        <a:xfrm>
          <a:off x="0" y="0"/>
          <a:ext cx="0" cy="0"/>
          <a:chOff x="0" y="0"/>
          <a:chExt cx="0" cy="0"/>
        </a:xfrm>
      </p:grpSpPr>
      <p:sp>
        <p:nvSpPr>
          <p:cNvPr id="918" name="Google Shape;918;p14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9" name="Google Shape;919;p142"/>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20" name="Google Shape;920;p142"/>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asic text content - White">
  <p:cSld name="Bullet point and optional partner 2 - White">
    <p:bg>
      <p:bgPr>
        <a:solidFill>
          <a:schemeClr val="lt1"/>
        </a:solidFill>
      </p:bgPr>
    </p:bg>
    <p:spTree>
      <p:nvGrpSpPr>
        <p:cNvPr id="921" name="Shape 921"/>
        <p:cNvGrpSpPr/>
        <p:nvPr/>
      </p:nvGrpSpPr>
      <p:grpSpPr>
        <a:xfrm>
          <a:off x="0" y="0"/>
          <a:ext cx="0" cy="0"/>
          <a:chOff x="0" y="0"/>
          <a:chExt cx="0" cy="0"/>
        </a:xfrm>
      </p:grpSpPr>
      <p:sp>
        <p:nvSpPr>
          <p:cNvPr id="922" name="Google Shape;922;p143"/>
          <p:cNvSpPr/>
          <p:nvPr>
            <p:ph idx="2" type="pic"/>
          </p:nvPr>
        </p:nvSpPr>
        <p:spPr>
          <a:xfrm>
            <a:off x="7394975" y="469103"/>
            <a:ext cx="1275000" cy="675600"/>
          </a:xfrm>
          <a:prstGeom prst="rect">
            <a:avLst/>
          </a:prstGeom>
          <a:solidFill>
            <a:srgbClr val="F2F2F2"/>
          </a:solidFill>
          <a:ln>
            <a:noFill/>
          </a:ln>
        </p:spPr>
      </p:sp>
      <p:sp>
        <p:nvSpPr>
          <p:cNvPr id="923" name="Google Shape;923;p14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4" name="Google Shape;924;p143"/>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25" name="Google Shape;925;p143"/>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with eyebrow - White">
  <p:cSld name="Bullet point and optional partner 2 - White_2">
    <p:bg>
      <p:bgPr>
        <a:solidFill>
          <a:schemeClr val="lt1"/>
        </a:solidFill>
      </p:bgPr>
    </p:bg>
    <p:spTree>
      <p:nvGrpSpPr>
        <p:cNvPr id="926" name="Shape 926"/>
        <p:cNvGrpSpPr/>
        <p:nvPr/>
      </p:nvGrpSpPr>
      <p:grpSpPr>
        <a:xfrm>
          <a:off x="0" y="0"/>
          <a:ext cx="0" cy="0"/>
          <a:chOff x="0" y="0"/>
          <a:chExt cx="0" cy="0"/>
        </a:xfrm>
      </p:grpSpPr>
      <p:sp>
        <p:nvSpPr>
          <p:cNvPr id="927" name="Google Shape;927;p14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8" name="Google Shape;928;p144"/>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29" name="Google Shape;929;p144"/>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30" name="Google Shape;930;p14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Basic text content - Black">
  <p:cSld name="Bullet point and optional partner 2 - White_1">
    <p:bg>
      <p:bgPr>
        <a:solidFill>
          <a:schemeClr val="dk1"/>
        </a:solidFill>
      </p:bgPr>
    </p:bg>
    <p:spTree>
      <p:nvGrpSpPr>
        <p:cNvPr id="931" name="Shape 931"/>
        <p:cNvGrpSpPr/>
        <p:nvPr/>
      </p:nvGrpSpPr>
      <p:grpSpPr>
        <a:xfrm>
          <a:off x="0" y="0"/>
          <a:ext cx="0" cy="0"/>
          <a:chOff x="0" y="0"/>
          <a:chExt cx="0" cy="0"/>
        </a:xfrm>
      </p:grpSpPr>
      <p:sp>
        <p:nvSpPr>
          <p:cNvPr id="932" name="Google Shape;932;p14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45"/>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934" name="Google Shape;934;p145"/>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35" name="Google Shape;935;p14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wo column text content - White">
  <p:cSld name="Bullet point and optional partner 2 - White_2_1">
    <p:bg>
      <p:bgPr>
        <a:solidFill>
          <a:schemeClr val="lt1"/>
        </a:solidFill>
      </p:bgPr>
    </p:bg>
    <p:spTree>
      <p:nvGrpSpPr>
        <p:cNvPr id="936" name="Shape 936"/>
        <p:cNvGrpSpPr/>
        <p:nvPr/>
      </p:nvGrpSpPr>
      <p:grpSpPr>
        <a:xfrm>
          <a:off x="0" y="0"/>
          <a:ext cx="0" cy="0"/>
          <a:chOff x="0" y="0"/>
          <a:chExt cx="0" cy="0"/>
        </a:xfrm>
      </p:grpSpPr>
      <p:sp>
        <p:nvSpPr>
          <p:cNvPr id="937" name="Google Shape;937;p14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46"/>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39" name="Google Shape;939;p146"/>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0" name="Google Shape;940;p146"/>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column picture - White">
  <p:cSld name="Three column picture - White">
    <p:bg>
      <p:bgPr>
        <a:solidFill>
          <a:schemeClr val="lt1"/>
        </a:solidFill>
      </p:bgPr>
    </p:bg>
    <p:spTree>
      <p:nvGrpSpPr>
        <p:cNvPr id="941" name="Shape 941"/>
        <p:cNvGrpSpPr/>
        <p:nvPr/>
      </p:nvGrpSpPr>
      <p:grpSpPr>
        <a:xfrm>
          <a:off x="0" y="0"/>
          <a:ext cx="0" cy="0"/>
          <a:chOff x="0" y="0"/>
          <a:chExt cx="0" cy="0"/>
        </a:xfrm>
      </p:grpSpPr>
      <p:sp>
        <p:nvSpPr>
          <p:cNvPr id="942" name="Google Shape;942;p14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4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4" name="Google Shape;944;p147"/>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5" name="Google Shape;945;p147"/>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6" name="Google Shape;946;p147"/>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7"/>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8" name="Google Shape;948;p147"/>
          <p:cNvSpPr/>
          <p:nvPr>
            <p:ph idx="5" type="pic"/>
          </p:nvPr>
        </p:nvSpPr>
        <p:spPr>
          <a:xfrm>
            <a:off x="2555075" y="1367250"/>
            <a:ext cx="1965900" cy="2061000"/>
          </a:xfrm>
          <a:prstGeom prst="rect">
            <a:avLst/>
          </a:prstGeom>
          <a:solidFill>
            <a:srgbClr val="F2F2F2"/>
          </a:solidFill>
          <a:ln>
            <a:noFill/>
          </a:ln>
        </p:spPr>
      </p:sp>
      <p:sp>
        <p:nvSpPr>
          <p:cNvPr id="949" name="Google Shape;949;p147"/>
          <p:cNvSpPr/>
          <p:nvPr>
            <p:ph idx="6" type="pic"/>
          </p:nvPr>
        </p:nvSpPr>
        <p:spPr>
          <a:xfrm>
            <a:off x="4629738" y="1367250"/>
            <a:ext cx="1965900" cy="2061000"/>
          </a:xfrm>
          <a:prstGeom prst="rect">
            <a:avLst/>
          </a:prstGeom>
          <a:solidFill>
            <a:srgbClr val="F2F2F2"/>
          </a:solidFill>
          <a:ln>
            <a:noFill/>
          </a:ln>
        </p:spPr>
      </p:sp>
      <p:sp>
        <p:nvSpPr>
          <p:cNvPr id="950" name="Google Shape;950;p147"/>
          <p:cNvSpPr/>
          <p:nvPr>
            <p:ph idx="7" type="pic"/>
          </p:nvPr>
        </p:nvSpPr>
        <p:spPr>
          <a:xfrm>
            <a:off x="6704413" y="1367250"/>
            <a:ext cx="1965900" cy="2061000"/>
          </a:xfrm>
          <a:prstGeom prst="rect">
            <a:avLst/>
          </a:prstGeom>
          <a:solidFill>
            <a:srgbClr val="F2F2F2"/>
          </a:solidFill>
          <a:ln>
            <a:noFill/>
          </a:ln>
        </p:spPr>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ext with picture - White">
  <p:cSld name="Text and right picture - White">
    <p:bg>
      <p:bgPr>
        <a:solidFill>
          <a:schemeClr val="lt1"/>
        </a:solidFill>
      </p:bgPr>
    </p:bg>
    <p:spTree>
      <p:nvGrpSpPr>
        <p:cNvPr id="951" name="Shape 951"/>
        <p:cNvGrpSpPr/>
        <p:nvPr/>
      </p:nvGrpSpPr>
      <p:grpSpPr>
        <a:xfrm>
          <a:off x="0" y="0"/>
          <a:ext cx="0" cy="0"/>
          <a:chOff x="0" y="0"/>
          <a:chExt cx="0" cy="0"/>
        </a:xfrm>
      </p:grpSpPr>
      <p:sp>
        <p:nvSpPr>
          <p:cNvPr id="952" name="Google Shape;952;p148"/>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3" name="Google Shape;953;p14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54" name="Google Shape;954;p148"/>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5" name="Google Shape;955;p14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6" name="Google Shape;956;p148"/>
          <p:cNvSpPr/>
          <p:nvPr>
            <p:ph idx="3" type="pic"/>
          </p:nvPr>
        </p:nvSpPr>
        <p:spPr>
          <a:xfrm>
            <a:off x="4687458" y="1371600"/>
            <a:ext cx="3931800" cy="26793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big picture - White">
  <p:cSld name="Text and right picture BIG - White">
    <p:bg>
      <p:bgPr>
        <a:solidFill>
          <a:schemeClr val="lt1"/>
        </a:solidFill>
      </p:bgPr>
    </p:bg>
    <p:spTree>
      <p:nvGrpSpPr>
        <p:cNvPr id="957" name="Shape 957"/>
        <p:cNvGrpSpPr/>
        <p:nvPr/>
      </p:nvGrpSpPr>
      <p:grpSpPr>
        <a:xfrm>
          <a:off x="0" y="0"/>
          <a:ext cx="0" cy="0"/>
          <a:chOff x="0" y="0"/>
          <a:chExt cx="0" cy="0"/>
        </a:xfrm>
      </p:grpSpPr>
      <p:sp>
        <p:nvSpPr>
          <p:cNvPr id="958" name="Google Shape;958;p149"/>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9" name="Google Shape;959;p14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49"/>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1" name="Google Shape;961;p149"/>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2" name="Google Shape;962;p149"/>
          <p:cNvSpPr/>
          <p:nvPr>
            <p:ph idx="3" type="pic"/>
          </p:nvPr>
        </p:nvSpPr>
        <p:spPr>
          <a:xfrm>
            <a:off x="3378558" y="512064"/>
            <a:ext cx="5239500" cy="40416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picture 1/2 - Stone">
  <p:cSld name="Text and right picture 1/2 - Stone">
    <p:bg>
      <p:bgPr>
        <a:solidFill>
          <a:schemeClr val="lt1"/>
        </a:solidFill>
      </p:bgPr>
    </p:bg>
    <p:spTree>
      <p:nvGrpSpPr>
        <p:cNvPr id="963" name="Shape 963"/>
        <p:cNvGrpSpPr/>
        <p:nvPr/>
      </p:nvGrpSpPr>
      <p:grpSpPr>
        <a:xfrm>
          <a:off x="0" y="0"/>
          <a:ext cx="0" cy="0"/>
          <a:chOff x="0" y="0"/>
          <a:chExt cx="0" cy="0"/>
        </a:xfrm>
      </p:grpSpPr>
      <p:sp>
        <p:nvSpPr>
          <p:cNvPr id="964" name="Google Shape;964;p150"/>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150"/>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66" name="Google Shape;966;p15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7" name="Google Shape;967;p150"/>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8" name="Google Shape;968;p150"/>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9" name="Google Shape;969;p150"/>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970" name="Google Shape;970;p15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1" name="Google Shape;971;p150"/>
          <p:cNvSpPr/>
          <p:nvPr>
            <p:ph idx="4" type="pic"/>
          </p:nvPr>
        </p:nvSpPr>
        <p:spPr>
          <a:xfrm>
            <a:off x="4626775" y="1371600"/>
            <a:ext cx="4043400" cy="2755200"/>
          </a:xfrm>
          <a:prstGeom prst="rect">
            <a:avLst/>
          </a:prstGeom>
          <a:solidFill>
            <a:srgbClr val="F2F2F2"/>
          </a:solidFill>
          <a:ln>
            <a:noFill/>
          </a:ln>
        </p:spPr>
      </p:sp>
      <p:pic>
        <p:nvPicPr>
          <p:cNvPr descr="A red and black logo&#10;&#10;Description automatically generated" id="972" name="Google Shape;972;p150"/>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
    <p:bg>
      <p:bgPr>
        <a:solidFill>
          <a:schemeClr val="lt1"/>
        </a:solidFill>
      </p:bgPr>
    </p:bg>
    <p:spTree>
      <p:nvGrpSpPr>
        <p:cNvPr id="973" name="Shape 973"/>
        <p:cNvGrpSpPr/>
        <p:nvPr/>
      </p:nvGrpSpPr>
      <p:grpSpPr>
        <a:xfrm>
          <a:off x="0" y="0"/>
          <a:ext cx="0" cy="0"/>
          <a:chOff x="0" y="0"/>
          <a:chExt cx="0" cy="0"/>
        </a:xfrm>
      </p:grpSpPr>
      <p:sp>
        <p:nvSpPr>
          <p:cNvPr id="974" name="Google Shape;974;p15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5" name="Google Shape;975;p151"/>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ix-piece information - White">
  <p:cSld name="Six-piece information">
    <p:spTree>
      <p:nvGrpSpPr>
        <p:cNvPr id="976" name="Shape 976"/>
        <p:cNvGrpSpPr/>
        <p:nvPr/>
      </p:nvGrpSpPr>
      <p:grpSpPr>
        <a:xfrm>
          <a:off x="0" y="0"/>
          <a:ext cx="0" cy="0"/>
          <a:chOff x="0" y="0"/>
          <a:chExt cx="0" cy="0"/>
        </a:xfrm>
      </p:grpSpPr>
      <p:sp>
        <p:nvSpPr>
          <p:cNvPr id="977" name="Google Shape;977;p15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52"/>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9" name="Google Shape;979;p15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0" name="Google Shape;980;p152"/>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1" name="Google Shape;981;p152"/>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2" name="Google Shape;982;p152"/>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52"/>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4" name="Google Shape;984;p152"/>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hree-image - Red">
  <p:cSld name="Six-image - Stone">
    <p:bg>
      <p:bgPr>
        <a:solidFill>
          <a:schemeClr val="lt1"/>
        </a:solidFill>
      </p:bgPr>
    </p:bg>
    <p:spTree>
      <p:nvGrpSpPr>
        <p:cNvPr id="985" name="Shape 985"/>
        <p:cNvGrpSpPr/>
        <p:nvPr/>
      </p:nvGrpSpPr>
      <p:grpSpPr>
        <a:xfrm>
          <a:off x="0" y="0"/>
          <a:ext cx="0" cy="0"/>
          <a:chOff x="0" y="0"/>
          <a:chExt cx="0" cy="0"/>
        </a:xfrm>
      </p:grpSpPr>
      <p:sp>
        <p:nvSpPr>
          <p:cNvPr id="986" name="Google Shape;986;p153"/>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7" name="Google Shape;987;p153"/>
          <p:cNvSpPr/>
          <p:nvPr>
            <p:ph idx="2" type="pic"/>
          </p:nvPr>
        </p:nvSpPr>
        <p:spPr>
          <a:xfrm>
            <a:off x="2555075" y="0"/>
            <a:ext cx="2186700" cy="2577000"/>
          </a:xfrm>
          <a:prstGeom prst="rect">
            <a:avLst/>
          </a:prstGeom>
          <a:solidFill>
            <a:srgbClr val="F2F2F2"/>
          </a:solidFill>
          <a:ln>
            <a:noFill/>
          </a:ln>
        </p:spPr>
      </p:sp>
      <p:sp>
        <p:nvSpPr>
          <p:cNvPr id="988" name="Google Shape;988;p153"/>
          <p:cNvSpPr/>
          <p:nvPr>
            <p:ph idx="3" type="pic"/>
          </p:nvPr>
        </p:nvSpPr>
        <p:spPr>
          <a:xfrm>
            <a:off x="6974125" y="0"/>
            <a:ext cx="2186700" cy="2577000"/>
          </a:xfrm>
          <a:prstGeom prst="rect">
            <a:avLst/>
          </a:prstGeom>
          <a:solidFill>
            <a:srgbClr val="F2F2F2"/>
          </a:solidFill>
          <a:ln>
            <a:noFill/>
          </a:ln>
        </p:spPr>
      </p:sp>
      <p:sp>
        <p:nvSpPr>
          <p:cNvPr id="989" name="Google Shape;989;p153"/>
          <p:cNvSpPr/>
          <p:nvPr>
            <p:ph idx="4" type="pic"/>
          </p:nvPr>
        </p:nvSpPr>
        <p:spPr>
          <a:xfrm>
            <a:off x="4741775" y="2577000"/>
            <a:ext cx="2232300" cy="2577000"/>
          </a:xfrm>
          <a:prstGeom prst="rect">
            <a:avLst/>
          </a:prstGeom>
          <a:solidFill>
            <a:srgbClr val="F2F2F2"/>
          </a:solidFill>
          <a:ln>
            <a:noFill/>
          </a:ln>
        </p:spPr>
      </p:sp>
      <p:sp>
        <p:nvSpPr>
          <p:cNvPr id="990" name="Google Shape;990;p153"/>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1" name="Google Shape;991;p153"/>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2" name="Google Shape;992;p153"/>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3" name="Google Shape;993;p153"/>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4" name="Google Shape;994;p153"/>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5" name="Google Shape;995;p153"/>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Yellow">
  <p:cSld name="Six-image - Yellow">
    <p:bg>
      <p:bgPr>
        <a:solidFill>
          <a:schemeClr val="lt1"/>
        </a:solidFill>
      </p:bgPr>
    </p:bg>
    <p:spTree>
      <p:nvGrpSpPr>
        <p:cNvPr id="996" name="Shape 996"/>
        <p:cNvGrpSpPr/>
        <p:nvPr/>
      </p:nvGrpSpPr>
      <p:grpSpPr>
        <a:xfrm>
          <a:off x="0" y="0"/>
          <a:ext cx="0" cy="0"/>
          <a:chOff x="0" y="0"/>
          <a:chExt cx="0" cy="0"/>
        </a:xfrm>
      </p:grpSpPr>
      <p:sp>
        <p:nvSpPr>
          <p:cNvPr id="997" name="Google Shape;997;p154"/>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8" name="Google Shape;998;p154"/>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9" name="Google Shape;999;p154"/>
          <p:cNvSpPr txBox="1"/>
          <p:nvPr>
            <p:ph idx="12" type="sldNum"/>
          </p:nvPr>
        </p:nvSpPr>
        <p:spPr>
          <a:xfrm>
            <a:off x="8317509" y="4725915"/>
            <a:ext cx="352500" cy="169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0" name="Google Shape;1000;p154"/>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1" name="Google Shape;1001;p154"/>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2" name="Google Shape;1002;p154"/>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3" name="Google Shape;1003;p154"/>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4" name="Google Shape;1004;p154"/>
          <p:cNvSpPr txBox="1"/>
          <p:nvPr>
            <p:ph idx="5"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5" name="Google Shape;1005;p154"/>
          <p:cNvSpPr/>
          <p:nvPr>
            <p:ph idx="6" type="pic"/>
          </p:nvPr>
        </p:nvSpPr>
        <p:spPr>
          <a:xfrm>
            <a:off x="2555075" y="2569200"/>
            <a:ext cx="2186700" cy="2577000"/>
          </a:xfrm>
          <a:prstGeom prst="rect">
            <a:avLst/>
          </a:prstGeom>
          <a:solidFill>
            <a:srgbClr val="F2F2F2"/>
          </a:solidFill>
          <a:ln>
            <a:noFill/>
          </a:ln>
        </p:spPr>
      </p:sp>
      <p:sp>
        <p:nvSpPr>
          <p:cNvPr id="1006" name="Google Shape;1006;p154"/>
          <p:cNvSpPr/>
          <p:nvPr>
            <p:ph idx="7" type="pic"/>
          </p:nvPr>
        </p:nvSpPr>
        <p:spPr>
          <a:xfrm>
            <a:off x="6974125" y="2569200"/>
            <a:ext cx="2186700" cy="2577000"/>
          </a:xfrm>
          <a:prstGeom prst="rect">
            <a:avLst/>
          </a:prstGeom>
          <a:solidFill>
            <a:srgbClr val="F2F2F2"/>
          </a:solidFill>
          <a:ln>
            <a:noFill/>
          </a:ln>
        </p:spPr>
      </p:sp>
      <p:sp>
        <p:nvSpPr>
          <p:cNvPr id="1007" name="Google Shape;1007;p154"/>
          <p:cNvSpPr/>
          <p:nvPr>
            <p:ph idx="8" type="pic"/>
          </p:nvPr>
        </p:nvSpPr>
        <p:spPr>
          <a:xfrm>
            <a:off x="4741775" y="0"/>
            <a:ext cx="2232300" cy="2569200"/>
          </a:xfrm>
          <a:prstGeom prst="rect">
            <a:avLst/>
          </a:prstGeom>
          <a:solidFill>
            <a:srgbClr val="F2F2F2"/>
          </a:solidFill>
          <a:ln>
            <a:noFill/>
          </a:ln>
        </p:spPr>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4-image with description - White">
  <p:cSld name="4-image w/ description - White">
    <p:bg>
      <p:bgPr>
        <a:solidFill>
          <a:schemeClr val="lt1"/>
        </a:solidFill>
      </p:bgPr>
    </p:bg>
    <p:spTree>
      <p:nvGrpSpPr>
        <p:cNvPr id="1008" name="Shape 1008"/>
        <p:cNvGrpSpPr/>
        <p:nvPr/>
      </p:nvGrpSpPr>
      <p:grpSpPr>
        <a:xfrm>
          <a:off x="0" y="0"/>
          <a:ext cx="0" cy="0"/>
          <a:chOff x="0" y="0"/>
          <a:chExt cx="0" cy="0"/>
        </a:xfrm>
      </p:grpSpPr>
      <p:sp>
        <p:nvSpPr>
          <p:cNvPr id="1009" name="Google Shape;1009;p15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55"/>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1" name="Google Shape;1011;p15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2" name="Google Shape;1012;p155"/>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3" name="Google Shape;1013;p155"/>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4" name="Google Shape;1014;p155"/>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5" name="Google Shape;1015;p155"/>
          <p:cNvSpPr/>
          <p:nvPr>
            <p:ph idx="5" type="pic"/>
          </p:nvPr>
        </p:nvSpPr>
        <p:spPr>
          <a:xfrm>
            <a:off x="464425" y="1137000"/>
            <a:ext cx="1964700" cy="2097900"/>
          </a:xfrm>
          <a:prstGeom prst="rect">
            <a:avLst/>
          </a:prstGeom>
          <a:solidFill>
            <a:srgbClr val="F2F2F2"/>
          </a:solidFill>
          <a:ln>
            <a:noFill/>
          </a:ln>
        </p:spPr>
      </p:sp>
      <p:sp>
        <p:nvSpPr>
          <p:cNvPr id="1016" name="Google Shape;1016;p155"/>
          <p:cNvSpPr/>
          <p:nvPr>
            <p:ph idx="6" type="pic"/>
          </p:nvPr>
        </p:nvSpPr>
        <p:spPr>
          <a:xfrm>
            <a:off x="2547996" y="1137000"/>
            <a:ext cx="1964700" cy="2097900"/>
          </a:xfrm>
          <a:prstGeom prst="rect">
            <a:avLst/>
          </a:prstGeom>
          <a:solidFill>
            <a:srgbClr val="F2F2F2"/>
          </a:solidFill>
          <a:ln>
            <a:noFill/>
          </a:ln>
        </p:spPr>
      </p:sp>
      <p:sp>
        <p:nvSpPr>
          <p:cNvPr id="1017" name="Google Shape;1017;p155"/>
          <p:cNvSpPr/>
          <p:nvPr>
            <p:ph idx="7" type="pic"/>
          </p:nvPr>
        </p:nvSpPr>
        <p:spPr>
          <a:xfrm>
            <a:off x="4631567" y="1137000"/>
            <a:ext cx="1964700" cy="2097900"/>
          </a:xfrm>
          <a:prstGeom prst="rect">
            <a:avLst/>
          </a:prstGeom>
          <a:solidFill>
            <a:srgbClr val="F2F2F2"/>
          </a:solidFill>
          <a:ln>
            <a:noFill/>
          </a:ln>
        </p:spPr>
      </p:sp>
      <p:sp>
        <p:nvSpPr>
          <p:cNvPr id="1018" name="Google Shape;1018;p155"/>
          <p:cNvSpPr/>
          <p:nvPr>
            <p:ph idx="8" type="pic"/>
          </p:nvPr>
        </p:nvSpPr>
        <p:spPr>
          <a:xfrm>
            <a:off x="6715125" y="1137000"/>
            <a:ext cx="1964700" cy="2097900"/>
          </a:xfrm>
          <a:prstGeom prst="rect">
            <a:avLst/>
          </a:prstGeom>
          <a:solidFill>
            <a:srgbClr val="F2F2F2"/>
          </a:solidFill>
          <a:ln>
            <a:noFill/>
          </a:ln>
        </p:spPr>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Basic table slide">
  <p:cSld name="Basic table slide">
    <p:bg>
      <p:bgPr>
        <a:solidFill>
          <a:schemeClr val="lt1"/>
        </a:solidFill>
      </p:bgPr>
    </p:bg>
    <p:spTree>
      <p:nvGrpSpPr>
        <p:cNvPr id="1019" name="Shape 1019"/>
        <p:cNvGrpSpPr/>
        <p:nvPr/>
      </p:nvGrpSpPr>
      <p:grpSpPr>
        <a:xfrm>
          <a:off x="0" y="0"/>
          <a:ext cx="0" cy="0"/>
          <a:chOff x="0" y="0"/>
          <a:chExt cx="0" cy="0"/>
        </a:xfrm>
      </p:grpSpPr>
      <p:sp>
        <p:nvSpPr>
          <p:cNvPr id="1020" name="Google Shape;1020;p156"/>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1" name="Google Shape;1021;p15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56"/>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3" name="Google Shape;1023;p15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4" name="Google Shape;1024;p156"/>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5" name="Google Shape;1025;p156"/>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6" name="Google Shape;1026;p156"/>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eft content slide">
  <p:cSld name="Left content slide">
    <p:bg>
      <p:bgPr>
        <a:solidFill>
          <a:schemeClr val="lt1"/>
        </a:solidFill>
      </p:bgPr>
    </p:bg>
    <p:spTree>
      <p:nvGrpSpPr>
        <p:cNvPr id="1027" name="Shape 1027"/>
        <p:cNvGrpSpPr/>
        <p:nvPr/>
      </p:nvGrpSpPr>
      <p:grpSpPr>
        <a:xfrm>
          <a:off x="0" y="0"/>
          <a:ext cx="0" cy="0"/>
          <a:chOff x="0" y="0"/>
          <a:chExt cx="0" cy="0"/>
        </a:xfrm>
      </p:grpSpPr>
      <p:sp>
        <p:nvSpPr>
          <p:cNvPr id="1028" name="Google Shape;1028;p15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9" name="Google Shape;1029;p157"/>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0" name="Google Shape;1030;p15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 Content with Description">
  <p:cSld name="Title + Content with Description">
    <p:bg>
      <p:bgPr>
        <a:solidFill>
          <a:schemeClr val="lt1"/>
        </a:solidFill>
      </p:bgPr>
    </p:bg>
    <p:spTree>
      <p:nvGrpSpPr>
        <p:cNvPr id="1031" name="Shape 1031"/>
        <p:cNvGrpSpPr/>
        <p:nvPr/>
      </p:nvGrpSpPr>
      <p:grpSpPr>
        <a:xfrm>
          <a:off x="0" y="0"/>
          <a:ext cx="0" cy="0"/>
          <a:chOff x="0" y="0"/>
          <a:chExt cx="0" cy="0"/>
        </a:xfrm>
      </p:grpSpPr>
      <p:sp>
        <p:nvSpPr>
          <p:cNvPr id="1032" name="Google Shape;1032;p15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33" name="Google Shape;1033;p158"/>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4" name="Google Shape;1034;p158"/>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5" name="Google Shape;1035;p158"/>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Content, Chart">
  <p:cSld name="Title, Content, Chart">
    <p:bg>
      <p:bgPr>
        <a:solidFill>
          <a:schemeClr val="lt1"/>
        </a:solidFill>
      </p:bgPr>
    </p:bg>
    <p:spTree>
      <p:nvGrpSpPr>
        <p:cNvPr id="1036" name="Shape 1036"/>
        <p:cNvGrpSpPr/>
        <p:nvPr/>
      </p:nvGrpSpPr>
      <p:grpSpPr>
        <a:xfrm>
          <a:off x="0" y="0"/>
          <a:ext cx="0" cy="0"/>
          <a:chOff x="0" y="0"/>
          <a:chExt cx="0" cy="0"/>
        </a:xfrm>
      </p:grpSpPr>
      <p:sp>
        <p:nvSpPr>
          <p:cNvPr id="1037" name="Google Shape;1037;p15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1038" name="Google Shape;1038;p159"/>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1039" name="Google Shape;1039;p15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0" name="Google Shape;1040;p159"/>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1" name="Google Shape;1041;p159"/>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Numbers graphic slide">
  <p:cSld name="Numbers graphic slide">
    <p:spTree>
      <p:nvGrpSpPr>
        <p:cNvPr id="1042" name="Shape 1042"/>
        <p:cNvGrpSpPr/>
        <p:nvPr/>
      </p:nvGrpSpPr>
      <p:grpSpPr>
        <a:xfrm>
          <a:off x="0" y="0"/>
          <a:ext cx="0" cy="0"/>
          <a:chOff x="0" y="0"/>
          <a:chExt cx="0" cy="0"/>
        </a:xfrm>
      </p:grpSpPr>
      <p:sp>
        <p:nvSpPr>
          <p:cNvPr id="1043" name="Google Shape;1043;p16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4" name="Google Shape;1044;p160"/>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5" name="Google Shape;1045;p160"/>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6" name="Google Shape;1046;p16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7" name="Google Shape;1047;p160"/>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8" name="Google Shape;1048;p160"/>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9" name="Google Shape;1049;p160"/>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0" name="Google Shape;1050;p160"/>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1" name="Google Shape;1051;p160"/>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2" name="Google Shape;1052;p160"/>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3" name="Google Shape;1053;p160"/>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4" name="Google Shape;1054;p160"/>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5" name="Google Shape;1055;p160"/>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6" name="Google Shape;1056;p160"/>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Ender 1 - Stone">
  <p:cSld name="Ender 1 - White">
    <p:bg>
      <p:bgPr>
        <a:solidFill>
          <a:schemeClr val="lt1"/>
        </a:solidFill>
      </p:bgPr>
    </p:bg>
    <p:spTree>
      <p:nvGrpSpPr>
        <p:cNvPr id="1057" name="Shape 1057"/>
        <p:cNvGrpSpPr/>
        <p:nvPr/>
      </p:nvGrpSpPr>
      <p:grpSpPr>
        <a:xfrm>
          <a:off x="0" y="0"/>
          <a:ext cx="0" cy="0"/>
          <a:chOff x="0" y="0"/>
          <a:chExt cx="0" cy="0"/>
        </a:xfrm>
      </p:grpSpPr>
      <p:sp>
        <p:nvSpPr>
          <p:cNvPr id="1058" name="Google Shape;1058;p161"/>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59" name="Google Shape;1059;p161"/>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Black">
  <p:cSld name="Ender 1 - Black">
    <p:bg>
      <p:bgPr>
        <a:solidFill>
          <a:srgbClr val="000000"/>
        </a:solidFill>
      </p:bgPr>
    </p:bg>
    <p:spTree>
      <p:nvGrpSpPr>
        <p:cNvPr id="1060" name="Shape 1060"/>
        <p:cNvGrpSpPr/>
        <p:nvPr/>
      </p:nvGrpSpPr>
      <p:grpSpPr>
        <a:xfrm>
          <a:off x="0" y="0"/>
          <a:ext cx="0" cy="0"/>
          <a:chOff x="0" y="0"/>
          <a:chExt cx="0" cy="0"/>
        </a:xfrm>
      </p:grpSpPr>
      <p:sp>
        <p:nvSpPr>
          <p:cNvPr id="1061" name="Google Shape;1061;p16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2" name="Google Shape;1062;p162"/>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63" name="Google Shape;1063;p162"/>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2 - Stone">
  <p:cSld name="Ender 2 - White">
    <p:bg>
      <p:bgPr>
        <a:solidFill>
          <a:schemeClr val="lt1"/>
        </a:solidFill>
      </p:bgPr>
    </p:bg>
    <p:spTree>
      <p:nvGrpSpPr>
        <p:cNvPr id="1064" name="Shape 1064"/>
        <p:cNvGrpSpPr/>
        <p:nvPr/>
      </p:nvGrpSpPr>
      <p:grpSpPr>
        <a:xfrm>
          <a:off x="0" y="0"/>
          <a:ext cx="0" cy="0"/>
          <a:chOff x="0" y="0"/>
          <a:chExt cx="0" cy="0"/>
        </a:xfrm>
      </p:grpSpPr>
      <p:sp>
        <p:nvSpPr>
          <p:cNvPr id="1065" name="Google Shape;1065;p163"/>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6" name="Google Shape;1066;p163"/>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Black">
  <p:cSld name="Ender 2 - Black">
    <p:bg>
      <p:bgPr>
        <a:solidFill>
          <a:srgbClr val="000000"/>
        </a:solidFill>
      </p:bgPr>
    </p:bg>
    <p:spTree>
      <p:nvGrpSpPr>
        <p:cNvPr id="1067" name="Shape 1067"/>
        <p:cNvGrpSpPr/>
        <p:nvPr/>
      </p:nvGrpSpPr>
      <p:grpSpPr>
        <a:xfrm>
          <a:off x="0" y="0"/>
          <a:ext cx="0" cy="0"/>
          <a:chOff x="0" y="0"/>
          <a:chExt cx="0" cy="0"/>
        </a:xfrm>
      </p:grpSpPr>
      <p:sp>
        <p:nvSpPr>
          <p:cNvPr id="1068" name="Google Shape;1068;p16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9" name="Google Shape;1069;p164"/>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0" name="Shape 1070"/>
        <p:cNvGrpSpPr/>
        <p:nvPr/>
      </p:nvGrpSpPr>
      <p:grpSpPr>
        <a:xfrm>
          <a:off x="0" y="0"/>
          <a:ext cx="0" cy="0"/>
          <a:chOff x="0" y="0"/>
          <a:chExt cx="0" cy="0"/>
        </a:xfrm>
      </p:grpSpPr>
      <p:sp>
        <p:nvSpPr>
          <p:cNvPr id="1071" name="Google Shape;1071;p165"/>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2" name="Google Shape;1072;p165"/>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3" name="Google Shape;1073;p165"/>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4" name="Shape 1074"/>
        <p:cNvGrpSpPr/>
        <p:nvPr/>
      </p:nvGrpSpPr>
      <p:grpSpPr>
        <a:xfrm>
          <a:off x="0" y="0"/>
          <a:ext cx="0" cy="0"/>
          <a:chOff x="0" y="0"/>
          <a:chExt cx="0" cy="0"/>
        </a:xfrm>
      </p:grpSpPr>
      <p:sp>
        <p:nvSpPr>
          <p:cNvPr id="1075" name="Google Shape;1075;p16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6" name="Google Shape;1076;p166"/>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7" name="Google Shape;1077;p16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78" name="Shape 1078"/>
        <p:cNvGrpSpPr/>
        <p:nvPr/>
      </p:nvGrpSpPr>
      <p:grpSpPr>
        <a:xfrm>
          <a:off x="0" y="0"/>
          <a:ext cx="0" cy="0"/>
          <a:chOff x="0" y="0"/>
          <a:chExt cx="0" cy="0"/>
        </a:xfrm>
      </p:grpSpPr>
      <p:sp>
        <p:nvSpPr>
          <p:cNvPr id="1079" name="Google Shape;1079;p16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0" name="Google Shape;1080;p16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1" name="Google Shape;1081;p167"/>
          <p:cNvSpPr txBox="1"/>
          <p:nvPr>
            <p:ph idx="12" type="sldNum"/>
          </p:nvPr>
        </p:nvSpPr>
        <p:spPr>
          <a:xfrm>
            <a:off x="8458200" y="4700016"/>
            <a:ext cx="228600" cy="107700"/>
          </a:xfrm>
          <a:prstGeom prst="rect">
            <a:avLst/>
          </a:prstGeom>
          <a:noFill/>
          <a:ln>
            <a:noFill/>
          </a:ln>
        </p:spPr>
        <p:txBody>
          <a:bodyPr anchorCtr="0" anchor="b" bIns="0" lIns="0" spcFirstLastPara="1" rIns="0" wrap="square" tIns="0">
            <a:no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1" Type="http://schemas.openxmlformats.org/officeDocument/2006/relationships/image" Target="../media/image20.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9" Type="http://schemas.openxmlformats.org/officeDocument/2006/relationships/slideLayout" Target="../slideLayouts/slideLayout5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9" Type="http://schemas.openxmlformats.org/officeDocument/2006/relationships/slideLayout" Target="../slideLayouts/slideLayout39.xml"/><Relationship Id="rId51" Type="http://schemas.openxmlformats.org/officeDocument/2006/relationships/slideLayout" Target="../slideLayouts/slideLayout61.xml"/><Relationship Id="rId50" Type="http://schemas.openxmlformats.org/officeDocument/2006/relationships/slideLayout" Target="../slideLayouts/slideLayout60.xml"/><Relationship Id="rId53" Type="http://schemas.openxmlformats.org/officeDocument/2006/relationships/theme" Target="../theme/theme4.xml"/><Relationship Id="rId52" Type="http://schemas.openxmlformats.org/officeDocument/2006/relationships/slideLayout" Target="../slideLayouts/slideLayout6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20" Type="http://schemas.openxmlformats.org/officeDocument/2006/relationships/slideLayout" Target="../slideLayouts/slideLayout82.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theme" Target="../theme/theme5.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57.xml"/><Relationship Id="rId42" Type="http://schemas.openxmlformats.org/officeDocument/2006/relationships/slideLayout" Target="../slideLayouts/slideLayout159.xml"/><Relationship Id="rId41" Type="http://schemas.openxmlformats.org/officeDocument/2006/relationships/slideLayout" Target="../slideLayouts/slideLayout158.xml"/><Relationship Id="rId44" Type="http://schemas.openxmlformats.org/officeDocument/2006/relationships/slideLayout" Target="../slideLayouts/slideLayout161.xml"/><Relationship Id="rId43" Type="http://schemas.openxmlformats.org/officeDocument/2006/relationships/slideLayout" Target="../slideLayouts/slideLayout160.xml"/><Relationship Id="rId46" Type="http://schemas.openxmlformats.org/officeDocument/2006/relationships/slideLayout" Target="../slideLayouts/slideLayout163.xml"/><Relationship Id="rId45" Type="http://schemas.openxmlformats.org/officeDocument/2006/relationships/slideLayout" Target="../slideLayouts/slideLayout162.xml"/><Relationship Id="rId1" Type="http://schemas.openxmlformats.org/officeDocument/2006/relationships/image" Target="../media/image46.png"/><Relationship Id="rId2" Type="http://schemas.openxmlformats.org/officeDocument/2006/relationships/slideLayout" Target="../slideLayouts/slideLayout119.xml"/><Relationship Id="rId3" Type="http://schemas.openxmlformats.org/officeDocument/2006/relationships/slideLayout" Target="../slideLayouts/slideLayout120.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47" Type="http://schemas.openxmlformats.org/officeDocument/2006/relationships/theme" Target="../theme/theme2.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31" Type="http://schemas.openxmlformats.org/officeDocument/2006/relationships/slideLayout" Target="../slideLayouts/slideLayout148.xml"/><Relationship Id="rId30" Type="http://schemas.openxmlformats.org/officeDocument/2006/relationships/slideLayout" Target="../slideLayouts/slideLayout147.xml"/><Relationship Id="rId33" Type="http://schemas.openxmlformats.org/officeDocument/2006/relationships/slideLayout" Target="../slideLayouts/slideLayout150.xml"/><Relationship Id="rId32" Type="http://schemas.openxmlformats.org/officeDocument/2006/relationships/slideLayout" Target="../slideLayouts/slideLayout149.xml"/><Relationship Id="rId35" Type="http://schemas.openxmlformats.org/officeDocument/2006/relationships/slideLayout" Target="../slideLayouts/slideLayout152.xml"/><Relationship Id="rId34" Type="http://schemas.openxmlformats.org/officeDocument/2006/relationships/slideLayout" Target="../slideLayouts/slideLayout151.xml"/><Relationship Id="rId37" Type="http://schemas.openxmlformats.org/officeDocument/2006/relationships/slideLayout" Target="../slideLayouts/slideLayout154.xml"/><Relationship Id="rId36" Type="http://schemas.openxmlformats.org/officeDocument/2006/relationships/slideLayout" Target="../slideLayouts/slideLayout153.xml"/><Relationship Id="rId39" Type="http://schemas.openxmlformats.org/officeDocument/2006/relationships/slideLayout" Target="../slideLayouts/slideLayout156.xml"/><Relationship Id="rId38" Type="http://schemas.openxmlformats.org/officeDocument/2006/relationships/slideLayout" Target="../slideLayouts/slideLayout155.xml"/><Relationship Id="rId20" Type="http://schemas.openxmlformats.org/officeDocument/2006/relationships/slideLayout" Target="../slideLayouts/slideLayout137.xml"/><Relationship Id="rId22" Type="http://schemas.openxmlformats.org/officeDocument/2006/relationships/slideLayout" Target="../slideLayouts/slideLayout139.xml"/><Relationship Id="rId21" Type="http://schemas.openxmlformats.org/officeDocument/2006/relationships/slideLayout" Target="../slideLayouts/slideLayout138.xml"/><Relationship Id="rId24" Type="http://schemas.openxmlformats.org/officeDocument/2006/relationships/slideLayout" Target="../slideLayouts/slideLayout141.xml"/><Relationship Id="rId23" Type="http://schemas.openxmlformats.org/officeDocument/2006/relationships/slideLayout" Target="../slideLayouts/slideLayout140.xml"/><Relationship Id="rId26" Type="http://schemas.openxmlformats.org/officeDocument/2006/relationships/slideLayout" Target="../slideLayouts/slideLayout143.xml"/><Relationship Id="rId25" Type="http://schemas.openxmlformats.org/officeDocument/2006/relationships/slideLayout" Target="../slideLayouts/slideLayout142.xml"/><Relationship Id="rId28" Type="http://schemas.openxmlformats.org/officeDocument/2006/relationships/slideLayout" Target="../slideLayouts/slideLayout145.xml"/><Relationship Id="rId27" Type="http://schemas.openxmlformats.org/officeDocument/2006/relationships/slideLayout" Target="../slideLayouts/slideLayout144.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5" Type="http://schemas.openxmlformats.org/officeDocument/2006/relationships/slideLayout" Target="../slideLayouts/slideLayout132.xml"/><Relationship Id="rId14" Type="http://schemas.openxmlformats.org/officeDocument/2006/relationships/slideLayout" Target="../slideLayouts/slideLayout131.xml"/><Relationship Id="rId17" Type="http://schemas.openxmlformats.org/officeDocument/2006/relationships/slideLayout" Target="../slideLayouts/slideLayout134.xml"/><Relationship Id="rId16" Type="http://schemas.openxmlformats.org/officeDocument/2006/relationships/slideLayout" Target="../slideLayouts/slideLayout133.xml"/><Relationship Id="rId19" Type="http://schemas.openxmlformats.org/officeDocument/2006/relationships/slideLayout" Target="../slideLayouts/slideLayout136.xml"/><Relationship Id="rId18" Type="http://schemas.openxmlformats.org/officeDocument/2006/relationships/slideLayout" Target="../slideLayouts/slideLayout1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2" name="Google Shape;52;p13"/>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53" name="Google Shape;53;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55" name="Google Shape;55;p13"/>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2" name="Shape 792"/>
        <p:cNvGrpSpPr/>
        <p:nvPr/>
      </p:nvGrpSpPr>
      <p:grpSpPr>
        <a:xfrm>
          <a:off x="0" y="0"/>
          <a:ext cx="0" cy="0"/>
          <a:chOff x="0" y="0"/>
          <a:chExt cx="0" cy="0"/>
        </a:xfrm>
      </p:grpSpPr>
      <p:sp>
        <p:nvSpPr>
          <p:cNvPr id="793" name="Google Shape;793;p122"/>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2pPr>
            <a:lvl3pPr lvl="2"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3pPr>
            <a:lvl4pPr lvl="3"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4pPr>
            <a:lvl5pPr lvl="4"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5pPr>
            <a:lvl6pPr lvl="5"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6pPr>
            <a:lvl7pPr lvl="6"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7pPr>
            <a:lvl8pPr lvl="7"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8pPr>
            <a:lvl9pPr lvl="8"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9pPr>
          </a:lstStyle>
          <a:p/>
        </p:txBody>
      </p:sp>
      <p:sp>
        <p:nvSpPr>
          <p:cNvPr id="794" name="Google Shape;794;p12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95" name="Google Shape;795;p122"/>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pic>
        <p:nvPicPr>
          <p:cNvPr descr="A red and black logo&#10;&#10;Description automatically generated" id="796" name="Google Shape;796;p122"/>
          <p:cNvPicPr preferRelativeResize="0"/>
          <p:nvPr/>
        </p:nvPicPr>
        <p:blipFill rotWithShape="1">
          <a:blip r:embed="rId1">
            <a:alphaModFix/>
          </a:blip>
          <a:srcRect b="0" l="0" r="0" t="0"/>
          <a:stretch/>
        </p:blipFill>
        <p:spPr>
          <a:xfrm>
            <a:off x="374904" y="4636008"/>
            <a:ext cx="850390" cy="3478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25.jpg"/><Relationship Id="rId4" Type="http://schemas.openxmlformats.org/officeDocument/2006/relationships/image" Target="../media/image41.png"/><Relationship Id="rId5" Type="http://schemas.openxmlformats.org/officeDocument/2006/relationships/image" Target="../media/image26.png"/><Relationship Id="rId6" Type="http://schemas.openxmlformats.org/officeDocument/2006/relationships/image" Target="../media/image3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31.png"/><Relationship Id="rId9"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35.png"/><Relationship Id="rId8"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31.png"/><Relationship Id="rId9"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35.png"/><Relationship Id="rId8"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AI Tooling</a:t>
            </a:r>
            <a:endParaRPr sz="2800"/>
          </a:p>
        </p:txBody>
      </p:sp>
      <p:sp>
        <p:nvSpPr>
          <p:cNvPr id="1088" name="Google Shape;1088;p168"/>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
              <a:t>Andrew Pendleton</a:t>
            </a:r>
            <a:endParaRPr/>
          </a:p>
          <a:p>
            <a:pPr indent="0" lvl="0" marL="0" rtl="0" algn="l">
              <a:spcBef>
                <a:spcPts val="0"/>
              </a:spcBef>
              <a:spcAft>
                <a:spcPts val="0"/>
              </a:spcAft>
              <a:buSzPts val="1800"/>
              <a:buNone/>
            </a:pPr>
            <a:r>
              <a:rPr lang="en"/>
              <a:t>CX Design Systems</a:t>
            </a:r>
            <a:endParaRPr/>
          </a:p>
        </p:txBody>
      </p:sp>
      <p:sp>
        <p:nvSpPr>
          <p:cNvPr id="1089" name="Google Shape;1089;p168"/>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090" name="Google Shape;1090;p168"/>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091" name="Google Shape;1091;p168"/>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6" name="Shape 1096"/>
        <p:cNvGrpSpPr/>
        <p:nvPr/>
      </p:nvGrpSpPr>
      <p:grpSpPr>
        <a:xfrm>
          <a:off x="0" y="0"/>
          <a:ext cx="0" cy="0"/>
          <a:chOff x="0" y="0"/>
          <a:chExt cx="0" cy="0"/>
        </a:xfrm>
      </p:grpSpPr>
      <p:sp>
        <p:nvSpPr>
          <p:cNvPr id="1097" name="Google Shape;1097;p169"/>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098" name="Google Shape;1098;p169"/>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099" name="Google Shape;1099;p169"/>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1100" name="Google Shape;1100;p169"/>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chemeClr val="accent6"/>
                </a:solidFill>
                <a:latin typeface="Verizon NHG DS"/>
                <a:ea typeface="Verizon NHG DS"/>
                <a:cs typeface="Verizon NHG DS"/>
                <a:sym typeface="Verizon NHG DS"/>
              </a:rPr>
              <a:t>AI Tooling</a:t>
            </a:r>
            <a:endParaRPr b="1" sz="2100">
              <a:solidFill>
                <a:srgbClr val="EE001E"/>
              </a:solidFill>
              <a:latin typeface="Verizon NHG DS"/>
              <a:ea typeface="Verizon NHG DS"/>
              <a:cs typeface="Verizon NHG DS"/>
              <a:sym typeface="Verizon NHG DS"/>
            </a:endParaRPr>
          </a:p>
        </p:txBody>
      </p:sp>
      <p:grpSp>
        <p:nvGrpSpPr>
          <p:cNvPr id="1101" name="Google Shape;1101;p169"/>
          <p:cNvGrpSpPr/>
          <p:nvPr/>
        </p:nvGrpSpPr>
        <p:grpSpPr>
          <a:xfrm>
            <a:off x="128569" y="1008713"/>
            <a:ext cx="3555300" cy="4001175"/>
            <a:chOff x="171425" y="1344950"/>
            <a:chExt cx="4740400" cy="5334900"/>
          </a:xfrm>
        </p:grpSpPr>
        <p:sp>
          <p:nvSpPr>
            <p:cNvPr id="1102" name="Google Shape;1102;p169"/>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03" name="Google Shape;1103;p169"/>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104" name="Google Shape;1104;p169"/>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1105" name="Google Shape;1105;p169"/>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Introducing VDS AI Tooling: A suite of intelligent assistants! A Figma plugin (VDS Design Assistant) and VS Code extension (VDS Dev Assistant) will provide instant, in-context access to VDS components, guidelines, and an AI chatbot. Plus, a powerful Similarity Engine will automate visual audits and unlock new design capabilities.</a:t>
              </a:r>
              <a:endParaRPr sz="800">
                <a:solidFill>
                  <a:schemeClr val="dk1"/>
                </a:solidFill>
                <a:latin typeface="Verizon NHG TX"/>
                <a:ea typeface="Verizon NHG TX"/>
                <a:cs typeface="Verizon NHG TX"/>
                <a:sym typeface="Verizon NHG TX"/>
              </a:endParaRPr>
            </a:p>
          </p:txBody>
        </p:sp>
        <p:cxnSp>
          <p:nvCxnSpPr>
            <p:cNvPr id="1106" name="Google Shape;1106;p169"/>
            <p:cNvCxnSpPr/>
            <p:nvPr/>
          </p:nvCxnSpPr>
          <p:spPr>
            <a:xfrm>
              <a:off x="171425" y="32431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107" name="Google Shape;1107;p169"/>
            <p:cNvGrpSpPr/>
            <p:nvPr/>
          </p:nvGrpSpPr>
          <p:grpSpPr>
            <a:xfrm>
              <a:off x="978796" y="3512288"/>
              <a:ext cx="3919804" cy="537187"/>
              <a:chOff x="978796" y="3131288"/>
              <a:chExt cx="3919804" cy="537187"/>
            </a:xfrm>
          </p:grpSpPr>
          <p:sp>
            <p:nvSpPr>
              <p:cNvPr id="1108" name="Google Shape;1108;p169"/>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Designers &amp; developers get a VDS AI co-pilot! They'll access VDS assets &amp; answers instantly within Figma/VS Code, slashing friction &amp; search time. Expect unprecedented efficiency, faster onboarding, higher quality outputs, and greater confidence in applying VDS correctly. This means more time creating, less time wrestling with tools or seeking help.</a:t>
                </a:r>
                <a:endParaRPr sz="800">
                  <a:solidFill>
                    <a:schemeClr val="dk1"/>
                  </a:solidFill>
                  <a:latin typeface="Verizon NHG TX"/>
                  <a:ea typeface="Verizon NHG TX"/>
                  <a:cs typeface="Verizon NHG TX"/>
                  <a:sym typeface="Verizon NHG TX"/>
                </a:endParaRPr>
              </a:p>
            </p:txBody>
          </p:sp>
          <p:sp>
            <p:nvSpPr>
              <p:cNvPr id="1109" name="Google Shape;1109;p169"/>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1110" name="Google Shape;1110;p169"/>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111" name="Google Shape;1111;p169"/>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1112" name="Google Shape;1112;p169"/>
            <p:cNvGrpSpPr/>
            <p:nvPr/>
          </p:nvGrpSpPr>
          <p:grpSpPr>
            <a:xfrm>
              <a:off x="978796" y="5159003"/>
              <a:ext cx="3919804" cy="566572"/>
              <a:chOff x="978796" y="3863603"/>
              <a:chExt cx="3919804" cy="566572"/>
            </a:xfrm>
          </p:grpSpPr>
          <p:sp>
            <p:nvSpPr>
              <p:cNvPr id="1113" name="Google Shape;1113;p169"/>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VDS AI Tooling will ignite development speed, dramatically cut VDS support costs, and elevate product quality &amp; consistency across all Verizon experiences. By automating tedious tasks like visual audits and providing intelligent support, we unlock significant efficiency gains, accelerate innovation, and amplify the ROI of our entire VDS ecosystem.</a:t>
                </a:r>
                <a:endParaRPr sz="800">
                  <a:solidFill>
                    <a:schemeClr val="dk1"/>
                  </a:solidFill>
                  <a:latin typeface="Verizon NHG TX"/>
                  <a:ea typeface="Verizon NHG TX"/>
                  <a:cs typeface="Verizon NHG TX"/>
                  <a:sym typeface="Verizon NHG TX"/>
                </a:endParaRPr>
              </a:p>
            </p:txBody>
          </p:sp>
          <p:sp>
            <p:nvSpPr>
              <p:cNvPr id="1114" name="Google Shape;1114;p169"/>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1115" name="Google Shape;1115;p169"/>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1116" name="Google Shape;1116;p169"/>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117" name="Google Shape;1117;p169"/>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18" name="Google Shape;1118;p169"/>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1119" name="Google Shape;1119;p169"/>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1120" name="Google Shape;1120;p169"/>
          <p:cNvGrpSpPr/>
          <p:nvPr/>
        </p:nvGrpSpPr>
        <p:grpSpPr>
          <a:xfrm>
            <a:off x="6411375" y="2847169"/>
            <a:ext cx="2601225" cy="2162700"/>
            <a:chOff x="8548500" y="3796225"/>
            <a:chExt cx="3468300" cy="2883600"/>
          </a:xfrm>
        </p:grpSpPr>
        <p:sp>
          <p:nvSpPr>
            <p:cNvPr id="1121" name="Google Shape;1121;p169"/>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22" name="Google Shape;1122;p169"/>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123" name="Google Shape;1123;p169"/>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1124" name="Google Shape;1124;p169"/>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125" name="Google Shape;1125;p169"/>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126" name="Google Shape;1126;p169"/>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127" name="Google Shape;1127;p169"/>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128" name="Google Shape;1128;p169"/>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129" name="Google Shape;1129;p169"/>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130" name="Google Shape;1130;p169"/>
          <p:cNvSpPr/>
          <p:nvPr/>
        </p:nvSpPr>
        <p:spPr>
          <a:xfrm>
            <a:off x="7185625" y="1008725"/>
            <a:ext cx="1821000" cy="12612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1" name="Google Shape;1131;p169"/>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1132" name="Google Shape;1132;p169"/>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1133" name="Google Shape;1133;p169"/>
          <p:cNvGrpSpPr/>
          <p:nvPr/>
        </p:nvGrpSpPr>
        <p:grpSpPr>
          <a:xfrm>
            <a:off x="3790275" y="2847169"/>
            <a:ext cx="2519006" cy="2162700"/>
            <a:chOff x="5053700" y="3796225"/>
            <a:chExt cx="3358675" cy="2883600"/>
          </a:xfrm>
        </p:grpSpPr>
        <p:sp>
          <p:nvSpPr>
            <p:cNvPr id="1134" name="Google Shape;1134;p169"/>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5" name="Google Shape;1135;p169"/>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sp>
          <p:nvSpPr>
            <p:cNvPr id="1136" name="Google Shape;1136;p169"/>
            <p:cNvSpPr/>
            <p:nvPr/>
          </p:nvSpPr>
          <p:spPr>
            <a:xfrm>
              <a:off x="5249910" y="4716967"/>
              <a:ext cx="29964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Other Cost Savings</a:t>
              </a:r>
              <a:endParaRPr sz="1000">
                <a:solidFill>
                  <a:schemeClr val="lt1"/>
                </a:solidFill>
                <a:latin typeface="Verizon NHG TX"/>
                <a:ea typeface="Verizon NHG TX"/>
                <a:cs typeface="Verizon NHG TX"/>
                <a:sym typeface="Verizon NHG TX"/>
              </a:endParaRPr>
            </a:p>
          </p:txBody>
        </p:sp>
        <p:cxnSp>
          <p:nvCxnSpPr>
            <p:cNvPr id="1137" name="Google Shape;1137;p169"/>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1138" name="Google Shape;1138;p169"/>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Revolutionizing how teams build by embedding AI-powered VDS intelligence directly into design and development workflows. Transforming VDS into an intuitive, proactive AI partner in Figma &amp; VS Code, ensuring effortless adoption, perfect consistency, and supercharged productivity for every user, on every project.</a:t>
            </a:r>
            <a:endParaRPr sz="900">
              <a:solidFill>
                <a:schemeClr val="dk1"/>
              </a:solidFill>
              <a:latin typeface="Verizon NHG TX"/>
              <a:ea typeface="Verizon NHG TX"/>
              <a:cs typeface="Verizon NHG TX"/>
              <a:sym typeface="Verizon NHG TX"/>
            </a:endParaRPr>
          </a:p>
        </p:txBody>
      </p:sp>
      <p:sp>
        <p:nvSpPr>
          <p:cNvPr id="1139" name="Google Shape;1139;p169"/>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1140" name="Google Shape;1140;p169"/>
          <p:cNvSpPr/>
          <p:nvPr/>
        </p:nvSpPr>
        <p:spPr>
          <a:xfrm>
            <a:off x="7182350" y="2356362"/>
            <a:ext cx="1830000" cy="4044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Quattrocento Sans"/>
              <a:ea typeface="Quattrocento Sans"/>
              <a:cs typeface="Quattrocento Sans"/>
              <a:sym typeface="Quattrocento Sans"/>
            </a:endParaRPr>
          </a:p>
        </p:txBody>
      </p:sp>
      <p:sp>
        <p:nvSpPr>
          <p:cNvPr id="1141" name="Google Shape;1141;p169"/>
          <p:cNvSpPr txBox="1"/>
          <p:nvPr/>
        </p:nvSpPr>
        <p:spPr>
          <a:xfrm>
            <a:off x="7234950" y="2436497"/>
            <a:ext cx="16866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latin typeface="Verizon NHG DS"/>
                <a:ea typeface="Verizon NHG DS"/>
                <a:cs typeface="Verizon NHG DS"/>
                <a:sym typeface="Verizon NHG DS"/>
              </a:rPr>
              <a:t>Scale</a:t>
            </a:r>
            <a:endParaRPr sz="1200">
              <a:solidFill>
                <a:srgbClr val="000000"/>
              </a:solidFill>
              <a:latin typeface="Verizon NHG DS"/>
              <a:ea typeface="Verizon NHG DS"/>
              <a:cs typeface="Verizon NHG DS"/>
              <a:sym typeface="Verizon NHG DS"/>
            </a:endParaRPr>
          </a:p>
        </p:txBody>
      </p:sp>
      <p:sp>
        <p:nvSpPr>
          <p:cNvPr id="1142" name="Google Shape;1142;p169"/>
          <p:cNvSpPr txBox="1"/>
          <p:nvPr/>
        </p:nvSpPr>
        <p:spPr>
          <a:xfrm>
            <a:off x="7660025" y="2349075"/>
            <a:ext cx="5679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Mobile</a:t>
            </a:r>
            <a:endParaRPr sz="900">
              <a:latin typeface="Verizon NHG TX"/>
              <a:ea typeface="Verizon NHG TX"/>
              <a:cs typeface="Verizon NHG TX"/>
              <a:sym typeface="Verizon NHG TX"/>
            </a:endParaRPr>
          </a:p>
        </p:txBody>
      </p:sp>
      <p:sp>
        <p:nvSpPr>
          <p:cNvPr id="1143" name="Google Shape;1143;p169"/>
          <p:cNvSpPr txBox="1"/>
          <p:nvPr/>
        </p:nvSpPr>
        <p:spPr>
          <a:xfrm>
            <a:off x="8156532" y="2379226"/>
            <a:ext cx="444300" cy="2769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Fios</a:t>
            </a:r>
            <a:endParaRPr sz="900">
              <a:latin typeface="Verizon NHG TX"/>
              <a:ea typeface="Verizon NHG TX"/>
              <a:cs typeface="Verizon NHG TX"/>
              <a:sym typeface="Verizon NHG TX"/>
            </a:endParaRPr>
          </a:p>
        </p:txBody>
      </p:sp>
      <p:sp>
        <p:nvSpPr>
          <p:cNvPr id="1144" name="Google Shape;1144;p169"/>
          <p:cNvSpPr txBox="1"/>
          <p:nvPr/>
        </p:nvSpPr>
        <p:spPr>
          <a:xfrm>
            <a:off x="8567976" y="2349075"/>
            <a:ext cx="4443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FWA</a:t>
            </a:r>
            <a:endParaRPr sz="900">
              <a:latin typeface="Verizon NHG TX"/>
              <a:ea typeface="Verizon NHG TX"/>
              <a:cs typeface="Verizon NHG TX"/>
              <a:sym typeface="Verizon NHG TX"/>
            </a:endParaRPr>
          </a:p>
        </p:txBody>
      </p:sp>
      <p:sp>
        <p:nvSpPr>
          <p:cNvPr id="1145" name="Google Shape;1145;p169"/>
          <p:cNvSpPr/>
          <p:nvPr/>
        </p:nvSpPr>
        <p:spPr>
          <a:xfrm>
            <a:off x="7760475" y="2591477"/>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6" name="Google Shape;1146;p169"/>
          <p:cNvSpPr/>
          <p:nvPr/>
        </p:nvSpPr>
        <p:spPr>
          <a:xfrm>
            <a:off x="8193834" y="2593228"/>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7" name="Google Shape;1147;p169"/>
          <p:cNvSpPr/>
          <p:nvPr/>
        </p:nvSpPr>
        <p:spPr>
          <a:xfrm>
            <a:off x="8605276" y="2593219"/>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8" name="Google Shape;1148;p169"/>
          <p:cNvSpPr/>
          <p:nvPr/>
        </p:nvSpPr>
        <p:spPr>
          <a:xfrm>
            <a:off x="7760475" y="2591477"/>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9" name="Google Shape;1149;p169"/>
          <p:cNvSpPr/>
          <p:nvPr/>
        </p:nvSpPr>
        <p:spPr>
          <a:xfrm>
            <a:off x="8193834" y="2593228"/>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0" name="Google Shape;1150;p169"/>
          <p:cNvSpPr/>
          <p:nvPr/>
        </p:nvSpPr>
        <p:spPr>
          <a:xfrm>
            <a:off x="8605276" y="2593219"/>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70"/>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a:t>
            </a:r>
            <a:r>
              <a:rPr b="1" lang="en" sz="2100">
                <a:latin typeface="Verizon NHG DS"/>
                <a:ea typeface="Verizon NHG DS"/>
                <a:cs typeface="Verizon NHG DS"/>
                <a:sym typeface="Verizon NHG DS"/>
              </a:rPr>
              <a:t>| </a:t>
            </a:r>
            <a:r>
              <a:rPr b="1" lang="en" sz="2100">
                <a:solidFill>
                  <a:srgbClr val="EE001E"/>
                </a:solidFill>
                <a:latin typeface="Verizon NHG DS"/>
                <a:ea typeface="Verizon NHG DS"/>
                <a:cs typeface="Verizon NHG DS"/>
                <a:sym typeface="Verizon NHG DS"/>
              </a:rPr>
              <a:t>AI Tooling</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1156" name="Google Shape;1156;p170"/>
          <p:cNvSpPr txBox="1"/>
          <p:nvPr/>
        </p:nvSpPr>
        <p:spPr>
          <a:xfrm>
            <a:off x="476251" y="46910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Systems</a:t>
            </a:r>
            <a:endParaRPr sz="900">
              <a:latin typeface="Verizon NHG TX"/>
              <a:ea typeface="Verizon NHG TX"/>
              <a:cs typeface="Verizon NHG TX"/>
              <a:sym typeface="Verizon NHG TX"/>
            </a:endParaRPr>
          </a:p>
        </p:txBody>
      </p:sp>
      <p:sp>
        <p:nvSpPr>
          <p:cNvPr id="1157" name="Google Shape;1157;p170"/>
          <p:cNvSpPr/>
          <p:nvPr/>
        </p:nvSpPr>
        <p:spPr>
          <a:xfrm>
            <a:off x="6199593" y="1005175"/>
            <a:ext cx="2563200" cy="1232400"/>
          </a:xfrm>
          <a:prstGeom prst="rect">
            <a:avLst/>
          </a:prstGeom>
          <a:solidFill>
            <a:srgbClr val="F1F1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sp>
        <p:nvSpPr>
          <p:cNvPr id="1158" name="Google Shape;1158;p170"/>
          <p:cNvSpPr txBox="1"/>
          <p:nvPr/>
        </p:nvSpPr>
        <p:spPr>
          <a:xfrm>
            <a:off x="6203366" y="24002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Similarity Engine</a:t>
            </a:r>
            <a:endParaRPr b="1" i="1"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An AI tool that scans the CX Design Figma workspace to quickly find duplicate, inconsistent, or off-brand components.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This will enable the VDS team to spot patterns, clean up design drift, and keep experience design work  aligned with minimal manual audits. </a:t>
            </a:r>
            <a:br>
              <a:rPr lang="en" sz="800">
                <a:solidFill>
                  <a:schemeClr val="dk1"/>
                </a:solidFill>
                <a:latin typeface="Verizon NHG DS"/>
                <a:ea typeface="Verizon NHG DS"/>
                <a:cs typeface="Verizon NHG DS"/>
                <a:sym typeface="Verizon NHG DS"/>
              </a:rPr>
            </a:br>
            <a:br>
              <a:rPr lang="en" sz="800">
                <a:solidFill>
                  <a:schemeClr val="dk1"/>
                </a:solidFill>
                <a:latin typeface="Verizon NHG DS"/>
                <a:ea typeface="Verizon NHG DS"/>
                <a:cs typeface="Verizon NHG DS"/>
                <a:sym typeface="Verizon NHG DS"/>
              </a:rPr>
            </a:br>
            <a:r>
              <a:rPr lang="en" sz="800">
                <a:solidFill>
                  <a:schemeClr val="dk1"/>
                </a:solidFill>
                <a:latin typeface="Verizon NHG DS"/>
                <a:ea typeface="Verizon NHG DS"/>
                <a:cs typeface="Verizon NHG DS"/>
                <a:sym typeface="Verizon NHG DS"/>
              </a:rPr>
              <a:t>This engine will also be able to power other AI tools for adopters by providing accurate, real-time design pattern data—fueling assistants that </a:t>
            </a:r>
            <a:r>
              <a:rPr b="1" lang="en" sz="800">
                <a:solidFill>
                  <a:schemeClr val="dk1"/>
                </a:solidFill>
                <a:latin typeface="Verizon NHG DS"/>
                <a:ea typeface="Verizon NHG DS"/>
                <a:cs typeface="Verizon NHG DS"/>
                <a:sym typeface="Verizon NHG DS"/>
              </a:rPr>
              <a:t>suggest the right components</a:t>
            </a:r>
            <a:r>
              <a:rPr lang="en" sz="800">
                <a:solidFill>
                  <a:schemeClr val="dk1"/>
                </a:solidFill>
                <a:latin typeface="Verizon NHG DS"/>
                <a:ea typeface="Verizon NHG DS"/>
                <a:cs typeface="Verizon NHG DS"/>
                <a:sym typeface="Verizon NHG DS"/>
              </a:rPr>
              <a:t>, </a:t>
            </a:r>
            <a:r>
              <a:rPr b="1" lang="en" sz="800">
                <a:solidFill>
                  <a:schemeClr val="dk1"/>
                </a:solidFill>
                <a:latin typeface="Verizon NHG DS"/>
                <a:ea typeface="Verizon NHG DS"/>
                <a:cs typeface="Verizon NHG DS"/>
                <a:sym typeface="Verizon NHG DS"/>
              </a:rPr>
              <a:t>flag inconsistencies</a:t>
            </a:r>
            <a:r>
              <a:rPr lang="en" sz="800">
                <a:solidFill>
                  <a:schemeClr val="dk1"/>
                </a:solidFill>
                <a:latin typeface="Verizon NHG DS"/>
                <a:ea typeface="Verizon NHG DS"/>
                <a:cs typeface="Verizon NHG DS"/>
                <a:sym typeface="Verizon NHG DS"/>
              </a:rPr>
              <a:t>, or </a:t>
            </a:r>
            <a:r>
              <a:rPr b="1" lang="en" sz="800">
                <a:solidFill>
                  <a:schemeClr val="dk1"/>
                </a:solidFill>
                <a:latin typeface="Verizon NHG DS"/>
                <a:ea typeface="Verizon NHG DS"/>
                <a:cs typeface="Verizon NHG DS"/>
                <a:sym typeface="Verizon NHG DS"/>
              </a:rPr>
              <a:t>automate VQA </a:t>
            </a:r>
            <a:r>
              <a:rPr lang="en" sz="800">
                <a:solidFill>
                  <a:schemeClr val="dk1"/>
                </a:solidFill>
                <a:latin typeface="Verizon NHG DS"/>
                <a:ea typeface="Verizon NHG DS"/>
                <a:cs typeface="Verizon NHG DS"/>
                <a:sym typeface="Verizon NHG DS"/>
              </a:rPr>
              <a:t>during design and development.</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higher quality and consistency across the entire Verizon ecosystem at scale.</a:t>
            </a:r>
            <a:endParaRPr b="1" i="0" sz="800" u="none" cap="none" strike="noStrike">
              <a:solidFill>
                <a:srgbClr val="000000"/>
              </a:solidFill>
              <a:latin typeface="Verizon NHG DS"/>
              <a:ea typeface="Verizon NHG DS"/>
              <a:cs typeface="Verizon NHG DS"/>
              <a:sym typeface="Verizon NHG DS"/>
            </a:endParaRPr>
          </a:p>
        </p:txBody>
      </p:sp>
      <p:sp>
        <p:nvSpPr>
          <p:cNvPr id="1159" name="Google Shape;1159;p170"/>
          <p:cNvSpPr txBox="1"/>
          <p:nvPr/>
        </p:nvSpPr>
        <p:spPr>
          <a:xfrm>
            <a:off x="3338625" y="2400296"/>
            <a:ext cx="263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VDS Development Assistant</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Running in VS Code, our devs’ natural habitat, the VDS Developer Assistant autocompletes imports, shows prop examples, and warns when code veers off spec or a newer component version is available.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It trims setup and PR cleanup, letting engineers focus on features while knowing their build will pass design-system checks the first time.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chemeClr val="dk1"/>
                </a:solidFill>
                <a:latin typeface="Verizon NHG DS"/>
                <a:ea typeface="Verizon NHG DS"/>
                <a:cs typeface="Verizon NHG DS"/>
                <a:sym typeface="Verizon NHG DS"/>
              </a:rPr>
              <a:t>Built-in support for test frameworks and CI hooks drops seamlessly into existing pipelines with almost no extra setup.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chemeClr val="dk1"/>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b="1" lang="en" sz="800">
                <a:solidFill>
                  <a:schemeClr val="dk1"/>
                </a:solidFill>
                <a:latin typeface="Verizon NHG DS"/>
                <a:ea typeface="Verizon NHG DS"/>
                <a:cs typeface="Verizon NHG DS"/>
                <a:sym typeface="Verizon NHG DS"/>
              </a:rPr>
              <a:t>Impact:</a:t>
            </a:r>
            <a:r>
              <a:rPr lang="en" sz="800">
                <a:solidFill>
                  <a:schemeClr val="dk1"/>
                </a:solidFill>
                <a:latin typeface="Verizon NHG DS"/>
                <a:ea typeface="Verizon NHG DS"/>
                <a:cs typeface="Verizon NHG DS"/>
                <a:sym typeface="Verizon NHG DS"/>
              </a:rPr>
              <a:t> cleaner merges, fewer late-stage bugs, and faster releases that look and behave exactly as intended.</a:t>
            </a:r>
            <a:endParaRPr b="1" i="0" sz="800" u="none" cap="none" strike="noStrike">
              <a:solidFill>
                <a:srgbClr val="000000"/>
              </a:solidFill>
              <a:latin typeface="Verizon NHG DS"/>
              <a:ea typeface="Verizon NHG DS"/>
              <a:cs typeface="Verizon NHG DS"/>
              <a:sym typeface="Verizon NHG DS"/>
            </a:endParaRPr>
          </a:p>
        </p:txBody>
      </p:sp>
      <p:sp>
        <p:nvSpPr>
          <p:cNvPr id="1160" name="Google Shape;1160;p170"/>
          <p:cNvSpPr txBox="1"/>
          <p:nvPr/>
        </p:nvSpPr>
        <p:spPr>
          <a:xfrm>
            <a:off x="456075" y="2400296"/>
            <a:ext cx="25632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VDS Design Assistant</a:t>
            </a:r>
            <a:endParaRPr b="1" i="1" sz="800">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b="1" i="1"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Sitting right inside Figma, the VDS Design Assistant watches what you’re drawing and quietly points you to the exact component, token, or spacing rule that fits, then flags anything that drifts.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It cuts the back-and-forth review cycle to minutes, so designers spend more time exploring ideas and less time hunting for “the right way.”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lang="en" sz="800">
                <a:latin typeface="Verizon NHG DS"/>
                <a:ea typeface="Verizon NHG DS"/>
                <a:cs typeface="Verizon NHG DS"/>
                <a:sym typeface="Verizon NHG DS"/>
              </a:rPr>
              <a:t>Over time it learns from real projects, so its nudges get sharper without adding noise.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rPr b="1" lang="en" sz="800">
                <a:latin typeface="Verizon NHG DS"/>
                <a:ea typeface="Verizon NHG DS"/>
                <a:cs typeface="Verizon NHG DS"/>
                <a:sym typeface="Verizon NHG DS"/>
              </a:rPr>
              <a:t>Impact: </a:t>
            </a:r>
            <a:r>
              <a:rPr lang="en" sz="800">
                <a:latin typeface="Verizon NHG DS"/>
                <a:ea typeface="Verizon NHG DS"/>
                <a:cs typeface="Verizon NHG DS"/>
                <a:sym typeface="Verizon NHG DS"/>
              </a:rPr>
              <a:t>Smoother hand-offs and consistently on-brand interfaces, without extra meetings or retraining.</a:t>
            </a:r>
            <a:endParaRPr sz="800">
              <a:latin typeface="Verizon NHG DS"/>
              <a:ea typeface="Verizon NHG DS"/>
              <a:cs typeface="Verizon NHG DS"/>
              <a:sym typeface="Verizon NHG DS"/>
            </a:endParaRPr>
          </a:p>
          <a:p>
            <a:pPr indent="0" lvl="0" marL="0" rtl="0" algn="l">
              <a:spcBef>
                <a:spcPts val="100"/>
              </a:spcBef>
              <a:spcAft>
                <a:spcPts val="0"/>
              </a:spcAft>
              <a:buClr>
                <a:schemeClr val="dk1"/>
              </a:buClr>
              <a:buSzPts val="1100"/>
              <a:buFont typeface="Arial"/>
              <a:buNone/>
            </a:pPr>
            <a:r>
              <a:t/>
            </a:r>
            <a:endParaRPr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t/>
            </a:r>
            <a:endParaRPr sz="800">
              <a:latin typeface="Verizon NHG DS"/>
              <a:ea typeface="Verizon NHG DS"/>
              <a:cs typeface="Verizon NHG DS"/>
              <a:sym typeface="Verizon NHG DS"/>
            </a:endParaRPr>
          </a:p>
        </p:txBody>
      </p:sp>
      <p:pic>
        <p:nvPicPr>
          <p:cNvPr descr="placeholder image that uses icon representative of a design system" id="1161" name="Google Shape;1161;p170"/>
          <p:cNvPicPr preferRelativeResize="0"/>
          <p:nvPr/>
        </p:nvPicPr>
        <p:blipFill rotWithShape="1">
          <a:blip r:embed="rId3">
            <a:alphaModFix/>
          </a:blip>
          <a:srcRect b="106857" l="-8952" r="-12850" t="-70345"/>
          <a:stretch/>
        </p:blipFill>
        <p:spPr>
          <a:xfrm>
            <a:off x="3345372" y="996750"/>
            <a:ext cx="2563478" cy="1232403"/>
          </a:xfrm>
          <a:prstGeom prst="rect">
            <a:avLst/>
          </a:prstGeom>
          <a:noFill/>
          <a:ln cap="flat" cmpd="sng" w="9525">
            <a:solidFill>
              <a:schemeClr val="dk1"/>
            </a:solidFill>
            <a:prstDash val="solid"/>
            <a:round/>
            <a:headEnd len="sm" w="sm" type="none"/>
            <a:tailEnd len="sm" w="sm" type="none"/>
          </a:ln>
        </p:spPr>
      </p:pic>
      <p:pic>
        <p:nvPicPr>
          <p:cNvPr descr="placeholder image that uses icon representative of a design system" id="1162" name="Google Shape;1162;p170"/>
          <p:cNvPicPr preferRelativeResize="0"/>
          <p:nvPr/>
        </p:nvPicPr>
        <p:blipFill rotWithShape="1">
          <a:blip r:embed="rId3">
            <a:alphaModFix/>
          </a:blip>
          <a:srcRect b="22094" l="-8952" r="-12850" t="14418"/>
          <a:stretch/>
        </p:blipFill>
        <p:spPr>
          <a:xfrm>
            <a:off x="484447" y="996750"/>
            <a:ext cx="2563478" cy="1232403"/>
          </a:xfrm>
          <a:prstGeom prst="rect">
            <a:avLst/>
          </a:prstGeom>
          <a:noFill/>
          <a:ln cap="flat" cmpd="sng" w="9525">
            <a:solidFill>
              <a:schemeClr val="dk1"/>
            </a:solidFill>
            <a:prstDash val="solid"/>
            <a:round/>
            <a:headEnd len="sm" w="sm" type="none"/>
            <a:tailEnd len="sm" w="sm" type="none"/>
          </a:ln>
        </p:spPr>
      </p:pic>
      <p:pic>
        <p:nvPicPr>
          <p:cNvPr id="1163" name="Google Shape;1163;p170"/>
          <p:cNvPicPr preferRelativeResize="0"/>
          <p:nvPr/>
        </p:nvPicPr>
        <p:blipFill rotWithShape="1">
          <a:blip r:embed="rId4">
            <a:alphaModFix/>
          </a:blip>
          <a:srcRect b="0" l="-54210" r="-54210" t="0"/>
          <a:stretch/>
        </p:blipFill>
        <p:spPr>
          <a:xfrm>
            <a:off x="6206299" y="996750"/>
            <a:ext cx="2563475" cy="1232400"/>
          </a:xfrm>
          <a:prstGeom prst="rect">
            <a:avLst/>
          </a:prstGeom>
          <a:noFill/>
          <a:ln cap="flat" cmpd="sng" w="9525">
            <a:solidFill>
              <a:schemeClr val="dk1"/>
            </a:solidFill>
            <a:prstDash val="solid"/>
            <a:round/>
            <a:headEnd len="sm" w="sm" type="none"/>
            <a:tailEnd len="sm" w="sm" type="none"/>
          </a:ln>
        </p:spPr>
      </p:pic>
      <p:pic>
        <p:nvPicPr>
          <p:cNvPr id="1164" name="Google Shape;1164;p170"/>
          <p:cNvPicPr preferRelativeResize="0"/>
          <p:nvPr/>
        </p:nvPicPr>
        <p:blipFill>
          <a:blip r:embed="rId5">
            <a:alphaModFix/>
          </a:blip>
          <a:stretch>
            <a:fillRect/>
          </a:stretch>
        </p:blipFill>
        <p:spPr>
          <a:xfrm>
            <a:off x="1149988" y="996750"/>
            <a:ext cx="1232400" cy="1232400"/>
          </a:xfrm>
          <a:prstGeom prst="rect">
            <a:avLst/>
          </a:prstGeom>
          <a:noFill/>
          <a:ln>
            <a:noFill/>
          </a:ln>
        </p:spPr>
      </p:pic>
      <p:pic>
        <p:nvPicPr>
          <p:cNvPr id="1165" name="Google Shape;1165;p170"/>
          <p:cNvPicPr preferRelativeResize="0"/>
          <p:nvPr/>
        </p:nvPicPr>
        <p:blipFill>
          <a:blip r:embed="rId6">
            <a:alphaModFix/>
          </a:blip>
          <a:stretch>
            <a:fillRect/>
          </a:stretch>
        </p:blipFill>
        <p:spPr>
          <a:xfrm>
            <a:off x="4109750" y="1201350"/>
            <a:ext cx="924499" cy="823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172" name="Google Shape;1172;p171"/>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AI Tooling</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Operational Efficiency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73" name="Google Shape;1173;p171"/>
          <p:cNvSpPr txBox="1"/>
          <p:nvPr/>
        </p:nvSpPr>
        <p:spPr>
          <a:xfrm>
            <a:off x="508700" y="3486413"/>
            <a:ext cx="3606900" cy="1082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Revolutionizing how teams build by embedding AI-powered VDS intelligence directly into design and development workflows. Transforming VDS into an intuitive, proactive AI partner in Figma &amp; VS Code, ensuring effortless adoption, perfect consistency, and supercharged productivity for every user, on every project.</a:t>
            </a:r>
            <a:endParaRPr b="0" i="0" sz="1100" u="none" cap="none" strike="noStrike">
              <a:solidFill>
                <a:srgbClr val="1F1F1F"/>
              </a:solidFill>
              <a:latin typeface="Verizon NHG DS"/>
              <a:ea typeface="Verizon NHG DS"/>
              <a:cs typeface="Verizon NHG DS"/>
              <a:sym typeface="Verizon NHG DS"/>
            </a:endParaRPr>
          </a:p>
        </p:txBody>
      </p:sp>
      <p:sp>
        <p:nvSpPr>
          <p:cNvPr id="1174" name="Google Shape;1174;p171"/>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Today, using VDS involves manual searches, context switching for support in Slack, and tedious VDS team effort answering repetitive questions. This friction slows down our designers and developers, breeds inconsistency, and drains resources. Valuable time is lost on manual visual audits and VQA, delaying innovation and time-to-market.</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Introducing VDS AI Tooling: A suite of intelligent assistants! A Figma plugin (VDS Design Assistant) and VS Code extension (VDS Dev Assistant) will provide instant, in-context access to VDS components, guidelines, and an AI chatbot. Plus, a powerful Similarity Engine will automate visual audits and unlock new design capabilities.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Designers &amp; developers get a VDS AI co-pilot! They'll access VDS assets &amp; answers instantly within Figma/VS Code, slashing friction &amp; search time. Expect unprecedented efficiency, faster onboarding, higher quality outputs, and greater confidence in applying VDS correctly. This means more time creating, less time wrestling with tools or seeking help.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VDS AI Tooling will ignite development speed, dramatically cut VDS support costs, and elevate product quality &amp; consistency across all Verizon experiences. By automating tedious tasks like visual audits and providing intelligent support, we unlock significant efficiency gains, accelerate innovation, and amplify the ROI of our entire VDS ecosystem.</a:t>
            </a:r>
            <a:endParaRPr b="1" sz="800">
              <a:solidFill>
                <a:srgbClr val="EE001E"/>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1175" name="Google Shape;1175;p171"/>
          <p:cNvGrpSpPr/>
          <p:nvPr/>
        </p:nvGrpSpPr>
        <p:grpSpPr>
          <a:xfrm>
            <a:off x="1601419" y="377006"/>
            <a:ext cx="1421550" cy="1393875"/>
            <a:chOff x="2135225" y="502675"/>
            <a:chExt cx="1895400" cy="1858500"/>
          </a:xfrm>
        </p:grpSpPr>
        <p:sp>
          <p:nvSpPr>
            <p:cNvPr id="1176" name="Google Shape;1176;p171"/>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77" name="Google Shape;1177;p171"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78" name="Google Shape;1178;p171"/>
          <p:cNvGrpSpPr/>
          <p:nvPr/>
        </p:nvGrpSpPr>
        <p:grpSpPr>
          <a:xfrm>
            <a:off x="6893719" y="154838"/>
            <a:ext cx="2104650" cy="212400"/>
            <a:chOff x="9242425" y="104850"/>
            <a:chExt cx="2806200" cy="283200"/>
          </a:xfrm>
        </p:grpSpPr>
        <p:sp>
          <p:nvSpPr>
            <p:cNvPr id="1179" name="Google Shape;1179;p171"/>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80" name="Google Shape;1180;p171"/>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81" name="Google Shape;1181;p171"/>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7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188" name="Google Shape;1188;p17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189" name="Google Shape;1189;p172"/>
          <p:cNvGraphicFramePr/>
          <p:nvPr/>
        </p:nvGraphicFramePr>
        <p:xfrm>
          <a:off x="429394" y="1230450"/>
          <a:ext cx="3000000" cy="3000000"/>
        </p:xfrm>
        <a:graphic>
          <a:graphicData uri="http://schemas.openxmlformats.org/drawingml/2006/table">
            <a:tbl>
              <a:tblPr>
                <a:noFill/>
                <a:tableStyleId>{4066218C-E4B1-4CFB-A3CB-4173260884A1}</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190" name="Google Shape;1190;p172"/>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191" name="Google Shape;1191;p172"/>
          <p:cNvGraphicFramePr/>
          <p:nvPr/>
        </p:nvGraphicFramePr>
        <p:xfrm>
          <a:off x="4665081" y="1230450"/>
          <a:ext cx="3000000" cy="3000000"/>
        </p:xfrm>
        <a:graphic>
          <a:graphicData uri="http://schemas.openxmlformats.org/drawingml/2006/table">
            <a:tbl>
              <a:tblPr>
                <a:noFill/>
                <a:tableStyleId>{4066218C-E4B1-4CFB-A3CB-4173260884A1}</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192" name="Google Shape;1192;p172"/>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193" name="Google Shape;1193;p172"/>
          <p:cNvGrpSpPr/>
          <p:nvPr/>
        </p:nvGrpSpPr>
        <p:grpSpPr>
          <a:xfrm>
            <a:off x="6665119" y="154838"/>
            <a:ext cx="2104650" cy="212400"/>
            <a:chOff x="9242425" y="104850"/>
            <a:chExt cx="2806200" cy="283200"/>
          </a:xfrm>
        </p:grpSpPr>
        <p:sp>
          <p:nvSpPr>
            <p:cNvPr id="1194" name="Google Shape;1194;p17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95" name="Google Shape;1195;p17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196" name="Google Shape;1196;p17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1" name="Shape 1201"/>
        <p:cNvGrpSpPr/>
        <p:nvPr/>
      </p:nvGrpSpPr>
      <p:grpSpPr>
        <a:xfrm>
          <a:off x="0" y="0"/>
          <a:ext cx="0" cy="0"/>
          <a:chOff x="0" y="0"/>
          <a:chExt cx="0" cy="0"/>
        </a:xfrm>
      </p:grpSpPr>
      <p:sp>
        <p:nvSpPr>
          <p:cNvPr id="1202" name="Google Shape;1202;p173"/>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203" name="Google Shape;1203;p173"/>
          <p:cNvGraphicFramePr/>
          <p:nvPr/>
        </p:nvGraphicFramePr>
        <p:xfrm>
          <a:off x="139200" y="1108475"/>
          <a:ext cx="3000000" cy="3000000"/>
        </p:xfrm>
        <a:graphic>
          <a:graphicData uri="http://schemas.openxmlformats.org/drawingml/2006/table">
            <a:tbl>
              <a:tblPr>
                <a:noFill/>
                <a:tableStyleId>{5F7A276B-9F52-42E4-8A04-92EE776370D4}</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04" name="Google Shape;1204;p173"/>
          <p:cNvGraphicFramePr/>
          <p:nvPr/>
        </p:nvGraphicFramePr>
        <p:xfrm>
          <a:off x="7669163" y="4452650"/>
          <a:ext cx="3000000" cy="3000000"/>
        </p:xfrm>
        <a:graphic>
          <a:graphicData uri="http://schemas.openxmlformats.org/drawingml/2006/table">
            <a:tbl>
              <a:tblPr>
                <a:noFill/>
                <a:tableStyleId>{5F7A276B-9F52-42E4-8A04-92EE776370D4}</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05" name="Google Shape;1205;p173"/>
          <p:cNvGrpSpPr/>
          <p:nvPr/>
        </p:nvGrpSpPr>
        <p:grpSpPr>
          <a:xfrm>
            <a:off x="6665119" y="154838"/>
            <a:ext cx="2104650" cy="212400"/>
            <a:chOff x="9242425" y="104850"/>
            <a:chExt cx="2806200" cy="283200"/>
          </a:xfrm>
        </p:grpSpPr>
        <p:sp>
          <p:nvSpPr>
            <p:cNvPr id="1206" name="Google Shape;1206;p173"/>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07" name="Google Shape;1207;p173"/>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08" name="Google Shape;1208;p173"/>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3" name="Shape 1213"/>
        <p:cNvGrpSpPr/>
        <p:nvPr/>
      </p:nvGrpSpPr>
      <p:grpSpPr>
        <a:xfrm>
          <a:off x="0" y="0"/>
          <a:ext cx="0" cy="0"/>
          <a:chOff x="0" y="0"/>
          <a:chExt cx="0" cy="0"/>
        </a:xfrm>
      </p:grpSpPr>
      <p:sp>
        <p:nvSpPr>
          <p:cNvPr id="1214" name="Google Shape;1214;p174"/>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215" name="Google Shape;1215;p174"/>
          <p:cNvGraphicFramePr/>
          <p:nvPr/>
        </p:nvGraphicFramePr>
        <p:xfrm>
          <a:off x="139200" y="1108475"/>
          <a:ext cx="3000000" cy="3000000"/>
        </p:xfrm>
        <a:graphic>
          <a:graphicData uri="http://schemas.openxmlformats.org/drawingml/2006/table">
            <a:tbl>
              <a:tblPr>
                <a:noFill/>
                <a:tableStyleId>{5F7A276B-9F52-42E4-8A04-92EE776370D4}</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16" name="Google Shape;1216;p174"/>
          <p:cNvGraphicFramePr/>
          <p:nvPr/>
        </p:nvGraphicFramePr>
        <p:xfrm>
          <a:off x="7669163" y="4452650"/>
          <a:ext cx="3000000" cy="3000000"/>
        </p:xfrm>
        <a:graphic>
          <a:graphicData uri="http://schemas.openxmlformats.org/drawingml/2006/table">
            <a:tbl>
              <a:tblPr>
                <a:noFill/>
                <a:tableStyleId>{5F7A276B-9F52-42E4-8A04-92EE776370D4}</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17" name="Google Shape;1217;p174"/>
          <p:cNvGrpSpPr/>
          <p:nvPr/>
        </p:nvGrpSpPr>
        <p:grpSpPr>
          <a:xfrm>
            <a:off x="6665119" y="154838"/>
            <a:ext cx="2104650" cy="212400"/>
            <a:chOff x="9242425" y="104850"/>
            <a:chExt cx="2806200" cy="283200"/>
          </a:xfrm>
        </p:grpSpPr>
        <p:sp>
          <p:nvSpPr>
            <p:cNvPr id="1218" name="Google Shape;1218;p174"/>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19" name="Google Shape;1219;p174"/>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20" name="Google Shape;1220;p174"/>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0" name="Shape 1230"/>
        <p:cNvGrpSpPr/>
        <p:nvPr/>
      </p:nvGrpSpPr>
      <p:grpSpPr>
        <a:xfrm>
          <a:off x="0" y="0"/>
          <a:ext cx="0" cy="0"/>
          <a:chOff x="0" y="0"/>
          <a:chExt cx="0" cy="0"/>
        </a:xfrm>
      </p:grpSpPr>
      <p:sp>
        <p:nvSpPr>
          <p:cNvPr id="1231" name="Google Shape;1231;p176"/>
          <p:cNvSpPr txBox="1"/>
          <p:nvPr>
            <p:ph type="title"/>
          </p:nvPr>
        </p:nvSpPr>
        <p:spPr>
          <a:xfrm>
            <a:off x="457200" y="3349229"/>
            <a:ext cx="5424600" cy="13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Initiative Name</a:t>
            </a:r>
            <a:endParaRPr/>
          </a:p>
        </p:txBody>
      </p:sp>
      <p:sp>
        <p:nvSpPr>
          <p:cNvPr id="1232" name="Google Shape;1232;p176"/>
          <p:cNvSpPr txBox="1"/>
          <p:nvPr>
            <p:ph idx="1" type="body"/>
          </p:nvPr>
        </p:nvSpPr>
        <p:spPr>
          <a:xfrm>
            <a:off x="6417581" y="3406500"/>
            <a:ext cx="2253000" cy="58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Submitter Name</a:t>
            </a:r>
            <a:endParaRPr/>
          </a:p>
          <a:p>
            <a:pPr indent="0" lvl="0" marL="0" rtl="0" algn="l">
              <a:spcBef>
                <a:spcPts val="0"/>
              </a:spcBef>
              <a:spcAft>
                <a:spcPts val="0"/>
              </a:spcAft>
              <a:buNone/>
            </a:pPr>
            <a:r>
              <a:rPr lang="en"/>
              <a:t>Band 5 Team Name</a:t>
            </a:r>
            <a:endParaRPr/>
          </a:p>
          <a:p>
            <a:pPr indent="0" lvl="0" marL="0" rtl="0" algn="l">
              <a:spcBef>
                <a:spcPts val="0"/>
              </a:spcBef>
              <a:spcAft>
                <a:spcPts val="0"/>
              </a:spcAft>
              <a:buNone/>
            </a:pPr>
            <a:r>
              <a:t/>
            </a:r>
            <a:endParaRPr/>
          </a:p>
        </p:txBody>
      </p:sp>
      <p:sp>
        <p:nvSpPr>
          <p:cNvPr id="1233" name="Google Shape;1233;p176"/>
          <p:cNvSpPr txBox="1"/>
          <p:nvPr>
            <p:ph type="title"/>
          </p:nvPr>
        </p:nvSpPr>
        <p:spPr>
          <a:xfrm>
            <a:off x="3257550" y="491733"/>
            <a:ext cx="5424600" cy="697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rgbClr val="F8FF3C"/>
                </a:solidFill>
              </a:rPr>
              <a:t>Master Artifact</a:t>
            </a:r>
            <a:endParaRPr>
              <a:solidFill>
                <a:srgbClr val="F8FF3C"/>
              </a:solidFill>
            </a:endParaRPr>
          </a:p>
        </p:txBody>
      </p:sp>
      <p:sp>
        <p:nvSpPr>
          <p:cNvPr id="1234" name="Google Shape;1234;p176"/>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dk1"/>
                </a:solidFill>
                <a:latin typeface="Verizon NHG TX"/>
                <a:ea typeface="Verizon NHG TX"/>
                <a:cs typeface="Verizon NHG TX"/>
                <a:sym typeface="Verizon NHG TX"/>
              </a:rPr>
              <a:t>Core Product</a:t>
            </a:r>
            <a:endParaRPr sz="900">
              <a:solidFill>
                <a:schemeClr val="dk1"/>
              </a:solidFill>
              <a:latin typeface="Verizon NHG TX"/>
              <a:ea typeface="Verizon NHG TX"/>
              <a:cs typeface="Verizon NHG TX"/>
              <a:sym typeface="Verizon NHG TX"/>
            </a:endParaRPr>
          </a:p>
        </p:txBody>
      </p:sp>
      <p:sp>
        <p:nvSpPr>
          <p:cNvPr id="1235" name="Google Shape;1235;p176"/>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lt2"/>
                </a:solidFill>
                <a:latin typeface="Verizon NHG TX"/>
                <a:ea typeface="Verizon NHG TX"/>
                <a:cs typeface="Verizon NHG TX"/>
                <a:sym typeface="Verizon NHG TX"/>
              </a:rPr>
              <a:t>Project</a:t>
            </a:r>
            <a:endParaRPr sz="900">
              <a:solidFill>
                <a:schemeClr val="lt2"/>
              </a:solidFill>
              <a:latin typeface="Verizon NHG TX"/>
              <a:ea typeface="Verizon NHG TX"/>
              <a:cs typeface="Verizon NHG TX"/>
              <a:sym typeface="Verizon NHG T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240" name="Shape 1240"/>
        <p:cNvGrpSpPr/>
        <p:nvPr/>
      </p:nvGrpSpPr>
      <p:grpSpPr>
        <a:xfrm>
          <a:off x="0" y="0"/>
          <a:ext cx="0" cy="0"/>
          <a:chOff x="0" y="0"/>
          <a:chExt cx="0" cy="0"/>
        </a:xfrm>
      </p:grpSpPr>
      <p:sp>
        <p:nvSpPr>
          <p:cNvPr id="1241" name="Google Shape;1241;p177"/>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242" name="Google Shape;1242;p177"/>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43" name="Google Shape;1243;p177"/>
          <p:cNvSpPr txBox="1"/>
          <p:nvPr/>
        </p:nvSpPr>
        <p:spPr>
          <a:xfrm>
            <a:off x="228600" y="554419"/>
            <a:ext cx="6182700" cy="2385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i="1" lang="en" sz="1100">
                <a:solidFill>
                  <a:schemeClr val="dk1"/>
                </a:solidFill>
                <a:latin typeface="Verizon NHG TX"/>
                <a:ea typeface="Verizon NHG TX"/>
                <a:cs typeface="Verizon NHG TX"/>
                <a:sym typeface="Verizon NHG TX"/>
              </a:rPr>
              <a:t>Northstar:</a:t>
            </a:r>
            <a:endParaRPr i="1" sz="1100">
              <a:solidFill>
                <a:schemeClr val="dk1"/>
              </a:solidFill>
              <a:latin typeface="Verizon NHG TX"/>
              <a:ea typeface="Verizon NHG TX"/>
              <a:cs typeface="Verizon NHG TX"/>
              <a:sym typeface="Verizon NHG TX"/>
            </a:endParaRPr>
          </a:p>
        </p:txBody>
      </p:sp>
      <p:sp>
        <p:nvSpPr>
          <p:cNvPr id="1244" name="Google Shape;1244;p177"/>
          <p:cNvSpPr txBox="1"/>
          <p:nvPr>
            <p:ph idx="4294967295" type="body"/>
          </p:nvPr>
        </p:nvSpPr>
        <p:spPr>
          <a:xfrm>
            <a:off x="228601" y="1143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2026 CXO Planning</a:t>
            </a:r>
            <a:endParaRPr b="0"/>
          </a:p>
        </p:txBody>
      </p:sp>
      <p:sp>
        <p:nvSpPr>
          <p:cNvPr id="1245" name="Google Shape;1245;p177"/>
          <p:cNvSpPr txBox="1"/>
          <p:nvPr/>
        </p:nvSpPr>
        <p:spPr>
          <a:xfrm>
            <a:off x="228600" y="2449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Workstream Name | </a:t>
            </a:r>
            <a:r>
              <a:rPr b="1" lang="en" sz="2100">
                <a:latin typeface="Verizon NHG DS"/>
                <a:ea typeface="Verizon NHG DS"/>
                <a:cs typeface="Verizon NHG DS"/>
                <a:sym typeface="Verizon NHG DS"/>
              </a:rPr>
              <a:t>Initiative Name </a:t>
            </a:r>
            <a:r>
              <a:rPr b="1" lang="en" sz="2100">
                <a:solidFill>
                  <a:schemeClr val="accent1"/>
                </a:solidFill>
                <a:latin typeface="Verizon NHG DS"/>
                <a:ea typeface="Verizon NHG DS"/>
                <a:cs typeface="Verizon NHG DS"/>
                <a:sym typeface="Verizon NHG DS"/>
              </a:rPr>
              <a:t>TEMPLATE</a:t>
            </a:r>
            <a:endParaRPr b="1" sz="2100">
              <a:solidFill>
                <a:schemeClr val="accent1"/>
              </a:solidFill>
              <a:latin typeface="Verizon NHG DS"/>
              <a:ea typeface="Verizon NHG DS"/>
              <a:cs typeface="Verizon NHG DS"/>
              <a:sym typeface="Verizon NHG DS"/>
            </a:endParaRPr>
          </a:p>
        </p:txBody>
      </p:sp>
      <p:grpSp>
        <p:nvGrpSpPr>
          <p:cNvPr id="1246" name="Google Shape;1246;p177"/>
          <p:cNvGrpSpPr/>
          <p:nvPr/>
        </p:nvGrpSpPr>
        <p:grpSpPr>
          <a:xfrm>
            <a:off x="128569" y="1008713"/>
            <a:ext cx="3555300" cy="4001175"/>
            <a:chOff x="171425" y="1344950"/>
            <a:chExt cx="4740400" cy="5334900"/>
          </a:xfrm>
        </p:grpSpPr>
        <p:sp>
          <p:nvSpPr>
            <p:cNvPr id="1247" name="Google Shape;1247;p177"/>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48" name="Google Shape;1248;p177"/>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249" name="Google Shape;1249;p177"/>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grpSp>
          <p:nvGrpSpPr>
            <p:cNvPr id="1250" name="Google Shape;1250;p177"/>
            <p:cNvGrpSpPr/>
            <p:nvPr/>
          </p:nvGrpSpPr>
          <p:grpSpPr>
            <a:xfrm>
              <a:off x="978796" y="1949725"/>
              <a:ext cx="3919804" cy="488725"/>
              <a:chOff x="978796" y="1797325"/>
              <a:chExt cx="3919804" cy="488725"/>
            </a:xfrm>
          </p:grpSpPr>
          <p:sp>
            <p:nvSpPr>
              <p:cNvPr id="1251" name="Google Shape;1251;p177"/>
              <p:cNvSpPr txBox="1"/>
              <p:nvPr/>
            </p:nvSpPr>
            <p:spPr>
              <a:xfrm>
                <a:off x="978800" y="2009150"/>
                <a:ext cx="3919800" cy="2769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1100">
                  <a:solidFill>
                    <a:schemeClr val="dk1"/>
                  </a:solidFill>
                  <a:latin typeface="Verizon NHG TX"/>
                  <a:ea typeface="Verizon NHG TX"/>
                  <a:cs typeface="Verizon NHG TX"/>
                  <a:sym typeface="Verizon NHG TX"/>
                </a:endParaRPr>
              </a:p>
            </p:txBody>
          </p:sp>
          <p:sp>
            <p:nvSpPr>
              <p:cNvPr id="1252" name="Google Shape;1252;p177"/>
              <p:cNvSpPr txBox="1"/>
              <p:nvPr/>
            </p:nvSpPr>
            <p:spPr>
              <a:xfrm>
                <a:off x="978796" y="1797325"/>
                <a:ext cx="3919800" cy="3180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 </a:t>
                </a:r>
                <a:endParaRPr sz="1100">
                  <a:solidFill>
                    <a:schemeClr val="dk1"/>
                  </a:solidFill>
                  <a:latin typeface="Verizon NHG TX"/>
                  <a:ea typeface="Verizon NHG TX"/>
                  <a:cs typeface="Verizon NHG TX"/>
                  <a:sym typeface="Verizon NHG TX"/>
                </a:endParaRPr>
              </a:p>
            </p:txBody>
          </p:sp>
        </p:grpSp>
        <p:grpSp>
          <p:nvGrpSpPr>
            <p:cNvPr id="1253" name="Google Shape;1253;p177"/>
            <p:cNvGrpSpPr/>
            <p:nvPr/>
          </p:nvGrpSpPr>
          <p:grpSpPr>
            <a:xfrm>
              <a:off x="978796" y="2787925"/>
              <a:ext cx="3919804" cy="541125"/>
              <a:chOff x="978796" y="2483125"/>
              <a:chExt cx="3919804" cy="541125"/>
            </a:xfrm>
          </p:grpSpPr>
          <p:sp>
            <p:nvSpPr>
              <p:cNvPr id="1254" name="Google Shape;1254;p177"/>
              <p:cNvSpPr txBox="1"/>
              <p:nvPr/>
            </p:nvSpPr>
            <p:spPr>
              <a:xfrm>
                <a:off x="978800" y="2701150"/>
                <a:ext cx="3919800" cy="3231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55" name="Google Shape;1255;p177"/>
              <p:cNvSpPr txBox="1"/>
              <p:nvPr/>
            </p:nvSpPr>
            <p:spPr>
              <a:xfrm>
                <a:off x="978796" y="2483125"/>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a:t>
                </a:r>
                <a:endParaRPr b="1" sz="1100">
                  <a:solidFill>
                    <a:schemeClr val="dk1"/>
                  </a:solidFill>
                  <a:latin typeface="Verizon NHG TX"/>
                  <a:ea typeface="Verizon NHG TX"/>
                  <a:cs typeface="Verizon NHG TX"/>
                  <a:sym typeface="Verizon NHG TX"/>
                </a:endParaRPr>
              </a:p>
            </p:txBody>
          </p:sp>
        </p:grpSp>
        <p:cxnSp>
          <p:nvCxnSpPr>
            <p:cNvPr id="1256" name="Google Shape;1256;p177"/>
            <p:cNvCxnSpPr/>
            <p:nvPr/>
          </p:nvCxnSpPr>
          <p:spPr>
            <a:xfrm>
              <a:off x="171425" y="2744075"/>
              <a:ext cx="4735800" cy="0"/>
            </a:xfrm>
            <a:prstGeom prst="straightConnector1">
              <a:avLst/>
            </a:prstGeom>
            <a:noFill/>
            <a:ln cap="flat" cmpd="sng" w="9525">
              <a:solidFill>
                <a:srgbClr val="F6FF1F"/>
              </a:solidFill>
              <a:prstDash val="solid"/>
              <a:miter lim="800000"/>
              <a:headEnd len="sm" w="sm" type="none"/>
              <a:tailEnd len="sm" w="sm" type="none"/>
            </a:ln>
          </p:spPr>
        </p:cxnSp>
        <p:cxnSp>
          <p:nvCxnSpPr>
            <p:cNvPr id="1257" name="Google Shape;1257;p177"/>
            <p:cNvCxnSpPr/>
            <p:nvPr/>
          </p:nvCxnSpPr>
          <p:spPr>
            <a:xfrm>
              <a:off x="171425" y="35479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58" name="Google Shape;1258;p177"/>
            <p:cNvGrpSpPr/>
            <p:nvPr/>
          </p:nvGrpSpPr>
          <p:grpSpPr>
            <a:xfrm>
              <a:off x="978796" y="3613888"/>
              <a:ext cx="3919804" cy="537187"/>
              <a:chOff x="978796" y="3232888"/>
              <a:chExt cx="3919804" cy="537187"/>
            </a:xfrm>
          </p:grpSpPr>
          <p:sp>
            <p:nvSpPr>
              <p:cNvPr id="1259" name="Google Shape;1259;p177"/>
              <p:cNvSpPr txBox="1"/>
              <p:nvPr/>
            </p:nvSpPr>
            <p:spPr>
              <a:xfrm>
                <a:off x="978800" y="34622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0" name="Google Shape;1260;p177"/>
              <p:cNvSpPr txBox="1"/>
              <p:nvPr/>
            </p:nvSpPr>
            <p:spPr>
              <a:xfrm>
                <a:off x="978796" y="32328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cxnSp>
          <p:nvCxnSpPr>
            <p:cNvPr id="1261" name="Google Shape;1261;p177"/>
            <p:cNvCxnSpPr/>
            <p:nvPr/>
          </p:nvCxnSpPr>
          <p:spPr>
            <a:xfrm>
              <a:off x="171425" y="4354692"/>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62" name="Google Shape;1262;p177"/>
            <p:cNvGrpSpPr/>
            <p:nvPr/>
          </p:nvGrpSpPr>
          <p:grpSpPr>
            <a:xfrm>
              <a:off x="978796" y="4422403"/>
              <a:ext cx="3919804" cy="566572"/>
              <a:chOff x="978796" y="3965203"/>
              <a:chExt cx="3919804" cy="566572"/>
            </a:xfrm>
          </p:grpSpPr>
          <p:sp>
            <p:nvSpPr>
              <p:cNvPr id="1263" name="Google Shape;1263;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4" name="Google Shape;1264;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65" name="Google Shape;1265;p177"/>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266" name="Google Shape;1266;p177"/>
            <p:cNvSpPr txBox="1"/>
            <p:nvPr/>
          </p:nvSpPr>
          <p:spPr>
            <a:xfrm>
              <a:off x="324350" y="27879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sp>
          <p:nvSpPr>
            <p:cNvPr id="1267" name="Google Shape;1267;p177"/>
            <p:cNvSpPr txBox="1"/>
            <p:nvPr/>
          </p:nvSpPr>
          <p:spPr>
            <a:xfrm>
              <a:off x="324350" y="36153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sp>
          <p:nvSpPr>
            <p:cNvPr id="1268" name="Google Shape;1268;p177"/>
            <p:cNvSpPr txBox="1"/>
            <p:nvPr/>
          </p:nvSpPr>
          <p:spPr>
            <a:xfrm>
              <a:off x="324350" y="44435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04</a:t>
              </a:r>
              <a:endParaRPr sz="1300">
                <a:solidFill>
                  <a:srgbClr val="EE001E"/>
                </a:solidFill>
                <a:latin typeface="Verizon NHG DS"/>
                <a:ea typeface="Verizon NHG DS"/>
                <a:cs typeface="Verizon NHG DS"/>
                <a:sym typeface="Verizon NHG DS"/>
              </a:endParaRPr>
            </a:p>
          </p:txBody>
        </p:sp>
        <p:grpSp>
          <p:nvGrpSpPr>
            <p:cNvPr id="1269" name="Google Shape;1269;p177"/>
            <p:cNvGrpSpPr/>
            <p:nvPr/>
          </p:nvGrpSpPr>
          <p:grpSpPr>
            <a:xfrm>
              <a:off x="978796" y="5260603"/>
              <a:ext cx="3919804" cy="566572"/>
              <a:chOff x="978796" y="3965203"/>
              <a:chExt cx="3919804" cy="566572"/>
            </a:xfrm>
          </p:grpSpPr>
          <p:sp>
            <p:nvSpPr>
              <p:cNvPr id="1270" name="Google Shape;1270;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71" name="Google Shape;1271;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72" name="Google Shape;1272;p177"/>
            <p:cNvSpPr txBox="1"/>
            <p:nvPr/>
          </p:nvSpPr>
          <p:spPr>
            <a:xfrm>
              <a:off x="324350" y="52817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05</a:t>
              </a:r>
              <a:endParaRPr sz="1300">
                <a:solidFill>
                  <a:srgbClr val="EE001E"/>
                </a:solidFill>
                <a:latin typeface="Verizon NHG DS"/>
                <a:ea typeface="Verizon NHG DS"/>
                <a:cs typeface="Verizon NHG DS"/>
                <a:sym typeface="Verizon NHG DS"/>
              </a:endParaRPr>
            </a:p>
          </p:txBody>
        </p:sp>
        <p:cxnSp>
          <p:nvCxnSpPr>
            <p:cNvPr id="1273" name="Google Shape;1273;p177"/>
            <p:cNvCxnSpPr/>
            <p:nvPr/>
          </p:nvCxnSpPr>
          <p:spPr>
            <a:xfrm>
              <a:off x="171425" y="52243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274" name="Google Shape;1274;p177"/>
          <p:cNvSpPr/>
          <p:nvPr/>
        </p:nvSpPr>
        <p:spPr>
          <a:xfrm>
            <a:off x="3790275" y="1008713"/>
            <a:ext cx="52224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75" name="Google Shape;1275;p177"/>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Journey Map</a:t>
            </a:r>
            <a:endParaRPr sz="1200">
              <a:solidFill>
                <a:schemeClr val="dk1"/>
              </a:solidFill>
              <a:latin typeface="Verizon NHG DS"/>
              <a:ea typeface="Verizon NHG DS"/>
              <a:cs typeface="Verizon NHG DS"/>
              <a:sym typeface="Verizon NHG DS"/>
            </a:endParaRPr>
          </a:p>
        </p:txBody>
      </p:sp>
      <p:cxnSp>
        <p:nvCxnSpPr>
          <p:cNvPr id="1276" name="Google Shape;1276;p177"/>
          <p:cNvCxnSpPr/>
          <p:nvPr/>
        </p:nvCxnSpPr>
        <p:spPr>
          <a:xfrm>
            <a:off x="3790275" y="1338488"/>
            <a:ext cx="5241600" cy="0"/>
          </a:xfrm>
          <a:prstGeom prst="straightConnector1">
            <a:avLst/>
          </a:prstGeom>
          <a:noFill/>
          <a:ln cap="flat" cmpd="sng" w="9525">
            <a:solidFill>
              <a:srgbClr val="EE001E"/>
            </a:solidFill>
            <a:prstDash val="solid"/>
            <a:miter lim="800000"/>
            <a:headEnd len="sm" w="sm" type="none"/>
            <a:tailEnd len="sm" w="sm" type="none"/>
          </a:ln>
        </p:spPr>
      </p:cxnSp>
      <p:sp>
        <p:nvSpPr>
          <p:cNvPr id="1277" name="Google Shape;1277;p177"/>
          <p:cNvSpPr/>
          <p:nvPr/>
        </p:nvSpPr>
        <p:spPr>
          <a:xfrm>
            <a:off x="39374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8" name="Google Shape;1278;p177"/>
          <p:cNvSpPr/>
          <p:nvPr/>
        </p:nvSpPr>
        <p:spPr>
          <a:xfrm>
            <a:off x="51375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9" name="Google Shape;1279;p177"/>
          <p:cNvSpPr/>
          <p:nvPr/>
        </p:nvSpPr>
        <p:spPr>
          <a:xfrm>
            <a:off x="63377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0" name="Google Shape;1280;p177"/>
          <p:cNvSpPr/>
          <p:nvPr/>
        </p:nvSpPr>
        <p:spPr>
          <a:xfrm>
            <a:off x="75378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1" name="Google Shape;1281;p177"/>
          <p:cNvSpPr/>
          <p:nvPr/>
        </p:nvSpPr>
        <p:spPr>
          <a:xfrm>
            <a:off x="39374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2" name="Google Shape;1282;p177"/>
          <p:cNvSpPr/>
          <p:nvPr/>
        </p:nvSpPr>
        <p:spPr>
          <a:xfrm>
            <a:off x="51375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3" name="Google Shape;1283;p177"/>
          <p:cNvSpPr/>
          <p:nvPr/>
        </p:nvSpPr>
        <p:spPr>
          <a:xfrm>
            <a:off x="63377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4" name="Google Shape;1284;p177"/>
          <p:cNvSpPr/>
          <p:nvPr/>
        </p:nvSpPr>
        <p:spPr>
          <a:xfrm>
            <a:off x="75378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grpSp>
        <p:nvGrpSpPr>
          <p:cNvPr id="1285" name="Google Shape;1285;p177"/>
          <p:cNvGrpSpPr/>
          <p:nvPr/>
        </p:nvGrpSpPr>
        <p:grpSpPr>
          <a:xfrm>
            <a:off x="3790275" y="2847169"/>
            <a:ext cx="2519006" cy="2162700"/>
            <a:chOff x="5053700" y="3796225"/>
            <a:chExt cx="3358675" cy="2883600"/>
          </a:xfrm>
        </p:grpSpPr>
        <p:sp>
          <p:nvSpPr>
            <p:cNvPr id="1286" name="Google Shape;1286;p177"/>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87" name="Google Shape;1287;p177"/>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Outcomes</a:t>
              </a:r>
              <a:endParaRPr sz="1200">
                <a:solidFill>
                  <a:schemeClr val="dk1"/>
                </a:solidFill>
                <a:latin typeface="Verizon NHG DS"/>
                <a:ea typeface="Verizon NHG DS"/>
                <a:cs typeface="Verizon NHG DS"/>
                <a:sym typeface="Verizon NHG DS"/>
              </a:endParaRPr>
            </a:p>
          </p:txBody>
        </p:sp>
        <p:sp>
          <p:nvSpPr>
            <p:cNvPr id="1288" name="Google Shape;1288;p177"/>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89" name="Google Shape;1289;p177"/>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0" name="Google Shape;1290;p177"/>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1" name="Google Shape;1291;p177"/>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cxnSp>
          <p:nvCxnSpPr>
            <p:cNvPr id="1292" name="Google Shape;1292;p177"/>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1293" name="Google Shape;1293;p177"/>
            <p:cNvSpPr/>
            <p:nvPr/>
          </p:nvSpPr>
          <p:spPr>
            <a:xfrm>
              <a:off x="5249875"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4" name="Google Shape;1294;p177"/>
            <p:cNvSpPr/>
            <p:nvPr/>
          </p:nvSpPr>
          <p:spPr>
            <a:xfrm>
              <a:off x="6840387"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grpSp>
      <p:grpSp>
        <p:nvGrpSpPr>
          <p:cNvPr id="1295" name="Google Shape;1295;p177"/>
          <p:cNvGrpSpPr/>
          <p:nvPr/>
        </p:nvGrpSpPr>
        <p:grpSpPr>
          <a:xfrm>
            <a:off x="6411375" y="2847169"/>
            <a:ext cx="2601225" cy="2162700"/>
            <a:chOff x="8548500" y="3796225"/>
            <a:chExt cx="3468300" cy="2883600"/>
          </a:xfrm>
        </p:grpSpPr>
        <p:sp>
          <p:nvSpPr>
            <p:cNvPr id="1296" name="Google Shape;1296;p177"/>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97" name="Google Shape;1297;p177"/>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98" name="Google Shape;1298;p177"/>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Results</a:t>
              </a:r>
              <a:endParaRPr sz="1200">
                <a:solidFill>
                  <a:schemeClr val="dk1"/>
                </a:solidFill>
                <a:latin typeface="Verizon NHG DS"/>
                <a:ea typeface="Verizon NHG DS"/>
                <a:cs typeface="Verizon NHG DS"/>
                <a:sym typeface="Verizon NHG DS"/>
              </a:endParaRPr>
            </a:p>
          </p:txBody>
        </p:sp>
        <p:sp>
          <p:nvSpPr>
            <p:cNvPr id="1299" name="Google Shape;1299;p177"/>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300" name="Google Shape;1300;p177"/>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301" name="Google Shape;1301;p177"/>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$XX</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302" name="Google Shape;1302;p177"/>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303" name="Google Shape;1303;p177"/>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304" name="Google Shape;1304;p177"/>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$XXM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305" name="Google Shape;1305;p177"/>
          <p:cNvSpPr/>
          <p:nvPr/>
        </p:nvSpPr>
        <p:spPr>
          <a:xfrm>
            <a:off x="139375" y="239250"/>
            <a:ext cx="8974800" cy="4550700"/>
          </a:xfrm>
          <a:prstGeom prst="rect">
            <a:avLst/>
          </a:prstGeom>
          <a:solidFill>
            <a:srgbClr val="999999">
              <a:alpha val="32700"/>
            </a:srgbClr>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rgbClr val="F50A23"/>
                </a:solidFill>
                <a:latin typeface="Verizon NHG TX"/>
                <a:ea typeface="Verizon NHG TX"/>
                <a:cs typeface="Verizon NHG TX"/>
                <a:sym typeface="Verizon NHG TX"/>
              </a:rPr>
              <a:t>For CX Strategy Use - Do Not Fill Out</a:t>
            </a:r>
            <a:endParaRPr b="1" sz="2600">
              <a:solidFill>
                <a:srgbClr val="F50A23"/>
              </a:solidFill>
              <a:latin typeface="Verizon NHG TX"/>
              <a:ea typeface="Verizon NHG TX"/>
              <a:cs typeface="Verizon NHG TX"/>
              <a:sym typeface="Verizon NHG T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0" name="Shape 1310"/>
        <p:cNvGrpSpPr/>
        <p:nvPr/>
      </p:nvGrpSpPr>
      <p:grpSpPr>
        <a:xfrm>
          <a:off x="0" y="0"/>
          <a:ext cx="0" cy="0"/>
          <a:chOff x="0" y="0"/>
          <a:chExt cx="0" cy="0"/>
        </a:xfrm>
      </p:grpSpPr>
      <p:sp>
        <p:nvSpPr>
          <p:cNvPr id="1311" name="Google Shape;1311;p178"/>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12" name="Google Shape;1312;p178"/>
          <p:cNvSpPr txBox="1"/>
          <p:nvPr>
            <p:ph type="title"/>
          </p:nvPr>
        </p:nvSpPr>
        <p:spPr>
          <a:xfrm>
            <a:off x="508706" y="2080031"/>
            <a:ext cx="3606900" cy="583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100">
                <a:latin typeface="Verizon NHG DS"/>
                <a:ea typeface="Verizon NHG DS"/>
                <a:cs typeface="Verizon NHG DS"/>
                <a:sym typeface="Verizon NHG DS"/>
              </a:rPr>
              <a:t>Initiative Name</a:t>
            </a:r>
            <a:endParaRPr sz="2100">
              <a:latin typeface="Verizon NHG DS"/>
              <a:ea typeface="Verizon NHG DS"/>
              <a:cs typeface="Verizon NHG DS"/>
              <a:sym typeface="Verizon NHG DS"/>
            </a:endParaRPr>
          </a:p>
          <a:p>
            <a:pPr indent="0" lvl="0" marL="0" rtl="0" algn="ctr">
              <a:spcBef>
                <a:spcPts val="0"/>
              </a:spcBef>
              <a:spcAft>
                <a:spcPts val="0"/>
              </a:spcAft>
              <a:buNone/>
            </a:pPr>
            <a:r>
              <a:rPr lang="en" sz="1800">
                <a:solidFill>
                  <a:schemeClr val="dk1"/>
                </a:solidFill>
                <a:latin typeface="Verizon NHG DS"/>
                <a:ea typeface="Verizon NHG DS"/>
                <a:cs typeface="Verizon NHG DS"/>
                <a:sym typeface="Verizon NHG DS"/>
              </a:rPr>
              <a:t>Workstream Name</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Workstream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Initiative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p:txBody>
      </p:sp>
      <p:sp>
        <p:nvSpPr>
          <p:cNvPr id="1313" name="Google Shape;1313;p178"/>
          <p:cNvSpPr txBox="1"/>
          <p:nvPr/>
        </p:nvSpPr>
        <p:spPr>
          <a:xfrm>
            <a:off x="508706" y="3410195"/>
            <a:ext cx="3606900" cy="30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[Northstar statement - Ambition Here]</a:t>
            </a:r>
            <a:endParaRPr sz="1100">
              <a:solidFill>
                <a:srgbClr val="1F1F1F"/>
              </a:solidFill>
              <a:latin typeface="Verizon NHG DS"/>
              <a:ea typeface="Verizon NHG DS"/>
              <a:cs typeface="Verizon NHG DS"/>
              <a:sym typeface="Verizon NHG DS"/>
            </a:endParaRPr>
          </a:p>
        </p:txBody>
      </p:sp>
      <p:sp>
        <p:nvSpPr>
          <p:cNvPr id="1314" name="Google Shape;1314;p178"/>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solidFill>
                  <a:srgbClr val="EE001E"/>
                </a:solidFill>
                <a:latin typeface="Verizon NHG DS"/>
                <a:ea typeface="Verizon NHG DS"/>
                <a:cs typeface="Verizon NHG DS"/>
                <a:sym typeface="Verizon NHG DS"/>
              </a:rPr>
              <a:t>Strategic Themes</a:t>
            </a:r>
            <a:endParaRPr b="1" sz="1500">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7F7F7F"/>
                </a:solidFill>
                <a:latin typeface="Verizon NHG DS"/>
                <a:ea typeface="Verizon NHG DS"/>
                <a:cs typeface="Verizon NHG DS"/>
                <a:sym typeface="Verizon NHG DS"/>
              </a:rPr>
              <a:t>[EXAMPLE] Customer need or problem being solved</a:t>
            </a:r>
            <a:endParaRPr b="1" sz="1100">
              <a:solidFill>
                <a:srgbClr val="7F7F7F"/>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rgbClr val="9E9E9E"/>
                </a:solidFill>
                <a:latin typeface="Verizon NHG DS"/>
                <a:ea typeface="Verizon NHG DS"/>
                <a:cs typeface="Verizon NHG DS"/>
                <a:sym typeface="Verizon NHG DS"/>
              </a:rPr>
              <a:t>Giving customers visibility and creating end to end ownership on issues that we cannot resolve on the initial interaction</a:t>
            </a:r>
            <a:endParaRPr sz="800">
              <a:solidFill>
                <a:srgbClr val="9E9E9E"/>
              </a:solidFill>
              <a:latin typeface="Verizon NHG TX"/>
              <a:ea typeface="Verizon NHG TX"/>
              <a:cs typeface="Verizon NHG TX"/>
              <a:sym typeface="Verizon NHG TX"/>
            </a:endParaRPr>
          </a:p>
          <a:p>
            <a:pPr indent="0" lvl="0" marL="0" rtl="0" algn="l">
              <a:spcBef>
                <a:spcPts val="0"/>
              </a:spcBef>
              <a:spcAft>
                <a:spcPts val="0"/>
              </a:spcAft>
              <a:buClr>
                <a:schemeClr val="dk1"/>
              </a:buClr>
              <a:buSzPts val="800"/>
              <a:buFont typeface="Arial"/>
              <a:buNone/>
            </a:pPr>
            <a:r>
              <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is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800"/>
              </a:spcAft>
              <a:buNone/>
            </a:pPr>
            <a:r>
              <a:t/>
            </a:r>
            <a:endParaRPr sz="1100">
              <a:solidFill>
                <a:schemeClr val="dk1"/>
              </a:solidFill>
              <a:latin typeface="Verizon NHG DS"/>
              <a:ea typeface="Verizon NHG DS"/>
              <a:cs typeface="Verizon NHG DS"/>
              <a:sym typeface="Verizon NHG DS"/>
            </a:endParaRPr>
          </a:p>
        </p:txBody>
      </p:sp>
      <p:sp>
        <p:nvSpPr>
          <p:cNvPr id="1315" name="Google Shape;1315;p178"/>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16" name="Google Shape;1316;p178"/>
          <p:cNvGrpSpPr/>
          <p:nvPr/>
        </p:nvGrpSpPr>
        <p:grpSpPr>
          <a:xfrm>
            <a:off x="1601419" y="377006"/>
            <a:ext cx="1421550" cy="1393875"/>
            <a:chOff x="2135225" y="502675"/>
            <a:chExt cx="1895400" cy="1858500"/>
          </a:xfrm>
        </p:grpSpPr>
        <p:sp>
          <p:nvSpPr>
            <p:cNvPr id="1317" name="Google Shape;1317;p178"/>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Verizon NHG TX"/>
                <a:ea typeface="Verizon NHG TX"/>
                <a:cs typeface="Verizon NHG TX"/>
                <a:sym typeface="Verizon NHG TX"/>
              </a:endParaRPr>
            </a:p>
          </p:txBody>
        </p:sp>
        <p:pic>
          <p:nvPicPr>
            <p:cNvPr id="1318" name="Google Shape;1318;p178" title="Verizon_GlowV_RGB.png"/>
            <p:cNvPicPr preferRelativeResize="0"/>
            <p:nvPr/>
          </p:nvPicPr>
          <p:blipFill>
            <a:blip r:embed="rId3">
              <a:alphaModFix/>
            </a:blip>
            <a:stretch>
              <a:fillRect/>
            </a:stretch>
          </p:blipFill>
          <p:spPr>
            <a:xfrm>
              <a:off x="2583446" y="965192"/>
              <a:ext cx="998950" cy="933477"/>
            </a:xfrm>
            <a:prstGeom prst="rect">
              <a:avLst/>
            </a:prstGeom>
            <a:noFill/>
            <a:ln>
              <a:noFill/>
            </a:ln>
          </p:spPr>
        </p:pic>
      </p:grpSp>
      <p:grpSp>
        <p:nvGrpSpPr>
          <p:cNvPr id="1319" name="Google Shape;1319;p178"/>
          <p:cNvGrpSpPr/>
          <p:nvPr/>
        </p:nvGrpSpPr>
        <p:grpSpPr>
          <a:xfrm>
            <a:off x="6893719" y="154838"/>
            <a:ext cx="2104650" cy="212400"/>
            <a:chOff x="9242425" y="104850"/>
            <a:chExt cx="2806200" cy="283200"/>
          </a:xfrm>
        </p:grpSpPr>
        <p:sp>
          <p:nvSpPr>
            <p:cNvPr id="1320" name="Google Shape;1320;p178"/>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Northstar</a:t>
              </a:r>
              <a:endParaRPr sz="600">
                <a:solidFill>
                  <a:schemeClr val="lt1"/>
                </a:solidFill>
                <a:latin typeface="Verizon NHG TX"/>
                <a:ea typeface="Verizon NHG TX"/>
                <a:cs typeface="Verizon NHG TX"/>
                <a:sym typeface="Verizon NHG TX"/>
              </a:endParaRPr>
            </a:p>
          </p:txBody>
        </p:sp>
        <p:sp>
          <p:nvSpPr>
            <p:cNvPr id="1321" name="Google Shape;1321;p178"/>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Scope</a:t>
              </a:r>
              <a:endParaRPr sz="600">
                <a:solidFill>
                  <a:schemeClr val="dk1"/>
                </a:solidFill>
                <a:latin typeface="Verizon NHG TX"/>
                <a:ea typeface="Verizon NHG TX"/>
                <a:cs typeface="Verizon NHG TX"/>
                <a:sym typeface="Verizon NHG TX"/>
              </a:endParaRPr>
            </a:p>
          </p:txBody>
        </p:sp>
        <p:sp>
          <p:nvSpPr>
            <p:cNvPr id="1322" name="Google Shape;1322;p178"/>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6" name="Shape 1326"/>
        <p:cNvGrpSpPr/>
        <p:nvPr/>
      </p:nvGrpSpPr>
      <p:grpSpPr>
        <a:xfrm>
          <a:off x="0" y="0"/>
          <a:ext cx="0" cy="0"/>
          <a:chOff x="0" y="0"/>
          <a:chExt cx="0" cy="0"/>
        </a:xfrm>
      </p:grpSpPr>
      <p:sp>
        <p:nvSpPr>
          <p:cNvPr id="1327" name="Google Shape;1327;p179"/>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328" name="Google Shape;1328;p179"/>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 </a:t>
            </a: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329" name="Google Shape;1329;p179"/>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30" name="Google Shape;1330;p179"/>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sz="800">
              <a:solidFill>
                <a:srgbClr val="000000"/>
              </a:solidFill>
              <a:latin typeface="Verizon NHG DS"/>
              <a:ea typeface="Verizon NHG DS"/>
              <a:cs typeface="Verizon NHG DS"/>
              <a:sym typeface="Verizon NHG DS"/>
            </a:endParaRPr>
          </a:p>
        </p:txBody>
      </p:sp>
      <p:sp>
        <p:nvSpPr>
          <p:cNvPr id="1331" name="Google Shape;1331;p179"/>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i="1" sz="800">
              <a:solidFill>
                <a:srgbClr val="EE0000"/>
              </a:solidFill>
              <a:latin typeface="Verizon NHG DS"/>
              <a:ea typeface="Verizon NHG DS"/>
              <a:cs typeface="Verizon NHG DS"/>
              <a:sym typeface="Verizon NHG DS"/>
            </a:endParaRPr>
          </a:p>
        </p:txBody>
      </p:sp>
      <p:sp>
        <p:nvSpPr>
          <p:cNvPr id="1332" name="Google Shape;1332;p179"/>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None/>
            </a:pPr>
            <a:r>
              <a:rPr b="1" lang="en" sz="800">
                <a:latin typeface="Verizon NHG DS"/>
                <a:ea typeface="Verizon NHG DS"/>
                <a:cs typeface="Verizon NHG DS"/>
                <a:sym typeface="Verizon NHG DS"/>
              </a:rPr>
              <a:t>Key Interactions w/ Verizon</a:t>
            </a:r>
            <a:endParaRPr sz="800">
              <a:solidFill>
                <a:srgbClr val="000000"/>
              </a:solidFill>
              <a:latin typeface="Verizon NHG DS"/>
              <a:ea typeface="Verizon NHG DS"/>
              <a:cs typeface="Verizon NHG DS"/>
              <a:sym typeface="Verizon NHG DS"/>
            </a:endParaRPr>
          </a:p>
        </p:txBody>
      </p:sp>
      <p:sp>
        <p:nvSpPr>
          <p:cNvPr id="1333" name="Google Shape;1333;p179"/>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4" name="Google Shape;1334;p179"/>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5" name="Google Shape;1335;p179"/>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i="1" sz="800">
              <a:latin typeface="Verizon NHG DS"/>
              <a:ea typeface="Verizon NHG DS"/>
              <a:cs typeface="Verizon NHG DS"/>
              <a:sym typeface="Verizon NHG DS"/>
            </a:endParaRPr>
          </a:p>
        </p:txBody>
      </p:sp>
      <p:sp>
        <p:nvSpPr>
          <p:cNvPr id="1336" name="Google Shape;1336;p179"/>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cxnSp>
        <p:nvCxnSpPr>
          <p:cNvPr id="1337" name="Google Shape;1337;p179"/>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338" name="Google Shape;1338;p179"/>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39" name="Google Shape;1339;p179"/>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40" name="Google Shape;1340;p179"/>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Key Customer Actions</a:t>
            </a:r>
            <a:endParaRPr b="1" i="1"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Description customer objectives and actions</a:t>
            </a:r>
            <a:endParaRPr sz="800">
              <a:solidFill>
                <a:srgbClr val="000000"/>
              </a:solidFill>
              <a:latin typeface="Verizon NHG DS"/>
              <a:ea typeface="Verizon NHG DS"/>
              <a:cs typeface="Verizon NHG DS"/>
              <a:sym typeface="Verizon NHG DS"/>
            </a:endParaRPr>
          </a:p>
        </p:txBody>
      </p:sp>
      <p:pic>
        <p:nvPicPr>
          <p:cNvPr id="1341" name="Google Shape;1341;p179"/>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42" name="Google Shape;1342;p179"/>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43" name="Google Shape;1343;p179"/>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44" name="Google Shape;1344;p179"/>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45" name="Google Shape;1345;p179"/>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46" name="Google Shape;1346;p179"/>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47" name="Google Shape;1347;p179"/>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48" name="Google Shape;1348;p179"/>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cxnSp>
        <p:nvCxnSpPr>
          <p:cNvPr id="1349" name="Google Shape;1349;p179"/>
          <p:cNvCxnSpPr/>
          <p:nvPr/>
        </p:nvCxnSpPr>
        <p:spPr>
          <a:xfrm>
            <a:off x="457250" y="1102149"/>
            <a:ext cx="8204700" cy="0"/>
          </a:xfrm>
          <a:prstGeom prst="straightConnector1">
            <a:avLst/>
          </a:prstGeom>
          <a:noFill/>
          <a:ln cap="flat" cmpd="sng" w="9525">
            <a:solidFill>
              <a:srgbClr val="747676"/>
            </a:solidFill>
            <a:prstDash val="solid"/>
            <a:round/>
            <a:headEnd len="med" w="med" type="none"/>
            <a:tailEnd len="med" w="med" type="none"/>
          </a:ln>
        </p:spPr>
      </p:cxnSp>
      <p:sp>
        <p:nvSpPr>
          <p:cNvPr id="1350" name="Google Shape;1350;p179"/>
          <p:cNvSpPr txBox="1"/>
          <p:nvPr/>
        </p:nvSpPr>
        <p:spPr>
          <a:xfrm>
            <a:off x="3894804" y="1046275"/>
            <a:ext cx="14547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700">
                <a:latin typeface="Verizon NHG DS"/>
                <a:ea typeface="Verizon NHG DS"/>
                <a:cs typeface="Verizon NHG DS"/>
                <a:sym typeface="Verizon NHG DS"/>
              </a:rPr>
              <a:t>Illustrative Only</a:t>
            </a:r>
            <a:endParaRPr sz="700">
              <a:solidFill>
                <a:srgbClr val="000000"/>
              </a:solidFill>
              <a:latin typeface="Verizon NHG DS"/>
              <a:ea typeface="Verizon NHG DS"/>
              <a:cs typeface="Verizon NHG DS"/>
              <a:sym typeface="Verizon NHG DS"/>
            </a:endParaRPr>
          </a:p>
        </p:txBody>
      </p:sp>
      <p:sp>
        <p:nvSpPr>
          <p:cNvPr id="1351" name="Google Shape;1351;p179"/>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52" name="Google Shape;1352;p179"/>
          <p:cNvGrpSpPr/>
          <p:nvPr/>
        </p:nvGrpSpPr>
        <p:grpSpPr>
          <a:xfrm>
            <a:off x="6665119" y="154838"/>
            <a:ext cx="2104650" cy="212400"/>
            <a:chOff x="9242425" y="104850"/>
            <a:chExt cx="2806200" cy="283200"/>
          </a:xfrm>
        </p:grpSpPr>
        <p:sp>
          <p:nvSpPr>
            <p:cNvPr id="1353" name="Google Shape;1353;p1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54" name="Google Shape;1354;p179"/>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Scope</a:t>
              </a:r>
              <a:endParaRPr sz="600">
                <a:solidFill>
                  <a:schemeClr val="lt1"/>
                </a:solidFill>
                <a:latin typeface="Verizon NHG TX"/>
                <a:ea typeface="Verizon NHG TX"/>
                <a:cs typeface="Verizon NHG TX"/>
                <a:sym typeface="Verizon NHG TX"/>
              </a:endParaRPr>
            </a:p>
          </p:txBody>
        </p:sp>
        <p:sp>
          <p:nvSpPr>
            <p:cNvPr id="1355" name="Google Shape;1355;p179"/>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
        <p:nvSpPr>
          <p:cNvPr id="1356" name="Google Shape;1356;p179"/>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 sz="800">
                <a:solidFill>
                  <a:srgbClr val="000000"/>
                </a:solidFill>
                <a:latin typeface="Verizon NHG TX"/>
                <a:ea typeface="Verizon NHG TX"/>
                <a:cs typeface="Verizon NHG TX"/>
                <a:sym typeface="Verizon NHG TX"/>
              </a:rPr>
              <a:t>CX Workstream Name</a:t>
            </a:r>
            <a:endParaRPr sz="800">
              <a:solidFill>
                <a:srgbClr val="000000"/>
              </a:solidFill>
              <a:latin typeface="Verizon NHG TX"/>
              <a:ea typeface="Verizon NHG TX"/>
              <a:cs typeface="Verizon NHG TX"/>
              <a:sym typeface="Verizon NHG T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1" name="Shape 1361"/>
        <p:cNvGrpSpPr/>
        <p:nvPr/>
      </p:nvGrpSpPr>
      <p:grpSpPr>
        <a:xfrm>
          <a:off x="0" y="0"/>
          <a:ext cx="0" cy="0"/>
          <a:chOff x="0" y="0"/>
          <a:chExt cx="0" cy="0"/>
        </a:xfrm>
      </p:grpSpPr>
      <p:sp>
        <p:nvSpPr>
          <p:cNvPr id="1362" name="Google Shape;1362;p180"/>
          <p:cNvSpPr txBox="1"/>
          <p:nvPr>
            <p:ph type="title"/>
          </p:nvPr>
        </p:nvSpPr>
        <p:spPr>
          <a:xfrm>
            <a:off x="473870" y="6198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363" name="Google Shape;1363;p180"/>
          <p:cNvSpPr txBox="1"/>
          <p:nvPr>
            <p:ph idx="2" type="body"/>
          </p:nvPr>
        </p:nvSpPr>
        <p:spPr>
          <a:xfrm>
            <a:off x="476251" y="469106"/>
            <a:ext cx="6112500" cy="13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CX Workstream Name</a:t>
            </a:r>
            <a:endParaRPr/>
          </a:p>
        </p:txBody>
      </p:sp>
      <p:graphicFrame>
        <p:nvGraphicFramePr>
          <p:cNvPr id="1364" name="Google Shape;1364;p180"/>
          <p:cNvGraphicFramePr/>
          <p:nvPr/>
        </p:nvGraphicFramePr>
        <p:xfrm>
          <a:off x="429394" y="1230450"/>
          <a:ext cx="3000000" cy="3000000"/>
        </p:xfrm>
        <a:graphic>
          <a:graphicData uri="http://schemas.openxmlformats.org/drawingml/2006/table">
            <a:tbl>
              <a:tblPr>
                <a:noFill/>
                <a:tableStyleId>{5F7A276B-9F52-42E4-8A04-92EE776370D4}</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KPI’s Impacted- Section 1</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CX Excellence</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Customer Satisfaction (CSAT)</a:t>
                      </a:r>
                      <a:endParaRPr sz="800">
                        <a:latin typeface="Verizon NHG TX"/>
                        <a:ea typeface="Verizon NHG TX"/>
                        <a:cs typeface="Verizon NHG TX"/>
                        <a:sym typeface="Verizon NHG TX"/>
                      </a:endParaRPr>
                    </a:p>
                    <a:p>
                      <a:pPr indent="0" lvl="0" marL="0" rtl="0" algn="ctr">
                        <a:spcBef>
                          <a:spcPts val="0"/>
                        </a:spcBef>
                        <a:spcAft>
                          <a:spcPts val="0"/>
                        </a:spcAft>
                        <a:buNone/>
                      </a:pPr>
                      <a:r>
                        <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rtl="0" algn="l">
                        <a:spcBef>
                          <a:spcPts val="0"/>
                        </a:spcBef>
                        <a:spcAft>
                          <a:spcPts val="0"/>
                        </a:spcAft>
                        <a:buNone/>
                      </a:pPr>
                      <a:r>
                        <a:rPr lang="en" sz="800">
                          <a:latin typeface="Verizon NHG TX"/>
                          <a:ea typeface="Verizon NHG TX"/>
                          <a:cs typeface="Verizon NHG TX"/>
                          <a:sym typeface="Verizon NHG TX"/>
                        </a:rPr>
                        <a:t>Rep Interaction Score (RIS)</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rtl="0" algn="l">
                        <a:spcBef>
                          <a:spcPts val="0"/>
                        </a:spcBef>
                        <a:spcAft>
                          <a:spcPts val="0"/>
                        </a:spcAft>
                        <a:buClr>
                          <a:schemeClr val="dk1"/>
                        </a:buClr>
                        <a:buSzPts val="800"/>
                        <a:buFont typeface="Arial"/>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Churn Reduction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3-day Resolve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Digital Interaction Score (DIS)</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rtl="0" algn="ctr">
                        <a:spcBef>
                          <a:spcPts val="0"/>
                        </a:spcBef>
                        <a:spcAft>
                          <a:spcPts val="0"/>
                        </a:spcAft>
                        <a:buNone/>
                      </a:pPr>
                      <a:r>
                        <a:t/>
                      </a:r>
                      <a:endParaRPr b="1" sz="2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Revenue Growth</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l">
                        <a:spcBef>
                          <a:spcPts val="0"/>
                        </a:spcBef>
                        <a:spcAft>
                          <a:spcPts val="0"/>
                        </a:spcAft>
                        <a:buClr>
                          <a:schemeClr val="dk1"/>
                        </a:buClr>
                        <a:buSzPts val="800"/>
                        <a:buFont typeface="Arial"/>
                        <a:buNone/>
                      </a:pPr>
                      <a:r>
                        <a:t/>
                      </a:r>
                      <a:endParaRPr sz="11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Overall Conversion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Prospect Conversion</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Operational Efficiency</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Call Volume Optimization (CVO)</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Average Handle Time (AHT)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Retail Transaction Time</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latin typeface="Verizon NHG TX"/>
                          <a:ea typeface="Verizon NHG TX"/>
                          <a:cs typeface="Verizon NHG TX"/>
                          <a:sym typeface="Verizon NHG TX"/>
                        </a:rPr>
                        <a:t>Other Cost Savings</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365" name="Google Shape;1365;p180"/>
          <p:cNvCxnSpPr/>
          <p:nvPr/>
        </p:nvCxnSpPr>
        <p:spPr>
          <a:xfrm>
            <a:off x="4480665" y="1206769"/>
            <a:ext cx="0" cy="3320700"/>
          </a:xfrm>
          <a:prstGeom prst="straightConnector1">
            <a:avLst/>
          </a:prstGeom>
          <a:noFill/>
          <a:ln cap="flat" cmpd="sng" w="19050">
            <a:solidFill>
              <a:srgbClr val="7F7F7F"/>
            </a:solidFill>
            <a:prstDash val="dash"/>
            <a:round/>
            <a:headEnd len="med" w="med" type="none"/>
            <a:tailEnd len="med" w="med" type="none"/>
          </a:ln>
        </p:spPr>
      </p:cxnSp>
      <p:sp>
        <p:nvSpPr>
          <p:cNvPr id="1366" name="Google Shape;1366;p180"/>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aphicFrame>
        <p:nvGraphicFramePr>
          <p:cNvPr id="1367" name="Google Shape;1367;p180"/>
          <p:cNvGraphicFramePr/>
          <p:nvPr/>
        </p:nvGraphicFramePr>
        <p:xfrm>
          <a:off x="4665081" y="1230450"/>
          <a:ext cx="3000000" cy="3000000"/>
        </p:xfrm>
        <a:graphic>
          <a:graphicData uri="http://schemas.openxmlformats.org/drawingml/2006/table">
            <a:tbl>
              <a:tblPr>
                <a:noFill/>
                <a:tableStyleId>{5F7A276B-9F52-42E4-8A04-92EE776370D4}</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Financial Scope &amp; Targets (P*Q)- Section 2</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Benefit Value Estimates </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Incremental Revenue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Call Volume Optimization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Handle Time Optimization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Other Benefit Value            $________  (please explain)</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Verizon NHG DS"/>
                          <a:ea typeface="Verizon NHG DS"/>
                          <a:cs typeface="Verizon NHG DS"/>
                          <a:sym typeface="Verizon NHG DS"/>
                        </a:rPr>
                        <a:t>Investment Planning - Section 3 </a:t>
                      </a:r>
                      <a:r>
                        <a:rPr b="1" lang="en" sz="700">
                          <a:solidFill>
                            <a:schemeClr val="lt1"/>
                          </a:solidFill>
                          <a:latin typeface="Verizon NHG DS"/>
                          <a:ea typeface="Verizon NHG DS"/>
                          <a:cs typeface="Verizon NHG DS"/>
                          <a:sym typeface="Verizon NHG DS"/>
                        </a:rPr>
                        <a:t>(CXO IPG to complete this section)</a:t>
                      </a:r>
                      <a:endParaRPr b="1" sz="5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Capital  Investment Estimates</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GTS Labor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Non-GTS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Operating Expense for Initiative (Incremental)</a:t>
                      </a:r>
                      <a:endParaRPr b="1" sz="10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t/>
                      </a:r>
                      <a:endParaRPr b="1" sz="10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Operating Cost (OPEX)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Incremental Headcount       ________</a:t>
                      </a:r>
                      <a:endParaRPr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368" name="Google Shape;1368;p180"/>
          <p:cNvSpPr/>
          <p:nvPr/>
        </p:nvSpPr>
        <p:spPr>
          <a:xfrm>
            <a:off x="4654800" y="2778400"/>
            <a:ext cx="3828300" cy="1956000"/>
          </a:xfrm>
          <a:prstGeom prst="rect">
            <a:avLst/>
          </a:prstGeom>
          <a:solidFill>
            <a:srgbClr val="9E9E9E">
              <a:alpha val="392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grpSp>
        <p:nvGrpSpPr>
          <p:cNvPr id="1369" name="Google Shape;1369;p180"/>
          <p:cNvGrpSpPr/>
          <p:nvPr/>
        </p:nvGrpSpPr>
        <p:grpSpPr>
          <a:xfrm>
            <a:off x="6665119" y="154838"/>
            <a:ext cx="2104650" cy="212400"/>
            <a:chOff x="9242425" y="104850"/>
            <a:chExt cx="2806200" cy="283200"/>
          </a:xfrm>
        </p:grpSpPr>
        <p:sp>
          <p:nvSpPr>
            <p:cNvPr id="1370" name="Google Shape;1370;p18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71" name="Google Shape;1371;p180"/>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72" name="Google Shape;1372;p180"/>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7" name="Shape 1377"/>
        <p:cNvGrpSpPr/>
        <p:nvPr/>
      </p:nvGrpSpPr>
      <p:grpSpPr>
        <a:xfrm>
          <a:off x="0" y="0"/>
          <a:ext cx="0" cy="0"/>
          <a:chOff x="0" y="0"/>
          <a:chExt cx="0" cy="0"/>
        </a:xfrm>
      </p:grpSpPr>
      <p:sp>
        <p:nvSpPr>
          <p:cNvPr id="1378" name="Google Shape;1378;p181"/>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379" name="Google Shape;1379;p181"/>
          <p:cNvGraphicFramePr/>
          <p:nvPr/>
        </p:nvGraphicFramePr>
        <p:xfrm>
          <a:off x="139200" y="1108475"/>
          <a:ext cx="3000000" cy="3000000"/>
        </p:xfrm>
        <a:graphic>
          <a:graphicData uri="http://schemas.openxmlformats.org/drawingml/2006/table">
            <a:tbl>
              <a:tblPr>
                <a:noFill/>
                <a:tableStyleId>{5F7A276B-9F52-42E4-8A04-92EE776370D4}</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80" name="Google Shape;1380;p181"/>
          <p:cNvGraphicFramePr/>
          <p:nvPr/>
        </p:nvGraphicFramePr>
        <p:xfrm>
          <a:off x="7669163" y="4452650"/>
          <a:ext cx="3000000" cy="3000000"/>
        </p:xfrm>
        <a:graphic>
          <a:graphicData uri="http://schemas.openxmlformats.org/drawingml/2006/table">
            <a:tbl>
              <a:tblPr>
                <a:noFill/>
                <a:tableStyleId>{5F7A276B-9F52-42E4-8A04-92EE776370D4}</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81" name="Google Shape;1381;p181"/>
          <p:cNvGrpSpPr/>
          <p:nvPr/>
        </p:nvGrpSpPr>
        <p:grpSpPr>
          <a:xfrm>
            <a:off x="6665119" y="154838"/>
            <a:ext cx="2104650" cy="212400"/>
            <a:chOff x="9242425" y="104850"/>
            <a:chExt cx="2806200" cy="283200"/>
          </a:xfrm>
        </p:grpSpPr>
        <p:sp>
          <p:nvSpPr>
            <p:cNvPr id="1382" name="Google Shape;1382;p18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83" name="Google Shape;1383;p18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84" name="Google Shape;1384;p18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9" name="Shape 1389"/>
        <p:cNvGrpSpPr/>
        <p:nvPr/>
      </p:nvGrpSpPr>
      <p:grpSpPr>
        <a:xfrm>
          <a:off x="0" y="0"/>
          <a:ext cx="0" cy="0"/>
          <a:chOff x="0" y="0"/>
          <a:chExt cx="0" cy="0"/>
        </a:xfrm>
      </p:grpSpPr>
      <p:sp>
        <p:nvSpPr>
          <p:cNvPr id="1390" name="Google Shape;1390;p182"/>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391" name="Google Shape;1391;p182"/>
          <p:cNvGraphicFramePr/>
          <p:nvPr/>
        </p:nvGraphicFramePr>
        <p:xfrm>
          <a:off x="139200" y="1108475"/>
          <a:ext cx="3000000" cy="3000000"/>
        </p:xfrm>
        <a:graphic>
          <a:graphicData uri="http://schemas.openxmlformats.org/drawingml/2006/table">
            <a:tbl>
              <a:tblPr>
                <a:noFill/>
                <a:tableStyleId>{5F7A276B-9F52-42E4-8A04-92EE776370D4}</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92" name="Google Shape;1392;p182"/>
          <p:cNvGraphicFramePr/>
          <p:nvPr/>
        </p:nvGraphicFramePr>
        <p:xfrm>
          <a:off x="7669163" y="4452650"/>
          <a:ext cx="3000000" cy="3000000"/>
        </p:xfrm>
        <a:graphic>
          <a:graphicData uri="http://schemas.openxmlformats.org/drawingml/2006/table">
            <a:tbl>
              <a:tblPr>
                <a:noFill/>
                <a:tableStyleId>{5F7A276B-9F52-42E4-8A04-92EE776370D4}</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93" name="Google Shape;1393;p182"/>
          <p:cNvGrpSpPr/>
          <p:nvPr/>
        </p:nvGrpSpPr>
        <p:grpSpPr>
          <a:xfrm>
            <a:off x="6665119" y="154838"/>
            <a:ext cx="2104650" cy="212400"/>
            <a:chOff x="9242425" y="104850"/>
            <a:chExt cx="2806200" cy="283200"/>
          </a:xfrm>
        </p:grpSpPr>
        <p:sp>
          <p:nvSpPr>
            <p:cNvPr id="1394" name="Google Shape;1394;p18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95" name="Google Shape;1395;p18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96" name="Google Shape;1396;p18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0" name="Shape 1400"/>
        <p:cNvGrpSpPr/>
        <p:nvPr/>
      </p:nvGrpSpPr>
      <p:grpSpPr>
        <a:xfrm>
          <a:off x="0" y="0"/>
          <a:ext cx="0" cy="0"/>
          <a:chOff x="0" y="0"/>
          <a:chExt cx="0" cy="0"/>
        </a:xfrm>
      </p:grpSpPr>
      <p:sp>
        <p:nvSpPr>
          <p:cNvPr id="1401" name="Google Shape;1401;p183"/>
          <p:cNvSpPr txBox="1"/>
          <p:nvPr>
            <p:ph idx="1" type="body"/>
          </p:nvPr>
        </p:nvSpPr>
        <p:spPr>
          <a:xfrm>
            <a:off x="376953" y="383117"/>
            <a:ext cx="8583600" cy="194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accent5"/>
              </a:buClr>
              <a:buSzPts val="900"/>
              <a:buNone/>
            </a:pPr>
            <a:r>
              <a:rPr lang="en">
                <a:solidFill>
                  <a:schemeClr val="dk1"/>
                </a:solidFill>
              </a:rPr>
              <a:t>2026 Planning Artifacts</a:t>
            </a:r>
            <a:endParaRPr/>
          </a:p>
        </p:txBody>
      </p:sp>
      <p:sp>
        <p:nvSpPr>
          <p:cNvPr id="1402" name="Google Shape;1402;p183"/>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t>Journey Map Example</a:t>
            </a:r>
            <a:endParaRPr/>
          </a:p>
          <a:p>
            <a:pPr indent="0" lvl="0" marL="0" rtl="0" algn="l">
              <a:lnSpc>
                <a:spcPct val="100000"/>
              </a:lnSpc>
              <a:spcBef>
                <a:spcPts val="0"/>
              </a:spcBef>
              <a:spcAft>
                <a:spcPts val="0"/>
              </a:spcAft>
              <a:buClr>
                <a:schemeClr val="dk1"/>
              </a:buClr>
              <a:buSzPts val="2100"/>
              <a:buNone/>
            </a:pPr>
            <a:r>
              <a:t/>
            </a:r>
            <a:endParaRPr/>
          </a:p>
        </p:txBody>
      </p:sp>
      <p:sp>
        <p:nvSpPr>
          <p:cNvPr id="1403" name="Google Shape;1403;p183"/>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3. Activate internet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When the light turns solid white she’s setup. If help is needed, she refers to the 5G Compass in MVA.</a:t>
            </a:r>
            <a:endParaRPr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404" name="Google Shape;1404;p183"/>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2. Find a spot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Using what she learned in-store, she chooses a </a:t>
            </a:r>
            <a:br>
              <a:rPr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spot to plug-in.</a:t>
            </a:r>
            <a:endParaRPr sz="800">
              <a:solidFill>
                <a:srgbClr val="000000"/>
              </a:solidFill>
              <a:latin typeface="Verizon NHG DS"/>
              <a:ea typeface="Verizon NHG DS"/>
              <a:cs typeface="Verizon NHG DS"/>
              <a:sym typeface="Verizon NHG DS"/>
            </a:endParaRPr>
          </a:p>
        </p:txBody>
      </p:sp>
      <p:sp>
        <p:nvSpPr>
          <p:cNvPr id="1405" name="Google Shape;1405;p183"/>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Download / Open  MVA</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If Taylor wants to personalize her network, she can scan the QR code or enter the URL to deep link in My Verizon app.</a:t>
            </a:r>
            <a:endParaRPr sz="800">
              <a:solidFill>
                <a:srgbClr val="000000"/>
              </a:solidFill>
              <a:latin typeface="Verizon NHG DS"/>
              <a:ea typeface="Verizon NHG DS"/>
              <a:cs typeface="Verizon NHG DS"/>
              <a:sym typeface="Verizon NHG DS"/>
            </a:endParaRPr>
          </a:p>
        </p:txBody>
      </p:sp>
      <p:sp>
        <p:nvSpPr>
          <p:cNvPr id="1406" name="Google Shape;1406;p183"/>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Device</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Power adapter</a:t>
            </a:r>
            <a:endParaRPr i="1" sz="800">
              <a:solidFill>
                <a:srgbClr val="EE0000"/>
              </a:solidFill>
              <a:latin typeface="Verizon NHG DS"/>
              <a:ea typeface="Verizon NHG DS"/>
              <a:cs typeface="Verizon NHG DS"/>
              <a:sym typeface="Verizon NHG DS"/>
            </a:endParaRPr>
          </a:p>
        </p:txBody>
      </p:sp>
      <p:sp>
        <p:nvSpPr>
          <p:cNvPr id="1407" name="Google Shape;1407;p183"/>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Confirmation email / </a:t>
            </a:r>
            <a:br>
              <a:rPr b="1" lang="en" sz="800">
                <a:solidFill>
                  <a:srgbClr val="000000"/>
                </a:solidFill>
                <a:latin typeface="Verizon NHG DS"/>
                <a:ea typeface="Verizon NHG DS"/>
                <a:cs typeface="Verizon NHG DS"/>
                <a:sym typeface="Verizon NHG DS"/>
              </a:rPr>
            </a:br>
            <a:r>
              <a:rPr b="1" lang="en" sz="800">
                <a:solidFill>
                  <a:srgbClr val="000000"/>
                </a:solidFill>
                <a:latin typeface="Verizon NHG DS"/>
                <a:ea typeface="Verizon NHG DS"/>
                <a:cs typeface="Verizon NHG DS"/>
                <a:sym typeface="Verizon NHG DS"/>
              </a:rPr>
              <a:t>Get ready page</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Register</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Download MVA</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5G signal map + compass</a:t>
            </a:r>
            <a:endParaRPr sz="800">
              <a:solidFill>
                <a:srgbClr val="000000"/>
              </a:solidFill>
              <a:latin typeface="Verizon NHG DS"/>
              <a:ea typeface="Verizon NHG DS"/>
              <a:cs typeface="Verizon NHG DS"/>
              <a:sym typeface="Verizon NHG DS"/>
            </a:endParaRPr>
          </a:p>
        </p:txBody>
      </p:sp>
      <p:sp>
        <p:nvSpPr>
          <p:cNvPr id="1408" name="Google Shape;1408;p183"/>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LED status</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Wi-Fi name/password</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5G signal map + compass</a:t>
            </a:r>
            <a:endParaRPr b="1" sz="800">
              <a:solidFill>
                <a:srgbClr val="000000"/>
              </a:solidFill>
              <a:latin typeface="Verizon NHG DS"/>
              <a:ea typeface="Verizon NHG DS"/>
              <a:cs typeface="Verizon NHG DS"/>
              <a:sym typeface="Verizon NHG DS"/>
            </a:endParaRPr>
          </a:p>
        </p:txBody>
      </p:sp>
      <p:sp>
        <p:nvSpPr>
          <p:cNvPr id="1409" name="Google Shape;1409;p183"/>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Authentication</a:t>
            </a:r>
            <a:endParaRPr b="1" sz="800">
              <a:solidFill>
                <a:srgbClr val="000000"/>
              </a:solidFill>
              <a:latin typeface="Verizon NHG DS"/>
              <a:ea typeface="Verizon NHG DS"/>
              <a:cs typeface="Verizon NHG DS"/>
              <a:sym typeface="Verizon NHG DS"/>
            </a:endParaRPr>
          </a:p>
        </p:txBody>
      </p:sp>
      <p:sp>
        <p:nvSpPr>
          <p:cNvPr id="1410" name="Google Shape;1410;p183"/>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Personalize internet</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Once she has the My Verizon app open, there are a variety of personalizations and settings that she can change.</a:t>
            </a:r>
            <a:endParaRPr sz="800">
              <a:solidFill>
                <a:srgbClr val="000000"/>
              </a:solidFill>
              <a:latin typeface="Verizon NHG DS"/>
              <a:ea typeface="Verizon NHG DS"/>
              <a:cs typeface="Verizon NHG DS"/>
              <a:sym typeface="Verizon NHG DS"/>
            </a:endParaRPr>
          </a:p>
        </p:txBody>
      </p:sp>
      <p:sp>
        <p:nvSpPr>
          <p:cNvPr id="1411" name="Google Shape;1411;p183"/>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Set Wi-Fi name/password</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Connect devices</a:t>
            </a:r>
            <a:endParaRPr b="1" sz="800">
              <a:solidFill>
                <a:srgbClr val="000000"/>
              </a:solidFill>
              <a:latin typeface="Verizon NHG DS"/>
              <a:ea typeface="Verizon NHG DS"/>
              <a:cs typeface="Verizon NHG DS"/>
              <a:sym typeface="Verizon NHG DS"/>
            </a:endParaRPr>
          </a:p>
        </p:txBody>
      </p:sp>
      <p:cxnSp>
        <p:nvCxnSpPr>
          <p:cNvPr id="1412" name="Google Shape;1412;p183"/>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413" name="Google Shape;1413;p183"/>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1. Unbox</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 opening the box, Taylor sees a simple 1-2-3 set of instructions for setup</a:t>
            </a:r>
            <a:endParaRPr sz="800">
              <a:solidFill>
                <a:srgbClr val="000000"/>
              </a:solidFill>
              <a:latin typeface="Verizon NHG DS"/>
              <a:ea typeface="Verizon NHG DS"/>
              <a:cs typeface="Verizon NHG DS"/>
              <a:sym typeface="Verizon NHG DS"/>
            </a:endParaRPr>
          </a:p>
        </p:txBody>
      </p:sp>
      <p:sp>
        <p:nvSpPr>
          <p:cNvPr id="1414" name="Google Shape;1414;p183"/>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60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p:txBody>
      </p:sp>
      <p:sp>
        <p:nvSpPr>
          <p:cNvPr id="1415" name="Google Shape;1415;p183"/>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Post-Sale / Pre-Setup</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Taylor gets a confirmation email to set her up for success.</a:t>
            </a:r>
            <a:endParaRPr sz="800">
              <a:solidFill>
                <a:srgbClr val="000000"/>
              </a:solidFill>
              <a:latin typeface="Verizon NHG DS"/>
              <a:ea typeface="Verizon NHG DS"/>
              <a:cs typeface="Verizon NHG DS"/>
              <a:sym typeface="Verizon NHG DS"/>
            </a:endParaRPr>
          </a:p>
        </p:txBody>
      </p:sp>
      <p:pic>
        <p:nvPicPr>
          <p:cNvPr id="1416" name="Google Shape;1416;p183"/>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417" name="Google Shape;1417;p183"/>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418" name="Google Shape;1418;p183"/>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419" name="Google Shape;1419;p183"/>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420" name="Google Shape;1420;p183"/>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421" name="Google Shape;1421;p183"/>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422" name="Google Shape;1422;p183"/>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423" name="Google Shape;1423;p183"/>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sp>
        <p:nvSpPr>
          <p:cNvPr id="1424" name="Google Shape;1424;p183"/>
          <p:cNvSpPr/>
          <p:nvPr/>
        </p:nvSpPr>
        <p:spPr>
          <a:xfrm>
            <a:off x="0" y="0"/>
            <a:ext cx="1601400" cy="212400"/>
          </a:xfrm>
          <a:prstGeom prst="rect">
            <a:avLst/>
          </a:prstGeom>
          <a:solidFill>
            <a:srgbClr val="FED60E"/>
          </a:solidFill>
          <a:ln cap="flat" cmpd="sng" w="19050">
            <a:solidFill>
              <a:srgbClr val="FED60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rgbClr val="000000"/>
                </a:solidFill>
                <a:latin typeface="Verizon NHG DS"/>
                <a:ea typeface="Verizon NHG DS"/>
                <a:cs typeface="Verizon NHG DS"/>
                <a:sym typeface="Verizon NHG DS"/>
              </a:rPr>
              <a:t>Example</a:t>
            </a:r>
            <a:endParaRPr b="1" i="1" sz="1100">
              <a:solidFill>
                <a:srgbClr val="000000"/>
              </a:solidFill>
              <a:latin typeface="Verizon NHG DS"/>
              <a:ea typeface="Verizon NHG DS"/>
              <a:cs typeface="Verizon NHG DS"/>
              <a:sym typeface="Verizon NHG D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9" name="Shape 1429"/>
        <p:cNvGrpSpPr/>
        <p:nvPr/>
      </p:nvGrpSpPr>
      <p:grpSpPr>
        <a:xfrm>
          <a:off x="0" y="0"/>
          <a:ext cx="0" cy="0"/>
          <a:chOff x="0" y="0"/>
          <a:chExt cx="0" cy="0"/>
        </a:xfrm>
      </p:grpSpPr>
      <p:sp>
        <p:nvSpPr>
          <p:cNvPr id="1430" name="Google Shape;1430;p184"/>
          <p:cNvSpPr txBox="1"/>
          <p:nvPr>
            <p:ph idx="12" type="sldNum"/>
          </p:nvPr>
        </p:nvSpPr>
        <p:spPr>
          <a:xfrm>
            <a:off x="8317509" y="4736592"/>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431" name="Google Shape;1431;p184"/>
          <p:cNvSpPr txBox="1"/>
          <p:nvPr>
            <p:ph type="title"/>
          </p:nvPr>
        </p:nvSpPr>
        <p:spPr>
          <a:xfrm>
            <a:off x="135400" y="143375"/>
            <a:ext cx="8873100" cy="441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Master Artifacts</a:t>
            </a:r>
            <a:endParaRPr/>
          </a:p>
          <a:p>
            <a:pPr indent="0" lvl="0" marL="0" rtl="0" algn="ctr">
              <a:spcBef>
                <a:spcPts val="0"/>
              </a:spcBef>
              <a:spcAft>
                <a:spcPts val="0"/>
              </a:spcAft>
              <a:buNone/>
            </a:pPr>
            <a:r>
              <a:rPr lang="en">
                <a:solidFill>
                  <a:schemeClr val="accent1"/>
                </a:solidFill>
              </a:rPr>
              <a:t>Due 5/19</a:t>
            </a:r>
            <a:endParaRPr>
              <a:solidFill>
                <a:schemeClr val="accent1"/>
              </a:solidFill>
            </a:endParaRPr>
          </a:p>
        </p:txBody>
      </p:sp>
      <p:sp>
        <p:nvSpPr>
          <p:cNvPr id="1432" name="Google Shape;1432;p184"/>
          <p:cNvSpPr txBox="1"/>
          <p:nvPr>
            <p:ph idx="2" type="sldNum"/>
          </p:nvPr>
        </p:nvSpPr>
        <p:spPr>
          <a:xfrm>
            <a:off x="8317509" y="4733270"/>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