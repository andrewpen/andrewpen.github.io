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1" r:id="rId5"/>
    <p:sldMasterId id="2147483812" r:id="rId6"/>
    <p:sldMasterId id="2147483813" r:id="rId7"/>
    <p:sldMasterId id="214748381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Lst>
  <p:sldSz cy="5143500" cx="9144000"/>
  <p:notesSz cx="6858000" cy="9144000"/>
  <p:embeddedFontLst>
    <p:embeddedFont>
      <p:font typeface="Verizon NHG TX"/>
      <p:regular r:id="rId27"/>
      <p:bold r:id="rId28"/>
      <p:italic r:id="rId29"/>
      <p:boldItalic r:id="rId30"/>
    </p:embeddedFont>
    <p:embeddedFont>
      <p:font typeface="Quattrocento Sans"/>
      <p:regular r:id="rId31"/>
      <p:bold r:id="rId32"/>
      <p:italic r:id="rId33"/>
      <p:boldItalic r:id="rId34"/>
    </p:embeddedFont>
    <p:embeddedFont>
      <p:font typeface="Verizon NHG D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E80AE2-DA8D-42BC-9A3C-23BA48C738BF}">
  <a:tblStyle styleId="{D6E80AE2-DA8D-42BC-9A3C-23BA48C738B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CCFDC1F-96CB-4417-B871-A1C218C71CC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QuattrocentoSans-regular.fntdata"/><Relationship Id="rId30" Type="http://schemas.openxmlformats.org/officeDocument/2006/relationships/font" Target="fonts/VerizonNHGTX-boldItalic.fntdata"/><Relationship Id="rId33" Type="http://schemas.openxmlformats.org/officeDocument/2006/relationships/font" Target="fonts/QuattrocentoSans-italic.fntdata"/><Relationship Id="rId32" Type="http://schemas.openxmlformats.org/officeDocument/2006/relationships/font" Target="fonts/QuattrocentoSans-bold.fntdata"/><Relationship Id="rId35" Type="http://schemas.openxmlformats.org/officeDocument/2006/relationships/font" Target="fonts/VerizonNHGDS-regular.fntdata"/><Relationship Id="rId34" Type="http://schemas.openxmlformats.org/officeDocument/2006/relationships/font" Target="fonts/QuattrocentoSans-boldItalic.fntdata"/><Relationship Id="rId37" Type="http://schemas.openxmlformats.org/officeDocument/2006/relationships/font" Target="fonts/VerizonNHGDS-italic.fntdata"/><Relationship Id="rId36" Type="http://schemas.openxmlformats.org/officeDocument/2006/relationships/font" Target="fonts/VerizonNHGDS-bold.fntdata"/><Relationship Id="rId38" Type="http://schemas.openxmlformats.org/officeDocument/2006/relationships/font" Target="fonts/VerizonNHGDS-boldItalic.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font" Target="fonts/VerizonNHGTX-bold.fntdata"/><Relationship Id="rId27" Type="http://schemas.openxmlformats.org/officeDocument/2006/relationships/font" Target="fonts/VerizonNHGTX-regular.fntdata"/><Relationship Id="rId29" Type="http://schemas.openxmlformats.org/officeDocument/2006/relationships/font" Target="fonts/VerizonNHGTX-italic.fntdata"/><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3d250cd5a6_0_1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4" name="Google Shape;1084;g33d250cd5a6_0_14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5" name="Google Shape;1085;g33d250cd5a6_0_141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3d250cd5a6_0_14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4" name="Google Shape;1094;g33d250cd5a6_0_14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5" name="Google Shape;1095;g33d250cd5a6_0_14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3d250cd5a6_0_1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3d250cd5a6_0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3d250cd5a6_0_14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0" name="Google Shape;1170;g33d250cd5a6_0_149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1" name="Google Shape;1171;g33d250cd5a6_0_149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3d250cd5a6_0_1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6" name="Google Shape;1186;g33d250cd5a6_0_15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1187" name="Google Shape;1187;g33d250cd5a6_0_151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3d250cd5a6_0_15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3d250cd5a6_0_15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202" name="Google Shape;1202;g33d250cd5a6_0_152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3d250cd5a6_0_15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33d250cd5a6_0_15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214" name="Google Shape;1214;g33d250cd5a6_0_153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3d250cd5a6_0_1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33d250cd5a6_0_15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g33d250cd5a6_0_154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3d250cd5a6_0_1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3d250cd5a6_0_15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g33d250cd5a6_0_155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3d250cd5a6_0_15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0" name="Google Shape;1240;g33d250cd5a6_0_15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g33d250cd5a6_0_15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33d250cd5a6_0_16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33d250cd5a6_0_16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g33d250cd5a6_0_16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3d250cd5a6_0_164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g33d250cd5a6_0_16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3d250cd5a6_0_16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33d250cd5a6_0_167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in a grey box over area that business should not complete for clarity, re-org details</a:t>
            </a:r>
            <a:endParaRPr/>
          </a:p>
        </p:txBody>
      </p:sp>
      <p:sp>
        <p:nvSpPr>
          <p:cNvPr id="1362" name="Google Shape;1362;g33d250cd5a6_0_167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33d250cd5a6_0_1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33d250cd5a6_0_16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378" name="Google Shape;1378;g33d250cd5a6_0_169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3d250cd5a6_0_1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33d250cd5a6_0_17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390" name="Google Shape;1390;g33d250cd5a6_0_170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3d250cd5a6_0_17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g33d250cd5a6_0_17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3d250cd5a6_0_17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33d250cd5a6_0_174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g33d250cd5a6_0_174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10.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10.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56" name="Shape 56"/>
        <p:cNvGrpSpPr/>
        <p:nvPr/>
      </p:nvGrpSpPr>
      <p:grpSpPr>
        <a:xfrm>
          <a:off x="0" y="0"/>
          <a:ext cx="0" cy="0"/>
          <a:chOff x="0" y="0"/>
          <a:chExt cx="0" cy="0"/>
        </a:xfrm>
      </p:grpSpPr>
      <p:sp>
        <p:nvSpPr>
          <p:cNvPr id="57" name="Google Shape;57;p1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 name="Google Shape;58;p1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sz="1100">
              <a:latin typeface="Verizon NHG TX"/>
              <a:ea typeface="Verizon NHG TX"/>
              <a:cs typeface="Verizon NHG TX"/>
              <a:sym typeface="Verizon NHG TX"/>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60" name="Shape 60"/>
        <p:cNvGrpSpPr/>
        <p:nvPr/>
      </p:nvGrpSpPr>
      <p:grpSpPr>
        <a:xfrm>
          <a:off x="0" y="0"/>
          <a:ext cx="0" cy="0"/>
          <a:chOff x="0" y="0"/>
          <a:chExt cx="0" cy="0"/>
        </a:xfrm>
      </p:grpSpPr>
      <p:sp>
        <p:nvSpPr>
          <p:cNvPr id="61" name="Google Shape;61;p15"/>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2" name="Google Shape;62;p15"/>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63" name="Google Shape;63;p15"/>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4" name="Google Shape;64;p15"/>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65" name="Shape 65"/>
        <p:cNvGrpSpPr/>
        <p:nvPr/>
      </p:nvGrpSpPr>
      <p:grpSpPr>
        <a:xfrm>
          <a:off x="0" y="0"/>
          <a:ext cx="0" cy="0"/>
          <a:chOff x="0" y="0"/>
          <a:chExt cx="0" cy="0"/>
        </a:xfrm>
      </p:grpSpPr>
      <p:sp>
        <p:nvSpPr>
          <p:cNvPr id="66" name="Google Shape;66;p16"/>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7" name="Google Shape;67;p16"/>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68" name="Google Shape;68;p16"/>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9" name="Google Shape;69;p16"/>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70" name="Shape 70"/>
        <p:cNvGrpSpPr/>
        <p:nvPr/>
      </p:nvGrpSpPr>
      <p:grpSpPr>
        <a:xfrm>
          <a:off x="0" y="0"/>
          <a:ext cx="0" cy="0"/>
          <a:chOff x="0" y="0"/>
          <a:chExt cx="0" cy="0"/>
        </a:xfrm>
      </p:grpSpPr>
      <p:sp>
        <p:nvSpPr>
          <p:cNvPr id="71" name="Google Shape;71;p17"/>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2" name="Google Shape;72;p17"/>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3" name="Google Shape;73;p17"/>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74" name="Google Shape;74;p17"/>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7"/>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76" name="Shape 76"/>
        <p:cNvGrpSpPr/>
        <p:nvPr/>
      </p:nvGrpSpPr>
      <p:grpSpPr>
        <a:xfrm>
          <a:off x="0" y="0"/>
          <a:ext cx="0" cy="0"/>
          <a:chOff x="0" y="0"/>
          <a:chExt cx="0" cy="0"/>
        </a:xfrm>
      </p:grpSpPr>
      <p:sp>
        <p:nvSpPr>
          <p:cNvPr id="77" name="Google Shape;77;p1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8" name="Google Shape;78;p18"/>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9" name="Google Shape;79;p18"/>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80" name="Google Shape;80;p18"/>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8"/>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82" name="Shape 82"/>
        <p:cNvGrpSpPr/>
        <p:nvPr/>
      </p:nvGrpSpPr>
      <p:grpSpPr>
        <a:xfrm>
          <a:off x="0" y="0"/>
          <a:ext cx="0" cy="0"/>
          <a:chOff x="0" y="0"/>
          <a:chExt cx="0" cy="0"/>
        </a:xfrm>
      </p:grpSpPr>
      <p:sp>
        <p:nvSpPr>
          <p:cNvPr id="83" name="Google Shape;83;p19"/>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4" name="Google Shape;84;p19"/>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dk1"/>
                </a:solidFill>
                <a:latin typeface="Arial"/>
                <a:ea typeface="Arial"/>
                <a:cs typeface="Arial"/>
                <a:sym typeface="Arial"/>
              </a:defRPr>
            </a:lvl1pPr>
            <a:lvl2pPr indent="0" lvl="1" marL="0" algn="r">
              <a:spcBef>
                <a:spcPts val="0"/>
              </a:spcBef>
              <a:buNone/>
              <a:defRPr b="0" i="0" sz="1100">
                <a:solidFill>
                  <a:schemeClr val="dk1"/>
                </a:solidFill>
                <a:latin typeface="Arial"/>
                <a:ea typeface="Arial"/>
                <a:cs typeface="Arial"/>
                <a:sym typeface="Arial"/>
              </a:defRPr>
            </a:lvl2pPr>
            <a:lvl3pPr indent="0" lvl="2" marL="0" algn="r">
              <a:spcBef>
                <a:spcPts val="0"/>
              </a:spcBef>
              <a:buNone/>
              <a:defRPr b="0" i="0" sz="1100">
                <a:solidFill>
                  <a:schemeClr val="dk1"/>
                </a:solidFill>
                <a:latin typeface="Arial"/>
                <a:ea typeface="Arial"/>
                <a:cs typeface="Arial"/>
                <a:sym typeface="Arial"/>
              </a:defRPr>
            </a:lvl3pPr>
            <a:lvl4pPr indent="0" lvl="3" marL="0" algn="r">
              <a:spcBef>
                <a:spcPts val="0"/>
              </a:spcBef>
              <a:buNone/>
              <a:defRPr b="0" i="0" sz="1100">
                <a:solidFill>
                  <a:schemeClr val="dk1"/>
                </a:solidFill>
                <a:latin typeface="Arial"/>
                <a:ea typeface="Arial"/>
                <a:cs typeface="Arial"/>
                <a:sym typeface="Arial"/>
              </a:defRPr>
            </a:lvl4pPr>
            <a:lvl5pPr indent="0" lvl="4" marL="0" algn="r">
              <a:spcBef>
                <a:spcPts val="0"/>
              </a:spcBef>
              <a:buNone/>
              <a:defRPr b="0" i="0" sz="1100">
                <a:solidFill>
                  <a:schemeClr val="dk1"/>
                </a:solidFill>
                <a:latin typeface="Arial"/>
                <a:ea typeface="Arial"/>
                <a:cs typeface="Arial"/>
                <a:sym typeface="Arial"/>
              </a:defRPr>
            </a:lvl5pPr>
            <a:lvl6pPr indent="0" lvl="5" marL="0" algn="r">
              <a:spcBef>
                <a:spcPts val="0"/>
              </a:spcBef>
              <a:buNone/>
              <a:defRPr b="0" i="0" sz="1100">
                <a:solidFill>
                  <a:schemeClr val="dk1"/>
                </a:solidFill>
                <a:latin typeface="Arial"/>
                <a:ea typeface="Arial"/>
                <a:cs typeface="Arial"/>
                <a:sym typeface="Arial"/>
              </a:defRPr>
            </a:lvl6pPr>
            <a:lvl7pPr indent="0" lvl="6" marL="0" algn="r">
              <a:spcBef>
                <a:spcPts val="0"/>
              </a:spcBef>
              <a:buNone/>
              <a:defRPr b="0" i="0" sz="1100">
                <a:solidFill>
                  <a:schemeClr val="dk1"/>
                </a:solidFill>
                <a:latin typeface="Arial"/>
                <a:ea typeface="Arial"/>
                <a:cs typeface="Arial"/>
                <a:sym typeface="Arial"/>
              </a:defRPr>
            </a:lvl7pPr>
            <a:lvl8pPr indent="0" lvl="7" marL="0" algn="r">
              <a:spcBef>
                <a:spcPts val="0"/>
              </a:spcBef>
              <a:buNone/>
              <a:defRPr b="0" i="0" sz="1100">
                <a:solidFill>
                  <a:schemeClr val="dk1"/>
                </a:solidFill>
                <a:latin typeface="Arial"/>
                <a:ea typeface="Arial"/>
                <a:cs typeface="Arial"/>
                <a:sym typeface="Arial"/>
              </a:defRPr>
            </a:lvl8pPr>
            <a:lvl9pPr indent="0" lvl="8" marL="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86" name="Shape 86"/>
        <p:cNvGrpSpPr/>
        <p:nvPr/>
      </p:nvGrpSpPr>
      <p:grpSpPr>
        <a:xfrm>
          <a:off x="0" y="0"/>
          <a:ext cx="0" cy="0"/>
          <a:chOff x="0" y="0"/>
          <a:chExt cx="0" cy="0"/>
        </a:xfrm>
      </p:grpSpPr>
      <p:sp>
        <p:nvSpPr>
          <p:cNvPr id="87" name="Google Shape;87;p20"/>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8" name="Google Shape;88;p20"/>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2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lt1"/>
                </a:solidFill>
                <a:latin typeface="Arial"/>
                <a:ea typeface="Arial"/>
                <a:cs typeface="Arial"/>
                <a:sym typeface="Arial"/>
              </a:defRPr>
            </a:lvl1pPr>
            <a:lvl2pPr indent="0" lvl="1" marL="0" algn="r">
              <a:spcBef>
                <a:spcPts val="0"/>
              </a:spcBef>
              <a:buNone/>
              <a:defRPr b="0" i="0" sz="1100">
                <a:solidFill>
                  <a:schemeClr val="lt1"/>
                </a:solidFill>
                <a:latin typeface="Arial"/>
                <a:ea typeface="Arial"/>
                <a:cs typeface="Arial"/>
                <a:sym typeface="Arial"/>
              </a:defRPr>
            </a:lvl2pPr>
            <a:lvl3pPr indent="0" lvl="2" marL="0" algn="r">
              <a:spcBef>
                <a:spcPts val="0"/>
              </a:spcBef>
              <a:buNone/>
              <a:defRPr b="0" i="0" sz="1100">
                <a:solidFill>
                  <a:schemeClr val="lt1"/>
                </a:solidFill>
                <a:latin typeface="Arial"/>
                <a:ea typeface="Arial"/>
                <a:cs typeface="Arial"/>
                <a:sym typeface="Arial"/>
              </a:defRPr>
            </a:lvl3pPr>
            <a:lvl4pPr indent="0" lvl="3" marL="0" algn="r">
              <a:spcBef>
                <a:spcPts val="0"/>
              </a:spcBef>
              <a:buNone/>
              <a:defRPr b="0" i="0" sz="1100">
                <a:solidFill>
                  <a:schemeClr val="lt1"/>
                </a:solidFill>
                <a:latin typeface="Arial"/>
                <a:ea typeface="Arial"/>
                <a:cs typeface="Arial"/>
                <a:sym typeface="Arial"/>
              </a:defRPr>
            </a:lvl4pPr>
            <a:lvl5pPr indent="0" lvl="4" marL="0" algn="r">
              <a:spcBef>
                <a:spcPts val="0"/>
              </a:spcBef>
              <a:buNone/>
              <a:defRPr b="0" i="0" sz="1100">
                <a:solidFill>
                  <a:schemeClr val="lt1"/>
                </a:solidFill>
                <a:latin typeface="Arial"/>
                <a:ea typeface="Arial"/>
                <a:cs typeface="Arial"/>
                <a:sym typeface="Arial"/>
              </a:defRPr>
            </a:lvl5pPr>
            <a:lvl6pPr indent="0" lvl="5" marL="0" algn="r">
              <a:spcBef>
                <a:spcPts val="0"/>
              </a:spcBef>
              <a:buNone/>
              <a:defRPr b="0" i="0" sz="1100">
                <a:solidFill>
                  <a:schemeClr val="lt1"/>
                </a:solidFill>
                <a:latin typeface="Arial"/>
                <a:ea typeface="Arial"/>
                <a:cs typeface="Arial"/>
                <a:sym typeface="Arial"/>
              </a:defRPr>
            </a:lvl6pPr>
            <a:lvl7pPr indent="0" lvl="6" marL="0" algn="r">
              <a:spcBef>
                <a:spcPts val="0"/>
              </a:spcBef>
              <a:buNone/>
              <a:defRPr b="0" i="0" sz="1100">
                <a:solidFill>
                  <a:schemeClr val="lt1"/>
                </a:solidFill>
                <a:latin typeface="Arial"/>
                <a:ea typeface="Arial"/>
                <a:cs typeface="Arial"/>
                <a:sym typeface="Arial"/>
              </a:defRPr>
            </a:lvl7pPr>
            <a:lvl8pPr indent="0" lvl="7" marL="0" algn="r">
              <a:spcBef>
                <a:spcPts val="0"/>
              </a:spcBef>
              <a:buNone/>
              <a:defRPr b="0" i="0" sz="1100">
                <a:solidFill>
                  <a:schemeClr val="lt1"/>
                </a:solidFill>
                <a:latin typeface="Arial"/>
                <a:ea typeface="Arial"/>
                <a:cs typeface="Arial"/>
                <a:sym typeface="Arial"/>
              </a:defRPr>
            </a:lvl8pPr>
            <a:lvl9pPr indent="0" lvl="8" marL="0" algn="r">
              <a:spcBef>
                <a:spcPts val="0"/>
              </a:spcBef>
              <a:buNone/>
              <a:defRPr b="0" i="0"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lt1"/>
                </a:solidFill>
                <a:latin typeface="Arial"/>
                <a:ea typeface="Arial"/>
                <a:cs typeface="Arial"/>
                <a:sym typeface="Arial"/>
              </a:rPr>
              <a:t>Verizon confidential and proprietary. Unauthorized disclosure, reproduction or other use prohibited.</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91" name="Shape 91"/>
        <p:cNvGrpSpPr/>
        <p:nvPr/>
      </p:nvGrpSpPr>
      <p:grpSpPr>
        <a:xfrm>
          <a:off x="0" y="0"/>
          <a:ext cx="0" cy="0"/>
          <a:chOff x="0" y="0"/>
          <a:chExt cx="0" cy="0"/>
        </a:xfrm>
      </p:grpSpPr>
      <p:sp>
        <p:nvSpPr>
          <p:cNvPr id="92" name="Google Shape;92;p21"/>
          <p:cNvSpPr/>
          <p:nvPr/>
        </p:nvSpPr>
        <p:spPr>
          <a:xfrm>
            <a:off x="498022" y="522350"/>
            <a:ext cx="81318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 name="Google Shape;93;p2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21"/>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95" name="Shape 95"/>
        <p:cNvGrpSpPr/>
        <p:nvPr/>
      </p:nvGrpSpPr>
      <p:grpSpPr>
        <a:xfrm>
          <a:off x="0" y="0"/>
          <a:ext cx="0" cy="0"/>
          <a:chOff x="0" y="0"/>
          <a:chExt cx="0" cy="0"/>
        </a:xfrm>
      </p:grpSpPr>
      <p:sp>
        <p:nvSpPr>
          <p:cNvPr id="96" name="Google Shape;96;p2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2"/>
          <p:cNvSpPr/>
          <p:nvPr/>
        </p:nvSpPr>
        <p:spPr>
          <a:xfrm>
            <a:off x="498022" y="522350"/>
            <a:ext cx="81318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 name="Google Shape;98;p22"/>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99" name="Shape 99"/>
        <p:cNvGrpSpPr/>
        <p:nvPr/>
      </p:nvGrpSpPr>
      <p:grpSpPr>
        <a:xfrm>
          <a:off x="0" y="0"/>
          <a:ext cx="0" cy="0"/>
          <a:chOff x="0" y="0"/>
          <a:chExt cx="0" cy="0"/>
        </a:xfrm>
      </p:grpSpPr>
      <p:sp>
        <p:nvSpPr>
          <p:cNvPr id="100" name="Google Shape;100;p23"/>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 name="Google Shape;101;p23"/>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 name="Google Shape;102;p23"/>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3" name="Google Shape;103;p23"/>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4" name="Google Shape;104;p2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06" name="Google Shape;106;p23"/>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07" name="Shape 107"/>
        <p:cNvGrpSpPr/>
        <p:nvPr/>
      </p:nvGrpSpPr>
      <p:grpSpPr>
        <a:xfrm>
          <a:off x="0" y="0"/>
          <a:ext cx="0" cy="0"/>
          <a:chOff x="0" y="0"/>
          <a:chExt cx="0" cy="0"/>
        </a:xfrm>
      </p:grpSpPr>
      <p:sp>
        <p:nvSpPr>
          <p:cNvPr id="108" name="Google Shape;108;p24"/>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9" name="Google Shape;109;p24"/>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0" name="Google Shape;110;p24"/>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1" name="Google Shape;111;p24"/>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a:solidFill>
                  <a:schemeClr val="lt1"/>
                </a:solidFill>
              </a:defRPr>
            </a:lvl1pPr>
            <a:lvl2pPr indent="0" lvl="1" marL="0" marR="0" algn="r">
              <a:spcBef>
                <a:spcPts val="0"/>
              </a:spcBef>
              <a:buNone/>
              <a:defRPr i="0" sz="1100">
                <a:solidFill>
                  <a:schemeClr val="lt1"/>
                </a:solidFill>
              </a:defRPr>
            </a:lvl2pPr>
            <a:lvl3pPr indent="0" lvl="2" marL="0" marR="0" algn="r">
              <a:spcBef>
                <a:spcPts val="0"/>
              </a:spcBef>
              <a:buNone/>
              <a:defRPr i="0" sz="1100">
                <a:solidFill>
                  <a:schemeClr val="lt1"/>
                </a:solidFill>
              </a:defRPr>
            </a:lvl3pPr>
            <a:lvl4pPr indent="0" lvl="3" marL="0" marR="0" algn="r">
              <a:spcBef>
                <a:spcPts val="0"/>
              </a:spcBef>
              <a:buNone/>
              <a:defRPr i="0" sz="1100">
                <a:solidFill>
                  <a:schemeClr val="lt1"/>
                </a:solidFill>
              </a:defRPr>
            </a:lvl4pPr>
            <a:lvl5pPr indent="0" lvl="4" marL="0" marR="0" algn="r">
              <a:spcBef>
                <a:spcPts val="0"/>
              </a:spcBef>
              <a:buNone/>
              <a:defRPr i="0" sz="1100">
                <a:solidFill>
                  <a:schemeClr val="lt1"/>
                </a:solidFill>
              </a:defRPr>
            </a:lvl5pPr>
            <a:lvl6pPr indent="0" lvl="5" marL="0" marR="0" algn="r">
              <a:spcBef>
                <a:spcPts val="0"/>
              </a:spcBef>
              <a:buNone/>
              <a:defRPr i="0" sz="1100">
                <a:solidFill>
                  <a:schemeClr val="lt1"/>
                </a:solidFill>
              </a:defRPr>
            </a:lvl6pPr>
            <a:lvl7pPr indent="0" lvl="6" marL="0" marR="0" algn="r">
              <a:spcBef>
                <a:spcPts val="0"/>
              </a:spcBef>
              <a:buNone/>
              <a:defRPr i="0" sz="1100">
                <a:solidFill>
                  <a:schemeClr val="lt1"/>
                </a:solidFill>
              </a:defRPr>
            </a:lvl7pPr>
            <a:lvl8pPr indent="0" lvl="7" marL="0" marR="0" algn="r">
              <a:spcBef>
                <a:spcPts val="0"/>
              </a:spcBef>
              <a:buNone/>
              <a:defRPr i="0" sz="1100">
                <a:solidFill>
                  <a:schemeClr val="lt1"/>
                </a:solidFill>
              </a:defRPr>
            </a:lvl8pPr>
            <a:lvl9pPr indent="0" lvl="8" marL="0" marR="0" algn="r">
              <a:spcBef>
                <a:spcPts val="0"/>
              </a:spcBef>
              <a:buNone/>
              <a:defRPr i="0" sz="11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13" name="Shape 113"/>
        <p:cNvGrpSpPr/>
        <p:nvPr/>
      </p:nvGrpSpPr>
      <p:grpSpPr>
        <a:xfrm>
          <a:off x="0" y="0"/>
          <a:ext cx="0" cy="0"/>
          <a:chOff x="0" y="0"/>
          <a:chExt cx="0" cy="0"/>
        </a:xfrm>
      </p:grpSpPr>
      <p:sp>
        <p:nvSpPr>
          <p:cNvPr id="114" name="Google Shape;114;p25"/>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5" name="Google Shape;115;p25"/>
          <p:cNvSpPr/>
          <p:nvPr>
            <p:ph idx="2" type="pic"/>
          </p:nvPr>
        </p:nvSpPr>
        <p:spPr>
          <a:xfrm>
            <a:off x="4510683" y="0"/>
            <a:ext cx="46329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16" name="Google Shape;116;p25"/>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5"/>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19" name="Shape 119"/>
        <p:cNvGrpSpPr/>
        <p:nvPr/>
      </p:nvGrpSpPr>
      <p:grpSpPr>
        <a:xfrm>
          <a:off x="0" y="0"/>
          <a:ext cx="0" cy="0"/>
          <a:chOff x="0" y="0"/>
          <a:chExt cx="0" cy="0"/>
        </a:xfrm>
      </p:grpSpPr>
      <p:sp>
        <p:nvSpPr>
          <p:cNvPr id="120" name="Google Shape;120;p26"/>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6"/>
          <p:cNvSpPr/>
          <p:nvPr>
            <p:ph idx="2" type="pic"/>
          </p:nvPr>
        </p:nvSpPr>
        <p:spPr>
          <a:xfrm>
            <a:off x="4510683" y="0"/>
            <a:ext cx="4632900" cy="5143500"/>
          </a:xfrm>
          <a:prstGeom prst="rect">
            <a:avLst/>
          </a:prstGeom>
          <a:solidFill>
            <a:schemeClr val="lt1"/>
          </a:solidFill>
          <a:ln>
            <a:noFill/>
          </a:ln>
        </p:spPr>
      </p:sp>
      <p:sp>
        <p:nvSpPr>
          <p:cNvPr id="122" name="Google Shape;122;p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6"/>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6"/>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25" name="Google Shape;125;p26"/>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26" name="Shape 126"/>
        <p:cNvGrpSpPr/>
        <p:nvPr/>
      </p:nvGrpSpPr>
      <p:grpSpPr>
        <a:xfrm>
          <a:off x="0" y="0"/>
          <a:ext cx="0" cy="0"/>
          <a:chOff x="0" y="0"/>
          <a:chExt cx="0" cy="0"/>
        </a:xfrm>
      </p:grpSpPr>
      <p:sp>
        <p:nvSpPr>
          <p:cNvPr id="127" name="Google Shape;127;p27"/>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8" name="Google Shape;128;p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7"/>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30" name="Shape 130"/>
        <p:cNvGrpSpPr/>
        <p:nvPr/>
      </p:nvGrpSpPr>
      <p:grpSpPr>
        <a:xfrm>
          <a:off x="0" y="0"/>
          <a:ext cx="0" cy="0"/>
          <a:chOff x="0" y="0"/>
          <a:chExt cx="0" cy="0"/>
        </a:xfrm>
      </p:grpSpPr>
      <p:sp>
        <p:nvSpPr>
          <p:cNvPr id="131" name="Google Shape;131;p28"/>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2" name="Google Shape;132;p28"/>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3" name="Google Shape;133;p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8"/>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35" name="Shape 135"/>
        <p:cNvGrpSpPr/>
        <p:nvPr/>
      </p:nvGrpSpPr>
      <p:grpSpPr>
        <a:xfrm>
          <a:off x="0" y="0"/>
          <a:ext cx="0" cy="0"/>
          <a:chOff x="0" y="0"/>
          <a:chExt cx="0" cy="0"/>
        </a:xfrm>
      </p:grpSpPr>
      <p:sp>
        <p:nvSpPr>
          <p:cNvPr id="136" name="Google Shape;136;p29"/>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7" name="Google Shape;137;p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9"/>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39" name="Shape 139"/>
        <p:cNvGrpSpPr/>
        <p:nvPr/>
      </p:nvGrpSpPr>
      <p:grpSpPr>
        <a:xfrm>
          <a:off x="0" y="0"/>
          <a:ext cx="0" cy="0"/>
          <a:chOff x="0" y="0"/>
          <a:chExt cx="0" cy="0"/>
        </a:xfrm>
      </p:grpSpPr>
      <p:sp>
        <p:nvSpPr>
          <p:cNvPr id="140" name="Google Shape;140;p30"/>
          <p:cNvSpPr/>
          <p:nvPr>
            <p:ph idx="2" type="pic"/>
          </p:nvPr>
        </p:nvSpPr>
        <p:spPr>
          <a:xfrm>
            <a:off x="7394972" y="469106"/>
            <a:ext cx="1275000" cy="1325400"/>
          </a:xfrm>
          <a:prstGeom prst="rect">
            <a:avLst/>
          </a:prstGeom>
          <a:noFill/>
          <a:ln>
            <a:noFill/>
          </a:ln>
        </p:spPr>
      </p:sp>
      <p:sp>
        <p:nvSpPr>
          <p:cNvPr id="141" name="Google Shape;141;p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30"/>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43" name="Google Shape;143;p30"/>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4" name="Google Shape;144;p30"/>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45" name="Shape 145"/>
        <p:cNvGrpSpPr/>
        <p:nvPr/>
      </p:nvGrpSpPr>
      <p:grpSpPr>
        <a:xfrm>
          <a:off x="0" y="0"/>
          <a:ext cx="0" cy="0"/>
          <a:chOff x="0" y="0"/>
          <a:chExt cx="0" cy="0"/>
        </a:xfrm>
      </p:grpSpPr>
      <p:sp>
        <p:nvSpPr>
          <p:cNvPr id="146" name="Google Shape;146;p31"/>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31"/>
          <p:cNvSpPr/>
          <p:nvPr>
            <p:ph idx="2" type="pic"/>
          </p:nvPr>
        </p:nvSpPr>
        <p:spPr>
          <a:xfrm>
            <a:off x="2555081" y="1188244"/>
            <a:ext cx="1965900" cy="2054400"/>
          </a:xfrm>
          <a:prstGeom prst="round2SameRect">
            <a:avLst>
              <a:gd fmla="val 0" name="adj1"/>
              <a:gd fmla="val 0" name="adj2"/>
            </a:avLst>
          </a:prstGeom>
          <a:solidFill>
            <a:schemeClr val="accent5"/>
          </a:solidFill>
          <a:ln>
            <a:noFill/>
          </a:ln>
        </p:spPr>
      </p:sp>
      <p:sp>
        <p:nvSpPr>
          <p:cNvPr id="148" name="Google Shape;148;p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3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0" name="Google Shape;150;p31"/>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31"/>
          <p:cNvSpPr txBox="1"/>
          <p:nvPr>
            <p:ph idx="4" type="body"/>
          </p:nvPr>
        </p:nvSpPr>
        <p:spPr>
          <a:xfrm>
            <a:off x="2555081"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31"/>
          <p:cNvSpPr/>
          <p:nvPr>
            <p:ph idx="5" type="pic"/>
          </p:nvPr>
        </p:nvSpPr>
        <p:spPr>
          <a:xfrm>
            <a:off x="4626769" y="1188244"/>
            <a:ext cx="1965900" cy="2054400"/>
          </a:xfrm>
          <a:prstGeom prst="round2SameRect">
            <a:avLst>
              <a:gd fmla="val 0" name="adj1"/>
              <a:gd fmla="val 0" name="adj2"/>
            </a:avLst>
          </a:prstGeom>
          <a:solidFill>
            <a:schemeClr val="accent5"/>
          </a:solidFill>
          <a:ln>
            <a:noFill/>
          </a:ln>
        </p:spPr>
      </p:sp>
      <p:sp>
        <p:nvSpPr>
          <p:cNvPr id="153" name="Google Shape;153;p31"/>
          <p:cNvSpPr/>
          <p:nvPr>
            <p:ph idx="6" type="pic"/>
          </p:nvPr>
        </p:nvSpPr>
        <p:spPr>
          <a:xfrm>
            <a:off x="6704409" y="1188244"/>
            <a:ext cx="1965900" cy="2054400"/>
          </a:xfrm>
          <a:prstGeom prst="round2SameRect">
            <a:avLst>
              <a:gd fmla="val 0" name="adj1"/>
              <a:gd fmla="val 0" name="adj2"/>
            </a:avLst>
          </a:prstGeom>
          <a:solidFill>
            <a:schemeClr val="accent5"/>
          </a:solidFill>
          <a:ln>
            <a:noFill/>
          </a:ln>
        </p:spPr>
      </p:sp>
      <p:sp>
        <p:nvSpPr>
          <p:cNvPr id="154" name="Google Shape;154;p31"/>
          <p:cNvSpPr txBox="1"/>
          <p:nvPr>
            <p:ph idx="7" type="body"/>
          </p:nvPr>
        </p:nvSpPr>
        <p:spPr>
          <a:xfrm>
            <a:off x="4629150"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31"/>
          <p:cNvSpPr txBox="1"/>
          <p:nvPr>
            <p:ph idx="8" type="body"/>
          </p:nvPr>
        </p:nvSpPr>
        <p:spPr>
          <a:xfrm>
            <a:off x="6704409"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56" name="Shape 156"/>
        <p:cNvGrpSpPr/>
        <p:nvPr/>
      </p:nvGrpSpPr>
      <p:grpSpPr>
        <a:xfrm>
          <a:off x="0" y="0"/>
          <a:ext cx="0" cy="0"/>
          <a:chOff x="0" y="0"/>
          <a:chExt cx="0" cy="0"/>
        </a:xfrm>
      </p:grpSpPr>
      <p:sp>
        <p:nvSpPr>
          <p:cNvPr id="157" name="Google Shape;157;p32"/>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58" name="Google Shape;158;p32"/>
          <p:cNvSpPr txBox="1"/>
          <p:nvPr>
            <p:ph idx="1" type="body"/>
          </p:nvPr>
        </p:nvSpPr>
        <p:spPr>
          <a:xfrm>
            <a:off x="4630339" y="4063604"/>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 name="Google Shape;159;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32"/>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32"/>
          <p:cNvSpPr txBox="1"/>
          <p:nvPr>
            <p:ph idx="4"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3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63" name="Shape 163"/>
        <p:cNvGrpSpPr/>
        <p:nvPr/>
      </p:nvGrpSpPr>
      <p:grpSpPr>
        <a:xfrm>
          <a:off x="0" y="0"/>
          <a:ext cx="0" cy="0"/>
          <a:chOff x="0" y="0"/>
          <a:chExt cx="0" cy="0"/>
        </a:xfrm>
      </p:grpSpPr>
      <p:sp>
        <p:nvSpPr>
          <p:cNvPr id="164" name="Google Shape;164;p33"/>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65" name="Google Shape;165;p33"/>
          <p:cNvSpPr txBox="1"/>
          <p:nvPr>
            <p:ph idx="1" type="body"/>
          </p:nvPr>
        </p:nvSpPr>
        <p:spPr>
          <a:xfrm>
            <a:off x="3428672" y="4354043"/>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6" name="Google Shape;166;p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33"/>
          <p:cNvSpPr txBox="1"/>
          <p:nvPr>
            <p:ph idx="3" type="body"/>
          </p:nvPr>
        </p:nvSpPr>
        <p:spPr>
          <a:xfrm>
            <a:off x="473870" y="1308497"/>
            <a:ext cx="26466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8" name="Google Shape;168;p33"/>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9" name="Google Shape;169;p33"/>
          <p:cNvSpPr txBox="1"/>
          <p:nvPr>
            <p:ph type="title"/>
          </p:nvPr>
        </p:nvSpPr>
        <p:spPr>
          <a:xfrm>
            <a:off x="473870" y="619857"/>
            <a:ext cx="26466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70" name="Shape 170"/>
        <p:cNvGrpSpPr/>
        <p:nvPr/>
      </p:nvGrpSpPr>
      <p:grpSpPr>
        <a:xfrm>
          <a:off x="0" y="0"/>
          <a:ext cx="0" cy="0"/>
          <a:chOff x="0" y="0"/>
          <a:chExt cx="0" cy="0"/>
        </a:xfrm>
      </p:grpSpPr>
      <p:sp>
        <p:nvSpPr>
          <p:cNvPr id="171" name="Google Shape;171;p34"/>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2" name="Google Shape;172;p34"/>
          <p:cNvSpPr/>
          <p:nvPr>
            <p:ph idx="2" type="pic"/>
          </p:nvPr>
        </p:nvSpPr>
        <p:spPr>
          <a:xfrm>
            <a:off x="4626769" y="1188245"/>
            <a:ext cx="4043400" cy="2755200"/>
          </a:xfrm>
          <a:prstGeom prst="rect">
            <a:avLst/>
          </a:prstGeom>
          <a:solidFill>
            <a:schemeClr val="dk1"/>
          </a:solidFill>
          <a:ln>
            <a:noFill/>
          </a:ln>
        </p:spPr>
      </p:sp>
      <p:sp>
        <p:nvSpPr>
          <p:cNvPr id="173" name="Google Shape;173;p34"/>
          <p:cNvSpPr txBox="1"/>
          <p:nvPr>
            <p:ph idx="1" type="body"/>
          </p:nvPr>
        </p:nvSpPr>
        <p:spPr>
          <a:xfrm>
            <a:off x="4626770" y="4063604"/>
            <a:ext cx="40434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4" name="Google Shape;174;p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34"/>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34"/>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34"/>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dk1"/>
                </a:solidFill>
                <a:latin typeface="Arial"/>
                <a:ea typeface="Arial"/>
                <a:cs typeface="Arial"/>
                <a:sym typeface="Arial"/>
              </a:rPr>
              <a:t>Verizon confidential and proprietary. Unauthorized disclosure, reproduction or other use prohibited.</a:t>
            </a:r>
            <a:endParaRPr sz="1100"/>
          </a:p>
        </p:txBody>
      </p:sp>
      <p:pic>
        <p:nvPicPr>
          <p:cNvPr id="178" name="Google Shape;178;p34"/>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79" name="Google Shape;179;p34"/>
          <p:cNvSpPr txBox="1"/>
          <p:nvPr>
            <p:ph idx="5"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3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81" name="Shape 181"/>
        <p:cNvGrpSpPr/>
        <p:nvPr/>
      </p:nvGrpSpPr>
      <p:grpSpPr>
        <a:xfrm>
          <a:off x="0" y="0"/>
          <a:ext cx="0" cy="0"/>
          <a:chOff x="0" y="0"/>
          <a:chExt cx="0" cy="0"/>
        </a:xfrm>
      </p:grpSpPr>
      <p:sp>
        <p:nvSpPr>
          <p:cNvPr id="182" name="Google Shape;182;p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35"/>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 name="Google Shape;184;p35"/>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5" name="Google Shape;185;p3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86" name="Shape 186"/>
        <p:cNvGrpSpPr/>
        <p:nvPr/>
      </p:nvGrpSpPr>
      <p:grpSpPr>
        <a:xfrm>
          <a:off x="0" y="0"/>
          <a:ext cx="0" cy="0"/>
          <a:chOff x="0" y="0"/>
          <a:chExt cx="0" cy="0"/>
        </a:xfrm>
      </p:grpSpPr>
      <p:sp>
        <p:nvSpPr>
          <p:cNvPr id="187" name="Google Shape;187;p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6"/>
          <p:cNvSpPr txBox="1"/>
          <p:nvPr>
            <p:ph idx="1" type="body"/>
          </p:nvPr>
        </p:nvSpPr>
        <p:spPr>
          <a:xfrm>
            <a:off x="470297"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 name="Google Shape;189;p36"/>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0" name="Google Shape;190;p3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1" name="Google Shape;191;p36"/>
          <p:cNvSpPr txBox="1"/>
          <p:nvPr>
            <p:ph idx="3" type="body"/>
          </p:nvPr>
        </p:nvSpPr>
        <p:spPr>
          <a:xfrm>
            <a:off x="3248025"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36"/>
          <p:cNvSpPr txBox="1"/>
          <p:nvPr>
            <p:ph idx="4" type="body"/>
          </p:nvPr>
        </p:nvSpPr>
        <p:spPr>
          <a:xfrm>
            <a:off x="6012656"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36"/>
          <p:cNvSpPr txBox="1"/>
          <p:nvPr>
            <p:ph idx="5" type="body"/>
          </p:nvPr>
        </p:nvSpPr>
        <p:spPr>
          <a:xfrm>
            <a:off x="470297"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 name="Google Shape;194;p36"/>
          <p:cNvSpPr txBox="1"/>
          <p:nvPr>
            <p:ph idx="6" type="body"/>
          </p:nvPr>
        </p:nvSpPr>
        <p:spPr>
          <a:xfrm>
            <a:off x="3248025"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36"/>
          <p:cNvSpPr txBox="1"/>
          <p:nvPr>
            <p:ph idx="7" type="body"/>
          </p:nvPr>
        </p:nvSpPr>
        <p:spPr>
          <a:xfrm>
            <a:off x="6012656"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96" name="Shape 196"/>
        <p:cNvGrpSpPr/>
        <p:nvPr/>
      </p:nvGrpSpPr>
      <p:grpSpPr>
        <a:xfrm>
          <a:off x="0" y="0"/>
          <a:ext cx="0" cy="0"/>
          <a:chOff x="0" y="0"/>
          <a:chExt cx="0" cy="0"/>
        </a:xfrm>
      </p:grpSpPr>
      <p:sp>
        <p:nvSpPr>
          <p:cNvPr id="197" name="Google Shape;197;p37"/>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8" name="Google Shape;198;p37"/>
          <p:cNvSpPr/>
          <p:nvPr>
            <p:ph idx="2" type="pic"/>
          </p:nvPr>
        </p:nvSpPr>
        <p:spPr>
          <a:xfrm>
            <a:off x="2555081" y="0"/>
            <a:ext cx="2186700" cy="2577000"/>
          </a:xfrm>
          <a:prstGeom prst="rect">
            <a:avLst/>
          </a:prstGeom>
          <a:solidFill>
            <a:schemeClr val="lt1"/>
          </a:solidFill>
          <a:ln>
            <a:noFill/>
          </a:ln>
        </p:spPr>
      </p:sp>
      <p:sp>
        <p:nvSpPr>
          <p:cNvPr id="199" name="Google Shape;199;p37"/>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0" name="Google Shape;200;p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37"/>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2" name="Google Shape;202;p37"/>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3" name="Google Shape;203;p37"/>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37"/>
          <p:cNvSpPr/>
          <p:nvPr>
            <p:ph idx="5" type="pic"/>
          </p:nvPr>
        </p:nvSpPr>
        <p:spPr>
          <a:xfrm>
            <a:off x="4746599" y="2571750"/>
            <a:ext cx="2222700" cy="2571900"/>
          </a:xfrm>
          <a:prstGeom prst="rect">
            <a:avLst/>
          </a:prstGeom>
          <a:solidFill>
            <a:schemeClr val="lt1"/>
          </a:solidFill>
          <a:ln>
            <a:noFill/>
          </a:ln>
        </p:spPr>
      </p:sp>
      <p:sp>
        <p:nvSpPr>
          <p:cNvPr id="205" name="Google Shape;205;p37"/>
          <p:cNvSpPr/>
          <p:nvPr>
            <p:ph idx="6" type="pic"/>
          </p:nvPr>
        </p:nvSpPr>
        <p:spPr>
          <a:xfrm>
            <a:off x="6972300" y="0"/>
            <a:ext cx="2186700" cy="2577000"/>
          </a:xfrm>
          <a:prstGeom prst="rect">
            <a:avLst/>
          </a:prstGeom>
          <a:solidFill>
            <a:schemeClr val="lt1"/>
          </a:solidFill>
          <a:ln>
            <a:noFill/>
          </a:ln>
        </p:spPr>
      </p:sp>
      <p:sp>
        <p:nvSpPr>
          <p:cNvPr id="206" name="Google Shape;206;p37"/>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7" name="Google Shape;207;p37"/>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208" name="Shape 208"/>
        <p:cNvGrpSpPr/>
        <p:nvPr/>
      </p:nvGrpSpPr>
      <p:grpSpPr>
        <a:xfrm>
          <a:off x="0" y="0"/>
          <a:ext cx="0" cy="0"/>
          <a:chOff x="0" y="0"/>
          <a:chExt cx="0" cy="0"/>
        </a:xfrm>
      </p:grpSpPr>
      <p:sp>
        <p:nvSpPr>
          <p:cNvPr id="209" name="Google Shape;209;p38"/>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0" name="Google Shape;210;p38"/>
          <p:cNvSpPr/>
          <p:nvPr>
            <p:ph idx="2" type="pic"/>
          </p:nvPr>
        </p:nvSpPr>
        <p:spPr>
          <a:xfrm>
            <a:off x="4748405" y="0"/>
            <a:ext cx="2171400" cy="2577000"/>
          </a:xfrm>
          <a:prstGeom prst="rect">
            <a:avLst/>
          </a:prstGeom>
          <a:solidFill>
            <a:schemeClr val="dk2"/>
          </a:solidFill>
          <a:ln>
            <a:noFill/>
          </a:ln>
        </p:spPr>
      </p:sp>
      <p:sp>
        <p:nvSpPr>
          <p:cNvPr id="211" name="Google Shape;211;p38"/>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2" name="Google Shape;212;p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38"/>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4" name="Google Shape;214;p38"/>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5" name="Google Shape;215;p38"/>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38"/>
          <p:cNvSpPr/>
          <p:nvPr>
            <p:ph idx="5" type="pic"/>
          </p:nvPr>
        </p:nvSpPr>
        <p:spPr>
          <a:xfrm>
            <a:off x="6921268" y="2571750"/>
            <a:ext cx="2222700" cy="2571900"/>
          </a:xfrm>
          <a:prstGeom prst="rect">
            <a:avLst/>
          </a:prstGeom>
          <a:solidFill>
            <a:schemeClr val="dk2"/>
          </a:solidFill>
          <a:ln>
            <a:noFill/>
          </a:ln>
        </p:spPr>
      </p:sp>
      <p:sp>
        <p:nvSpPr>
          <p:cNvPr id="217" name="Google Shape;217;p38"/>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8" name="Google Shape;218;p38"/>
          <p:cNvSpPr/>
          <p:nvPr>
            <p:ph idx="7" type="pic"/>
          </p:nvPr>
        </p:nvSpPr>
        <p:spPr>
          <a:xfrm>
            <a:off x="2555082" y="2571750"/>
            <a:ext cx="2190000" cy="2571900"/>
          </a:xfrm>
          <a:prstGeom prst="rect">
            <a:avLst/>
          </a:prstGeom>
          <a:solidFill>
            <a:schemeClr val="dk2"/>
          </a:solidFill>
          <a:ln>
            <a:noFill/>
          </a:ln>
        </p:spPr>
      </p:sp>
      <p:sp>
        <p:nvSpPr>
          <p:cNvPr id="219" name="Google Shape;219;p38"/>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220" name="Shape 220"/>
        <p:cNvGrpSpPr/>
        <p:nvPr/>
      </p:nvGrpSpPr>
      <p:grpSpPr>
        <a:xfrm>
          <a:off x="0" y="0"/>
          <a:ext cx="0" cy="0"/>
          <a:chOff x="0" y="0"/>
          <a:chExt cx="0" cy="0"/>
        </a:xfrm>
      </p:grpSpPr>
      <p:sp>
        <p:nvSpPr>
          <p:cNvPr id="221" name="Google Shape;221;p39"/>
          <p:cNvSpPr/>
          <p:nvPr>
            <p:ph idx="2" type="pic"/>
          </p:nvPr>
        </p:nvSpPr>
        <p:spPr>
          <a:xfrm>
            <a:off x="473869" y="1188244"/>
            <a:ext cx="1955100" cy="2046000"/>
          </a:xfrm>
          <a:prstGeom prst="rect">
            <a:avLst/>
          </a:prstGeom>
          <a:solidFill>
            <a:schemeClr val="dk2"/>
          </a:solidFill>
          <a:ln>
            <a:noFill/>
          </a:ln>
        </p:spPr>
      </p:sp>
      <p:sp>
        <p:nvSpPr>
          <p:cNvPr id="222" name="Google Shape;222;p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9"/>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39"/>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5" name="Google Shape;225;p3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6" name="Google Shape;226;p39"/>
          <p:cNvSpPr/>
          <p:nvPr>
            <p:ph idx="4" type="pic"/>
          </p:nvPr>
        </p:nvSpPr>
        <p:spPr>
          <a:xfrm>
            <a:off x="2571750" y="1188244"/>
            <a:ext cx="1955100" cy="2046000"/>
          </a:xfrm>
          <a:prstGeom prst="rect">
            <a:avLst/>
          </a:prstGeom>
          <a:solidFill>
            <a:schemeClr val="dk2"/>
          </a:solidFill>
          <a:ln>
            <a:noFill/>
          </a:ln>
        </p:spPr>
      </p:sp>
      <p:sp>
        <p:nvSpPr>
          <p:cNvPr id="227" name="Google Shape;227;p39"/>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8" name="Google Shape;228;p39"/>
          <p:cNvSpPr/>
          <p:nvPr>
            <p:ph idx="6" type="pic"/>
          </p:nvPr>
        </p:nvSpPr>
        <p:spPr>
          <a:xfrm>
            <a:off x="4633913" y="1188244"/>
            <a:ext cx="1955100" cy="2046000"/>
          </a:xfrm>
          <a:prstGeom prst="rect">
            <a:avLst/>
          </a:prstGeom>
          <a:solidFill>
            <a:schemeClr val="dk2"/>
          </a:solidFill>
          <a:ln>
            <a:noFill/>
          </a:ln>
        </p:spPr>
      </p:sp>
      <p:sp>
        <p:nvSpPr>
          <p:cNvPr id="229" name="Google Shape;229;p39"/>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9"/>
          <p:cNvSpPr/>
          <p:nvPr>
            <p:ph idx="8" type="pic"/>
          </p:nvPr>
        </p:nvSpPr>
        <p:spPr>
          <a:xfrm>
            <a:off x="6715125" y="1188244"/>
            <a:ext cx="1955100" cy="2046000"/>
          </a:xfrm>
          <a:prstGeom prst="rect">
            <a:avLst/>
          </a:prstGeom>
          <a:solidFill>
            <a:schemeClr val="dk2"/>
          </a:solidFill>
          <a:ln>
            <a:noFill/>
          </a:ln>
        </p:spPr>
      </p:sp>
      <p:sp>
        <p:nvSpPr>
          <p:cNvPr id="231" name="Google Shape;231;p39"/>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232" name="Shape 232"/>
        <p:cNvGrpSpPr/>
        <p:nvPr/>
      </p:nvGrpSpPr>
      <p:grpSpPr>
        <a:xfrm>
          <a:off x="0" y="0"/>
          <a:ext cx="0" cy="0"/>
          <a:chOff x="0" y="0"/>
          <a:chExt cx="0" cy="0"/>
        </a:xfrm>
      </p:grpSpPr>
      <p:sp>
        <p:nvSpPr>
          <p:cNvPr id="233" name="Google Shape;233;p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40"/>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5" name="Google Shape;235;p4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6" name="Google Shape;236;p4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237" name="Shape 237"/>
        <p:cNvGrpSpPr/>
        <p:nvPr/>
      </p:nvGrpSpPr>
      <p:grpSpPr>
        <a:xfrm>
          <a:off x="0" y="0"/>
          <a:ext cx="0" cy="0"/>
          <a:chOff x="0" y="0"/>
          <a:chExt cx="0" cy="0"/>
        </a:xfrm>
      </p:grpSpPr>
      <p:sp>
        <p:nvSpPr>
          <p:cNvPr id="238" name="Google Shape;238;p41"/>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9" name="Google Shape;239;p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41"/>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1" name="Google Shape;241;p41"/>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2" name="Google Shape;242;p41"/>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3" name="Google Shape;243;p41"/>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4" name="Google Shape;244;p41"/>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5" name="Google Shape;245;p41"/>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246" name="Shape 246"/>
        <p:cNvGrpSpPr/>
        <p:nvPr/>
      </p:nvGrpSpPr>
      <p:grpSpPr>
        <a:xfrm>
          <a:off x="0" y="0"/>
          <a:ext cx="0" cy="0"/>
          <a:chOff x="0" y="0"/>
          <a:chExt cx="0" cy="0"/>
        </a:xfrm>
      </p:grpSpPr>
      <p:sp>
        <p:nvSpPr>
          <p:cNvPr id="247" name="Google Shape;247;p42"/>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8" name="Google Shape;248;p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42"/>
          <p:cNvSpPr txBox="1"/>
          <p:nvPr>
            <p:ph idx="2" type="body"/>
          </p:nvPr>
        </p:nvSpPr>
        <p:spPr>
          <a:xfrm>
            <a:off x="488156" y="1188244"/>
            <a:ext cx="13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0" name="Google Shape;250;p4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251" name="Shape 251"/>
        <p:cNvGrpSpPr/>
        <p:nvPr/>
      </p:nvGrpSpPr>
      <p:grpSpPr>
        <a:xfrm>
          <a:off x="0" y="0"/>
          <a:ext cx="0" cy="0"/>
          <a:chOff x="0" y="0"/>
          <a:chExt cx="0" cy="0"/>
        </a:xfrm>
      </p:grpSpPr>
      <p:sp>
        <p:nvSpPr>
          <p:cNvPr id="252" name="Google Shape;252;p4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3"/>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4" name="Google Shape;254;p43"/>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5" name="Google Shape;255;p43"/>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6" name="Google Shape;256;p43"/>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257" name="Shape 257"/>
        <p:cNvGrpSpPr/>
        <p:nvPr/>
      </p:nvGrpSpPr>
      <p:grpSpPr>
        <a:xfrm>
          <a:off x="0" y="0"/>
          <a:ext cx="0" cy="0"/>
          <a:chOff x="0" y="0"/>
          <a:chExt cx="0" cy="0"/>
        </a:xfrm>
      </p:grpSpPr>
      <p:sp>
        <p:nvSpPr>
          <p:cNvPr id="258" name="Google Shape;258;p44"/>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259" name="Google Shape;259;p44"/>
          <p:cNvCxnSpPr/>
          <p:nvPr/>
        </p:nvCxnSpPr>
        <p:spPr>
          <a:xfrm>
            <a:off x="471488" y="4074512"/>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260" name="Google Shape;260;p44"/>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61" name="Google Shape;261;p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44"/>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3" name="Google Shape;263;p44"/>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4" name="Google Shape;264;p44"/>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265" name="Shape 265"/>
        <p:cNvGrpSpPr/>
        <p:nvPr/>
      </p:nvGrpSpPr>
      <p:grpSpPr>
        <a:xfrm>
          <a:off x="0" y="0"/>
          <a:ext cx="0" cy="0"/>
          <a:chOff x="0" y="0"/>
          <a:chExt cx="0" cy="0"/>
        </a:xfrm>
      </p:grpSpPr>
      <p:sp>
        <p:nvSpPr>
          <p:cNvPr id="266" name="Google Shape;266;p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45"/>
          <p:cNvSpPr txBox="1"/>
          <p:nvPr>
            <p:ph idx="1" type="body"/>
          </p:nvPr>
        </p:nvSpPr>
        <p:spPr>
          <a:xfrm>
            <a:off x="47387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8" name="Google Shape;268;p45"/>
          <p:cNvSpPr txBox="1"/>
          <p:nvPr>
            <p:ph idx="2" type="body"/>
          </p:nvPr>
        </p:nvSpPr>
        <p:spPr>
          <a:xfrm>
            <a:off x="47386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9" name="Google Shape;269;p45"/>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0" name="Google Shape;270;p4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45"/>
          <p:cNvSpPr txBox="1"/>
          <p:nvPr>
            <p:ph idx="4" type="body"/>
          </p:nvPr>
        </p:nvSpPr>
        <p:spPr>
          <a:xfrm>
            <a:off x="325755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2" name="Google Shape;272;p45"/>
          <p:cNvSpPr txBox="1"/>
          <p:nvPr>
            <p:ph idx="5" type="body"/>
          </p:nvPr>
        </p:nvSpPr>
        <p:spPr>
          <a:xfrm>
            <a:off x="325754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3" name="Google Shape;273;p45"/>
          <p:cNvSpPr txBox="1"/>
          <p:nvPr>
            <p:ph idx="6" type="body"/>
          </p:nvPr>
        </p:nvSpPr>
        <p:spPr>
          <a:xfrm>
            <a:off x="6013107"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4" name="Google Shape;274;p45"/>
          <p:cNvSpPr txBox="1"/>
          <p:nvPr>
            <p:ph idx="7" type="body"/>
          </p:nvPr>
        </p:nvSpPr>
        <p:spPr>
          <a:xfrm>
            <a:off x="6013106"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5" name="Google Shape;275;p45"/>
          <p:cNvSpPr txBox="1"/>
          <p:nvPr>
            <p:ph idx="8"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6" name="Google Shape;276;p45"/>
          <p:cNvSpPr txBox="1"/>
          <p:nvPr>
            <p:ph idx="9" type="body"/>
          </p:nvPr>
        </p:nvSpPr>
        <p:spPr>
          <a:xfrm>
            <a:off x="47386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7" name="Google Shape;277;p45"/>
          <p:cNvSpPr txBox="1"/>
          <p:nvPr>
            <p:ph idx="13"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45"/>
          <p:cNvSpPr txBox="1"/>
          <p:nvPr>
            <p:ph idx="14" type="body"/>
          </p:nvPr>
        </p:nvSpPr>
        <p:spPr>
          <a:xfrm>
            <a:off x="325754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9" name="Google Shape;279;p45"/>
          <p:cNvSpPr txBox="1"/>
          <p:nvPr>
            <p:ph idx="15"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0" name="Google Shape;280;p45"/>
          <p:cNvSpPr txBox="1"/>
          <p:nvPr>
            <p:ph idx="16" type="body"/>
          </p:nvPr>
        </p:nvSpPr>
        <p:spPr>
          <a:xfrm>
            <a:off x="6013106"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281" name="Shape 281"/>
        <p:cNvGrpSpPr/>
        <p:nvPr/>
      </p:nvGrpSpPr>
      <p:grpSpPr>
        <a:xfrm>
          <a:off x="0" y="0"/>
          <a:ext cx="0" cy="0"/>
          <a:chOff x="0" y="0"/>
          <a:chExt cx="0" cy="0"/>
        </a:xfrm>
      </p:grpSpPr>
      <p:sp>
        <p:nvSpPr>
          <p:cNvPr id="282" name="Google Shape;282;p46"/>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3" name="Google Shape;283;p46"/>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284" name="Shape 284"/>
        <p:cNvGrpSpPr/>
        <p:nvPr/>
      </p:nvGrpSpPr>
      <p:grpSpPr>
        <a:xfrm>
          <a:off x="0" y="0"/>
          <a:ext cx="0" cy="0"/>
          <a:chOff x="0" y="0"/>
          <a:chExt cx="0" cy="0"/>
        </a:xfrm>
      </p:grpSpPr>
      <p:sp>
        <p:nvSpPr>
          <p:cNvPr id="285" name="Google Shape;285;p47"/>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6" name="Google Shape;286;p47"/>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7" name="Google Shape;287;p47"/>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288" name="Shape 288"/>
        <p:cNvGrpSpPr/>
        <p:nvPr/>
      </p:nvGrpSpPr>
      <p:grpSpPr>
        <a:xfrm>
          <a:off x="0" y="0"/>
          <a:ext cx="0" cy="0"/>
          <a:chOff x="0" y="0"/>
          <a:chExt cx="0" cy="0"/>
        </a:xfrm>
      </p:grpSpPr>
      <p:sp>
        <p:nvSpPr>
          <p:cNvPr id="289" name="Google Shape;289;p48"/>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0" name="Google Shape;290;p48"/>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291" name="Shape 291"/>
        <p:cNvGrpSpPr/>
        <p:nvPr/>
      </p:nvGrpSpPr>
      <p:grpSpPr>
        <a:xfrm>
          <a:off x="0" y="0"/>
          <a:ext cx="0" cy="0"/>
          <a:chOff x="0" y="0"/>
          <a:chExt cx="0" cy="0"/>
        </a:xfrm>
      </p:grpSpPr>
      <p:sp>
        <p:nvSpPr>
          <p:cNvPr id="292" name="Google Shape;292;p49"/>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3" name="Google Shape;293;p49"/>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294" name="Shape 294"/>
        <p:cNvGrpSpPr/>
        <p:nvPr/>
      </p:nvGrpSpPr>
      <p:grpSpPr>
        <a:xfrm>
          <a:off x="0" y="0"/>
          <a:ext cx="0" cy="0"/>
          <a:chOff x="0" y="0"/>
          <a:chExt cx="0" cy="0"/>
        </a:xfrm>
      </p:grpSpPr>
      <p:sp>
        <p:nvSpPr>
          <p:cNvPr id="295" name="Google Shape;295;p5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50"/>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7" name="Google Shape;297;p5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8" name="Google Shape;298;p5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299" name="Shape 299"/>
        <p:cNvGrpSpPr/>
        <p:nvPr/>
      </p:nvGrpSpPr>
      <p:grpSpPr>
        <a:xfrm>
          <a:off x="0" y="0"/>
          <a:ext cx="0" cy="0"/>
          <a:chOff x="0" y="0"/>
          <a:chExt cx="0" cy="0"/>
        </a:xfrm>
      </p:grpSpPr>
      <p:sp>
        <p:nvSpPr>
          <p:cNvPr id="300" name="Google Shape;300;p51"/>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1" name="Google Shape;301;p5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51"/>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100" u="none" cap="none" strike="noStrike">
                <a:solidFill>
                  <a:schemeClr val="accent6"/>
                </a:solidFill>
                <a:latin typeface="Verizon NHG TX"/>
                <a:ea typeface="Verizon NHG TX"/>
                <a:cs typeface="Verizon NHG TX"/>
                <a:sym typeface="Verizon NHG TX"/>
              </a:rPr>
              <a:t>“Safe Harbor” Statement</a:t>
            </a:r>
            <a:endParaRPr sz="1400">
              <a:solidFill>
                <a:schemeClr val="accent6"/>
              </a:solidFill>
              <a:latin typeface="Verizon NHG TX"/>
              <a:ea typeface="Verizon NHG TX"/>
              <a:cs typeface="Verizon NHG TX"/>
              <a:sym typeface="Verizon NHG TX"/>
            </a:endParaRPr>
          </a:p>
        </p:txBody>
      </p:sp>
      <p:sp>
        <p:nvSpPr>
          <p:cNvPr id="303" name="Google Shape;303;p51"/>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51"/>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305" name="Shape 305"/>
        <p:cNvGrpSpPr/>
        <p:nvPr/>
      </p:nvGrpSpPr>
      <p:grpSpPr>
        <a:xfrm>
          <a:off x="0" y="0"/>
          <a:ext cx="0" cy="0"/>
          <a:chOff x="0" y="0"/>
          <a:chExt cx="0" cy="0"/>
        </a:xfrm>
      </p:grpSpPr>
      <p:sp>
        <p:nvSpPr>
          <p:cNvPr id="306" name="Google Shape;306;p52"/>
          <p:cNvSpPr txBox="1"/>
          <p:nvPr>
            <p:ph type="title"/>
          </p:nvPr>
        </p:nvSpPr>
        <p:spPr>
          <a:xfrm>
            <a:off x="473869" y="469106"/>
            <a:ext cx="7951200" cy="531900"/>
          </a:xfrm>
          <a:prstGeom prst="rect">
            <a:avLst/>
          </a:prstGeom>
        </p:spPr>
        <p:txBody>
          <a:bodyPr anchorCtr="0" anchor="t" bIns="0" lIns="0" spcFirstLastPara="1" rIns="0" wrap="square" tIns="0">
            <a:norm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7" name="Google Shape;307;p52"/>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308" name="Shape 308"/>
        <p:cNvGrpSpPr/>
        <p:nvPr/>
      </p:nvGrpSpPr>
      <p:grpSpPr>
        <a:xfrm>
          <a:off x="0" y="0"/>
          <a:ext cx="0" cy="0"/>
          <a:chOff x="0" y="0"/>
          <a:chExt cx="0" cy="0"/>
        </a:xfrm>
      </p:grpSpPr>
      <p:sp>
        <p:nvSpPr>
          <p:cNvPr id="309" name="Google Shape;309;p5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310" name="Google Shape;310;p53"/>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1" name="Google Shape;311;p53"/>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_4">
    <p:spTree>
      <p:nvGrpSpPr>
        <p:cNvPr id="312" name="Shape 312"/>
        <p:cNvGrpSpPr/>
        <p:nvPr/>
      </p:nvGrpSpPr>
      <p:grpSpPr>
        <a:xfrm>
          <a:off x="0" y="0"/>
          <a:ext cx="0" cy="0"/>
          <a:chOff x="0" y="0"/>
          <a:chExt cx="0" cy="0"/>
        </a:xfrm>
      </p:grpSpPr>
      <p:sp>
        <p:nvSpPr>
          <p:cNvPr id="313" name="Google Shape;313;p54"/>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14" name="Google Shape;314;p54"/>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5" name="Google Shape;315;p54"/>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16" name="Google Shape;316;p5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17" name="Google Shape;317;p54"/>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8" name="Shape 318"/>
        <p:cNvGrpSpPr/>
        <p:nvPr/>
      </p:nvGrpSpPr>
      <p:grpSpPr>
        <a:xfrm>
          <a:off x="0" y="0"/>
          <a:ext cx="0" cy="0"/>
          <a:chOff x="0" y="0"/>
          <a:chExt cx="0" cy="0"/>
        </a:xfrm>
      </p:grpSpPr>
      <p:sp>
        <p:nvSpPr>
          <p:cNvPr id="319" name="Google Shape;319;p55"/>
          <p:cNvSpPr txBox="1"/>
          <p:nvPr>
            <p:ph idx="10" type="dt"/>
          </p:nvPr>
        </p:nvSpPr>
        <p:spPr>
          <a:xfrm>
            <a:off x="228600" y="3178175"/>
            <a:ext cx="1066800" cy="1824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0" name="Google Shape;320;p55"/>
          <p:cNvSpPr txBox="1"/>
          <p:nvPr>
            <p:ph idx="11" type="ftr"/>
          </p:nvPr>
        </p:nvSpPr>
        <p:spPr>
          <a:xfrm>
            <a:off x="1562100" y="3178175"/>
            <a:ext cx="1447800" cy="1824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1" name="Google Shape;321;p55"/>
          <p:cNvSpPr txBox="1"/>
          <p:nvPr>
            <p:ph idx="12" type="sldNum"/>
          </p:nvPr>
        </p:nvSpPr>
        <p:spPr>
          <a:xfrm>
            <a:off x="3276600" y="3178175"/>
            <a:ext cx="1066800" cy="215400"/>
          </a:xfrm>
          <a:prstGeom prst="rect">
            <a:avLst/>
          </a:prstGeom>
          <a:noFill/>
          <a:ln>
            <a:noFill/>
          </a:ln>
        </p:spPr>
        <p:txBody>
          <a:bodyPr anchorCtr="0" anchor="ctr" bIns="22850" lIns="45725" spcFirstLastPara="1" rIns="45725" wrap="square" tIns="2285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322" name="Shape 322"/>
        <p:cNvGrpSpPr/>
        <p:nvPr/>
      </p:nvGrpSpPr>
      <p:grpSpPr>
        <a:xfrm>
          <a:off x="0" y="0"/>
          <a:ext cx="0" cy="0"/>
          <a:chOff x="0" y="0"/>
          <a:chExt cx="0" cy="0"/>
        </a:xfrm>
      </p:grpSpPr>
      <p:sp>
        <p:nvSpPr>
          <p:cNvPr id="323" name="Google Shape;323;p56"/>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4" name="Google Shape;324;p56"/>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5" name="Google Shape;325;p5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Full Blank">
  <p:cSld name="31_Full Blank">
    <p:spTree>
      <p:nvGrpSpPr>
        <p:cNvPr id="326" name="Shape 326"/>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7" name="Shape 327"/>
        <p:cNvGrpSpPr/>
        <p:nvPr/>
      </p:nvGrpSpPr>
      <p:grpSpPr>
        <a:xfrm>
          <a:off x="0" y="0"/>
          <a:ext cx="0" cy="0"/>
          <a:chOff x="0" y="0"/>
          <a:chExt cx="0" cy="0"/>
        </a:xfrm>
      </p:grpSpPr>
      <p:sp>
        <p:nvSpPr>
          <p:cNvPr id="328" name="Google Shape;328;p58"/>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9" name="Google Shape;329;p58"/>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30" name="Google Shape;330;p58"/>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331" name="Shape 331"/>
        <p:cNvGrpSpPr/>
        <p:nvPr/>
      </p:nvGrpSpPr>
      <p:grpSpPr>
        <a:xfrm>
          <a:off x="0" y="0"/>
          <a:ext cx="0" cy="0"/>
          <a:chOff x="0" y="0"/>
          <a:chExt cx="0" cy="0"/>
        </a:xfrm>
      </p:grpSpPr>
      <p:sp>
        <p:nvSpPr>
          <p:cNvPr id="332" name="Google Shape;332;p5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33" name="Google Shape;333;p5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34" name="Google Shape;334;p5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5" name="Google Shape;335;p5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336" name="Google Shape;336;p5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_1">
    <p:bg>
      <p:bgPr>
        <a:solidFill>
          <a:schemeClr val="dk1"/>
        </a:solidFill>
      </p:bgPr>
    </p:bg>
    <p:spTree>
      <p:nvGrpSpPr>
        <p:cNvPr id="337" name="Shape 337"/>
        <p:cNvGrpSpPr/>
        <p:nvPr/>
      </p:nvGrpSpPr>
      <p:grpSpPr>
        <a:xfrm>
          <a:off x="0" y="0"/>
          <a:ext cx="0" cy="0"/>
          <a:chOff x="0" y="0"/>
          <a:chExt cx="0" cy="0"/>
        </a:xfrm>
      </p:grpSpPr>
      <p:sp>
        <p:nvSpPr>
          <p:cNvPr id="338" name="Google Shape;338;p60"/>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339" name="Google Shape;339;p60"/>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0" name="Google Shape;340;p60"/>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341" name="Google Shape;341;p60"/>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p:cSld name="1_Title and Content_5">
    <p:spTree>
      <p:nvGrpSpPr>
        <p:cNvPr id="342" name="Shape 342"/>
        <p:cNvGrpSpPr/>
        <p:nvPr/>
      </p:nvGrpSpPr>
      <p:grpSpPr>
        <a:xfrm>
          <a:off x="0" y="0"/>
          <a:ext cx="0" cy="0"/>
          <a:chOff x="0" y="0"/>
          <a:chExt cx="0" cy="0"/>
        </a:xfrm>
      </p:grpSpPr>
      <p:sp>
        <p:nvSpPr>
          <p:cNvPr id="343" name="Google Shape;343;p61"/>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44" name="Google Shape;344;p61"/>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5" name="Google Shape;345;p6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46" name="Google Shape;346;p61"/>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47" name="Google Shape;347;p61"/>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_1">
    <p:bg>
      <p:bgPr>
        <a:solidFill>
          <a:schemeClr val="lt1"/>
        </a:solidFill>
      </p:bgPr>
    </p:bg>
    <p:spTree>
      <p:nvGrpSpPr>
        <p:cNvPr id="348" name="Shape 348"/>
        <p:cNvGrpSpPr/>
        <p:nvPr/>
      </p:nvGrpSpPr>
      <p:grpSpPr>
        <a:xfrm>
          <a:off x="0" y="0"/>
          <a:ext cx="0" cy="0"/>
          <a:chOff x="0" y="0"/>
          <a:chExt cx="0" cy="0"/>
        </a:xfrm>
      </p:grpSpPr>
      <p:sp>
        <p:nvSpPr>
          <p:cNvPr id="349" name="Google Shape;349;p6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6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with content - White">
  <p:cSld name="Title and Content_2">
    <p:bg>
      <p:bgPr>
        <a:solidFill>
          <a:schemeClr val="lt1"/>
        </a:solidFill>
      </p:bgPr>
    </p:bg>
    <p:spTree>
      <p:nvGrpSpPr>
        <p:cNvPr id="351" name="Shape 351"/>
        <p:cNvGrpSpPr/>
        <p:nvPr/>
      </p:nvGrpSpPr>
      <p:grpSpPr>
        <a:xfrm>
          <a:off x="0" y="0"/>
          <a:ext cx="0" cy="0"/>
          <a:chOff x="0" y="0"/>
          <a:chExt cx="0" cy="0"/>
        </a:xfrm>
      </p:grpSpPr>
      <p:sp>
        <p:nvSpPr>
          <p:cNvPr id="352" name="Google Shape;352;p63"/>
          <p:cNvSpPr txBox="1"/>
          <p:nvPr>
            <p:ph idx="12" type="sldNum"/>
          </p:nvPr>
        </p:nvSpPr>
        <p:spPr>
          <a:xfrm>
            <a:off x="8317509" y="4736592"/>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3" name="Google Shape;353;p63"/>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354" name="Shape 354"/>
        <p:cNvGrpSpPr/>
        <p:nvPr/>
      </p:nvGrpSpPr>
      <p:grpSpPr>
        <a:xfrm>
          <a:off x="0" y="0"/>
          <a:ext cx="0" cy="0"/>
          <a:chOff x="0" y="0"/>
          <a:chExt cx="0" cy="0"/>
        </a:xfrm>
      </p:grpSpPr>
      <p:sp>
        <p:nvSpPr>
          <p:cNvPr id="355" name="Google Shape;355;p64"/>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56" name="Google Shape;356;p6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57" name="Google Shape;357;p64"/>
          <p:cNvSpPr/>
          <p:nvPr>
            <p:ph idx="2" type="pic"/>
          </p:nvPr>
        </p:nvSpPr>
        <p:spPr>
          <a:xfrm>
            <a:off x="7446169" y="228600"/>
            <a:ext cx="1473600" cy="685800"/>
          </a:xfrm>
          <a:prstGeom prst="rect">
            <a:avLst/>
          </a:prstGeom>
          <a:noFill/>
          <a:ln>
            <a:noFill/>
          </a:ln>
        </p:spPr>
      </p:sp>
      <p:sp>
        <p:nvSpPr>
          <p:cNvPr id="358" name="Google Shape;358;p64"/>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59" name="Google Shape;359;p6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360" name="Google Shape;360;p6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1" name="Google Shape;361;p64"/>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3" name="Shape 363"/>
        <p:cNvGrpSpPr/>
        <p:nvPr/>
      </p:nvGrpSpPr>
      <p:grpSpPr>
        <a:xfrm>
          <a:off x="0" y="0"/>
          <a:ext cx="0" cy="0"/>
          <a:chOff x="0" y="0"/>
          <a:chExt cx="0" cy="0"/>
        </a:xfrm>
      </p:grpSpPr>
      <p:pic>
        <p:nvPicPr>
          <p:cNvPr id="364" name="Google Shape;364;p6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Stone">
  <p:cSld name="Primary Cover - Stone">
    <p:bg>
      <p:bgPr>
        <a:solidFill>
          <a:srgbClr val="F3EDE0"/>
        </a:solidFill>
      </p:bgPr>
    </p:bg>
    <p:spTree>
      <p:nvGrpSpPr>
        <p:cNvPr id="365" name="Shape 365"/>
        <p:cNvGrpSpPr/>
        <p:nvPr/>
      </p:nvGrpSpPr>
      <p:grpSpPr>
        <a:xfrm>
          <a:off x="0" y="0"/>
          <a:ext cx="0" cy="0"/>
          <a:chOff x="0" y="0"/>
          <a:chExt cx="0" cy="0"/>
        </a:xfrm>
      </p:grpSpPr>
      <p:sp>
        <p:nvSpPr>
          <p:cNvPr id="366" name="Google Shape;366;p67"/>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7" name="Google Shape;367;p67"/>
          <p:cNvSpPr/>
          <p:nvPr>
            <p:ph idx="2" type="pic"/>
          </p:nvPr>
        </p:nvSpPr>
        <p:spPr>
          <a:xfrm>
            <a:off x="7441595" y="228600"/>
            <a:ext cx="1478100" cy="800100"/>
          </a:xfrm>
          <a:prstGeom prst="rect">
            <a:avLst/>
          </a:prstGeom>
          <a:noFill/>
          <a:ln>
            <a:noFill/>
          </a:ln>
        </p:spPr>
      </p:sp>
      <p:sp>
        <p:nvSpPr>
          <p:cNvPr id="368" name="Google Shape;368;p67"/>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69" name="Google Shape;369;p67"/>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0" name="Google Shape;370;p67"/>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White">
  <p:cSld name="Primary Cover - White">
    <p:bg>
      <p:bgPr>
        <a:solidFill>
          <a:schemeClr val="lt1"/>
        </a:solidFill>
      </p:bgPr>
    </p:bg>
    <p:spTree>
      <p:nvGrpSpPr>
        <p:cNvPr id="371" name="Shape 371"/>
        <p:cNvGrpSpPr/>
        <p:nvPr/>
      </p:nvGrpSpPr>
      <p:grpSpPr>
        <a:xfrm>
          <a:off x="0" y="0"/>
          <a:ext cx="0" cy="0"/>
          <a:chOff x="0" y="0"/>
          <a:chExt cx="0" cy="0"/>
        </a:xfrm>
      </p:grpSpPr>
      <p:sp>
        <p:nvSpPr>
          <p:cNvPr id="372" name="Google Shape;372;p68"/>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3" name="Google Shape;373;p68"/>
          <p:cNvSpPr/>
          <p:nvPr>
            <p:ph idx="2" type="pic"/>
          </p:nvPr>
        </p:nvSpPr>
        <p:spPr>
          <a:xfrm>
            <a:off x="7441595" y="228600"/>
            <a:ext cx="1478100" cy="800100"/>
          </a:xfrm>
          <a:prstGeom prst="rect">
            <a:avLst/>
          </a:prstGeom>
          <a:noFill/>
          <a:ln>
            <a:noFill/>
          </a:ln>
        </p:spPr>
      </p:sp>
      <p:sp>
        <p:nvSpPr>
          <p:cNvPr id="374" name="Google Shape;374;p68"/>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75" name="Google Shape;375;p68"/>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6" name="Google Shape;376;p68"/>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Black">
  <p:cSld name="Primary Cover - Black">
    <p:bg>
      <p:bgPr>
        <a:solidFill>
          <a:schemeClr val="dk1"/>
        </a:solidFill>
      </p:bgPr>
    </p:bg>
    <p:spTree>
      <p:nvGrpSpPr>
        <p:cNvPr id="377" name="Shape 377"/>
        <p:cNvGrpSpPr/>
        <p:nvPr/>
      </p:nvGrpSpPr>
      <p:grpSpPr>
        <a:xfrm>
          <a:off x="0" y="0"/>
          <a:ext cx="0" cy="0"/>
          <a:chOff x="0" y="0"/>
          <a:chExt cx="0" cy="0"/>
        </a:xfrm>
      </p:grpSpPr>
      <p:sp>
        <p:nvSpPr>
          <p:cNvPr id="378" name="Google Shape;378;p69"/>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9" name="Google Shape;379;p69"/>
          <p:cNvSpPr/>
          <p:nvPr>
            <p:ph idx="2" type="pic"/>
          </p:nvPr>
        </p:nvSpPr>
        <p:spPr>
          <a:xfrm>
            <a:off x="7441595" y="228600"/>
            <a:ext cx="1478100" cy="800100"/>
          </a:xfrm>
          <a:prstGeom prst="rect">
            <a:avLst/>
          </a:prstGeom>
          <a:noFill/>
          <a:ln>
            <a:noFill/>
          </a:ln>
        </p:spPr>
      </p:sp>
      <p:sp>
        <p:nvSpPr>
          <p:cNvPr id="380" name="Google Shape;380;p69"/>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1" name="Google Shape;381;p69"/>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82" name="Google Shape;382;p69"/>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Stone">
  <p:cSld name="Secondary Cover - Stone">
    <p:bg>
      <p:bgPr>
        <a:solidFill>
          <a:srgbClr val="F3EDE0"/>
        </a:solidFill>
      </p:bgPr>
    </p:bg>
    <p:spTree>
      <p:nvGrpSpPr>
        <p:cNvPr id="383" name="Shape 383"/>
        <p:cNvGrpSpPr/>
        <p:nvPr/>
      </p:nvGrpSpPr>
      <p:grpSpPr>
        <a:xfrm>
          <a:off x="0" y="0"/>
          <a:ext cx="0" cy="0"/>
          <a:chOff x="0" y="0"/>
          <a:chExt cx="0" cy="0"/>
        </a:xfrm>
      </p:grpSpPr>
      <p:pic>
        <p:nvPicPr>
          <p:cNvPr id="384" name="Google Shape;384;p70"/>
          <p:cNvPicPr preferRelativeResize="0"/>
          <p:nvPr/>
        </p:nvPicPr>
        <p:blipFill rotWithShape="1">
          <a:blip r:embed="rId2">
            <a:alphaModFix/>
          </a:blip>
          <a:srcRect b="0" l="0" r="0" t="0"/>
          <a:stretch/>
        </p:blipFill>
        <p:spPr>
          <a:xfrm>
            <a:off x="6413157" y="2629904"/>
            <a:ext cx="2461978" cy="2251430"/>
          </a:xfrm>
          <a:prstGeom prst="rect">
            <a:avLst/>
          </a:prstGeom>
          <a:noFill/>
          <a:ln>
            <a:noFill/>
          </a:ln>
        </p:spPr>
      </p:pic>
      <p:sp>
        <p:nvSpPr>
          <p:cNvPr id="385" name="Google Shape;385;p70"/>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86" name="Google Shape;386;p70"/>
          <p:cNvPicPr preferRelativeResize="0"/>
          <p:nvPr/>
        </p:nvPicPr>
        <p:blipFill rotWithShape="1">
          <a:blip r:embed="rId3">
            <a:alphaModFix/>
          </a:blip>
          <a:srcRect b="0" l="0" r="0" t="0"/>
          <a:stretch/>
        </p:blipFill>
        <p:spPr>
          <a:xfrm>
            <a:off x="228600" y="228600"/>
            <a:ext cx="618534" cy="140576"/>
          </a:xfrm>
          <a:prstGeom prst="rect">
            <a:avLst/>
          </a:prstGeom>
          <a:noFill/>
          <a:ln>
            <a:noFill/>
          </a:ln>
        </p:spPr>
      </p:pic>
      <p:sp>
        <p:nvSpPr>
          <p:cNvPr id="387" name="Google Shape;387;p70"/>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8" name="Google Shape;388;p70"/>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White">
  <p:cSld name="Secondary Cover - White">
    <p:bg>
      <p:bgPr>
        <a:solidFill>
          <a:schemeClr val="lt1"/>
        </a:solidFill>
      </p:bgPr>
    </p:bg>
    <p:spTree>
      <p:nvGrpSpPr>
        <p:cNvPr id="389" name="Shape 389"/>
        <p:cNvGrpSpPr/>
        <p:nvPr/>
      </p:nvGrpSpPr>
      <p:grpSpPr>
        <a:xfrm>
          <a:off x="0" y="0"/>
          <a:ext cx="0" cy="0"/>
          <a:chOff x="0" y="0"/>
          <a:chExt cx="0" cy="0"/>
        </a:xfrm>
      </p:grpSpPr>
      <p:sp>
        <p:nvSpPr>
          <p:cNvPr id="390" name="Google Shape;390;p71"/>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91" name="Google Shape;391;p71"/>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2" name="Google Shape;392;p71"/>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3" name="Google Shape;393;p71"/>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94" name="Google Shape;394;p71"/>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Black">
  <p:cSld name="Secondary Cover - Black">
    <p:bg>
      <p:bgPr>
        <a:solidFill>
          <a:schemeClr val="dk1"/>
        </a:solidFill>
      </p:bgPr>
    </p:bg>
    <p:spTree>
      <p:nvGrpSpPr>
        <p:cNvPr id="395" name="Shape 395"/>
        <p:cNvGrpSpPr/>
        <p:nvPr/>
      </p:nvGrpSpPr>
      <p:grpSpPr>
        <a:xfrm>
          <a:off x="0" y="0"/>
          <a:ext cx="0" cy="0"/>
          <a:chOff x="0" y="0"/>
          <a:chExt cx="0" cy="0"/>
        </a:xfrm>
      </p:grpSpPr>
      <p:sp>
        <p:nvSpPr>
          <p:cNvPr id="396" name="Google Shape;396;p72"/>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397" name="Google Shape;397;p72"/>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8" name="Google Shape;398;p72"/>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9" name="Google Shape;399;p72"/>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00" name="Google Shape;400;p72"/>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tone">
  <p:cSld name="Divider - Stone">
    <p:bg>
      <p:bgPr>
        <a:solidFill>
          <a:srgbClr val="F3EDE0"/>
        </a:solidFill>
      </p:bgPr>
    </p:bg>
    <p:spTree>
      <p:nvGrpSpPr>
        <p:cNvPr id="401" name="Shape 401"/>
        <p:cNvGrpSpPr/>
        <p:nvPr/>
      </p:nvGrpSpPr>
      <p:grpSpPr>
        <a:xfrm>
          <a:off x="0" y="0"/>
          <a:ext cx="0" cy="0"/>
          <a:chOff x="0" y="0"/>
          <a:chExt cx="0" cy="0"/>
        </a:xfrm>
      </p:grpSpPr>
      <p:sp>
        <p:nvSpPr>
          <p:cNvPr id="402" name="Google Shape;402;p73"/>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3" name="Google Shape;403;p73"/>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4" name="Google Shape;404;p7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5" name="Google Shape;405;p7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06" name="Google Shape;406;p7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White">
  <p:cSld name="Divider - White">
    <p:bg>
      <p:bgPr>
        <a:solidFill>
          <a:schemeClr val="lt1"/>
        </a:solidFill>
      </p:bgPr>
    </p:bg>
    <p:spTree>
      <p:nvGrpSpPr>
        <p:cNvPr id="407" name="Shape 407"/>
        <p:cNvGrpSpPr/>
        <p:nvPr/>
      </p:nvGrpSpPr>
      <p:grpSpPr>
        <a:xfrm>
          <a:off x="0" y="0"/>
          <a:ext cx="0" cy="0"/>
          <a:chOff x="0" y="0"/>
          <a:chExt cx="0" cy="0"/>
        </a:xfrm>
      </p:grpSpPr>
      <p:sp>
        <p:nvSpPr>
          <p:cNvPr id="408" name="Google Shape;408;p7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9" name="Google Shape;409;p7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10" name="Google Shape;410;p7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1" name="Google Shape;411;p74"/>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2" name="Google Shape;412;p74"/>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Black">
  <p:cSld name="Divider - Black">
    <p:bg>
      <p:bgPr>
        <a:solidFill>
          <a:schemeClr val="dk1"/>
        </a:solidFill>
      </p:bgPr>
    </p:bg>
    <p:spTree>
      <p:nvGrpSpPr>
        <p:cNvPr id="413" name="Shape 413"/>
        <p:cNvGrpSpPr/>
        <p:nvPr/>
      </p:nvGrpSpPr>
      <p:grpSpPr>
        <a:xfrm>
          <a:off x="0" y="0"/>
          <a:ext cx="0" cy="0"/>
          <a:chOff x="0" y="0"/>
          <a:chExt cx="0" cy="0"/>
        </a:xfrm>
      </p:grpSpPr>
      <p:sp>
        <p:nvSpPr>
          <p:cNvPr id="414" name="Google Shape;414;p7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accent6"/>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15" name="Google Shape;415;p7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416" name="Google Shape;416;p7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7" name="Google Shape;417;p75"/>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8" name="Google Shape;418;p75"/>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b="1"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White">
  <p:cSld name="Large statement or Divider - White">
    <p:bg>
      <p:bgPr>
        <a:solidFill>
          <a:schemeClr val="lt1"/>
        </a:solidFill>
      </p:bgPr>
    </p:bg>
    <p:spTree>
      <p:nvGrpSpPr>
        <p:cNvPr id="419" name="Shape 419"/>
        <p:cNvGrpSpPr/>
        <p:nvPr/>
      </p:nvGrpSpPr>
      <p:grpSpPr>
        <a:xfrm>
          <a:off x="0" y="0"/>
          <a:ext cx="0" cy="0"/>
          <a:chOff x="0" y="0"/>
          <a:chExt cx="0" cy="0"/>
        </a:xfrm>
      </p:grpSpPr>
      <p:sp>
        <p:nvSpPr>
          <p:cNvPr id="420" name="Google Shape;420;p76"/>
          <p:cNvSpPr/>
          <p:nvPr/>
        </p:nvSpPr>
        <p:spPr>
          <a:xfrm>
            <a:off x="260001" y="436221"/>
            <a:ext cx="8621700" cy="3984600"/>
          </a:xfrm>
          <a:prstGeom prst="rect">
            <a:avLst/>
          </a:prstGeom>
          <a:solidFill>
            <a:schemeClr val="accen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1" name="Google Shape;421;p76"/>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2" name="Google Shape;422;p7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3" name="Google Shape;423;p7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24" name="Google Shape;424;p7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Stone">
  <p:cSld name="Large statement or Divider - Stone">
    <p:bg>
      <p:bgPr>
        <a:solidFill>
          <a:schemeClr val="accent2"/>
        </a:solidFill>
      </p:bgPr>
    </p:bg>
    <p:spTree>
      <p:nvGrpSpPr>
        <p:cNvPr id="425" name="Shape 425"/>
        <p:cNvGrpSpPr/>
        <p:nvPr/>
      </p:nvGrpSpPr>
      <p:grpSpPr>
        <a:xfrm>
          <a:off x="0" y="0"/>
          <a:ext cx="0" cy="0"/>
          <a:chOff x="0" y="0"/>
          <a:chExt cx="0" cy="0"/>
        </a:xfrm>
      </p:grpSpPr>
      <p:sp>
        <p:nvSpPr>
          <p:cNvPr id="426" name="Google Shape;426;p77"/>
          <p:cNvSpPr/>
          <p:nvPr/>
        </p:nvSpPr>
        <p:spPr>
          <a:xfrm>
            <a:off x="260001" y="436221"/>
            <a:ext cx="8621700" cy="3984600"/>
          </a:xfrm>
          <a:prstGeom prst="rect">
            <a:avLst/>
          </a:prstGeom>
          <a:solidFill>
            <a:schemeClr val="lt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7" name="Google Shape;427;p77"/>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8" name="Google Shape;428;p7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9" name="Google Shape;429;p7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0" name="Google Shape;430;p7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Black">
  <p:cSld name="Large statement or Divider - Black">
    <p:bg>
      <p:bgPr>
        <a:solidFill>
          <a:schemeClr val="lt1"/>
        </a:solidFill>
      </p:bgPr>
    </p:bg>
    <p:spTree>
      <p:nvGrpSpPr>
        <p:cNvPr id="431" name="Shape 431"/>
        <p:cNvGrpSpPr/>
        <p:nvPr/>
      </p:nvGrpSpPr>
      <p:grpSpPr>
        <a:xfrm>
          <a:off x="0" y="0"/>
          <a:ext cx="0" cy="0"/>
          <a:chOff x="0" y="0"/>
          <a:chExt cx="0" cy="0"/>
        </a:xfrm>
      </p:grpSpPr>
      <p:sp>
        <p:nvSpPr>
          <p:cNvPr id="432" name="Google Shape;432;p78"/>
          <p:cNvSpPr/>
          <p:nvPr/>
        </p:nvSpPr>
        <p:spPr>
          <a:xfrm>
            <a:off x="260001" y="436221"/>
            <a:ext cx="8621700" cy="3984600"/>
          </a:xfrm>
          <a:prstGeom prst="rect">
            <a:avLst/>
          </a:prstGeom>
          <a:solidFill>
            <a:schemeClr val="dk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3" name="Google Shape;433;p78"/>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chemeClr val="lt1"/>
              </a:buClr>
              <a:buSzPts val="4900"/>
              <a:buFont typeface="Verizon NHG TX"/>
              <a:buNone/>
              <a:defRPr b="1" i="0" sz="49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34" name="Google Shape;434;p7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35" name="Google Shape;435;p7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6" name="Google Shape;436;p7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Yellow">
  <p:cSld name="Divider w/ Copy - Yellow">
    <p:bg>
      <p:bgPr>
        <a:solidFill>
          <a:srgbClr val="F3EDE0"/>
        </a:solidFill>
      </p:bgPr>
    </p:bg>
    <p:spTree>
      <p:nvGrpSpPr>
        <p:cNvPr id="437" name="Shape 437"/>
        <p:cNvGrpSpPr/>
        <p:nvPr/>
      </p:nvGrpSpPr>
      <p:grpSpPr>
        <a:xfrm>
          <a:off x="0" y="0"/>
          <a:ext cx="0" cy="0"/>
          <a:chOff x="0" y="0"/>
          <a:chExt cx="0" cy="0"/>
        </a:xfrm>
      </p:grpSpPr>
      <p:sp>
        <p:nvSpPr>
          <p:cNvPr id="438" name="Google Shape;438;p79"/>
          <p:cNvSpPr/>
          <p:nvPr/>
        </p:nvSpPr>
        <p:spPr>
          <a:xfrm>
            <a:off x="4567428" y="0"/>
            <a:ext cx="4576500" cy="5143500"/>
          </a:xfrm>
          <a:prstGeom prst="rect">
            <a:avLst/>
          </a:prstGeom>
          <a:solidFill>
            <a:schemeClr val="l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9" name="Google Shape;439;p79"/>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0" name="Google Shape;440;p7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1" name="Google Shape;441;p7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42" name="Google Shape;442;p7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43" name="Google Shape;443;p79"/>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Red">
  <p:cSld name="Divider w/ Copy - Red">
    <p:bg>
      <p:bgPr>
        <a:solidFill>
          <a:srgbClr val="F3EDE0"/>
        </a:solidFill>
      </p:bgPr>
    </p:bg>
    <p:spTree>
      <p:nvGrpSpPr>
        <p:cNvPr id="444" name="Shape 444"/>
        <p:cNvGrpSpPr/>
        <p:nvPr/>
      </p:nvGrpSpPr>
      <p:grpSpPr>
        <a:xfrm>
          <a:off x="0" y="0"/>
          <a:ext cx="0" cy="0"/>
          <a:chOff x="0" y="0"/>
          <a:chExt cx="0" cy="0"/>
        </a:xfrm>
      </p:grpSpPr>
      <p:sp>
        <p:nvSpPr>
          <p:cNvPr id="445" name="Google Shape;445;p80"/>
          <p:cNvSpPr/>
          <p:nvPr/>
        </p:nvSpPr>
        <p:spPr>
          <a:xfrm>
            <a:off x="4567428" y="0"/>
            <a:ext cx="4576500" cy="5143500"/>
          </a:xfrm>
          <a:prstGeom prst="rect">
            <a:avLst/>
          </a:prstGeom>
          <a:solidFill>
            <a:schemeClr val="accent1"/>
          </a:solidFill>
          <a:ln cap="flat" cmpd="sng" w="825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6" name="Google Shape;446;p80"/>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7" name="Google Shape;447;p8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8" name="Google Shape;448;p8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5"/>
                </a:solidFill>
                <a:latin typeface="Verizon NHG TX"/>
                <a:ea typeface="Verizon NHG TX"/>
                <a:cs typeface="Verizon NHG TX"/>
                <a:sym typeface="Verizon NHG TX"/>
              </a:rPr>
              <a:t>‹#›</a:t>
            </a:fld>
            <a:endParaRPr b="1" i="0" sz="1000">
              <a:solidFill>
                <a:schemeClr val="accent5"/>
              </a:solidFill>
              <a:latin typeface="Verizon NHG TX"/>
              <a:ea typeface="Verizon NHG TX"/>
              <a:cs typeface="Verizon NHG TX"/>
              <a:sym typeface="Verizon NHG TX"/>
            </a:endParaRPr>
          </a:p>
        </p:txBody>
      </p:sp>
      <p:pic>
        <p:nvPicPr>
          <p:cNvPr id="449" name="Google Shape;449;p8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50" name="Google Shape;450;p80"/>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Stone">
  <p:cSld name="Divider w/ Image - Stone">
    <p:bg>
      <p:bgPr>
        <a:solidFill>
          <a:srgbClr val="F3EDE0"/>
        </a:solidFill>
      </p:bgPr>
    </p:bg>
    <p:spTree>
      <p:nvGrpSpPr>
        <p:cNvPr id="451" name="Shape 451"/>
        <p:cNvGrpSpPr/>
        <p:nvPr/>
      </p:nvGrpSpPr>
      <p:grpSpPr>
        <a:xfrm>
          <a:off x="0" y="0"/>
          <a:ext cx="0" cy="0"/>
          <a:chOff x="0" y="0"/>
          <a:chExt cx="0" cy="0"/>
        </a:xfrm>
      </p:grpSpPr>
      <p:sp>
        <p:nvSpPr>
          <p:cNvPr id="452" name="Google Shape;452;p81"/>
          <p:cNvSpPr/>
          <p:nvPr>
            <p:ph idx="2" type="pic"/>
          </p:nvPr>
        </p:nvSpPr>
        <p:spPr>
          <a:xfrm>
            <a:off x="4510683" y="0"/>
            <a:ext cx="4632600" cy="5143500"/>
          </a:xfrm>
          <a:prstGeom prst="rect">
            <a:avLst/>
          </a:prstGeom>
          <a:solidFill>
            <a:schemeClr val="lt1"/>
          </a:solidFill>
          <a:ln>
            <a:noFill/>
          </a:ln>
        </p:spPr>
      </p:sp>
      <p:sp>
        <p:nvSpPr>
          <p:cNvPr id="453" name="Google Shape;453;p81"/>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4" name="Google Shape;454;p8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55" name="Google Shape;455;p8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Red">
  <p:cSld name="Divider w/ Image - Red">
    <p:bg>
      <p:bgPr>
        <a:solidFill>
          <a:schemeClr val="accent1"/>
        </a:solidFill>
      </p:bgPr>
    </p:bg>
    <p:spTree>
      <p:nvGrpSpPr>
        <p:cNvPr id="456" name="Shape 456"/>
        <p:cNvGrpSpPr/>
        <p:nvPr/>
      </p:nvGrpSpPr>
      <p:grpSpPr>
        <a:xfrm>
          <a:off x="0" y="0"/>
          <a:ext cx="0" cy="0"/>
          <a:chOff x="0" y="0"/>
          <a:chExt cx="0" cy="0"/>
        </a:xfrm>
      </p:grpSpPr>
      <p:sp>
        <p:nvSpPr>
          <p:cNvPr id="457" name="Google Shape;457;p82"/>
          <p:cNvSpPr/>
          <p:nvPr>
            <p:ph idx="2" type="pic"/>
          </p:nvPr>
        </p:nvSpPr>
        <p:spPr>
          <a:xfrm>
            <a:off x="4510683" y="0"/>
            <a:ext cx="4632600" cy="5143500"/>
          </a:xfrm>
          <a:prstGeom prst="rect">
            <a:avLst/>
          </a:prstGeom>
          <a:solidFill>
            <a:schemeClr val="lt1"/>
          </a:solidFill>
          <a:ln>
            <a:noFill/>
          </a:ln>
        </p:spPr>
      </p:sp>
      <p:sp>
        <p:nvSpPr>
          <p:cNvPr id="458" name="Google Shape;458;p82"/>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9" name="Google Shape;459;p8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60" name="Google Shape;460;p82"/>
          <p:cNvPicPr preferRelativeResize="0"/>
          <p:nvPr/>
        </p:nvPicPr>
        <p:blipFill rotWithShape="1">
          <a:blip r:embed="rId2">
            <a:alphaModFix/>
          </a:blip>
          <a:srcRect b="22679" l="0" r="0" t="22673"/>
          <a:stretch/>
        </p:blipFill>
        <p:spPr>
          <a:xfrm>
            <a:off x="124003" y="4745383"/>
            <a:ext cx="847898" cy="189822"/>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
    <p:spTree>
      <p:nvGrpSpPr>
        <p:cNvPr id="461" name="Shape 461"/>
        <p:cNvGrpSpPr/>
        <p:nvPr/>
      </p:nvGrpSpPr>
      <p:grpSpPr>
        <a:xfrm>
          <a:off x="0" y="0"/>
          <a:ext cx="0" cy="0"/>
          <a:chOff x="0" y="0"/>
          <a:chExt cx="0" cy="0"/>
        </a:xfrm>
      </p:grpSpPr>
      <p:sp>
        <p:nvSpPr>
          <p:cNvPr id="462" name="Google Shape;462;p83"/>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63" name="Google Shape;463;p8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64" name="Google Shape;464;p8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65" name="Google Shape;465;p8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Alt - White">
  <p:cSld name="Agenda/TOC Alt - White">
    <p:spTree>
      <p:nvGrpSpPr>
        <p:cNvPr id="466" name="Shape 466"/>
        <p:cNvGrpSpPr/>
        <p:nvPr/>
      </p:nvGrpSpPr>
      <p:grpSpPr>
        <a:xfrm>
          <a:off x="0" y="0"/>
          <a:ext cx="0" cy="0"/>
          <a:chOff x="0" y="0"/>
          <a:chExt cx="0" cy="0"/>
        </a:xfrm>
      </p:grpSpPr>
      <p:sp>
        <p:nvSpPr>
          <p:cNvPr id="467" name="Google Shape;467;p84"/>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8" name="Google Shape;468;p84"/>
          <p:cNvSpPr txBox="1"/>
          <p:nvPr>
            <p:ph idx="2" type="body"/>
          </p:nvPr>
        </p:nvSpPr>
        <p:spPr>
          <a:xfrm>
            <a:off x="226219" y="1828800"/>
            <a:ext cx="35568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9" name="Google Shape;469;p84"/>
          <p:cNvSpPr txBox="1"/>
          <p:nvPr>
            <p:ph idx="3" type="body"/>
          </p:nvPr>
        </p:nvSpPr>
        <p:spPr>
          <a:xfrm>
            <a:off x="4626769" y="1828800"/>
            <a:ext cx="35511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0" name="Google Shape;470;p8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1" name="Google Shape;471;p8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2" name="Google Shape;472;p8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ls/Principles - White">
  <p:cSld name="Ideals/Principles - White">
    <p:bg>
      <p:bgPr>
        <a:solidFill>
          <a:srgbClr val="FFFFFF"/>
        </a:solidFill>
      </p:bgPr>
    </p:bg>
    <p:spTree>
      <p:nvGrpSpPr>
        <p:cNvPr id="473" name="Shape 473"/>
        <p:cNvGrpSpPr/>
        <p:nvPr/>
      </p:nvGrpSpPr>
      <p:grpSpPr>
        <a:xfrm>
          <a:off x="0" y="0"/>
          <a:ext cx="0" cy="0"/>
          <a:chOff x="0" y="0"/>
          <a:chExt cx="0" cy="0"/>
        </a:xfrm>
      </p:grpSpPr>
      <p:sp>
        <p:nvSpPr>
          <p:cNvPr id="474" name="Google Shape;474;p85"/>
          <p:cNvSpPr txBox="1"/>
          <p:nvPr>
            <p:ph idx="1" type="body"/>
          </p:nvPr>
        </p:nvSpPr>
        <p:spPr>
          <a:xfrm>
            <a:off x="226219" y="1828800"/>
            <a:ext cx="57519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5" name="Google Shape;475;p8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6" name="Google Shape;476;p8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7" name="Google Shape;477;p8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78" name="Google Shape;478;p85"/>
          <p:cNvSpPr txBox="1"/>
          <p:nvPr>
            <p:ph idx="2"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479" name="Shape 479"/>
        <p:cNvGrpSpPr/>
        <p:nvPr/>
      </p:nvGrpSpPr>
      <p:grpSpPr>
        <a:xfrm>
          <a:off x="0" y="0"/>
          <a:ext cx="0" cy="0"/>
          <a:chOff x="0" y="0"/>
          <a:chExt cx="0" cy="0"/>
        </a:xfrm>
      </p:grpSpPr>
      <p:sp>
        <p:nvSpPr>
          <p:cNvPr id="480" name="Google Shape;480;p8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1" name="Google Shape;481;p8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82" name="Google Shape;482;p86"/>
          <p:cNvSpPr/>
          <p:nvPr>
            <p:ph idx="2" type="pic"/>
          </p:nvPr>
        </p:nvSpPr>
        <p:spPr>
          <a:xfrm>
            <a:off x="7446169" y="228600"/>
            <a:ext cx="1473600" cy="685800"/>
          </a:xfrm>
          <a:prstGeom prst="rect">
            <a:avLst/>
          </a:prstGeom>
          <a:noFill/>
          <a:ln>
            <a:noFill/>
          </a:ln>
        </p:spPr>
      </p:sp>
      <p:sp>
        <p:nvSpPr>
          <p:cNvPr id="483" name="Google Shape;483;p86"/>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84" name="Google Shape;484;p8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85" name="Google Shape;485;p8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86" name="Google Shape;486;p86"/>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2 - White">
  <p:cSld name="Bullet point and optional partner 2 - White">
    <p:bg>
      <p:bgPr>
        <a:solidFill>
          <a:schemeClr val="lt1"/>
        </a:solidFill>
      </p:bgPr>
    </p:bg>
    <p:spTree>
      <p:nvGrpSpPr>
        <p:cNvPr id="487" name="Shape 487"/>
        <p:cNvGrpSpPr/>
        <p:nvPr/>
      </p:nvGrpSpPr>
      <p:grpSpPr>
        <a:xfrm>
          <a:off x="0" y="0"/>
          <a:ext cx="0" cy="0"/>
          <a:chOff x="0" y="0"/>
          <a:chExt cx="0" cy="0"/>
        </a:xfrm>
      </p:grpSpPr>
      <p:sp>
        <p:nvSpPr>
          <p:cNvPr id="488" name="Google Shape;488;p8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9" name="Google Shape;489;p8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0" name="Google Shape;490;p8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91" name="Google Shape;491;p8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92" name="Google Shape;492;p87"/>
          <p:cNvSpPr/>
          <p:nvPr>
            <p:ph idx="2" type="pic"/>
          </p:nvPr>
        </p:nvSpPr>
        <p:spPr>
          <a:xfrm>
            <a:off x="7446169" y="228600"/>
            <a:ext cx="1473600" cy="685800"/>
          </a:xfrm>
          <a:prstGeom prst="rect">
            <a:avLst/>
          </a:prstGeom>
          <a:noFill/>
          <a:ln>
            <a:noFill/>
          </a:ln>
        </p:spPr>
      </p:sp>
      <p:sp>
        <p:nvSpPr>
          <p:cNvPr id="493" name="Google Shape;493;p87"/>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4" name="Google Shape;494;p87"/>
          <p:cNvSpPr txBox="1"/>
          <p:nvPr>
            <p:ph idx="4" type="body"/>
          </p:nvPr>
        </p:nvSpPr>
        <p:spPr>
          <a:xfrm>
            <a:off x="228144" y="1828799"/>
            <a:ext cx="7218000" cy="22836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icture - White">
  <p:cSld name="Three column picture - White">
    <p:bg>
      <p:bgPr>
        <a:solidFill>
          <a:schemeClr val="lt1"/>
        </a:solidFill>
      </p:bgPr>
    </p:bg>
    <p:spTree>
      <p:nvGrpSpPr>
        <p:cNvPr id="495" name="Shape 495"/>
        <p:cNvGrpSpPr/>
        <p:nvPr/>
      </p:nvGrpSpPr>
      <p:grpSpPr>
        <a:xfrm>
          <a:off x="0" y="0"/>
          <a:ext cx="0" cy="0"/>
          <a:chOff x="0" y="0"/>
          <a:chExt cx="0" cy="0"/>
        </a:xfrm>
      </p:grpSpPr>
      <p:sp>
        <p:nvSpPr>
          <p:cNvPr id="496" name="Google Shape;496;p8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97" name="Google Shape;497;p8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8" name="Google Shape;498;p8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9" name="Google Shape;499;p8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00" name="Google Shape;500;p8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01" name="Google Shape;501;p88"/>
          <p:cNvSpPr txBox="1"/>
          <p:nvPr>
            <p:ph idx="3" type="body"/>
          </p:nvPr>
        </p:nvSpPr>
        <p:spPr>
          <a:xfrm>
            <a:off x="228600" y="1031789"/>
            <a:ext cx="2083500" cy="682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2" name="Google Shape;502;p88"/>
          <p:cNvSpPr txBox="1"/>
          <p:nvPr>
            <p:ph idx="4" type="body"/>
          </p:nvPr>
        </p:nvSpPr>
        <p:spPr>
          <a:xfrm>
            <a:off x="228600" y="1831889"/>
            <a:ext cx="2083500" cy="22806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3" name="Google Shape;503;p88"/>
          <p:cNvSpPr txBox="1"/>
          <p:nvPr>
            <p:ph idx="5" type="body"/>
          </p:nvPr>
        </p:nvSpPr>
        <p:spPr>
          <a:xfrm>
            <a:off x="242768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4" name="Google Shape;504;p88"/>
          <p:cNvSpPr txBox="1"/>
          <p:nvPr>
            <p:ph idx="6" type="body"/>
          </p:nvPr>
        </p:nvSpPr>
        <p:spPr>
          <a:xfrm>
            <a:off x="242768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5" name="Google Shape;505;p88"/>
          <p:cNvSpPr txBox="1"/>
          <p:nvPr>
            <p:ph idx="7" type="body"/>
          </p:nvPr>
        </p:nvSpPr>
        <p:spPr>
          <a:xfrm>
            <a:off x="242768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6" name="Google Shape;506;p88"/>
          <p:cNvSpPr txBox="1"/>
          <p:nvPr>
            <p:ph idx="8" type="body"/>
          </p:nvPr>
        </p:nvSpPr>
        <p:spPr>
          <a:xfrm>
            <a:off x="4629150"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7" name="Google Shape;507;p88"/>
          <p:cNvSpPr txBox="1"/>
          <p:nvPr>
            <p:ph idx="9" type="body"/>
          </p:nvPr>
        </p:nvSpPr>
        <p:spPr>
          <a:xfrm>
            <a:off x="4629150"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8" name="Google Shape;508;p88"/>
          <p:cNvSpPr txBox="1"/>
          <p:nvPr>
            <p:ph idx="13" type="body"/>
          </p:nvPr>
        </p:nvSpPr>
        <p:spPr>
          <a:xfrm>
            <a:off x="4629150"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9" name="Google Shape;509;p88"/>
          <p:cNvSpPr txBox="1"/>
          <p:nvPr>
            <p:ph idx="14" type="body"/>
          </p:nvPr>
        </p:nvSpPr>
        <p:spPr>
          <a:xfrm>
            <a:off x="682942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0" name="Google Shape;510;p88"/>
          <p:cNvSpPr txBox="1"/>
          <p:nvPr>
            <p:ph idx="15" type="body"/>
          </p:nvPr>
        </p:nvSpPr>
        <p:spPr>
          <a:xfrm>
            <a:off x="682942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1" name="Google Shape;511;p88"/>
          <p:cNvSpPr txBox="1"/>
          <p:nvPr>
            <p:ph idx="16" type="body"/>
          </p:nvPr>
        </p:nvSpPr>
        <p:spPr>
          <a:xfrm>
            <a:off x="682942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2" name="Google Shape;512;p88"/>
          <p:cNvSpPr/>
          <p:nvPr>
            <p:ph idx="17" type="pic"/>
          </p:nvPr>
        </p:nvSpPr>
        <p:spPr>
          <a:xfrm rot="-5400000">
            <a:off x="2327046" y="1128170"/>
            <a:ext cx="2283600" cy="2084700"/>
          </a:xfrm>
          <a:prstGeom prst="round2SameRect">
            <a:avLst>
              <a:gd fmla="val 0" name="adj1"/>
              <a:gd fmla="val 0" name="adj2"/>
            </a:avLst>
          </a:prstGeom>
          <a:solidFill>
            <a:schemeClr val="accent2"/>
          </a:solidFill>
          <a:ln>
            <a:noFill/>
          </a:ln>
        </p:spPr>
      </p:sp>
      <p:sp>
        <p:nvSpPr>
          <p:cNvPr id="513" name="Google Shape;513;p88"/>
          <p:cNvSpPr txBox="1"/>
          <p:nvPr/>
        </p:nvSpPr>
        <p:spPr>
          <a:xfrm>
            <a:off x="242648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4" name="Google Shape;514;p88"/>
          <p:cNvSpPr/>
          <p:nvPr>
            <p:ph idx="18" type="pic"/>
          </p:nvPr>
        </p:nvSpPr>
        <p:spPr>
          <a:xfrm rot="-5400000">
            <a:off x="4529700" y="1128170"/>
            <a:ext cx="2283600" cy="2084700"/>
          </a:xfrm>
          <a:prstGeom prst="round2SameRect">
            <a:avLst>
              <a:gd fmla="val 0" name="adj1"/>
              <a:gd fmla="val 0" name="adj2"/>
            </a:avLst>
          </a:prstGeom>
          <a:solidFill>
            <a:schemeClr val="accent2"/>
          </a:solidFill>
          <a:ln>
            <a:noFill/>
          </a:ln>
        </p:spPr>
      </p:sp>
      <p:sp>
        <p:nvSpPr>
          <p:cNvPr id="515" name="Google Shape;515;p88"/>
          <p:cNvSpPr txBox="1"/>
          <p:nvPr/>
        </p:nvSpPr>
        <p:spPr>
          <a:xfrm>
            <a:off x="4629136"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6" name="Google Shape;516;p88"/>
          <p:cNvSpPr/>
          <p:nvPr>
            <p:ph idx="19" type="pic"/>
          </p:nvPr>
        </p:nvSpPr>
        <p:spPr>
          <a:xfrm rot="-5400000">
            <a:off x="6727594" y="1128170"/>
            <a:ext cx="2283600" cy="2084700"/>
          </a:xfrm>
          <a:prstGeom prst="round2SameRect">
            <a:avLst>
              <a:gd fmla="val 0" name="adj1"/>
              <a:gd fmla="val 0" name="adj2"/>
            </a:avLst>
          </a:prstGeom>
          <a:solidFill>
            <a:schemeClr val="accent2"/>
          </a:solidFill>
          <a:ln>
            <a:noFill/>
          </a:ln>
        </p:spPr>
      </p:sp>
      <p:sp>
        <p:nvSpPr>
          <p:cNvPr id="517" name="Google Shape;517;p88"/>
          <p:cNvSpPr txBox="1"/>
          <p:nvPr/>
        </p:nvSpPr>
        <p:spPr>
          <a:xfrm>
            <a:off x="682703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 White">
  <p:cSld name="Text and right picture - White">
    <p:bg>
      <p:bgPr>
        <a:solidFill>
          <a:schemeClr val="lt1"/>
        </a:solidFill>
      </p:bgPr>
    </p:bg>
    <p:spTree>
      <p:nvGrpSpPr>
        <p:cNvPr id="518" name="Shape 518"/>
        <p:cNvGrpSpPr/>
        <p:nvPr/>
      </p:nvGrpSpPr>
      <p:grpSpPr>
        <a:xfrm>
          <a:off x="0" y="0"/>
          <a:ext cx="0" cy="0"/>
          <a:chOff x="0" y="0"/>
          <a:chExt cx="0" cy="0"/>
        </a:xfrm>
      </p:grpSpPr>
      <p:sp>
        <p:nvSpPr>
          <p:cNvPr id="519" name="Google Shape;519;p8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20" name="Google Shape;520;p8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21" name="Google Shape;521;p8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2" name="Google Shape;522;p8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23" name="Google Shape;523;p8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24" name="Google Shape;524;p89"/>
          <p:cNvSpPr/>
          <p:nvPr>
            <p:ph idx="3" type="pic"/>
          </p:nvPr>
        </p:nvSpPr>
        <p:spPr>
          <a:xfrm>
            <a:off x="4626769" y="1028699"/>
            <a:ext cx="4286400" cy="3083700"/>
          </a:xfrm>
          <a:prstGeom prst="rect">
            <a:avLst/>
          </a:prstGeom>
          <a:solidFill>
            <a:schemeClr val="accent2"/>
          </a:solidFill>
          <a:ln cap="flat" cmpd="sng" w="76200">
            <a:solidFill>
              <a:schemeClr val="accent3"/>
            </a:solidFill>
            <a:prstDash val="solid"/>
            <a:round/>
            <a:headEnd len="sm" w="sm" type="none"/>
            <a:tailEnd len="sm" w="sm" type="none"/>
          </a:ln>
        </p:spPr>
      </p:sp>
      <p:sp>
        <p:nvSpPr>
          <p:cNvPr id="525" name="Google Shape;525;p89"/>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6" name="Google Shape;526;p89"/>
          <p:cNvSpPr txBox="1"/>
          <p:nvPr>
            <p:ph idx="5" type="body"/>
          </p:nvPr>
        </p:nvSpPr>
        <p:spPr>
          <a:xfrm>
            <a:off x="228145" y="1028700"/>
            <a:ext cx="28173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1/2 - Stone">
  <p:cSld name="Text and right picture 1/2 - Stone">
    <p:bg>
      <p:bgPr>
        <a:solidFill>
          <a:schemeClr val="lt1"/>
        </a:solidFill>
      </p:bgPr>
    </p:bg>
    <p:spTree>
      <p:nvGrpSpPr>
        <p:cNvPr id="527" name="Shape 527"/>
        <p:cNvGrpSpPr/>
        <p:nvPr/>
      </p:nvGrpSpPr>
      <p:grpSpPr>
        <a:xfrm>
          <a:off x="0" y="0"/>
          <a:ext cx="0" cy="0"/>
          <a:chOff x="0" y="0"/>
          <a:chExt cx="0" cy="0"/>
        </a:xfrm>
      </p:grpSpPr>
      <p:sp>
        <p:nvSpPr>
          <p:cNvPr id="528" name="Google Shape;528;p90"/>
          <p:cNvSpPr/>
          <p:nvPr/>
        </p:nvSpPr>
        <p:spPr>
          <a:xfrm>
            <a:off x="-1" y="2578298"/>
            <a:ext cx="9144000" cy="25653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9" name="Google Shape;529;p9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30" name="Google Shape;530;p9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31" name="Google Shape;531;p9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2" name="Google Shape;532;p9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33" name="Google Shape;533;p9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34" name="Google Shape;534;p90"/>
          <p:cNvSpPr/>
          <p:nvPr>
            <p:ph idx="3" type="pic"/>
          </p:nvPr>
        </p:nvSpPr>
        <p:spPr>
          <a:xfrm>
            <a:off x="4626769" y="1028699"/>
            <a:ext cx="4286400" cy="3083700"/>
          </a:xfrm>
          <a:prstGeom prst="rect">
            <a:avLst/>
          </a:prstGeom>
          <a:solidFill>
            <a:schemeClr val="dk1"/>
          </a:solidFill>
          <a:ln>
            <a:noFill/>
          </a:ln>
        </p:spPr>
      </p:sp>
      <p:sp>
        <p:nvSpPr>
          <p:cNvPr id="535" name="Google Shape;535;p90"/>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6" name="Google Shape;536;p90"/>
          <p:cNvSpPr txBox="1"/>
          <p:nvPr>
            <p:ph idx="5" type="body"/>
          </p:nvPr>
        </p:nvSpPr>
        <p:spPr>
          <a:xfrm>
            <a:off x="228145" y="1028701"/>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7" name="Google Shape;537;p90"/>
          <p:cNvSpPr txBox="1"/>
          <p:nvPr>
            <p:ph idx="6" type="body"/>
          </p:nvPr>
        </p:nvSpPr>
        <p:spPr>
          <a:xfrm>
            <a:off x="228145" y="2857500"/>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list - White">
  <p:cSld name="Objective list - White">
    <p:bg>
      <p:bgPr>
        <a:solidFill>
          <a:schemeClr val="lt1"/>
        </a:solidFill>
      </p:bgPr>
    </p:bg>
    <p:spTree>
      <p:nvGrpSpPr>
        <p:cNvPr id="538" name="Shape 538"/>
        <p:cNvGrpSpPr/>
        <p:nvPr/>
      </p:nvGrpSpPr>
      <p:grpSpPr>
        <a:xfrm>
          <a:off x="0" y="0"/>
          <a:ext cx="0" cy="0"/>
          <a:chOff x="0" y="0"/>
          <a:chExt cx="0" cy="0"/>
        </a:xfrm>
      </p:grpSpPr>
      <p:sp>
        <p:nvSpPr>
          <p:cNvPr id="539" name="Google Shape;539;p91"/>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0" name="Google Shape;540;p9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1" name="Google Shape;541;p91"/>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2" name="Google Shape;542;p9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3" name="Google Shape;543;p9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piece information - White">
  <p:cSld name="Six-piece information - White">
    <p:bg>
      <p:bgPr>
        <a:solidFill>
          <a:schemeClr val="lt1"/>
        </a:solidFill>
      </p:bgPr>
    </p:bg>
    <p:spTree>
      <p:nvGrpSpPr>
        <p:cNvPr id="544" name="Shape 544"/>
        <p:cNvGrpSpPr/>
        <p:nvPr/>
      </p:nvGrpSpPr>
      <p:grpSpPr>
        <a:xfrm>
          <a:off x="0" y="0"/>
          <a:ext cx="0" cy="0"/>
          <a:chOff x="0" y="0"/>
          <a:chExt cx="0" cy="0"/>
        </a:xfrm>
      </p:grpSpPr>
      <p:sp>
        <p:nvSpPr>
          <p:cNvPr id="545" name="Google Shape;545;p9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6" name="Google Shape;546;p9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7" name="Google Shape;547;p9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8" name="Google Shape;548;p9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9" name="Google Shape;549;p9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50" name="Google Shape;550;p92"/>
          <p:cNvSpPr txBox="1"/>
          <p:nvPr>
            <p:ph idx="3" type="body"/>
          </p:nvPr>
        </p:nvSpPr>
        <p:spPr>
          <a:xfrm>
            <a:off x="228600"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1" name="Google Shape;551;p92"/>
          <p:cNvSpPr txBox="1"/>
          <p:nvPr>
            <p:ph idx="4" type="body"/>
          </p:nvPr>
        </p:nvSpPr>
        <p:spPr>
          <a:xfrm>
            <a:off x="228600"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2" name="Google Shape;552;p92"/>
          <p:cNvSpPr txBox="1"/>
          <p:nvPr>
            <p:ph idx="5" type="body"/>
          </p:nvPr>
        </p:nvSpPr>
        <p:spPr>
          <a:xfrm>
            <a:off x="3174167"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3" name="Google Shape;553;p92"/>
          <p:cNvSpPr txBox="1"/>
          <p:nvPr>
            <p:ph idx="6" type="body"/>
          </p:nvPr>
        </p:nvSpPr>
        <p:spPr>
          <a:xfrm>
            <a:off x="3174167"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4" name="Google Shape;554;p92"/>
          <p:cNvSpPr txBox="1"/>
          <p:nvPr>
            <p:ph idx="7" type="body"/>
          </p:nvPr>
        </p:nvSpPr>
        <p:spPr>
          <a:xfrm>
            <a:off x="6119735"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5" name="Google Shape;555;p92"/>
          <p:cNvSpPr txBox="1"/>
          <p:nvPr>
            <p:ph idx="8" type="body"/>
          </p:nvPr>
        </p:nvSpPr>
        <p:spPr>
          <a:xfrm>
            <a:off x="6119735"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6" name="Google Shape;556;p92"/>
          <p:cNvSpPr txBox="1"/>
          <p:nvPr>
            <p:ph idx="9" type="body"/>
          </p:nvPr>
        </p:nvSpPr>
        <p:spPr>
          <a:xfrm>
            <a:off x="228600"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7" name="Google Shape;557;p92"/>
          <p:cNvSpPr txBox="1"/>
          <p:nvPr>
            <p:ph idx="13" type="body"/>
          </p:nvPr>
        </p:nvSpPr>
        <p:spPr>
          <a:xfrm>
            <a:off x="228600"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8" name="Google Shape;558;p92"/>
          <p:cNvSpPr txBox="1"/>
          <p:nvPr>
            <p:ph idx="14" type="body"/>
          </p:nvPr>
        </p:nvSpPr>
        <p:spPr>
          <a:xfrm>
            <a:off x="3174167"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9" name="Google Shape;559;p92"/>
          <p:cNvSpPr txBox="1"/>
          <p:nvPr>
            <p:ph idx="15" type="body"/>
          </p:nvPr>
        </p:nvSpPr>
        <p:spPr>
          <a:xfrm>
            <a:off x="3174167"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0" name="Google Shape;560;p92"/>
          <p:cNvSpPr txBox="1"/>
          <p:nvPr>
            <p:ph idx="16" type="body"/>
          </p:nvPr>
        </p:nvSpPr>
        <p:spPr>
          <a:xfrm>
            <a:off x="6119735"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1" name="Google Shape;561;p92"/>
          <p:cNvSpPr txBox="1"/>
          <p:nvPr>
            <p:ph idx="17" type="body"/>
          </p:nvPr>
        </p:nvSpPr>
        <p:spPr>
          <a:xfrm>
            <a:off x="6119735"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Stone">
  <p:cSld name="Six-image - Stone">
    <p:bg>
      <p:bgPr>
        <a:solidFill>
          <a:schemeClr val="lt2"/>
        </a:solidFill>
      </p:bgPr>
    </p:bg>
    <p:spTree>
      <p:nvGrpSpPr>
        <p:cNvPr id="562" name="Shape 562"/>
        <p:cNvGrpSpPr/>
        <p:nvPr/>
      </p:nvGrpSpPr>
      <p:grpSpPr>
        <a:xfrm>
          <a:off x="0" y="0"/>
          <a:ext cx="0" cy="0"/>
          <a:chOff x="0" y="0"/>
          <a:chExt cx="0" cy="0"/>
        </a:xfrm>
      </p:grpSpPr>
      <p:sp>
        <p:nvSpPr>
          <p:cNvPr id="563" name="Google Shape;563;p93"/>
          <p:cNvSpPr/>
          <p:nvPr/>
        </p:nvSpPr>
        <p:spPr>
          <a:xfrm>
            <a:off x="2005781" y="0"/>
            <a:ext cx="71382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4" name="Google Shape;564;p93"/>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5" name="Google Shape;565;p93"/>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6" name="Google Shape;566;p93"/>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7" name="Google Shape;567;p93"/>
          <p:cNvSpPr/>
          <p:nvPr>
            <p:ph idx="4" type="pic"/>
          </p:nvPr>
        </p:nvSpPr>
        <p:spPr>
          <a:xfrm>
            <a:off x="2005781" y="0"/>
            <a:ext cx="2374500" cy="2571900"/>
          </a:xfrm>
          <a:prstGeom prst="rect">
            <a:avLst/>
          </a:prstGeom>
          <a:solidFill>
            <a:schemeClr val="lt1"/>
          </a:solidFill>
          <a:ln>
            <a:noFill/>
          </a:ln>
        </p:spPr>
      </p:sp>
      <p:sp>
        <p:nvSpPr>
          <p:cNvPr id="568" name="Google Shape;568;p93"/>
          <p:cNvSpPr/>
          <p:nvPr>
            <p:ph idx="5" type="pic"/>
          </p:nvPr>
        </p:nvSpPr>
        <p:spPr>
          <a:xfrm>
            <a:off x="6769510" y="0"/>
            <a:ext cx="2374500" cy="2571900"/>
          </a:xfrm>
          <a:prstGeom prst="rect">
            <a:avLst/>
          </a:prstGeom>
          <a:solidFill>
            <a:schemeClr val="lt1"/>
          </a:solidFill>
          <a:ln>
            <a:noFill/>
          </a:ln>
        </p:spPr>
      </p:sp>
      <p:sp>
        <p:nvSpPr>
          <p:cNvPr id="569" name="Google Shape;569;p93"/>
          <p:cNvSpPr/>
          <p:nvPr>
            <p:ph idx="6" type="pic"/>
          </p:nvPr>
        </p:nvSpPr>
        <p:spPr>
          <a:xfrm>
            <a:off x="4387645" y="2571750"/>
            <a:ext cx="2374500" cy="2571900"/>
          </a:xfrm>
          <a:prstGeom prst="rect">
            <a:avLst/>
          </a:prstGeom>
          <a:solidFill>
            <a:schemeClr val="lt1"/>
          </a:solidFill>
          <a:ln>
            <a:noFill/>
          </a:ln>
        </p:spPr>
      </p:sp>
      <p:sp>
        <p:nvSpPr>
          <p:cNvPr id="570" name="Google Shape;570;p93"/>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1" name="Google Shape;571;p93"/>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2" name="Google Shape;572;p93"/>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3" name="Google Shape;573;p9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4" name="Google Shape;574;p9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White">
  <p:cSld name="Six-image - White">
    <p:bg>
      <p:bgPr>
        <a:solidFill>
          <a:schemeClr val="lt1"/>
        </a:solidFill>
      </p:bgPr>
    </p:bg>
    <p:spTree>
      <p:nvGrpSpPr>
        <p:cNvPr id="575" name="Shape 575"/>
        <p:cNvGrpSpPr/>
        <p:nvPr/>
      </p:nvGrpSpPr>
      <p:grpSpPr>
        <a:xfrm>
          <a:off x="0" y="0"/>
          <a:ext cx="0" cy="0"/>
          <a:chOff x="0" y="0"/>
          <a:chExt cx="0" cy="0"/>
        </a:xfrm>
      </p:grpSpPr>
      <p:sp>
        <p:nvSpPr>
          <p:cNvPr id="576" name="Google Shape;576;p94"/>
          <p:cNvSpPr/>
          <p:nvPr/>
        </p:nvSpPr>
        <p:spPr>
          <a:xfrm>
            <a:off x="2005781" y="0"/>
            <a:ext cx="71382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7" name="Google Shape;577;p9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8" name="Google Shape;578;p9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79" name="Google Shape;579;p94"/>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0" name="Google Shape;580;p94"/>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1" name="Google Shape;581;p94"/>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2" name="Google Shape;582;p94"/>
          <p:cNvSpPr/>
          <p:nvPr>
            <p:ph idx="4" type="pic"/>
          </p:nvPr>
        </p:nvSpPr>
        <p:spPr>
          <a:xfrm>
            <a:off x="2005781" y="0"/>
            <a:ext cx="2374500" cy="2571900"/>
          </a:xfrm>
          <a:prstGeom prst="rect">
            <a:avLst/>
          </a:prstGeom>
          <a:solidFill>
            <a:schemeClr val="lt1"/>
          </a:solidFill>
          <a:ln>
            <a:noFill/>
          </a:ln>
        </p:spPr>
      </p:sp>
      <p:sp>
        <p:nvSpPr>
          <p:cNvPr id="583" name="Google Shape;583;p94"/>
          <p:cNvSpPr/>
          <p:nvPr>
            <p:ph idx="5" type="pic"/>
          </p:nvPr>
        </p:nvSpPr>
        <p:spPr>
          <a:xfrm>
            <a:off x="6769510" y="0"/>
            <a:ext cx="2374500" cy="2571900"/>
          </a:xfrm>
          <a:prstGeom prst="rect">
            <a:avLst/>
          </a:prstGeom>
          <a:solidFill>
            <a:schemeClr val="lt1"/>
          </a:solidFill>
          <a:ln>
            <a:noFill/>
          </a:ln>
        </p:spPr>
      </p:sp>
      <p:sp>
        <p:nvSpPr>
          <p:cNvPr id="584" name="Google Shape;584;p94"/>
          <p:cNvSpPr/>
          <p:nvPr>
            <p:ph idx="6" type="pic"/>
          </p:nvPr>
        </p:nvSpPr>
        <p:spPr>
          <a:xfrm>
            <a:off x="4387645" y="2571750"/>
            <a:ext cx="2374500" cy="2571900"/>
          </a:xfrm>
          <a:prstGeom prst="rect">
            <a:avLst/>
          </a:prstGeom>
          <a:solidFill>
            <a:schemeClr val="lt1"/>
          </a:solidFill>
          <a:ln>
            <a:noFill/>
          </a:ln>
        </p:spPr>
      </p:sp>
      <p:sp>
        <p:nvSpPr>
          <p:cNvPr id="585" name="Google Shape;585;p94"/>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6" name="Google Shape;586;p94"/>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7" name="Google Shape;587;p94"/>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image w/ description - White">
  <p:cSld name="4-image w/ description - White">
    <p:bg>
      <p:bgPr>
        <a:solidFill>
          <a:schemeClr val="lt1"/>
        </a:solidFill>
      </p:bgPr>
    </p:bg>
    <p:spTree>
      <p:nvGrpSpPr>
        <p:cNvPr id="588" name="Shape 588"/>
        <p:cNvGrpSpPr/>
        <p:nvPr/>
      </p:nvGrpSpPr>
      <p:grpSpPr>
        <a:xfrm>
          <a:off x="0" y="0"/>
          <a:ext cx="0" cy="0"/>
          <a:chOff x="0" y="0"/>
          <a:chExt cx="0" cy="0"/>
        </a:xfrm>
      </p:grpSpPr>
      <p:sp>
        <p:nvSpPr>
          <p:cNvPr id="589" name="Google Shape;589;p95"/>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90" name="Google Shape;590;p9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91" name="Google Shape;591;p95"/>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2" name="Google Shape;592;p9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93" name="Google Shape;593;p9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94" name="Google Shape;594;p95"/>
          <p:cNvSpPr/>
          <p:nvPr>
            <p:ph idx="3" type="pic"/>
          </p:nvPr>
        </p:nvSpPr>
        <p:spPr>
          <a:xfrm>
            <a:off x="228600" y="1036493"/>
            <a:ext cx="2083200" cy="2274600"/>
          </a:xfrm>
          <a:prstGeom prst="rect">
            <a:avLst/>
          </a:prstGeom>
          <a:solidFill>
            <a:schemeClr val="accent2"/>
          </a:solidFill>
          <a:ln>
            <a:noFill/>
          </a:ln>
        </p:spPr>
      </p:sp>
      <p:sp>
        <p:nvSpPr>
          <p:cNvPr id="595" name="Google Shape;595;p95"/>
          <p:cNvSpPr/>
          <p:nvPr>
            <p:ph idx="4" type="pic"/>
          </p:nvPr>
        </p:nvSpPr>
        <p:spPr>
          <a:xfrm>
            <a:off x="2421566" y="1036493"/>
            <a:ext cx="2083200" cy="2274600"/>
          </a:xfrm>
          <a:prstGeom prst="rect">
            <a:avLst/>
          </a:prstGeom>
          <a:solidFill>
            <a:schemeClr val="accent2"/>
          </a:solidFill>
          <a:ln>
            <a:noFill/>
          </a:ln>
        </p:spPr>
      </p:sp>
      <p:sp>
        <p:nvSpPr>
          <p:cNvPr id="596" name="Google Shape;596;p95"/>
          <p:cNvSpPr/>
          <p:nvPr>
            <p:ph idx="5" type="pic"/>
          </p:nvPr>
        </p:nvSpPr>
        <p:spPr>
          <a:xfrm>
            <a:off x="4634465" y="1036493"/>
            <a:ext cx="2083200" cy="2274600"/>
          </a:xfrm>
          <a:prstGeom prst="rect">
            <a:avLst/>
          </a:prstGeom>
          <a:solidFill>
            <a:schemeClr val="accent2"/>
          </a:solidFill>
          <a:ln>
            <a:noFill/>
          </a:ln>
        </p:spPr>
      </p:sp>
      <p:sp>
        <p:nvSpPr>
          <p:cNvPr id="597" name="Google Shape;597;p95"/>
          <p:cNvSpPr/>
          <p:nvPr>
            <p:ph idx="6" type="pic"/>
          </p:nvPr>
        </p:nvSpPr>
        <p:spPr>
          <a:xfrm>
            <a:off x="6827431" y="1036493"/>
            <a:ext cx="2083200" cy="2274600"/>
          </a:xfrm>
          <a:prstGeom prst="rect">
            <a:avLst/>
          </a:prstGeom>
          <a:solidFill>
            <a:schemeClr val="accent2"/>
          </a:solidFill>
          <a:ln>
            <a:noFill/>
          </a:ln>
        </p:spPr>
      </p:sp>
      <p:sp>
        <p:nvSpPr>
          <p:cNvPr id="598" name="Google Shape;598;p95"/>
          <p:cNvSpPr txBox="1"/>
          <p:nvPr>
            <p:ph idx="7" type="body"/>
          </p:nvPr>
        </p:nvSpPr>
        <p:spPr>
          <a:xfrm>
            <a:off x="228600" y="3425118"/>
            <a:ext cx="20835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9" name="Google Shape;599;p95"/>
          <p:cNvSpPr txBox="1"/>
          <p:nvPr>
            <p:ph idx="8" type="body"/>
          </p:nvPr>
        </p:nvSpPr>
        <p:spPr>
          <a:xfrm>
            <a:off x="228600" y="3813971"/>
            <a:ext cx="2083500" cy="733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0" name="Google Shape;600;p95"/>
          <p:cNvSpPr txBox="1"/>
          <p:nvPr>
            <p:ph idx="9" type="body"/>
          </p:nvPr>
        </p:nvSpPr>
        <p:spPr>
          <a:xfrm>
            <a:off x="2421566" y="3813972"/>
            <a:ext cx="2089800" cy="739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1" name="Google Shape;601;p95"/>
          <p:cNvSpPr txBox="1"/>
          <p:nvPr>
            <p:ph idx="13" type="body"/>
          </p:nvPr>
        </p:nvSpPr>
        <p:spPr>
          <a:xfrm>
            <a:off x="4634465" y="3813971"/>
            <a:ext cx="2079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2" name="Google Shape;602;p95"/>
          <p:cNvSpPr txBox="1"/>
          <p:nvPr>
            <p:ph idx="14" type="body"/>
          </p:nvPr>
        </p:nvSpPr>
        <p:spPr>
          <a:xfrm>
            <a:off x="6827431" y="3813972"/>
            <a:ext cx="2085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3" name="Google Shape;603;p95"/>
          <p:cNvSpPr txBox="1"/>
          <p:nvPr>
            <p:ph idx="15" type="body"/>
          </p:nvPr>
        </p:nvSpPr>
        <p:spPr>
          <a:xfrm>
            <a:off x="2426494" y="3425118"/>
            <a:ext cx="20847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4" name="Google Shape;604;p95"/>
          <p:cNvSpPr txBox="1"/>
          <p:nvPr>
            <p:ph idx="16" type="body"/>
          </p:nvPr>
        </p:nvSpPr>
        <p:spPr>
          <a:xfrm>
            <a:off x="4626769" y="3425118"/>
            <a:ext cx="20871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5" name="Google Shape;605;p95"/>
          <p:cNvSpPr txBox="1"/>
          <p:nvPr>
            <p:ph idx="17" type="body"/>
          </p:nvPr>
        </p:nvSpPr>
        <p:spPr>
          <a:xfrm>
            <a:off x="6827044" y="3425118"/>
            <a:ext cx="20859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 structure - White">
  <p:cSld name="Org structure - White">
    <p:bg>
      <p:bgPr>
        <a:solidFill>
          <a:schemeClr val="lt1"/>
        </a:solidFill>
      </p:bgPr>
    </p:bg>
    <p:spTree>
      <p:nvGrpSpPr>
        <p:cNvPr id="606" name="Shape 606"/>
        <p:cNvGrpSpPr/>
        <p:nvPr/>
      </p:nvGrpSpPr>
      <p:grpSpPr>
        <a:xfrm>
          <a:off x="0" y="0"/>
          <a:ext cx="0" cy="0"/>
          <a:chOff x="0" y="0"/>
          <a:chExt cx="0" cy="0"/>
        </a:xfrm>
      </p:grpSpPr>
      <p:sp>
        <p:nvSpPr>
          <p:cNvPr id="607" name="Google Shape;607;p9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08" name="Google Shape;608;p9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09" name="Google Shape;609;p96"/>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0" name="Google Shape;610;p9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1" name="Google Shape;611;p9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2" name="Google Shape;612;p96"/>
          <p:cNvSpPr txBox="1"/>
          <p:nvPr>
            <p:ph idx="3"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table slide - White">
  <p:cSld name="Basic table slide - White">
    <p:bg>
      <p:bgPr>
        <a:solidFill>
          <a:schemeClr val="lt1"/>
        </a:solidFill>
      </p:bgPr>
    </p:bg>
    <p:spTree>
      <p:nvGrpSpPr>
        <p:cNvPr id="613" name="Shape 613"/>
        <p:cNvGrpSpPr/>
        <p:nvPr/>
      </p:nvGrpSpPr>
      <p:grpSpPr>
        <a:xfrm>
          <a:off x="0" y="0"/>
          <a:ext cx="0" cy="0"/>
          <a:chOff x="0" y="0"/>
          <a:chExt cx="0" cy="0"/>
        </a:xfrm>
      </p:grpSpPr>
      <p:pic>
        <p:nvPicPr>
          <p:cNvPr id="614" name="Google Shape;614;p9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15" name="Google Shape;615;p9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6" name="Google Shape;616;p9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7" name="Google Shape;617;p97"/>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8" name="Google Shape;618;p97"/>
          <p:cNvSpPr txBox="1"/>
          <p:nvPr>
            <p:ph idx="2" type="body"/>
          </p:nvPr>
        </p:nvSpPr>
        <p:spPr>
          <a:xfrm>
            <a:off x="228599" y="359209"/>
            <a:ext cx="4282500" cy="466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9" name="Google Shape;619;p97"/>
          <p:cNvSpPr txBox="1"/>
          <p:nvPr>
            <p:ph idx="3" type="body"/>
          </p:nvPr>
        </p:nvSpPr>
        <p:spPr>
          <a:xfrm>
            <a:off x="228600" y="2132075"/>
            <a:ext cx="20835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0" name="Google Shape;620;p97"/>
          <p:cNvSpPr txBox="1"/>
          <p:nvPr>
            <p:ph idx="4" type="body"/>
          </p:nvPr>
        </p:nvSpPr>
        <p:spPr>
          <a:xfrm>
            <a:off x="228600" y="1828800"/>
            <a:ext cx="2083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1" name="Google Shape;621;p97"/>
          <p:cNvSpPr txBox="1"/>
          <p:nvPr>
            <p:ph idx="5" type="body"/>
          </p:nvPr>
        </p:nvSpPr>
        <p:spPr>
          <a:xfrm>
            <a:off x="2426494" y="2132075"/>
            <a:ext cx="20847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2" name="Google Shape;622;p97"/>
          <p:cNvSpPr txBox="1"/>
          <p:nvPr>
            <p:ph idx="6" type="body"/>
          </p:nvPr>
        </p:nvSpPr>
        <p:spPr>
          <a:xfrm>
            <a:off x="2426494" y="1828800"/>
            <a:ext cx="20847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3" name="Google Shape;623;p97"/>
          <p:cNvSpPr txBox="1"/>
          <p:nvPr>
            <p:ph idx="7" type="body"/>
          </p:nvPr>
        </p:nvSpPr>
        <p:spPr>
          <a:xfrm>
            <a:off x="4626769" y="2132075"/>
            <a:ext cx="20871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4" name="Google Shape;624;p97"/>
          <p:cNvSpPr txBox="1"/>
          <p:nvPr>
            <p:ph idx="8" type="body"/>
          </p:nvPr>
        </p:nvSpPr>
        <p:spPr>
          <a:xfrm>
            <a:off x="4626769" y="1828800"/>
            <a:ext cx="20871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5" name="Google Shape;625;p97"/>
          <p:cNvSpPr txBox="1"/>
          <p:nvPr>
            <p:ph idx="9" type="body"/>
          </p:nvPr>
        </p:nvSpPr>
        <p:spPr>
          <a:xfrm>
            <a:off x="6827044" y="2132075"/>
            <a:ext cx="20859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6" name="Google Shape;626;p97"/>
          <p:cNvSpPr txBox="1"/>
          <p:nvPr>
            <p:ph idx="13" type="body"/>
          </p:nvPr>
        </p:nvSpPr>
        <p:spPr>
          <a:xfrm>
            <a:off x="6827044" y="1828800"/>
            <a:ext cx="20859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7" name="Google Shape;627;p97"/>
          <p:cNvSpPr txBox="1"/>
          <p:nvPr>
            <p:ph idx="14"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628" name="Shape 628"/>
        <p:cNvGrpSpPr/>
        <p:nvPr/>
      </p:nvGrpSpPr>
      <p:grpSpPr>
        <a:xfrm>
          <a:off x="0" y="0"/>
          <a:ext cx="0" cy="0"/>
          <a:chOff x="0" y="0"/>
          <a:chExt cx="0" cy="0"/>
        </a:xfrm>
      </p:grpSpPr>
      <p:sp>
        <p:nvSpPr>
          <p:cNvPr id="629" name="Google Shape;629;p9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0" name="Google Shape;630;p9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1" name="Google Shape;631;p9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2" name="Google Shape;632;p9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3" name="Google Shape;633;p9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ntent slide - White">
  <p:cSld name="Highlighted content slide - White">
    <p:bg>
      <p:bgPr>
        <a:solidFill>
          <a:schemeClr val="lt1"/>
        </a:solidFill>
      </p:bgPr>
    </p:bg>
    <p:spTree>
      <p:nvGrpSpPr>
        <p:cNvPr id="634" name="Shape 634"/>
        <p:cNvGrpSpPr/>
        <p:nvPr/>
      </p:nvGrpSpPr>
      <p:grpSpPr>
        <a:xfrm>
          <a:off x="0" y="0"/>
          <a:ext cx="0" cy="0"/>
          <a:chOff x="0" y="0"/>
          <a:chExt cx="0" cy="0"/>
        </a:xfrm>
      </p:grpSpPr>
      <p:sp>
        <p:nvSpPr>
          <p:cNvPr id="635" name="Google Shape;635;p9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6" name="Google Shape;636;p9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7" name="Google Shape;637;p9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8" name="Google Shape;638;p9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9" name="Google Shape;639;p9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0" name="Google Shape;640;p99"/>
          <p:cNvSpPr txBox="1"/>
          <p:nvPr>
            <p:ph idx="3" type="body"/>
          </p:nvPr>
        </p:nvSpPr>
        <p:spPr>
          <a:xfrm>
            <a:off x="228600" y="1036861"/>
            <a:ext cx="1352400" cy="30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thly calendar table - white">
  <p:cSld name="Monthly calendar table - white">
    <p:bg>
      <p:bgPr>
        <a:solidFill>
          <a:schemeClr val="lt1"/>
        </a:solidFill>
      </p:bgPr>
    </p:bg>
    <p:spTree>
      <p:nvGrpSpPr>
        <p:cNvPr id="641" name="Shape 641"/>
        <p:cNvGrpSpPr/>
        <p:nvPr/>
      </p:nvGrpSpPr>
      <p:grpSpPr>
        <a:xfrm>
          <a:off x="0" y="0"/>
          <a:ext cx="0" cy="0"/>
          <a:chOff x="0" y="0"/>
          <a:chExt cx="0" cy="0"/>
        </a:xfrm>
      </p:grpSpPr>
      <p:pic>
        <p:nvPicPr>
          <p:cNvPr id="642" name="Google Shape;642;p10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43" name="Google Shape;643;p10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44" name="Google Shape;644;p10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5" name="Google Shape;645;p100"/>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6" name="Google Shape;646;p100"/>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7" name="Google Shape;647;p100"/>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lout table - White">
  <p:cSld name="Rollout table - White">
    <p:bg>
      <p:bgPr>
        <a:solidFill>
          <a:schemeClr val="lt2"/>
        </a:solidFill>
      </p:bgPr>
    </p:bg>
    <p:spTree>
      <p:nvGrpSpPr>
        <p:cNvPr id="648" name="Shape 648"/>
        <p:cNvGrpSpPr/>
        <p:nvPr/>
      </p:nvGrpSpPr>
      <p:grpSpPr>
        <a:xfrm>
          <a:off x="0" y="0"/>
          <a:ext cx="0" cy="0"/>
          <a:chOff x="0" y="0"/>
          <a:chExt cx="0" cy="0"/>
        </a:xfrm>
      </p:grpSpPr>
      <p:pic>
        <p:nvPicPr>
          <p:cNvPr id="649" name="Google Shape;649;p10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0" name="Google Shape;650;p10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51" name="Google Shape;651;p10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52" name="Google Shape;652;p101"/>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3" name="Google Shape;653;p101"/>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4" name="Google Shape;654;p101"/>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rvey balls - White">
  <p:cSld name="Harvey balls - White">
    <p:bg>
      <p:bgPr>
        <a:solidFill>
          <a:schemeClr val="lt1"/>
        </a:solidFill>
      </p:bgPr>
    </p:bg>
    <p:spTree>
      <p:nvGrpSpPr>
        <p:cNvPr id="655" name="Shape 655"/>
        <p:cNvGrpSpPr/>
        <p:nvPr/>
      </p:nvGrpSpPr>
      <p:grpSpPr>
        <a:xfrm>
          <a:off x="0" y="0"/>
          <a:ext cx="0" cy="0"/>
          <a:chOff x="0" y="0"/>
          <a:chExt cx="0" cy="0"/>
        </a:xfrm>
      </p:grpSpPr>
      <p:sp>
        <p:nvSpPr>
          <p:cNvPr id="656" name="Google Shape;656;p10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57" name="Google Shape;657;p10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8" name="Google Shape;658;p10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9" name="Google Shape;659;p10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0" name="Google Shape;660;p10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slide - White">
  <p:cSld name="Timeline slide - White">
    <p:bg>
      <p:bgPr>
        <a:solidFill>
          <a:schemeClr val="lt1"/>
        </a:solidFill>
      </p:bgPr>
    </p:bg>
    <p:spTree>
      <p:nvGrpSpPr>
        <p:cNvPr id="661" name="Shape 661"/>
        <p:cNvGrpSpPr/>
        <p:nvPr/>
      </p:nvGrpSpPr>
      <p:grpSpPr>
        <a:xfrm>
          <a:off x="0" y="0"/>
          <a:ext cx="0" cy="0"/>
          <a:chOff x="0" y="0"/>
          <a:chExt cx="0" cy="0"/>
        </a:xfrm>
      </p:grpSpPr>
      <p:pic>
        <p:nvPicPr>
          <p:cNvPr id="662" name="Google Shape;662;p10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63" name="Google Shape;663;p10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4" name="Google Shape;664;p10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65" name="Google Shape;665;p103"/>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6" name="Google Shape;666;p103"/>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7" name="Google Shape;667;p103"/>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lumns - White">
  <p:cSld name="Highlighted columns - White">
    <p:bg>
      <p:bgPr>
        <a:solidFill>
          <a:schemeClr val="lt1"/>
        </a:solidFill>
      </p:bgPr>
    </p:bg>
    <p:spTree>
      <p:nvGrpSpPr>
        <p:cNvPr id="668" name="Shape 668"/>
        <p:cNvGrpSpPr/>
        <p:nvPr/>
      </p:nvGrpSpPr>
      <p:grpSpPr>
        <a:xfrm>
          <a:off x="0" y="0"/>
          <a:ext cx="0" cy="0"/>
          <a:chOff x="0" y="0"/>
          <a:chExt cx="0" cy="0"/>
        </a:xfrm>
      </p:grpSpPr>
      <p:pic>
        <p:nvPicPr>
          <p:cNvPr id="669" name="Google Shape;669;p10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0" name="Google Shape;670;p10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1" name="Google Shape;671;p10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2" name="Google Shape;672;p10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3" name="Google Shape;673;p10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4" name="Google Shape;674;p104"/>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 White">
  <p:cSld name="Bar chart - White">
    <p:bg>
      <p:bgPr>
        <a:solidFill>
          <a:schemeClr val="lt1"/>
        </a:solidFill>
      </p:bgPr>
    </p:bg>
    <p:spTree>
      <p:nvGrpSpPr>
        <p:cNvPr id="675" name="Shape 675"/>
        <p:cNvGrpSpPr/>
        <p:nvPr/>
      </p:nvGrpSpPr>
      <p:grpSpPr>
        <a:xfrm>
          <a:off x="0" y="0"/>
          <a:ext cx="0" cy="0"/>
          <a:chOff x="0" y="0"/>
          <a:chExt cx="0" cy="0"/>
        </a:xfrm>
      </p:grpSpPr>
      <p:pic>
        <p:nvPicPr>
          <p:cNvPr id="676" name="Google Shape;676;p10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7" name="Google Shape;677;p10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8" name="Google Shape;678;p10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9" name="Google Shape;679;p105"/>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0" name="Google Shape;680;p105"/>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81" name="Google Shape;681;p105"/>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2" name="Google Shape;682;p105"/>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3" name="Google Shape;683;p105"/>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bar chart - White">
  <p:cSld name="Horizontal bar chart - White">
    <p:bg>
      <p:bgPr>
        <a:solidFill>
          <a:schemeClr val="lt1"/>
        </a:solidFill>
      </p:bgPr>
    </p:bg>
    <p:spTree>
      <p:nvGrpSpPr>
        <p:cNvPr id="684" name="Shape 684"/>
        <p:cNvGrpSpPr/>
        <p:nvPr/>
      </p:nvGrpSpPr>
      <p:grpSpPr>
        <a:xfrm>
          <a:off x="0" y="0"/>
          <a:ext cx="0" cy="0"/>
          <a:chOff x="0" y="0"/>
          <a:chExt cx="0" cy="0"/>
        </a:xfrm>
      </p:grpSpPr>
      <p:pic>
        <p:nvPicPr>
          <p:cNvPr id="685" name="Google Shape;685;p10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86" name="Google Shape;686;p10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87" name="Google Shape;687;p10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88" name="Google Shape;688;p106"/>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9" name="Google Shape;689;p106"/>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0" name="Google Shape;690;p106"/>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1" name="Google Shape;691;p106"/>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2" name="Google Shape;692;p106"/>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atter chart - White">
  <p:cSld name="Scatter chart - White">
    <p:bg>
      <p:bgPr>
        <a:solidFill>
          <a:schemeClr val="lt1"/>
        </a:solidFill>
      </p:bgPr>
    </p:bg>
    <p:spTree>
      <p:nvGrpSpPr>
        <p:cNvPr id="693" name="Shape 693"/>
        <p:cNvGrpSpPr/>
        <p:nvPr/>
      </p:nvGrpSpPr>
      <p:grpSpPr>
        <a:xfrm>
          <a:off x="0" y="0"/>
          <a:ext cx="0" cy="0"/>
          <a:chOff x="0" y="0"/>
          <a:chExt cx="0" cy="0"/>
        </a:xfrm>
      </p:grpSpPr>
      <p:pic>
        <p:nvPicPr>
          <p:cNvPr id="694" name="Google Shape;694;p10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95" name="Google Shape;695;p10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96" name="Google Shape;696;p10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97" name="Google Shape;697;p107"/>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98" name="Google Shape;698;p107"/>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9" name="Google Shape;699;p107"/>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0" name="Google Shape;700;p107"/>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1" name="Google Shape;701;p107"/>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 White">
  <p:cSld name="Pie chart - White">
    <p:bg>
      <p:bgPr>
        <a:solidFill>
          <a:schemeClr val="lt1"/>
        </a:solidFill>
      </p:bgPr>
    </p:bg>
    <p:spTree>
      <p:nvGrpSpPr>
        <p:cNvPr id="702" name="Shape 702"/>
        <p:cNvGrpSpPr/>
        <p:nvPr/>
      </p:nvGrpSpPr>
      <p:grpSpPr>
        <a:xfrm>
          <a:off x="0" y="0"/>
          <a:ext cx="0" cy="0"/>
          <a:chOff x="0" y="0"/>
          <a:chExt cx="0" cy="0"/>
        </a:xfrm>
      </p:grpSpPr>
      <p:pic>
        <p:nvPicPr>
          <p:cNvPr id="703" name="Google Shape;703;p10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04" name="Google Shape;704;p10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05" name="Google Shape;705;p10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06" name="Google Shape;706;p108"/>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07" name="Google Shape;707;p108"/>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08" name="Google Shape;708;p108"/>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9" name="Google Shape;709;p108"/>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0" name="Google Shape;710;p108"/>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chart - White">
  <p:cSld name="Line chart - White">
    <p:bg>
      <p:bgPr>
        <a:solidFill>
          <a:schemeClr val="lt1"/>
        </a:solidFill>
      </p:bgPr>
    </p:bg>
    <p:spTree>
      <p:nvGrpSpPr>
        <p:cNvPr id="711" name="Shape 711"/>
        <p:cNvGrpSpPr/>
        <p:nvPr/>
      </p:nvGrpSpPr>
      <p:grpSpPr>
        <a:xfrm>
          <a:off x="0" y="0"/>
          <a:ext cx="0" cy="0"/>
          <a:chOff x="0" y="0"/>
          <a:chExt cx="0" cy="0"/>
        </a:xfrm>
      </p:grpSpPr>
      <p:pic>
        <p:nvPicPr>
          <p:cNvPr id="712" name="Google Shape;712;p10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13" name="Google Shape;713;p10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14" name="Google Shape;714;p10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15" name="Google Shape;715;p109"/>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16" name="Google Shape;716;p109"/>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17" name="Google Shape;717;p109"/>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8" name="Google Shape;718;p109"/>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9" name="Google Shape;719;p109"/>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yramid diagram - White">
  <p:cSld name="Text and pyramid diagram - White">
    <p:bg>
      <p:bgPr>
        <a:solidFill>
          <a:schemeClr val="lt1"/>
        </a:solidFill>
      </p:bgPr>
    </p:bg>
    <p:spTree>
      <p:nvGrpSpPr>
        <p:cNvPr id="720" name="Shape 720"/>
        <p:cNvGrpSpPr/>
        <p:nvPr/>
      </p:nvGrpSpPr>
      <p:grpSpPr>
        <a:xfrm>
          <a:off x="0" y="0"/>
          <a:ext cx="0" cy="0"/>
          <a:chOff x="0" y="0"/>
          <a:chExt cx="0" cy="0"/>
        </a:xfrm>
      </p:grpSpPr>
      <p:pic>
        <p:nvPicPr>
          <p:cNvPr id="721" name="Google Shape;721;p11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22" name="Google Shape;722;p11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23" name="Google Shape;723;p11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24" name="Google Shape;724;p110"/>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25" name="Google Shape;725;p110"/>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26" name="Google Shape;726;p110"/>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7" name="Google Shape;727;p110"/>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8" name="Google Shape;728;p110"/>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adial chart - White">
  <p:cSld name="Text and radial chart - White">
    <p:bg>
      <p:bgPr>
        <a:solidFill>
          <a:schemeClr val="lt1"/>
        </a:solidFill>
      </p:bgPr>
    </p:bg>
    <p:spTree>
      <p:nvGrpSpPr>
        <p:cNvPr id="729" name="Shape 729"/>
        <p:cNvGrpSpPr/>
        <p:nvPr/>
      </p:nvGrpSpPr>
      <p:grpSpPr>
        <a:xfrm>
          <a:off x="0" y="0"/>
          <a:ext cx="0" cy="0"/>
          <a:chOff x="0" y="0"/>
          <a:chExt cx="0" cy="0"/>
        </a:xfrm>
      </p:grpSpPr>
      <p:pic>
        <p:nvPicPr>
          <p:cNvPr id="730" name="Google Shape;730;p11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31" name="Google Shape;731;p11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32" name="Google Shape;732;p11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33" name="Google Shape;733;p111"/>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34" name="Google Shape;734;p111"/>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35" name="Google Shape;735;p111"/>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6" name="Google Shape;736;p111"/>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7" name="Google Shape;737;p111"/>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nn diagram chart - White">
  <p:cSld name="Venn diagram chart - White">
    <p:bg>
      <p:bgPr>
        <a:solidFill>
          <a:schemeClr val="lt1"/>
        </a:solidFill>
      </p:bgPr>
    </p:bg>
    <p:spTree>
      <p:nvGrpSpPr>
        <p:cNvPr id="738" name="Shape 738"/>
        <p:cNvGrpSpPr/>
        <p:nvPr/>
      </p:nvGrpSpPr>
      <p:grpSpPr>
        <a:xfrm>
          <a:off x="0" y="0"/>
          <a:ext cx="0" cy="0"/>
          <a:chOff x="0" y="0"/>
          <a:chExt cx="0" cy="0"/>
        </a:xfrm>
      </p:grpSpPr>
      <p:pic>
        <p:nvPicPr>
          <p:cNvPr id="739" name="Google Shape;739;p11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0" name="Google Shape;740;p11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41" name="Google Shape;741;p11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42" name="Google Shape;742;p112"/>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43" name="Google Shape;743;p112"/>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44" name="Google Shape;744;p112"/>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5" name="Google Shape;745;p112"/>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6" name="Google Shape;746;p112"/>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cked venn diagram chart - White'">
  <p:cSld name="Stacked venn diagram chart - White'">
    <p:bg>
      <p:bgPr>
        <a:solidFill>
          <a:schemeClr val="lt1"/>
        </a:solidFill>
      </p:bgPr>
    </p:bg>
    <p:spTree>
      <p:nvGrpSpPr>
        <p:cNvPr id="747" name="Shape 747"/>
        <p:cNvGrpSpPr/>
        <p:nvPr/>
      </p:nvGrpSpPr>
      <p:grpSpPr>
        <a:xfrm>
          <a:off x="0" y="0"/>
          <a:ext cx="0" cy="0"/>
          <a:chOff x="0" y="0"/>
          <a:chExt cx="0" cy="0"/>
        </a:xfrm>
      </p:grpSpPr>
      <p:pic>
        <p:nvPicPr>
          <p:cNvPr id="748" name="Google Shape;748;p11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9" name="Google Shape;749;p11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50" name="Google Shape;750;p11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51" name="Google Shape;751;p113"/>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52" name="Google Shape;752;p113"/>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53" name="Google Shape;753;p113"/>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4" name="Google Shape;754;p113"/>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5" name="Google Shape;755;p113"/>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756" name="Shape 756"/>
        <p:cNvGrpSpPr/>
        <p:nvPr/>
      </p:nvGrpSpPr>
      <p:grpSpPr>
        <a:xfrm>
          <a:off x="0" y="0"/>
          <a:ext cx="0" cy="0"/>
          <a:chOff x="0" y="0"/>
          <a:chExt cx="0" cy="0"/>
        </a:xfrm>
      </p:grpSpPr>
      <p:sp>
        <p:nvSpPr>
          <p:cNvPr id="757" name="Google Shape;757;p11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58" name="Google Shape;758;p11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59" name="Google Shape;759;p11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0" name="Google Shape;760;p11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1" name="Google Shape;761;p11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graphic slide - White">
  <p:cSld name="Numbers graphic slide - White">
    <p:bg>
      <p:bgPr>
        <a:solidFill>
          <a:schemeClr val="lt1"/>
        </a:solidFill>
      </p:bgPr>
    </p:bg>
    <p:spTree>
      <p:nvGrpSpPr>
        <p:cNvPr id="762" name="Shape 762"/>
        <p:cNvGrpSpPr/>
        <p:nvPr/>
      </p:nvGrpSpPr>
      <p:grpSpPr>
        <a:xfrm>
          <a:off x="0" y="0"/>
          <a:ext cx="0" cy="0"/>
          <a:chOff x="0" y="0"/>
          <a:chExt cx="0" cy="0"/>
        </a:xfrm>
      </p:grpSpPr>
      <p:sp>
        <p:nvSpPr>
          <p:cNvPr id="763" name="Google Shape;763;p115"/>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64" name="Google Shape;764;p11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65" name="Google Shape;765;p115"/>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6" name="Google Shape;766;p11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7" name="Google Shape;767;p11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68" name="Google Shape;768;p115"/>
          <p:cNvSpPr txBox="1"/>
          <p:nvPr>
            <p:ph idx="3" type="body"/>
          </p:nvPr>
        </p:nvSpPr>
        <p:spPr>
          <a:xfrm>
            <a:off x="226219" y="2136748"/>
            <a:ext cx="28194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9" name="Google Shape;769;p115"/>
          <p:cNvSpPr txBox="1"/>
          <p:nvPr>
            <p:ph idx="4" type="body"/>
          </p:nvPr>
        </p:nvSpPr>
        <p:spPr>
          <a:xfrm>
            <a:off x="2262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0" name="Google Shape;770;p115"/>
          <p:cNvSpPr txBox="1"/>
          <p:nvPr>
            <p:ph idx="5" type="body"/>
          </p:nvPr>
        </p:nvSpPr>
        <p:spPr>
          <a:xfrm>
            <a:off x="3161619" y="2136748"/>
            <a:ext cx="28167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1" name="Google Shape;771;p115"/>
          <p:cNvSpPr txBox="1"/>
          <p:nvPr>
            <p:ph idx="6" type="body"/>
          </p:nvPr>
        </p:nvSpPr>
        <p:spPr>
          <a:xfrm>
            <a:off x="31616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2" name="Google Shape;772;p115"/>
          <p:cNvSpPr txBox="1"/>
          <p:nvPr>
            <p:ph idx="7" type="body"/>
          </p:nvPr>
        </p:nvSpPr>
        <p:spPr>
          <a:xfrm>
            <a:off x="6102803" y="2136748"/>
            <a:ext cx="28101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3" name="Google Shape;773;p115"/>
          <p:cNvSpPr txBox="1"/>
          <p:nvPr>
            <p:ph idx="8" type="body"/>
          </p:nvPr>
        </p:nvSpPr>
        <p:spPr>
          <a:xfrm>
            <a:off x="6102804" y="10287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4" name="Google Shape;774;p115"/>
          <p:cNvSpPr txBox="1"/>
          <p:nvPr>
            <p:ph idx="9" type="body"/>
          </p:nvPr>
        </p:nvSpPr>
        <p:spPr>
          <a:xfrm>
            <a:off x="226219" y="3736949"/>
            <a:ext cx="28194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5" name="Google Shape;775;p115"/>
          <p:cNvSpPr txBox="1"/>
          <p:nvPr>
            <p:ph idx="13" type="body"/>
          </p:nvPr>
        </p:nvSpPr>
        <p:spPr>
          <a:xfrm>
            <a:off x="2262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6" name="Google Shape;776;p115"/>
          <p:cNvSpPr txBox="1"/>
          <p:nvPr>
            <p:ph idx="14" type="body"/>
          </p:nvPr>
        </p:nvSpPr>
        <p:spPr>
          <a:xfrm>
            <a:off x="3161619" y="3736949"/>
            <a:ext cx="28167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7" name="Google Shape;777;p115"/>
          <p:cNvSpPr txBox="1"/>
          <p:nvPr>
            <p:ph idx="15" type="body"/>
          </p:nvPr>
        </p:nvSpPr>
        <p:spPr>
          <a:xfrm>
            <a:off x="31616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8" name="Google Shape;778;p115"/>
          <p:cNvSpPr txBox="1"/>
          <p:nvPr>
            <p:ph idx="16" type="body"/>
          </p:nvPr>
        </p:nvSpPr>
        <p:spPr>
          <a:xfrm>
            <a:off x="6102803" y="3736949"/>
            <a:ext cx="28101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9" name="Google Shape;779;p115"/>
          <p:cNvSpPr txBox="1"/>
          <p:nvPr>
            <p:ph idx="17" type="body"/>
          </p:nvPr>
        </p:nvSpPr>
        <p:spPr>
          <a:xfrm>
            <a:off x="6102804" y="26289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Stone">
  <p:cSld name="Ender 1 - Stone">
    <p:bg>
      <p:bgPr>
        <a:solidFill>
          <a:srgbClr val="F3EDE0"/>
        </a:solidFill>
      </p:bgPr>
    </p:bg>
    <p:spTree>
      <p:nvGrpSpPr>
        <p:cNvPr id="780" name="Shape 780"/>
        <p:cNvGrpSpPr/>
        <p:nvPr/>
      </p:nvGrpSpPr>
      <p:grpSpPr>
        <a:xfrm>
          <a:off x="0" y="0"/>
          <a:ext cx="0" cy="0"/>
          <a:chOff x="0" y="0"/>
          <a:chExt cx="0" cy="0"/>
        </a:xfrm>
      </p:grpSpPr>
      <p:pic>
        <p:nvPicPr>
          <p:cNvPr id="781" name="Google Shape;781;p116"/>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White">
  <p:cSld name="Ender 1 - White">
    <p:bg>
      <p:bgPr>
        <a:solidFill>
          <a:srgbClr val="FFFFFF"/>
        </a:solidFill>
      </p:bgPr>
    </p:bg>
    <p:spTree>
      <p:nvGrpSpPr>
        <p:cNvPr id="782" name="Shape 782"/>
        <p:cNvGrpSpPr/>
        <p:nvPr/>
      </p:nvGrpSpPr>
      <p:grpSpPr>
        <a:xfrm>
          <a:off x="0" y="0"/>
          <a:ext cx="0" cy="0"/>
          <a:chOff x="0" y="0"/>
          <a:chExt cx="0" cy="0"/>
        </a:xfrm>
      </p:grpSpPr>
      <p:pic>
        <p:nvPicPr>
          <p:cNvPr id="783" name="Google Shape;783;p117"/>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Black">
  <p:cSld name="Ender 1 - Black">
    <p:bg>
      <p:bgPr>
        <a:solidFill>
          <a:srgbClr val="000000"/>
        </a:solidFill>
      </p:bgPr>
    </p:bg>
    <p:spTree>
      <p:nvGrpSpPr>
        <p:cNvPr id="784" name="Shape 784"/>
        <p:cNvGrpSpPr/>
        <p:nvPr/>
      </p:nvGrpSpPr>
      <p:grpSpPr>
        <a:xfrm>
          <a:off x="0" y="0"/>
          <a:ext cx="0" cy="0"/>
          <a:chOff x="0" y="0"/>
          <a:chExt cx="0" cy="0"/>
        </a:xfrm>
      </p:grpSpPr>
      <p:pic>
        <p:nvPicPr>
          <p:cNvPr id="785" name="Google Shape;785;p118"/>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Stone">
  <p:cSld name="Ender 2 - Stone">
    <p:bg>
      <p:bgPr>
        <a:solidFill>
          <a:srgbClr val="F3EDE0"/>
        </a:solidFill>
      </p:bgPr>
    </p:bg>
    <p:spTree>
      <p:nvGrpSpPr>
        <p:cNvPr id="786" name="Shape 786"/>
        <p:cNvGrpSpPr/>
        <p:nvPr/>
      </p:nvGrpSpPr>
      <p:grpSpPr>
        <a:xfrm>
          <a:off x="0" y="0"/>
          <a:ext cx="0" cy="0"/>
          <a:chOff x="0" y="0"/>
          <a:chExt cx="0" cy="0"/>
        </a:xfrm>
      </p:grpSpPr>
      <p:pic>
        <p:nvPicPr>
          <p:cNvPr id="787" name="Google Shape;787;p119"/>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White">
  <p:cSld name="Ender 2 - White">
    <p:bg>
      <p:bgPr>
        <a:solidFill>
          <a:srgbClr val="FFFFFF"/>
        </a:solidFill>
      </p:bgPr>
    </p:bg>
    <p:spTree>
      <p:nvGrpSpPr>
        <p:cNvPr id="788" name="Shape 788"/>
        <p:cNvGrpSpPr/>
        <p:nvPr/>
      </p:nvGrpSpPr>
      <p:grpSpPr>
        <a:xfrm>
          <a:off x="0" y="0"/>
          <a:ext cx="0" cy="0"/>
          <a:chOff x="0" y="0"/>
          <a:chExt cx="0" cy="0"/>
        </a:xfrm>
      </p:grpSpPr>
      <p:pic>
        <p:nvPicPr>
          <p:cNvPr id="789" name="Google Shape;789;p120"/>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Black">
  <p:cSld name="Ender 2 - Black">
    <p:bg>
      <p:bgPr>
        <a:solidFill>
          <a:srgbClr val="000000"/>
        </a:solidFill>
      </p:bgPr>
    </p:bg>
    <p:spTree>
      <p:nvGrpSpPr>
        <p:cNvPr id="790" name="Shape 790"/>
        <p:cNvGrpSpPr/>
        <p:nvPr/>
      </p:nvGrpSpPr>
      <p:grpSpPr>
        <a:xfrm>
          <a:off x="0" y="0"/>
          <a:ext cx="0" cy="0"/>
          <a:chOff x="0" y="0"/>
          <a:chExt cx="0" cy="0"/>
        </a:xfrm>
      </p:grpSpPr>
      <p:pic>
        <p:nvPicPr>
          <p:cNvPr id="791" name="Google Shape;791;p121"/>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econdary Cover - White">
  <p:cSld name="Secondary Cover - White">
    <p:bg>
      <p:bgPr>
        <a:solidFill>
          <a:schemeClr val="lt1"/>
        </a:solidFill>
      </p:bgPr>
    </p:bg>
    <p:spTree>
      <p:nvGrpSpPr>
        <p:cNvPr id="797" name="Shape 797"/>
        <p:cNvGrpSpPr/>
        <p:nvPr/>
      </p:nvGrpSpPr>
      <p:grpSpPr>
        <a:xfrm>
          <a:off x="0" y="0"/>
          <a:ext cx="0" cy="0"/>
          <a:chOff x="0" y="0"/>
          <a:chExt cx="0" cy="0"/>
        </a:xfrm>
      </p:grpSpPr>
      <p:sp>
        <p:nvSpPr>
          <p:cNvPr id="798" name="Google Shape;798;p123"/>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9" name="Google Shape;799;p123"/>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00" name="Google Shape;800;p123"/>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descr="A red letter v with a yellow light&#10;&#10;Description automatically generated" id="801" name="Google Shape;801;p123"/>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Info Slide">
  <p:cSld name="Info Slide">
    <p:spTree>
      <p:nvGrpSpPr>
        <p:cNvPr id="802" name="Shape 802"/>
        <p:cNvGrpSpPr/>
        <p:nvPr/>
      </p:nvGrpSpPr>
      <p:grpSpPr>
        <a:xfrm>
          <a:off x="0" y="0"/>
          <a:ext cx="0" cy="0"/>
          <a:chOff x="0" y="0"/>
          <a:chExt cx="0" cy="0"/>
        </a:xfrm>
      </p:grpSpPr>
      <p:sp>
        <p:nvSpPr>
          <p:cNvPr id="803" name="Google Shape;803;p12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4" name="Google Shape;804;p124"/>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05" name="Google Shape;805;p124"/>
          <p:cNvSpPr/>
          <p:nvPr/>
        </p:nvSpPr>
        <p:spPr>
          <a:xfrm>
            <a:off x="6126956" y="469106"/>
            <a:ext cx="2543100" cy="207300"/>
          </a:xfrm>
          <a:prstGeom prst="roundRect">
            <a:avLst>
              <a:gd fmla="val 16667" name="adj"/>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Safe Harbor statement">
  <p:cSld name="Safe Harbor statement_1">
    <p:spTree>
      <p:nvGrpSpPr>
        <p:cNvPr id="806" name="Shape 806"/>
        <p:cNvGrpSpPr/>
        <p:nvPr/>
      </p:nvGrpSpPr>
      <p:grpSpPr>
        <a:xfrm>
          <a:off x="0" y="0"/>
          <a:ext cx="0" cy="0"/>
          <a:chOff x="0" y="0"/>
          <a:chExt cx="0" cy="0"/>
        </a:xfrm>
      </p:grpSpPr>
      <p:sp>
        <p:nvSpPr>
          <p:cNvPr id="807" name="Google Shape;807;p125"/>
          <p:cNvSpPr txBox="1"/>
          <p:nvPr>
            <p:ph type="title"/>
          </p:nvPr>
        </p:nvSpPr>
        <p:spPr>
          <a:xfrm>
            <a:off x="473864" y="438912"/>
            <a:ext cx="4656300" cy="399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08" name="Google Shape;808;p125"/>
          <p:cNvSpPr/>
          <p:nvPr/>
        </p:nvSpPr>
        <p:spPr>
          <a:xfrm>
            <a:off x="473869" y="4267200"/>
            <a:ext cx="8196300" cy="396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9" name="Google Shape;809;p12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10" name="Google Shape;810;p125"/>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1" name="Google Shape;811;p125"/>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Primary Cover - White">
  <p:cSld name="Primary Cover - White">
    <p:bg>
      <p:bgPr>
        <a:solidFill>
          <a:schemeClr val="lt1"/>
        </a:solidFill>
      </p:bgPr>
    </p:bg>
    <p:spTree>
      <p:nvGrpSpPr>
        <p:cNvPr id="812" name="Shape 812"/>
        <p:cNvGrpSpPr/>
        <p:nvPr/>
      </p:nvGrpSpPr>
      <p:grpSpPr>
        <a:xfrm>
          <a:off x="0" y="0"/>
          <a:ext cx="0" cy="0"/>
          <a:chOff x="0" y="0"/>
          <a:chExt cx="0" cy="0"/>
        </a:xfrm>
      </p:grpSpPr>
      <p:sp>
        <p:nvSpPr>
          <p:cNvPr id="813" name="Google Shape;813;p126"/>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4" name="Google Shape;814;p126"/>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1800"/>
              <a:buFont typeface="Verizon NHG DS"/>
              <a:buNone/>
              <a:defRPr i="0" sz="1800">
                <a:solidFill>
                  <a:schemeClr val="dk1"/>
                </a:solidFill>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Clr>
                <a:schemeClr val="dk1"/>
              </a:buClr>
              <a:buSzPts val="900"/>
              <a:buChar char="•"/>
              <a:defRPr sz="900"/>
            </a:lvl6pPr>
            <a:lvl7pPr indent="-285750" lvl="6" marL="3200400" algn="l">
              <a:lnSpc>
                <a:spcPct val="100000"/>
              </a:lnSpc>
              <a:spcBef>
                <a:spcPts val="0"/>
              </a:spcBef>
              <a:spcAft>
                <a:spcPts val="0"/>
              </a:spcAft>
              <a:buClr>
                <a:schemeClr val="dk1"/>
              </a:buClr>
              <a:buSzPts val="900"/>
              <a:buChar char="•"/>
              <a:defRPr sz="900"/>
            </a:lvl7pPr>
            <a:lvl8pPr indent="-285750" lvl="7" marL="3657600" algn="l">
              <a:lnSpc>
                <a:spcPct val="100000"/>
              </a:lnSpc>
              <a:spcBef>
                <a:spcPts val="0"/>
              </a:spcBef>
              <a:spcAft>
                <a:spcPts val="0"/>
              </a:spcAft>
              <a:buClr>
                <a:schemeClr val="dk1"/>
              </a:buClr>
              <a:buSzPts val="900"/>
              <a:buChar char="•"/>
              <a:defRPr sz="900"/>
            </a:lvl8pPr>
            <a:lvl9pPr indent="-285750" lvl="8" marL="4114800" algn="l">
              <a:lnSpc>
                <a:spcPct val="100000"/>
              </a:lnSpc>
              <a:spcBef>
                <a:spcPts val="0"/>
              </a:spcBef>
              <a:spcAft>
                <a:spcPts val="0"/>
              </a:spcAft>
              <a:buClr>
                <a:schemeClr val="dk1"/>
              </a:buClr>
              <a:buSzPts val="900"/>
              <a:buChar char="•"/>
              <a:defRPr sz="900"/>
            </a:lvl9pPr>
          </a:lstStyle>
          <a:p/>
        </p:txBody>
      </p:sp>
      <p:sp>
        <p:nvSpPr>
          <p:cNvPr id="815" name="Google Shape;815;p126"/>
          <p:cNvSpPr txBox="1"/>
          <p:nvPr>
            <p:ph type="title"/>
          </p:nvPr>
        </p:nvSpPr>
        <p:spPr>
          <a:xfrm>
            <a:off x="455425"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id="816" name="Google Shape;816;p126"/>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17" name="Google Shape;817;p126"/>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Primary Cover - Black">
  <p:cSld name="Primary Cover - Black">
    <p:bg>
      <p:bgPr>
        <a:solidFill>
          <a:schemeClr val="dk1"/>
        </a:solidFill>
      </p:bgPr>
    </p:bg>
    <p:spTree>
      <p:nvGrpSpPr>
        <p:cNvPr id="818" name="Shape 818"/>
        <p:cNvGrpSpPr/>
        <p:nvPr/>
      </p:nvGrpSpPr>
      <p:grpSpPr>
        <a:xfrm>
          <a:off x="0" y="0"/>
          <a:ext cx="0" cy="0"/>
          <a:chOff x="0" y="0"/>
          <a:chExt cx="0" cy="0"/>
        </a:xfrm>
      </p:grpSpPr>
      <p:sp>
        <p:nvSpPr>
          <p:cNvPr id="819" name="Google Shape;819;p127"/>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0" name="Google Shape;820;p127"/>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1" name="Google Shape;821;p127"/>
          <p:cNvSpPr txBox="1"/>
          <p:nvPr>
            <p:ph type="title"/>
          </p:nvPr>
        </p:nvSpPr>
        <p:spPr>
          <a:xfrm>
            <a:off x="457200"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id="822" name="Google Shape;822;p127"/>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23" name="Google Shape;823;p127"/>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
    <p:bg>
      <p:bgPr>
        <a:solidFill>
          <a:schemeClr val="dk1"/>
        </a:solidFill>
      </p:bgPr>
    </p:bg>
    <p:spTree>
      <p:nvGrpSpPr>
        <p:cNvPr id="824" name="Shape 824"/>
        <p:cNvGrpSpPr/>
        <p:nvPr/>
      </p:nvGrpSpPr>
      <p:grpSpPr>
        <a:xfrm>
          <a:off x="0" y="0"/>
          <a:ext cx="0" cy="0"/>
          <a:chOff x="0" y="0"/>
          <a:chExt cx="0" cy="0"/>
        </a:xfrm>
      </p:grpSpPr>
      <p:sp>
        <p:nvSpPr>
          <p:cNvPr id="825" name="Google Shape;825;p128"/>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6" name="Google Shape;826;p12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7" name="Google Shape;827;p12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828" name="Google Shape;828;p128"/>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econdary Cover with logo - White">
  <p:cSld name="Divider - White">
    <p:bg>
      <p:bgPr>
        <a:solidFill>
          <a:schemeClr val="lt1"/>
        </a:solidFill>
      </p:bgPr>
    </p:bg>
    <p:spTree>
      <p:nvGrpSpPr>
        <p:cNvPr id="829" name="Shape 829"/>
        <p:cNvGrpSpPr/>
        <p:nvPr/>
      </p:nvGrpSpPr>
      <p:grpSpPr>
        <a:xfrm>
          <a:off x="0" y="0"/>
          <a:ext cx="0" cy="0"/>
          <a:chOff x="0" y="0"/>
          <a:chExt cx="0" cy="0"/>
        </a:xfrm>
      </p:grpSpPr>
      <p:sp>
        <p:nvSpPr>
          <p:cNvPr id="830" name="Google Shape;830;p129"/>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31" name="Google Shape;831;p129"/>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2" name="Google Shape;832;p129"/>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33" name="Google Shape;833;p129"/>
          <p:cNvSpPr/>
          <p:nvPr/>
        </p:nvSpPr>
        <p:spPr>
          <a:xfrm>
            <a:off x="70550" y="4663700"/>
            <a:ext cx="9073500" cy="46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34" name="Google Shape;834;p129"/>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35" name="Google Shape;835;p129"/>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econdary Cover with logo - Black">
  <p:cSld name="Divider - White_2">
    <p:bg>
      <p:bgPr>
        <a:solidFill>
          <a:schemeClr val="dk1"/>
        </a:solidFill>
      </p:bgPr>
    </p:bg>
    <p:spTree>
      <p:nvGrpSpPr>
        <p:cNvPr id="836" name="Shape 836"/>
        <p:cNvGrpSpPr/>
        <p:nvPr/>
      </p:nvGrpSpPr>
      <p:grpSpPr>
        <a:xfrm>
          <a:off x="0" y="0"/>
          <a:ext cx="0" cy="0"/>
          <a:chOff x="0" y="0"/>
          <a:chExt cx="0" cy="0"/>
        </a:xfrm>
      </p:grpSpPr>
      <p:sp>
        <p:nvSpPr>
          <p:cNvPr id="837" name="Google Shape;837;p130"/>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38" name="Google Shape;838;p130"/>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39" name="Google Shape;839;p130"/>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40" name="Google Shape;840;p130"/>
          <p:cNvSpPr/>
          <p:nvPr/>
        </p:nvSpPr>
        <p:spPr>
          <a:xfrm>
            <a:off x="70550" y="4663700"/>
            <a:ext cx="9073500" cy="463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41" name="Google Shape;841;p130"/>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42" name="Google Shape;842;p130"/>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Divider - White">
  <p:cSld name="Divider - White_1">
    <p:bg>
      <p:bgPr>
        <a:solidFill>
          <a:schemeClr val="lt1"/>
        </a:solidFill>
      </p:bgPr>
    </p:bg>
    <p:spTree>
      <p:nvGrpSpPr>
        <p:cNvPr id="843" name="Shape 843"/>
        <p:cNvGrpSpPr/>
        <p:nvPr/>
      </p:nvGrpSpPr>
      <p:grpSpPr>
        <a:xfrm>
          <a:off x="0" y="0"/>
          <a:ext cx="0" cy="0"/>
          <a:chOff x="0" y="0"/>
          <a:chExt cx="0" cy="0"/>
        </a:xfrm>
      </p:grpSpPr>
      <p:sp>
        <p:nvSpPr>
          <p:cNvPr id="844" name="Google Shape;844;p131"/>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24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45" name="Google Shape;845;p131"/>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46" name="Google Shape;846;p131"/>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Divider - Black">
  <p:cSld name="Divider - Black">
    <p:bg>
      <p:bgPr>
        <a:solidFill>
          <a:schemeClr val="dk1"/>
        </a:solidFill>
      </p:bgPr>
    </p:bg>
    <p:spTree>
      <p:nvGrpSpPr>
        <p:cNvPr id="847" name="Shape 847"/>
        <p:cNvGrpSpPr/>
        <p:nvPr/>
      </p:nvGrpSpPr>
      <p:grpSpPr>
        <a:xfrm>
          <a:off x="0" y="0"/>
          <a:ext cx="0" cy="0"/>
          <a:chOff x="0" y="0"/>
          <a:chExt cx="0" cy="0"/>
        </a:xfrm>
      </p:grpSpPr>
      <p:sp>
        <p:nvSpPr>
          <p:cNvPr id="848" name="Google Shape;848;p132"/>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49" name="Google Shape;849;p132"/>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
        <p:nvSpPr>
          <p:cNvPr id="850" name="Google Shape;850;p132"/>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32"/>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24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Large statement - White">
  <p:cSld name="Large statement or Divider - White">
    <p:bg>
      <p:bgPr>
        <a:solidFill>
          <a:schemeClr val="lt1"/>
        </a:solidFill>
      </p:bgPr>
    </p:bg>
    <p:spTree>
      <p:nvGrpSpPr>
        <p:cNvPr id="852" name="Shape 852"/>
        <p:cNvGrpSpPr/>
        <p:nvPr/>
      </p:nvGrpSpPr>
      <p:grpSpPr>
        <a:xfrm>
          <a:off x="0" y="0"/>
          <a:ext cx="0" cy="0"/>
          <a:chOff x="0" y="0"/>
          <a:chExt cx="0" cy="0"/>
        </a:xfrm>
      </p:grpSpPr>
      <p:sp>
        <p:nvSpPr>
          <p:cNvPr id="853" name="Google Shape;853;p13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4" name="Google Shape;854;p133"/>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grpSp>
        <p:nvGrpSpPr>
          <p:cNvPr id="855" name="Google Shape;855;p133"/>
          <p:cNvGrpSpPr/>
          <p:nvPr/>
        </p:nvGrpSpPr>
        <p:grpSpPr>
          <a:xfrm>
            <a:off x="0" y="0"/>
            <a:ext cx="9144000" cy="5143500"/>
            <a:chOff x="0" y="0"/>
            <a:chExt cx="9144000" cy="5143500"/>
          </a:xfrm>
        </p:grpSpPr>
        <p:sp>
          <p:nvSpPr>
            <p:cNvPr id="856" name="Google Shape;856;p133"/>
            <p:cNvSpPr/>
            <p:nvPr/>
          </p:nvSpPr>
          <p:spPr>
            <a:xfrm>
              <a:off x="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7" name="Google Shape;857;p133"/>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8" name="Google Shape;858;p133"/>
            <p:cNvSpPr/>
            <p:nvPr/>
          </p:nvSpPr>
          <p:spPr>
            <a:xfrm rot="5400000">
              <a:off x="4514550" y="-4492350"/>
              <a:ext cx="137100" cy="91218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9" name="Google Shape;859;p133"/>
            <p:cNvSpPr/>
            <p:nvPr/>
          </p:nvSpPr>
          <p:spPr>
            <a:xfrm rot="5400000">
              <a:off x="4525500" y="525000"/>
              <a:ext cx="137100" cy="90999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 Red">
    <p:bg>
      <p:bgPr>
        <a:solidFill>
          <a:schemeClr val="dk2"/>
        </a:solidFill>
      </p:bgPr>
    </p:bg>
    <p:spTree>
      <p:nvGrpSpPr>
        <p:cNvPr id="860" name="Shape 860"/>
        <p:cNvGrpSpPr/>
        <p:nvPr/>
      </p:nvGrpSpPr>
      <p:grpSpPr>
        <a:xfrm>
          <a:off x="0" y="0"/>
          <a:ext cx="0" cy="0"/>
          <a:chOff x="0" y="0"/>
          <a:chExt cx="0" cy="0"/>
        </a:xfrm>
      </p:grpSpPr>
      <p:sp>
        <p:nvSpPr>
          <p:cNvPr id="861" name="Google Shape;861;p13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2" name="Google Shape;862;p134"/>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3" name="Google Shape;863;p134"/>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4" name="Google Shape;864;p134"/>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and black logo&#10;&#10;Description automatically generated" id="865" name="Google Shape;865;p134"/>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or Divider - Black">
    <p:bg>
      <p:bgPr>
        <a:solidFill>
          <a:schemeClr val="dk1"/>
        </a:solidFill>
      </p:bgPr>
    </p:bg>
    <p:spTree>
      <p:nvGrpSpPr>
        <p:cNvPr id="866" name="Shape 866"/>
        <p:cNvGrpSpPr/>
        <p:nvPr/>
      </p:nvGrpSpPr>
      <p:grpSpPr>
        <a:xfrm>
          <a:off x="0" y="0"/>
          <a:ext cx="0" cy="0"/>
          <a:chOff x="0" y="0"/>
          <a:chExt cx="0" cy="0"/>
        </a:xfrm>
      </p:grpSpPr>
      <p:sp>
        <p:nvSpPr>
          <p:cNvPr id="867" name="Google Shape;867;p13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8" name="Google Shape;868;p13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9" name="Google Shape;869;p135"/>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0" name="Google Shape;870;p135"/>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w/ Copy - Yellow">
  <p:cSld name="Divider w/ Copy - Yellow">
    <p:bg>
      <p:bgPr>
        <a:solidFill>
          <a:schemeClr val="lt1"/>
        </a:solidFill>
      </p:bgPr>
    </p:bg>
    <p:spTree>
      <p:nvGrpSpPr>
        <p:cNvPr id="871" name="Shape 871"/>
        <p:cNvGrpSpPr/>
        <p:nvPr/>
      </p:nvGrpSpPr>
      <p:grpSpPr>
        <a:xfrm>
          <a:off x="0" y="0"/>
          <a:ext cx="0" cy="0"/>
          <a:chOff x="0" y="0"/>
          <a:chExt cx="0" cy="0"/>
        </a:xfrm>
      </p:grpSpPr>
      <p:sp>
        <p:nvSpPr>
          <p:cNvPr id="872" name="Google Shape;872;p136"/>
          <p:cNvSpPr/>
          <p:nvPr/>
        </p:nvSpPr>
        <p:spPr>
          <a:xfrm>
            <a:off x="0" y="0"/>
            <a:ext cx="45813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3" name="Google Shape;873;p136"/>
          <p:cNvSpPr/>
          <p:nvPr/>
        </p:nvSpPr>
        <p:spPr>
          <a:xfrm>
            <a:off x="4581298" y="4728064"/>
            <a:ext cx="2017800" cy="1977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4" name="Google Shape;874;p136"/>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2000"/>
              <a:buFont typeface="Verizon NHG DS"/>
              <a:buNone/>
              <a:defRPr i="0" sz="2000">
                <a:solidFill>
                  <a:schemeClr val="dk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2pPr>
            <a:lvl3pPr indent="-228600" lvl="2" marL="13716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3pPr>
            <a:lvl4pPr indent="-228600" lvl="3" marL="18288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4pPr>
            <a:lvl5pPr indent="-228600" lvl="4" marL="22860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5pPr>
            <a:lvl6pPr indent="-285750" lvl="5" marL="27432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6pPr>
            <a:lvl7pPr indent="-285750" lvl="6" marL="32004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7pPr>
            <a:lvl8pPr indent="-285750" lvl="7" marL="36576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8pPr>
            <a:lvl9pPr indent="-285750" lvl="8" marL="41148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9pPr>
          </a:lstStyle>
          <a:p/>
        </p:txBody>
      </p:sp>
      <p:sp>
        <p:nvSpPr>
          <p:cNvPr id="875" name="Google Shape;875;p136"/>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76" name="Google Shape;876;p13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grpSp>
        <p:nvGrpSpPr>
          <p:cNvPr id="877" name="Google Shape;877;p136"/>
          <p:cNvGrpSpPr/>
          <p:nvPr/>
        </p:nvGrpSpPr>
        <p:grpSpPr>
          <a:xfrm>
            <a:off x="4503450" y="0"/>
            <a:ext cx="4640550" cy="5143500"/>
            <a:chOff x="4503450" y="0"/>
            <a:chExt cx="4640550" cy="5143500"/>
          </a:xfrm>
        </p:grpSpPr>
        <p:sp>
          <p:nvSpPr>
            <p:cNvPr id="878" name="Google Shape;878;p136"/>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9" name="Google Shape;879;p136"/>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0" name="Google Shape;880;p136"/>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1" name="Google Shape;881;p136"/>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882" name="Google Shape;882;p136"/>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883" name="Google Shape;883;p136"/>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w/ Copy - Red">
  <p:cSld name="Divider w/ Copy - Red">
    <p:bg>
      <p:bgPr>
        <a:solidFill>
          <a:schemeClr val="lt2"/>
        </a:solidFill>
      </p:bgPr>
    </p:bg>
    <p:spTree>
      <p:nvGrpSpPr>
        <p:cNvPr id="884" name="Shape 884"/>
        <p:cNvGrpSpPr/>
        <p:nvPr/>
      </p:nvGrpSpPr>
      <p:grpSpPr>
        <a:xfrm>
          <a:off x="0" y="0"/>
          <a:ext cx="0" cy="0"/>
          <a:chOff x="0" y="0"/>
          <a:chExt cx="0" cy="0"/>
        </a:xfrm>
      </p:grpSpPr>
      <p:sp>
        <p:nvSpPr>
          <p:cNvPr id="885" name="Google Shape;885;p137"/>
          <p:cNvSpPr/>
          <p:nvPr/>
        </p:nvSpPr>
        <p:spPr>
          <a:xfrm>
            <a:off x="2716823"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6" name="Google Shape;886;p137"/>
          <p:cNvSpPr/>
          <p:nvPr/>
        </p:nvSpPr>
        <p:spPr>
          <a:xfrm>
            <a:off x="4567428" y="0"/>
            <a:ext cx="4576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7" name="Google Shape;887;p137"/>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2000"/>
              <a:buFont typeface="Verizon NHG DS"/>
              <a:buNone/>
              <a:defRPr i="0" sz="2000">
                <a:solidFill>
                  <a:schemeClr val="lt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lt2"/>
              </a:buClr>
              <a:buSzPts val="900"/>
              <a:buNone/>
              <a:defRPr b="1">
                <a:solidFill>
                  <a:schemeClr val="lt2"/>
                </a:solidFill>
              </a:defRPr>
            </a:lvl2pPr>
            <a:lvl3pPr indent="-228600" lvl="2" marL="1371600" algn="l">
              <a:lnSpc>
                <a:spcPct val="100000"/>
              </a:lnSpc>
              <a:spcBef>
                <a:spcPts val="400"/>
              </a:spcBef>
              <a:spcAft>
                <a:spcPts val="0"/>
              </a:spcAft>
              <a:buClr>
                <a:schemeClr val="lt2"/>
              </a:buClr>
              <a:buSzPts val="900"/>
              <a:buNone/>
              <a:defRPr b="1">
                <a:solidFill>
                  <a:schemeClr val="lt2"/>
                </a:solidFill>
              </a:defRPr>
            </a:lvl3pPr>
            <a:lvl4pPr indent="-228600" lvl="3" marL="1828800" algn="l">
              <a:lnSpc>
                <a:spcPct val="100000"/>
              </a:lnSpc>
              <a:spcBef>
                <a:spcPts val="400"/>
              </a:spcBef>
              <a:spcAft>
                <a:spcPts val="0"/>
              </a:spcAft>
              <a:buClr>
                <a:schemeClr val="lt2"/>
              </a:buClr>
              <a:buSzPts val="900"/>
              <a:buNone/>
              <a:defRPr b="1">
                <a:solidFill>
                  <a:schemeClr val="lt2"/>
                </a:solidFill>
              </a:defRPr>
            </a:lvl4pPr>
            <a:lvl5pPr indent="-228600" lvl="4" marL="2286000" algn="l">
              <a:lnSpc>
                <a:spcPct val="100000"/>
              </a:lnSpc>
              <a:spcBef>
                <a:spcPts val="400"/>
              </a:spcBef>
              <a:spcAft>
                <a:spcPts val="0"/>
              </a:spcAft>
              <a:buClr>
                <a:schemeClr val="lt2"/>
              </a:buClr>
              <a:buSzPts val="900"/>
              <a:buNone/>
              <a:defRPr b="1">
                <a:solidFill>
                  <a:schemeClr val="lt2"/>
                </a:solidFill>
              </a:defRPr>
            </a:lvl5pPr>
            <a:lvl6pPr indent="-285750" lvl="5" marL="2743200" algn="l">
              <a:lnSpc>
                <a:spcPct val="90000"/>
              </a:lnSpc>
              <a:spcBef>
                <a:spcPts val="400"/>
              </a:spcBef>
              <a:spcAft>
                <a:spcPts val="0"/>
              </a:spcAft>
              <a:buClr>
                <a:schemeClr val="lt2"/>
              </a:buClr>
              <a:buSzPts val="900"/>
              <a:buChar char="•"/>
              <a:defRPr b="1" sz="900">
                <a:solidFill>
                  <a:schemeClr val="lt2"/>
                </a:solidFill>
              </a:defRPr>
            </a:lvl6pPr>
            <a:lvl7pPr indent="-285750" lvl="6" marL="3200400" algn="l">
              <a:lnSpc>
                <a:spcPct val="90000"/>
              </a:lnSpc>
              <a:spcBef>
                <a:spcPts val="400"/>
              </a:spcBef>
              <a:spcAft>
                <a:spcPts val="0"/>
              </a:spcAft>
              <a:buClr>
                <a:schemeClr val="lt2"/>
              </a:buClr>
              <a:buSzPts val="900"/>
              <a:buChar char="•"/>
              <a:defRPr b="1" sz="900">
                <a:solidFill>
                  <a:schemeClr val="lt2"/>
                </a:solidFill>
              </a:defRPr>
            </a:lvl7pPr>
            <a:lvl8pPr indent="-285750" lvl="7" marL="3657600" algn="l">
              <a:lnSpc>
                <a:spcPct val="90000"/>
              </a:lnSpc>
              <a:spcBef>
                <a:spcPts val="400"/>
              </a:spcBef>
              <a:spcAft>
                <a:spcPts val="0"/>
              </a:spcAft>
              <a:buClr>
                <a:schemeClr val="lt2"/>
              </a:buClr>
              <a:buSzPts val="900"/>
              <a:buChar char="•"/>
              <a:defRPr b="1" sz="900">
                <a:solidFill>
                  <a:schemeClr val="lt2"/>
                </a:solidFill>
              </a:defRPr>
            </a:lvl8pPr>
            <a:lvl9pPr indent="-285750" lvl="8" marL="4114800" algn="l">
              <a:lnSpc>
                <a:spcPct val="90000"/>
              </a:lnSpc>
              <a:spcBef>
                <a:spcPts val="400"/>
              </a:spcBef>
              <a:spcAft>
                <a:spcPts val="0"/>
              </a:spcAft>
              <a:buClr>
                <a:schemeClr val="lt2"/>
              </a:buClr>
              <a:buSzPts val="900"/>
              <a:buChar char="•"/>
              <a:defRPr b="1" sz="900">
                <a:solidFill>
                  <a:schemeClr val="lt2"/>
                </a:solidFill>
              </a:defRPr>
            </a:lvl9pPr>
          </a:lstStyle>
          <a:p/>
        </p:txBody>
      </p:sp>
      <p:sp>
        <p:nvSpPr>
          <p:cNvPr id="888" name="Google Shape;888;p137"/>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600"/>
              <a:buFont typeface="Arial"/>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9" name="Google Shape;889;p137"/>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w/ Image - Stone">
  <p:cSld name="Divider w/ Image - Stone">
    <p:bg>
      <p:bgPr>
        <a:solidFill>
          <a:schemeClr val="lt2"/>
        </a:solidFill>
      </p:bgPr>
    </p:bg>
    <p:spTree>
      <p:nvGrpSpPr>
        <p:cNvPr id="890" name="Shape 890"/>
        <p:cNvGrpSpPr/>
        <p:nvPr/>
      </p:nvGrpSpPr>
      <p:grpSpPr>
        <a:xfrm>
          <a:off x="0" y="0"/>
          <a:ext cx="0" cy="0"/>
          <a:chOff x="0" y="0"/>
          <a:chExt cx="0" cy="0"/>
        </a:xfrm>
      </p:grpSpPr>
      <p:sp>
        <p:nvSpPr>
          <p:cNvPr id="891" name="Google Shape;891;p138"/>
          <p:cNvSpPr/>
          <p:nvPr/>
        </p:nvSpPr>
        <p:spPr>
          <a:xfrm>
            <a:off x="2716823" y="4728064"/>
            <a:ext cx="2017800" cy="197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2" name="Google Shape;892;p138"/>
          <p:cNvSpPr/>
          <p:nvPr>
            <p:ph idx="2" type="pic"/>
          </p:nvPr>
        </p:nvSpPr>
        <p:spPr>
          <a:xfrm>
            <a:off x="4510683" y="0"/>
            <a:ext cx="4632900" cy="5143500"/>
          </a:xfrm>
          <a:prstGeom prst="rect">
            <a:avLst/>
          </a:prstGeom>
          <a:solidFill>
            <a:schemeClr val="lt1"/>
          </a:solidFill>
          <a:ln>
            <a:noFill/>
          </a:ln>
        </p:spPr>
      </p:sp>
      <p:sp>
        <p:nvSpPr>
          <p:cNvPr id="893" name="Google Shape;893;p138"/>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4" name="Google Shape;894;p13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5" name="Google Shape;895;p138"/>
          <p:cNvSpPr txBox="1"/>
          <p:nvPr>
            <p:ph idx="1" type="body"/>
          </p:nvPr>
        </p:nvSpPr>
        <p:spPr>
          <a:xfrm>
            <a:off x="473869" y="2628900"/>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grpSp>
        <p:nvGrpSpPr>
          <p:cNvPr id="896" name="Google Shape;896;p138"/>
          <p:cNvGrpSpPr/>
          <p:nvPr/>
        </p:nvGrpSpPr>
        <p:grpSpPr>
          <a:xfrm>
            <a:off x="4503450" y="0"/>
            <a:ext cx="4640550" cy="5143500"/>
            <a:chOff x="4503450" y="0"/>
            <a:chExt cx="4640550" cy="5143500"/>
          </a:xfrm>
        </p:grpSpPr>
        <p:sp>
          <p:nvSpPr>
            <p:cNvPr id="897" name="Google Shape;897;p138"/>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8" name="Google Shape;898;p138"/>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9" name="Google Shape;899;p138"/>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0" name="Google Shape;900;p138"/>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901" name="Google Shape;901;p138"/>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w/ Image - Red">
  <p:cSld name="Divider w/ Image - Red">
    <p:bg>
      <p:bgPr>
        <a:solidFill>
          <a:schemeClr val="dk2"/>
        </a:solidFill>
      </p:bgPr>
    </p:bg>
    <p:spTree>
      <p:nvGrpSpPr>
        <p:cNvPr id="902" name="Shape 902"/>
        <p:cNvGrpSpPr/>
        <p:nvPr/>
      </p:nvGrpSpPr>
      <p:grpSpPr>
        <a:xfrm>
          <a:off x="0" y="0"/>
          <a:ext cx="0" cy="0"/>
          <a:chOff x="0" y="0"/>
          <a:chExt cx="0" cy="0"/>
        </a:xfrm>
      </p:grpSpPr>
      <p:sp>
        <p:nvSpPr>
          <p:cNvPr id="903" name="Google Shape;903;p139"/>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4" name="Google Shape;904;p139"/>
          <p:cNvSpPr/>
          <p:nvPr>
            <p:ph idx="2" type="pic"/>
          </p:nvPr>
        </p:nvSpPr>
        <p:spPr>
          <a:xfrm>
            <a:off x="4510683" y="0"/>
            <a:ext cx="4632900" cy="5143500"/>
          </a:xfrm>
          <a:prstGeom prst="rect">
            <a:avLst/>
          </a:prstGeom>
          <a:solidFill>
            <a:schemeClr val="lt1"/>
          </a:solidFill>
          <a:ln>
            <a:noFill/>
          </a:ln>
        </p:spPr>
      </p:sp>
      <p:sp>
        <p:nvSpPr>
          <p:cNvPr id="905" name="Google Shape;905;p13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06" name="Google Shape;906;p139"/>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3600"/>
              <a:buFont typeface="Arial"/>
              <a:buNone/>
              <a:defRPr sz="36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07" name="Google Shape;907;p139"/>
          <p:cNvSpPr txBox="1"/>
          <p:nvPr>
            <p:ph idx="1" type="body"/>
          </p:nvPr>
        </p:nvSpPr>
        <p:spPr>
          <a:xfrm>
            <a:off x="473869" y="2634095"/>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descr="A red and black logo&#10;&#10;Description automatically generated" id="908" name="Google Shape;908;p139"/>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Agenda/TOC - White">
  <p:cSld name="Agenda/TOC - White">
    <p:spTree>
      <p:nvGrpSpPr>
        <p:cNvPr id="909" name="Shape 909"/>
        <p:cNvGrpSpPr/>
        <p:nvPr/>
      </p:nvGrpSpPr>
      <p:grpSpPr>
        <a:xfrm>
          <a:off x="0" y="0"/>
          <a:ext cx="0" cy="0"/>
          <a:chOff x="0" y="0"/>
          <a:chExt cx="0" cy="0"/>
        </a:xfrm>
      </p:grpSpPr>
      <p:sp>
        <p:nvSpPr>
          <p:cNvPr id="910" name="Google Shape;910;p140"/>
          <p:cNvSpPr txBox="1"/>
          <p:nvPr>
            <p:ph type="title"/>
          </p:nvPr>
        </p:nvSpPr>
        <p:spPr>
          <a:xfrm>
            <a:off x="473869" y="411669"/>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11" name="Google Shape;911;p14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Agenda/TOC Alt - White">
  <p:cSld name="Agenda/TOC Alt - White">
    <p:spTree>
      <p:nvGrpSpPr>
        <p:cNvPr id="912" name="Shape 912"/>
        <p:cNvGrpSpPr/>
        <p:nvPr/>
      </p:nvGrpSpPr>
      <p:grpSpPr>
        <a:xfrm>
          <a:off x="0" y="0"/>
          <a:ext cx="0" cy="0"/>
          <a:chOff x="0" y="0"/>
          <a:chExt cx="0" cy="0"/>
        </a:xfrm>
      </p:grpSpPr>
      <p:sp>
        <p:nvSpPr>
          <p:cNvPr id="913" name="Google Shape;913;p141"/>
          <p:cNvSpPr txBox="1"/>
          <p:nvPr>
            <p:ph idx="1" type="body"/>
          </p:nvPr>
        </p:nvSpPr>
        <p:spPr>
          <a:xfrm>
            <a:off x="473875" y="804668"/>
            <a:ext cx="33432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4" name="Google Shape;914;p141"/>
          <p:cNvSpPr txBox="1"/>
          <p:nvPr>
            <p:ph idx="2" type="body"/>
          </p:nvPr>
        </p:nvSpPr>
        <p:spPr>
          <a:xfrm>
            <a:off x="4626775" y="804668"/>
            <a:ext cx="3351600" cy="39318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5" name="Google Shape;915;p14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6" name="Google Shape;916;p141"/>
          <p:cNvSpPr txBox="1"/>
          <p:nvPr>
            <p:ph type="title"/>
          </p:nvPr>
        </p:nvSpPr>
        <p:spPr>
          <a:xfrm>
            <a:off x="475488"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Ideals/Principles - White">
  <p:cSld name="Ideals/Principles - White">
    <p:bg>
      <p:bgPr>
        <a:solidFill>
          <a:srgbClr val="FFFFFF"/>
        </a:solidFill>
      </p:bgPr>
    </p:bg>
    <p:spTree>
      <p:nvGrpSpPr>
        <p:cNvPr id="917" name="Shape 917"/>
        <p:cNvGrpSpPr/>
        <p:nvPr/>
      </p:nvGrpSpPr>
      <p:grpSpPr>
        <a:xfrm>
          <a:off x="0" y="0"/>
          <a:ext cx="0" cy="0"/>
          <a:chOff x="0" y="0"/>
          <a:chExt cx="0" cy="0"/>
        </a:xfrm>
      </p:grpSpPr>
      <p:sp>
        <p:nvSpPr>
          <p:cNvPr id="918" name="Google Shape;918;p14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9" name="Google Shape;919;p142"/>
          <p:cNvSpPr txBox="1"/>
          <p:nvPr>
            <p:ph type="title"/>
          </p:nvPr>
        </p:nvSpPr>
        <p:spPr>
          <a:xfrm>
            <a:off x="473869"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20" name="Google Shape;920;p142"/>
          <p:cNvSpPr txBox="1"/>
          <p:nvPr>
            <p:ph idx="1" type="body"/>
          </p:nvPr>
        </p:nvSpPr>
        <p:spPr>
          <a:xfrm>
            <a:off x="473875" y="804668"/>
            <a:ext cx="61173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Basic text content - White">
  <p:cSld name="Bullet point and optional partner 2 - White">
    <p:bg>
      <p:bgPr>
        <a:solidFill>
          <a:schemeClr val="lt1"/>
        </a:solidFill>
      </p:bgPr>
    </p:bg>
    <p:spTree>
      <p:nvGrpSpPr>
        <p:cNvPr id="921" name="Shape 921"/>
        <p:cNvGrpSpPr/>
        <p:nvPr/>
      </p:nvGrpSpPr>
      <p:grpSpPr>
        <a:xfrm>
          <a:off x="0" y="0"/>
          <a:ext cx="0" cy="0"/>
          <a:chOff x="0" y="0"/>
          <a:chExt cx="0" cy="0"/>
        </a:xfrm>
      </p:grpSpPr>
      <p:sp>
        <p:nvSpPr>
          <p:cNvPr id="922" name="Google Shape;922;p143"/>
          <p:cNvSpPr/>
          <p:nvPr>
            <p:ph idx="2" type="pic"/>
          </p:nvPr>
        </p:nvSpPr>
        <p:spPr>
          <a:xfrm>
            <a:off x="7394975" y="469103"/>
            <a:ext cx="1275000" cy="675600"/>
          </a:xfrm>
          <a:prstGeom prst="rect">
            <a:avLst/>
          </a:prstGeom>
          <a:solidFill>
            <a:srgbClr val="F2F2F2"/>
          </a:solidFill>
          <a:ln>
            <a:noFill/>
          </a:ln>
        </p:spPr>
      </p:sp>
      <p:sp>
        <p:nvSpPr>
          <p:cNvPr id="923" name="Google Shape;923;p14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4" name="Google Shape;924;p143"/>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25" name="Google Shape;925;p143"/>
          <p:cNvSpPr txBox="1"/>
          <p:nvPr>
            <p:ph type="title"/>
          </p:nvPr>
        </p:nvSpPr>
        <p:spPr>
          <a:xfrm>
            <a:off x="473870" y="437625"/>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Basic text content with eyebrow - White">
  <p:cSld name="Bullet point and optional partner 2 - White_2">
    <p:bg>
      <p:bgPr>
        <a:solidFill>
          <a:schemeClr val="lt1"/>
        </a:solidFill>
      </p:bgPr>
    </p:bg>
    <p:spTree>
      <p:nvGrpSpPr>
        <p:cNvPr id="926" name="Shape 926"/>
        <p:cNvGrpSpPr/>
        <p:nvPr/>
      </p:nvGrpSpPr>
      <p:grpSpPr>
        <a:xfrm>
          <a:off x="0" y="0"/>
          <a:ext cx="0" cy="0"/>
          <a:chOff x="0" y="0"/>
          <a:chExt cx="0" cy="0"/>
        </a:xfrm>
      </p:grpSpPr>
      <p:sp>
        <p:nvSpPr>
          <p:cNvPr id="927" name="Google Shape;927;p14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8" name="Google Shape;928;p144"/>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29" name="Google Shape;929;p144"/>
          <p:cNvSpPr txBox="1"/>
          <p:nvPr>
            <p:ph idx="2" type="body"/>
          </p:nvPr>
        </p:nvSpPr>
        <p:spPr>
          <a:xfrm>
            <a:off x="476251" y="274320"/>
            <a:ext cx="6112500" cy="13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30" name="Google Shape;930;p144"/>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Basic text content - Black">
  <p:cSld name="Bullet point and optional partner 2 - White_1">
    <p:bg>
      <p:bgPr>
        <a:solidFill>
          <a:schemeClr val="dk1"/>
        </a:solidFill>
      </p:bgPr>
    </p:bg>
    <p:spTree>
      <p:nvGrpSpPr>
        <p:cNvPr id="931" name="Shape 931"/>
        <p:cNvGrpSpPr/>
        <p:nvPr/>
      </p:nvGrpSpPr>
      <p:grpSpPr>
        <a:xfrm>
          <a:off x="0" y="0"/>
          <a:ext cx="0" cy="0"/>
          <a:chOff x="0" y="0"/>
          <a:chExt cx="0" cy="0"/>
        </a:xfrm>
      </p:grpSpPr>
      <p:sp>
        <p:nvSpPr>
          <p:cNvPr id="932" name="Google Shape;932;p14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3" name="Google Shape;933;p145"/>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100"/>
              <a:buNone/>
              <a:defRPr sz="1100">
                <a:solidFill>
                  <a:schemeClr val="lt1"/>
                </a:solidFill>
              </a:defRPr>
            </a:lvl1pPr>
            <a:lvl2pPr indent="-228600" lvl="1" marL="914400" algn="l">
              <a:lnSpc>
                <a:spcPct val="100000"/>
              </a:lnSpc>
              <a:spcBef>
                <a:spcPts val="900"/>
              </a:spcBef>
              <a:spcAft>
                <a:spcPts val="0"/>
              </a:spcAft>
              <a:buClr>
                <a:schemeClr val="lt1"/>
              </a:buClr>
              <a:buSzPts val="1100"/>
              <a:buNone/>
              <a:defRPr sz="1100">
                <a:solidFill>
                  <a:schemeClr val="lt1"/>
                </a:solidFill>
              </a:defRPr>
            </a:lvl2pPr>
            <a:lvl3pPr indent="-298450" lvl="2" marL="1371600" algn="l">
              <a:lnSpc>
                <a:spcPct val="100000"/>
              </a:lnSpc>
              <a:spcBef>
                <a:spcPts val="400"/>
              </a:spcBef>
              <a:spcAft>
                <a:spcPts val="0"/>
              </a:spcAft>
              <a:buClr>
                <a:schemeClr val="lt1"/>
              </a:buClr>
              <a:buSzPts val="1100"/>
              <a:buChar char="•"/>
              <a:defRPr sz="1100">
                <a:solidFill>
                  <a:schemeClr val="lt1"/>
                </a:solidFill>
              </a:defRPr>
            </a:lvl3pPr>
            <a:lvl4pPr indent="-298450" lvl="3" marL="1828800" algn="l">
              <a:lnSpc>
                <a:spcPct val="100000"/>
              </a:lnSpc>
              <a:spcBef>
                <a:spcPts val="200"/>
              </a:spcBef>
              <a:spcAft>
                <a:spcPts val="0"/>
              </a:spcAft>
              <a:buClr>
                <a:schemeClr val="lt1"/>
              </a:buClr>
              <a:buSzPts val="1100"/>
              <a:buChar char="⁃"/>
              <a:defRPr sz="1100">
                <a:solidFill>
                  <a:schemeClr val="lt1"/>
                </a:solidFill>
              </a:defRPr>
            </a:lvl4pPr>
            <a:lvl5pPr indent="-298450" lvl="4" marL="2286000" algn="l">
              <a:lnSpc>
                <a:spcPct val="100000"/>
              </a:lnSpc>
              <a:spcBef>
                <a:spcPts val="100"/>
              </a:spcBef>
              <a:spcAft>
                <a:spcPts val="0"/>
              </a:spcAft>
              <a:buClr>
                <a:schemeClr val="lt1"/>
              </a:buClr>
              <a:buSzPts val="1100"/>
              <a:buChar char="⁃"/>
              <a:defRPr sz="1100">
                <a:solidFill>
                  <a:schemeClr val="lt1"/>
                </a:solidFill>
              </a:defRPr>
            </a:lvl5pPr>
            <a:lvl6pPr indent="-285750" lvl="5" marL="2743200" algn="l">
              <a:lnSpc>
                <a:spcPct val="100000"/>
              </a:lnSpc>
              <a:spcBef>
                <a:spcPts val="100"/>
              </a:spcBef>
              <a:spcAft>
                <a:spcPts val="0"/>
              </a:spcAft>
              <a:buClr>
                <a:schemeClr val="lt1"/>
              </a:buClr>
              <a:buSzPts val="900"/>
              <a:buChar char="⁃"/>
              <a:defRPr sz="900">
                <a:solidFill>
                  <a:schemeClr val="lt1"/>
                </a:solidFill>
              </a:defRPr>
            </a:lvl6pPr>
            <a:lvl7pPr indent="-279400" lvl="6" marL="3200400" algn="l">
              <a:lnSpc>
                <a:spcPct val="100000"/>
              </a:lnSpc>
              <a:spcBef>
                <a:spcPts val="0"/>
              </a:spcBef>
              <a:spcAft>
                <a:spcPts val="0"/>
              </a:spcAft>
              <a:buClr>
                <a:schemeClr val="lt1"/>
              </a:buClr>
              <a:buSzPts val="800"/>
              <a:buChar char="•"/>
              <a:defRPr sz="8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934" name="Google Shape;934;p145"/>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Arial"/>
              <a:buNone/>
              <a:defRPr sz="21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35" name="Google Shape;935;p14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wo column text content - White">
  <p:cSld name="Bullet point and optional partner 2 - White_2_1">
    <p:bg>
      <p:bgPr>
        <a:solidFill>
          <a:schemeClr val="lt1"/>
        </a:solidFill>
      </p:bgPr>
    </p:bg>
    <p:spTree>
      <p:nvGrpSpPr>
        <p:cNvPr id="936" name="Shape 936"/>
        <p:cNvGrpSpPr/>
        <p:nvPr/>
      </p:nvGrpSpPr>
      <p:grpSpPr>
        <a:xfrm>
          <a:off x="0" y="0"/>
          <a:ext cx="0" cy="0"/>
          <a:chOff x="0" y="0"/>
          <a:chExt cx="0" cy="0"/>
        </a:xfrm>
      </p:grpSpPr>
      <p:sp>
        <p:nvSpPr>
          <p:cNvPr id="937" name="Google Shape;937;p14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8" name="Google Shape;938;p146"/>
          <p:cNvSpPr txBox="1"/>
          <p:nvPr>
            <p:ph idx="1" type="body"/>
          </p:nvPr>
        </p:nvSpPr>
        <p:spPr>
          <a:xfrm>
            <a:off x="473869"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39" name="Google Shape;939;p146"/>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0" name="Google Shape;940;p146"/>
          <p:cNvSpPr txBox="1"/>
          <p:nvPr>
            <p:ph idx="2" type="body"/>
          </p:nvPr>
        </p:nvSpPr>
        <p:spPr>
          <a:xfrm>
            <a:off x="4562856"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hree column picture - White">
  <p:cSld name="Three column picture - White">
    <p:bg>
      <p:bgPr>
        <a:solidFill>
          <a:schemeClr val="lt1"/>
        </a:solidFill>
      </p:bgPr>
    </p:bg>
    <p:spTree>
      <p:nvGrpSpPr>
        <p:cNvPr id="941" name="Shape 941"/>
        <p:cNvGrpSpPr/>
        <p:nvPr/>
      </p:nvGrpSpPr>
      <p:grpSpPr>
        <a:xfrm>
          <a:off x="0" y="0"/>
          <a:ext cx="0" cy="0"/>
          <a:chOff x="0" y="0"/>
          <a:chExt cx="0" cy="0"/>
        </a:xfrm>
      </p:grpSpPr>
      <p:sp>
        <p:nvSpPr>
          <p:cNvPr id="942" name="Google Shape;942;p14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43" name="Google Shape;943;p14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4" name="Google Shape;944;p147"/>
          <p:cNvSpPr txBox="1"/>
          <p:nvPr>
            <p:ph idx="1" type="body"/>
          </p:nvPr>
        </p:nvSpPr>
        <p:spPr>
          <a:xfrm>
            <a:off x="473869" y="1371600"/>
            <a:ext cx="18198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5" name="Google Shape;945;p147"/>
          <p:cNvSpPr txBox="1"/>
          <p:nvPr>
            <p:ph idx="2" type="body"/>
          </p:nvPr>
        </p:nvSpPr>
        <p:spPr>
          <a:xfrm>
            <a:off x="2555081"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6" name="Google Shape;946;p147"/>
          <p:cNvSpPr txBox="1"/>
          <p:nvPr>
            <p:ph idx="3" type="body"/>
          </p:nvPr>
        </p:nvSpPr>
        <p:spPr>
          <a:xfrm>
            <a:off x="4629150"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7" name="Google Shape;947;p147"/>
          <p:cNvSpPr txBox="1"/>
          <p:nvPr>
            <p:ph idx="4" type="body"/>
          </p:nvPr>
        </p:nvSpPr>
        <p:spPr>
          <a:xfrm>
            <a:off x="6704409"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8" name="Google Shape;948;p147"/>
          <p:cNvSpPr/>
          <p:nvPr>
            <p:ph idx="5" type="pic"/>
          </p:nvPr>
        </p:nvSpPr>
        <p:spPr>
          <a:xfrm>
            <a:off x="2555075" y="1367250"/>
            <a:ext cx="1965900" cy="2061000"/>
          </a:xfrm>
          <a:prstGeom prst="rect">
            <a:avLst/>
          </a:prstGeom>
          <a:solidFill>
            <a:srgbClr val="F2F2F2"/>
          </a:solidFill>
          <a:ln>
            <a:noFill/>
          </a:ln>
        </p:spPr>
      </p:sp>
      <p:sp>
        <p:nvSpPr>
          <p:cNvPr id="949" name="Google Shape;949;p147"/>
          <p:cNvSpPr/>
          <p:nvPr>
            <p:ph idx="6" type="pic"/>
          </p:nvPr>
        </p:nvSpPr>
        <p:spPr>
          <a:xfrm>
            <a:off x="4629738" y="1367250"/>
            <a:ext cx="1965900" cy="2061000"/>
          </a:xfrm>
          <a:prstGeom prst="rect">
            <a:avLst/>
          </a:prstGeom>
          <a:solidFill>
            <a:srgbClr val="F2F2F2"/>
          </a:solidFill>
          <a:ln>
            <a:noFill/>
          </a:ln>
        </p:spPr>
      </p:sp>
      <p:sp>
        <p:nvSpPr>
          <p:cNvPr id="950" name="Google Shape;950;p147"/>
          <p:cNvSpPr/>
          <p:nvPr>
            <p:ph idx="7" type="pic"/>
          </p:nvPr>
        </p:nvSpPr>
        <p:spPr>
          <a:xfrm>
            <a:off x="6704413" y="1367250"/>
            <a:ext cx="1965900" cy="2061000"/>
          </a:xfrm>
          <a:prstGeom prst="rect">
            <a:avLst/>
          </a:prstGeom>
          <a:solidFill>
            <a:srgbClr val="F2F2F2"/>
          </a:solidFill>
          <a:ln>
            <a:noFill/>
          </a:ln>
        </p:spPr>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ext with picture - White">
  <p:cSld name="Text and right picture - White">
    <p:bg>
      <p:bgPr>
        <a:solidFill>
          <a:schemeClr val="lt1"/>
        </a:solidFill>
      </p:bgPr>
    </p:bg>
    <p:spTree>
      <p:nvGrpSpPr>
        <p:cNvPr id="951" name="Shape 951"/>
        <p:cNvGrpSpPr/>
        <p:nvPr/>
      </p:nvGrpSpPr>
      <p:grpSpPr>
        <a:xfrm>
          <a:off x="0" y="0"/>
          <a:ext cx="0" cy="0"/>
          <a:chOff x="0" y="0"/>
          <a:chExt cx="0" cy="0"/>
        </a:xfrm>
      </p:grpSpPr>
      <p:sp>
        <p:nvSpPr>
          <p:cNvPr id="952" name="Google Shape;952;p148"/>
          <p:cNvSpPr txBox="1"/>
          <p:nvPr>
            <p:ph idx="1" type="body"/>
          </p:nvPr>
        </p:nvSpPr>
        <p:spPr>
          <a:xfrm>
            <a:off x="4630339" y="4242816"/>
            <a:ext cx="40398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3" name="Google Shape;953;p14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54" name="Google Shape;954;p148"/>
          <p:cNvSpPr txBox="1"/>
          <p:nvPr>
            <p:ph idx="2" type="body"/>
          </p:nvPr>
        </p:nvSpPr>
        <p:spPr>
          <a:xfrm>
            <a:off x="473870" y="1371600"/>
            <a:ext cx="39318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5" name="Google Shape;955;p14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6" name="Google Shape;956;p148"/>
          <p:cNvSpPr/>
          <p:nvPr>
            <p:ph idx="3" type="pic"/>
          </p:nvPr>
        </p:nvSpPr>
        <p:spPr>
          <a:xfrm>
            <a:off x="4687458" y="1371600"/>
            <a:ext cx="3931800" cy="26793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ext with big picture - White">
  <p:cSld name="Text and right picture BIG - White">
    <p:bg>
      <p:bgPr>
        <a:solidFill>
          <a:schemeClr val="lt1"/>
        </a:solidFill>
      </p:bgPr>
    </p:bg>
    <p:spTree>
      <p:nvGrpSpPr>
        <p:cNvPr id="957" name="Shape 957"/>
        <p:cNvGrpSpPr/>
        <p:nvPr/>
      </p:nvGrpSpPr>
      <p:grpSpPr>
        <a:xfrm>
          <a:off x="0" y="0"/>
          <a:ext cx="0" cy="0"/>
          <a:chOff x="0" y="0"/>
          <a:chExt cx="0" cy="0"/>
        </a:xfrm>
      </p:grpSpPr>
      <p:sp>
        <p:nvSpPr>
          <p:cNvPr id="958" name="Google Shape;958;p149"/>
          <p:cNvSpPr txBox="1"/>
          <p:nvPr>
            <p:ph idx="1" type="body"/>
          </p:nvPr>
        </p:nvSpPr>
        <p:spPr>
          <a:xfrm>
            <a:off x="473870" y="4354043"/>
            <a:ext cx="25146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9" name="Google Shape;959;p14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0" name="Google Shape;960;p149"/>
          <p:cNvSpPr txBox="1"/>
          <p:nvPr>
            <p:ph idx="2" type="body"/>
          </p:nvPr>
        </p:nvSpPr>
        <p:spPr>
          <a:xfrm>
            <a:off x="473870" y="1371600"/>
            <a:ext cx="25146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61" name="Google Shape;961;p149"/>
          <p:cNvSpPr txBox="1"/>
          <p:nvPr>
            <p:ph type="title"/>
          </p:nvPr>
        </p:nvSpPr>
        <p:spPr>
          <a:xfrm>
            <a:off x="473870" y="438912"/>
            <a:ext cx="26466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2" name="Google Shape;962;p149"/>
          <p:cNvSpPr/>
          <p:nvPr>
            <p:ph idx="3" type="pic"/>
          </p:nvPr>
        </p:nvSpPr>
        <p:spPr>
          <a:xfrm>
            <a:off x="3378558" y="512064"/>
            <a:ext cx="5239500" cy="40416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ext with picture 1/2 - Stone">
  <p:cSld name="Text and right picture 1/2 - Stone">
    <p:bg>
      <p:bgPr>
        <a:solidFill>
          <a:schemeClr val="lt1"/>
        </a:solidFill>
      </p:bgPr>
    </p:bg>
    <p:spTree>
      <p:nvGrpSpPr>
        <p:cNvPr id="963" name="Shape 963"/>
        <p:cNvGrpSpPr/>
        <p:nvPr/>
      </p:nvGrpSpPr>
      <p:grpSpPr>
        <a:xfrm>
          <a:off x="0" y="0"/>
          <a:ext cx="0" cy="0"/>
          <a:chOff x="0" y="0"/>
          <a:chExt cx="0" cy="0"/>
        </a:xfrm>
      </p:grpSpPr>
      <p:sp>
        <p:nvSpPr>
          <p:cNvPr id="964" name="Google Shape;964;p150"/>
          <p:cNvSpPr/>
          <p:nvPr/>
        </p:nvSpPr>
        <p:spPr>
          <a:xfrm>
            <a:off x="-1" y="2578298"/>
            <a:ext cx="9144000" cy="2565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5" name="Google Shape;965;p150"/>
          <p:cNvSpPr txBox="1"/>
          <p:nvPr>
            <p:ph idx="1" type="body"/>
          </p:nvPr>
        </p:nvSpPr>
        <p:spPr>
          <a:xfrm>
            <a:off x="4626770" y="4197096"/>
            <a:ext cx="40434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66" name="Google Shape;966;p15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7" name="Google Shape;967;p150"/>
          <p:cNvSpPr txBox="1"/>
          <p:nvPr>
            <p:ph idx="2" type="body"/>
          </p:nvPr>
        </p:nvSpPr>
        <p:spPr>
          <a:xfrm>
            <a:off x="473869" y="1371600"/>
            <a:ext cx="3474600" cy="127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8" name="Google Shape;968;p150"/>
          <p:cNvSpPr txBox="1"/>
          <p:nvPr>
            <p:ph idx="3" type="body"/>
          </p:nvPr>
        </p:nvSpPr>
        <p:spPr>
          <a:xfrm>
            <a:off x="473869" y="2815016"/>
            <a:ext cx="3474600" cy="148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9" name="Google Shape;969;p150"/>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970" name="Google Shape;970;p15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1" name="Google Shape;971;p150"/>
          <p:cNvSpPr/>
          <p:nvPr>
            <p:ph idx="4" type="pic"/>
          </p:nvPr>
        </p:nvSpPr>
        <p:spPr>
          <a:xfrm>
            <a:off x="4626775" y="1371600"/>
            <a:ext cx="4043400" cy="2755200"/>
          </a:xfrm>
          <a:prstGeom prst="rect">
            <a:avLst/>
          </a:prstGeom>
          <a:solidFill>
            <a:srgbClr val="F2F2F2"/>
          </a:solidFill>
          <a:ln>
            <a:noFill/>
          </a:ln>
        </p:spPr>
      </p:sp>
      <p:pic>
        <p:nvPicPr>
          <p:cNvPr descr="A red and black logo&#10;&#10;Description automatically generated" id="972" name="Google Shape;972;p150"/>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
    <p:bg>
      <p:bgPr>
        <a:solidFill>
          <a:schemeClr val="lt1"/>
        </a:solidFill>
      </p:bgPr>
    </p:bg>
    <p:spTree>
      <p:nvGrpSpPr>
        <p:cNvPr id="973" name="Shape 973"/>
        <p:cNvGrpSpPr/>
        <p:nvPr/>
      </p:nvGrpSpPr>
      <p:grpSpPr>
        <a:xfrm>
          <a:off x="0" y="0"/>
          <a:ext cx="0" cy="0"/>
          <a:chOff x="0" y="0"/>
          <a:chExt cx="0" cy="0"/>
        </a:xfrm>
      </p:grpSpPr>
      <p:sp>
        <p:nvSpPr>
          <p:cNvPr id="974" name="Google Shape;974;p15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5" name="Google Shape;975;p151"/>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ix-piece information - White">
  <p:cSld name="Six-piece information">
    <p:spTree>
      <p:nvGrpSpPr>
        <p:cNvPr id="976" name="Shape 976"/>
        <p:cNvGrpSpPr/>
        <p:nvPr/>
      </p:nvGrpSpPr>
      <p:grpSpPr>
        <a:xfrm>
          <a:off x="0" y="0"/>
          <a:ext cx="0" cy="0"/>
          <a:chOff x="0" y="0"/>
          <a:chExt cx="0" cy="0"/>
        </a:xfrm>
      </p:grpSpPr>
      <p:sp>
        <p:nvSpPr>
          <p:cNvPr id="977" name="Google Shape;977;p15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8" name="Google Shape;978;p152"/>
          <p:cNvSpPr txBox="1"/>
          <p:nvPr>
            <p:ph idx="1" type="body"/>
          </p:nvPr>
        </p:nvSpPr>
        <p:spPr>
          <a:xfrm>
            <a:off x="470297"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9" name="Google Shape;979;p15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0" name="Google Shape;980;p152"/>
          <p:cNvSpPr txBox="1"/>
          <p:nvPr>
            <p:ph idx="2" type="body"/>
          </p:nvPr>
        </p:nvSpPr>
        <p:spPr>
          <a:xfrm>
            <a:off x="3248025"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1" name="Google Shape;981;p152"/>
          <p:cNvSpPr txBox="1"/>
          <p:nvPr>
            <p:ph idx="3" type="body"/>
          </p:nvPr>
        </p:nvSpPr>
        <p:spPr>
          <a:xfrm>
            <a:off x="6012656"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2" name="Google Shape;982;p152"/>
          <p:cNvSpPr txBox="1"/>
          <p:nvPr>
            <p:ph idx="4" type="body"/>
          </p:nvPr>
        </p:nvSpPr>
        <p:spPr>
          <a:xfrm>
            <a:off x="470297"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3" name="Google Shape;983;p152"/>
          <p:cNvSpPr txBox="1"/>
          <p:nvPr>
            <p:ph idx="5" type="body"/>
          </p:nvPr>
        </p:nvSpPr>
        <p:spPr>
          <a:xfrm>
            <a:off x="3248025"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4" name="Google Shape;984;p152"/>
          <p:cNvSpPr txBox="1"/>
          <p:nvPr>
            <p:ph idx="6" type="body"/>
          </p:nvPr>
        </p:nvSpPr>
        <p:spPr>
          <a:xfrm>
            <a:off x="6012656"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hree-image - Red">
  <p:cSld name="Six-image - Stone">
    <p:bg>
      <p:bgPr>
        <a:solidFill>
          <a:schemeClr val="lt1"/>
        </a:solidFill>
      </p:bgPr>
    </p:bg>
    <p:spTree>
      <p:nvGrpSpPr>
        <p:cNvPr id="985" name="Shape 985"/>
        <p:cNvGrpSpPr/>
        <p:nvPr/>
      </p:nvGrpSpPr>
      <p:grpSpPr>
        <a:xfrm>
          <a:off x="0" y="0"/>
          <a:ext cx="0" cy="0"/>
          <a:chOff x="0" y="0"/>
          <a:chExt cx="0" cy="0"/>
        </a:xfrm>
      </p:grpSpPr>
      <p:sp>
        <p:nvSpPr>
          <p:cNvPr id="986" name="Google Shape;986;p153"/>
          <p:cNvSpPr/>
          <p:nvPr/>
        </p:nvSpPr>
        <p:spPr>
          <a:xfrm>
            <a:off x="2555075" y="0"/>
            <a:ext cx="6588900" cy="51540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7" name="Google Shape;987;p153"/>
          <p:cNvSpPr/>
          <p:nvPr>
            <p:ph idx="2" type="pic"/>
          </p:nvPr>
        </p:nvSpPr>
        <p:spPr>
          <a:xfrm>
            <a:off x="2555075" y="0"/>
            <a:ext cx="2186700" cy="2577000"/>
          </a:xfrm>
          <a:prstGeom prst="rect">
            <a:avLst/>
          </a:prstGeom>
          <a:solidFill>
            <a:srgbClr val="F2F2F2"/>
          </a:solidFill>
          <a:ln>
            <a:noFill/>
          </a:ln>
        </p:spPr>
      </p:sp>
      <p:sp>
        <p:nvSpPr>
          <p:cNvPr id="988" name="Google Shape;988;p153"/>
          <p:cNvSpPr/>
          <p:nvPr>
            <p:ph idx="3" type="pic"/>
          </p:nvPr>
        </p:nvSpPr>
        <p:spPr>
          <a:xfrm>
            <a:off x="6974125" y="0"/>
            <a:ext cx="2186700" cy="2577000"/>
          </a:xfrm>
          <a:prstGeom prst="rect">
            <a:avLst/>
          </a:prstGeom>
          <a:solidFill>
            <a:srgbClr val="F2F2F2"/>
          </a:solidFill>
          <a:ln>
            <a:noFill/>
          </a:ln>
        </p:spPr>
      </p:sp>
      <p:sp>
        <p:nvSpPr>
          <p:cNvPr id="989" name="Google Shape;989;p153"/>
          <p:cNvSpPr/>
          <p:nvPr>
            <p:ph idx="4" type="pic"/>
          </p:nvPr>
        </p:nvSpPr>
        <p:spPr>
          <a:xfrm>
            <a:off x="4741775" y="2577000"/>
            <a:ext cx="2232300" cy="2577000"/>
          </a:xfrm>
          <a:prstGeom prst="rect">
            <a:avLst/>
          </a:prstGeom>
          <a:solidFill>
            <a:srgbClr val="F2F2F2"/>
          </a:solidFill>
          <a:ln>
            <a:noFill/>
          </a:ln>
        </p:spPr>
      </p:sp>
      <p:sp>
        <p:nvSpPr>
          <p:cNvPr id="990" name="Google Shape;990;p153"/>
          <p:cNvSpPr txBox="1"/>
          <p:nvPr>
            <p:ph idx="1" type="body"/>
          </p:nvPr>
        </p:nvSpPr>
        <p:spPr>
          <a:xfrm>
            <a:off x="2679192"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1" name="Google Shape;991;p153"/>
          <p:cNvSpPr txBox="1"/>
          <p:nvPr>
            <p:ph idx="5"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2" name="Google Shape;992;p153"/>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3" name="Google Shape;993;p153"/>
          <p:cNvSpPr txBox="1"/>
          <p:nvPr>
            <p:ph idx="6" type="body"/>
          </p:nvPr>
        </p:nvSpPr>
        <p:spPr>
          <a:xfrm>
            <a:off x="7088021"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4" name="Google Shape;994;p153"/>
          <p:cNvSpPr txBox="1"/>
          <p:nvPr>
            <p:ph idx="7" type="body"/>
          </p:nvPr>
        </p:nvSpPr>
        <p:spPr>
          <a:xfrm>
            <a:off x="4882896" y="2139696"/>
            <a:ext cx="1691700" cy="3201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5" name="Google Shape;995;p153"/>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hree-image - Yellow">
  <p:cSld name="Six-image - Yellow">
    <p:bg>
      <p:bgPr>
        <a:solidFill>
          <a:schemeClr val="lt1"/>
        </a:solidFill>
      </p:bgPr>
    </p:bg>
    <p:spTree>
      <p:nvGrpSpPr>
        <p:cNvPr id="996" name="Shape 996"/>
        <p:cNvGrpSpPr/>
        <p:nvPr/>
      </p:nvGrpSpPr>
      <p:grpSpPr>
        <a:xfrm>
          <a:off x="0" y="0"/>
          <a:ext cx="0" cy="0"/>
          <a:chOff x="0" y="0"/>
          <a:chExt cx="0" cy="0"/>
        </a:xfrm>
      </p:grpSpPr>
      <p:sp>
        <p:nvSpPr>
          <p:cNvPr id="997" name="Google Shape;997;p154"/>
          <p:cNvSpPr/>
          <p:nvPr/>
        </p:nvSpPr>
        <p:spPr>
          <a:xfrm>
            <a:off x="2555081" y="0"/>
            <a:ext cx="65889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98" name="Google Shape;998;p154"/>
          <p:cNvSpPr txBox="1"/>
          <p:nvPr>
            <p:ph idx="1" type="body"/>
          </p:nvPr>
        </p:nvSpPr>
        <p:spPr>
          <a:xfrm>
            <a:off x="4855464" y="2706624"/>
            <a:ext cx="1956900" cy="35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9" name="Google Shape;999;p154"/>
          <p:cNvSpPr txBox="1"/>
          <p:nvPr>
            <p:ph idx="12" type="sldNum"/>
          </p:nvPr>
        </p:nvSpPr>
        <p:spPr>
          <a:xfrm>
            <a:off x="8317509" y="4725915"/>
            <a:ext cx="352500" cy="169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00" name="Google Shape;1000;p154"/>
          <p:cNvSpPr txBox="1"/>
          <p:nvPr>
            <p:ph idx="2"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1" name="Google Shape;1001;p154"/>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2" name="Google Shape;1002;p154"/>
          <p:cNvSpPr txBox="1"/>
          <p:nvPr>
            <p:ph idx="3" type="body"/>
          </p:nvPr>
        </p:nvSpPr>
        <p:spPr>
          <a:xfrm>
            <a:off x="705002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3" name="Google Shape;1003;p154"/>
          <p:cNvSpPr txBox="1"/>
          <p:nvPr>
            <p:ph idx="4" type="body"/>
          </p:nvPr>
        </p:nvSpPr>
        <p:spPr>
          <a:xfrm>
            <a:off x="266090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4" name="Google Shape;1004;p154"/>
          <p:cNvSpPr txBox="1"/>
          <p:nvPr>
            <p:ph idx="5"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05" name="Google Shape;1005;p154"/>
          <p:cNvSpPr/>
          <p:nvPr>
            <p:ph idx="6" type="pic"/>
          </p:nvPr>
        </p:nvSpPr>
        <p:spPr>
          <a:xfrm>
            <a:off x="2555075" y="2569200"/>
            <a:ext cx="2186700" cy="2577000"/>
          </a:xfrm>
          <a:prstGeom prst="rect">
            <a:avLst/>
          </a:prstGeom>
          <a:solidFill>
            <a:srgbClr val="F2F2F2"/>
          </a:solidFill>
          <a:ln>
            <a:noFill/>
          </a:ln>
        </p:spPr>
      </p:sp>
      <p:sp>
        <p:nvSpPr>
          <p:cNvPr id="1006" name="Google Shape;1006;p154"/>
          <p:cNvSpPr/>
          <p:nvPr>
            <p:ph idx="7" type="pic"/>
          </p:nvPr>
        </p:nvSpPr>
        <p:spPr>
          <a:xfrm>
            <a:off x="6974125" y="2569200"/>
            <a:ext cx="2186700" cy="2577000"/>
          </a:xfrm>
          <a:prstGeom prst="rect">
            <a:avLst/>
          </a:prstGeom>
          <a:solidFill>
            <a:srgbClr val="F2F2F2"/>
          </a:solidFill>
          <a:ln>
            <a:noFill/>
          </a:ln>
        </p:spPr>
      </p:sp>
      <p:sp>
        <p:nvSpPr>
          <p:cNvPr id="1007" name="Google Shape;1007;p154"/>
          <p:cNvSpPr/>
          <p:nvPr>
            <p:ph idx="8" type="pic"/>
          </p:nvPr>
        </p:nvSpPr>
        <p:spPr>
          <a:xfrm>
            <a:off x="4741775" y="0"/>
            <a:ext cx="2232300" cy="2569200"/>
          </a:xfrm>
          <a:prstGeom prst="rect">
            <a:avLst/>
          </a:prstGeom>
          <a:solidFill>
            <a:srgbClr val="F2F2F2"/>
          </a:solidFill>
          <a:ln>
            <a:noFill/>
          </a:ln>
        </p:spPr>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4-image with description - White">
  <p:cSld name="4-image w/ description - White">
    <p:bg>
      <p:bgPr>
        <a:solidFill>
          <a:schemeClr val="lt1"/>
        </a:solidFill>
      </p:bgPr>
    </p:bg>
    <p:spTree>
      <p:nvGrpSpPr>
        <p:cNvPr id="1008" name="Shape 1008"/>
        <p:cNvGrpSpPr/>
        <p:nvPr/>
      </p:nvGrpSpPr>
      <p:grpSpPr>
        <a:xfrm>
          <a:off x="0" y="0"/>
          <a:ext cx="0" cy="0"/>
          <a:chOff x="0" y="0"/>
          <a:chExt cx="0" cy="0"/>
        </a:xfrm>
      </p:grpSpPr>
      <p:sp>
        <p:nvSpPr>
          <p:cNvPr id="1009" name="Google Shape;1009;p15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10" name="Google Shape;1010;p155"/>
          <p:cNvSpPr txBox="1"/>
          <p:nvPr>
            <p:ph idx="1" type="body"/>
          </p:nvPr>
        </p:nvSpPr>
        <p:spPr>
          <a:xfrm>
            <a:off x="4644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1" name="Google Shape;1011;p15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2" name="Google Shape;1012;p155"/>
          <p:cNvSpPr txBox="1"/>
          <p:nvPr>
            <p:ph idx="2" type="body"/>
          </p:nvPr>
        </p:nvSpPr>
        <p:spPr>
          <a:xfrm>
            <a:off x="2547996"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3" name="Google Shape;1013;p155"/>
          <p:cNvSpPr txBox="1"/>
          <p:nvPr>
            <p:ph idx="3" type="body"/>
          </p:nvPr>
        </p:nvSpPr>
        <p:spPr>
          <a:xfrm>
            <a:off x="4631567"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4" name="Google Shape;1014;p155"/>
          <p:cNvSpPr txBox="1"/>
          <p:nvPr>
            <p:ph idx="4" type="body"/>
          </p:nvPr>
        </p:nvSpPr>
        <p:spPr>
          <a:xfrm>
            <a:off x="67151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5" name="Google Shape;1015;p155"/>
          <p:cNvSpPr/>
          <p:nvPr>
            <p:ph idx="5" type="pic"/>
          </p:nvPr>
        </p:nvSpPr>
        <p:spPr>
          <a:xfrm>
            <a:off x="464425" y="1137000"/>
            <a:ext cx="1964700" cy="2097900"/>
          </a:xfrm>
          <a:prstGeom prst="rect">
            <a:avLst/>
          </a:prstGeom>
          <a:solidFill>
            <a:srgbClr val="F2F2F2"/>
          </a:solidFill>
          <a:ln>
            <a:noFill/>
          </a:ln>
        </p:spPr>
      </p:sp>
      <p:sp>
        <p:nvSpPr>
          <p:cNvPr id="1016" name="Google Shape;1016;p155"/>
          <p:cNvSpPr/>
          <p:nvPr>
            <p:ph idx="6" type="pic"/>
          </p:nvPr>
        </p:nvSpPr>
        <p:spPr>
          <a:xfrm>
            <a:off x="2547996" y="1137000"/>
            <a:ext cx="1964700" cy="2097900"/>
          </a:xfrm>
          <a:prstGeom prst="rect">
            <a:avLst/>
          </a:prstGeom>
          <a:solidFill>
            <a:srgbClr val="F2F2F2"/>
          </a:solidFill>
          <a:ln>
            <a:noFill/>
          </a:ln>
        </p:spPr>
      </p:sp>
      <p:sp>
        <p:nvSpPr>
          <p:cNvPr id="1017" name="Google Shape;1017;p155"/>
          <p:cNvSpPr/>
          <p:nvPr>
            <p:ph idx="7" type="pic"/>
          </p:nvPr>
        </p:nvSpPr>
        <p:spPr>
          <a:xfrm>
            <a:off x="4631567" y="1137000"/>
            <a:ext cx="1964700" cy="2097900"/>
          </a:xfrm>
          <a:prstGeom prst="rect">
            <a:avLst/>
          </a:prstGeom>
          <a:solidFill>
            <a:srgbClr val="F2F2F2"/>
          </a:solidFill>
          <a:ln>
            <a:noFill/>
          </a:ln>
        </p:spPr>
      </p:sp>
      <p:sp>
        <p:nvSpPr>
          <p:cNvPr id="1018" name="Google Shape;1018;p155"/>
          <p:cNvSpPr/>
          <p:nvPr>
            <p:ph idx="8" type="pic"/>
          </p:nvPr>
        </p:nvSpPr>
        <p:spPr>
          <a:xfrm>
            <a:off x="6715125" y="1137000"/>
            <a:ext cx="1964700" cy="2097900"/>
          </a:xfrm>
          <a:prstGeom prst="rect">
            <a:avLst/>
          </a:prstGeom>
          <a:solidFill>
            <a:srgbClr val="F2F2F2"/>
          </a:solidFill>
          <a:ln>
            <a:noFill/>
          </a:ln>
        </p:spPr>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Basic table slide">
  <p:cSld name="Basic table slide">
    <p:bg>
      <p:bgPr>
        <a:solidFill>
          <a:schemeClr val="lt1"/>
        </a:solidFill>
      </p:bgPr>
    </p:bg>
    <p:spTree>
      <p:nvGrpSpPr>
        <p:cNvPr id="1019" name="Shape 1019"/>
        <p:cNvGrpSpPr/>
        <p:nvPr/>
      </p:nvGrpSpPr>
      <p:grpSpPr>
        <a:xfrm>
          <a:off x="0" y="0"/>
          <a:ext cx="0" cy="0"/>
          <a:chOff x="0" y="0"/>
          <a:chExt cx="0" cy="0"/>
        </a:xfrm>
      </p:grpSpPr>
      <p:sp>
        <p:nvSpPr>
          <p:cNvPr id="1020" name="Google Shape;1020;p156"/>
          <p:cNvSpPr txBox="1"/>
          <p:nvPr>
            <p:ph idx="1"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1" name="Google Shape;1021;p15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2" name="Google Shape;1022;p156"/>
          <p:cNvSpPr txBox="1"/>
          <p:nvPr>
            <p:ph idx="2" type="body"/>
          </p:nvPr>
        </p:nvSpPr>
        <p:spPr>
          <a:xfrm>
            <a:off x="473869"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3" name="Google Shape;1023;p156"/>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4" name="Google Shape;1024;p156"/>
          <p:cNvSpPr txBox="1"/>
          <p:nvPr>
            <p:ph idx="3" type="body"/>
          </p:nvPr>
        </p:nvSpPr>
        <p:spPr>
          <a:xfrm>
            <a:off x="25717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5" name="Google Shape;1025;p156"/>
          <p:cNvSpPr txBox="1"/>
          <p:nvPr>
            <p:ph idx="4" type="body"/>
          </p:nvPr>
        </p:nvSpPr>
        <p:spPr>
          <a:xfrm>
            <a:off x="46291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6" name="Google Shape;1026;p156"/>
          <p:cNvSpPr txBox="1"/>
          <p:nvPr>
            <p:ph idx="5" type="body"/>
          </p:nvPr>
        </p:nvSpPr>
        <p:spPr>
          <a:xfrm>
            <a:off x="6715125"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Left content slide">
  <p:cSld name="Left content slide">
    <p:bg>
      <p:bgPr>
        <a:solidFill>
          <a:schemeClr val="lt1"/>
        </a:solidFill>
      </p:bgPr>
    </p:bg>
    <p:spTree>
      <p:nvGrpSpPr>
        <p:cNvPr id="1027" name="Shape 1027"/>
        <p:cNvGrpSpPr/>
        <p:nvPr/>
      </p:nvGrpSpPr>
      <p:grpSpPr>
        <a:xfrm>
          <a:off x="0" y="0"/>
          <a:ext cx="0" cy="0"/>
          <a:chOff x="0" y="0"/>
          <a:chExt cx="0" cy="0"/>
        </a:xfrm>
      </p:grpSpPr>
      <p:sp>
        <p:nvSpPr>
          <p:cNvPr id="1028" name="Google Shape;1028;p15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9" name="Google Shape;1029;p157"/>
          <p:cNvSpPr txBox="1"/>
          <p:nvPr>
            <p:ph idx="1" type="body"/>
          </p:nvPr>
        </p:nvSpPr>
        <p:spPr>
          <a:xfrm>
            <a:off x="473870" y="1371600"/>
            <a:ext cx="1355100" cy="3083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0" name="Google Shape;1030;p15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 Content with Description">
  <p:cSld name="Title + Content with Description">
    <p:bg>
      <p:bgPr>
        <a:solidFill>
          <a:schemeClr val="lt1"/>
        </a:solidFill>
      </p:bgPr>
    </p:bg>
    <p:spTree>
      <p:nvGrpSpPr>
        <p:cNvPr id="1031" name="Shape 1031"/>
        <p:cNvGrpSpPr/>
        <p:nvPr/>
      </p:nvGrpSpPr>
      <p:grpSpPr>
        <a:xfrm>
          <a:off x="0" y="0"/>
          <a:ext cx="0" cy="0"/>
          <a:chOff x="0" y="0"/>
          <a:chExt cx="0" cy="0"/>
        </a:xfrm>
      </p:grpSpPr>
      <p:sp>
        <p:nvSpPr>
          <p:cNvPr id="1032" name="Google Shape;1032;p15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33" name="Google Shape;1033;p158"/>
          <p:cNvSpPr txBox="1"/>
          <p:nvPr>
            <p:ph idx="1" type="body"/>
          </p:nvPr>
        </p:nvSpPr>
        <p:spPr>
          <a:xfrm>
            <a:off x="473868" y="1371600"/>
            <a:ext cx="5486400" cy="344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4" name="Google Shape;1034;p158"/>
          <p:cNvSpPr txBox="1"/>
          <p:nvPr>
            <p:ph idx="2"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5" name="Google Shape;1035;p158"/>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Content, Chart">
  <p:cSld name="Title, Content, Chart">
    <p:bg>
      <p:bgPr>
        <a:solidFill>
          <a:schemeClr val="lt1"/>
        </a:solidFill>
      </p:bgPr>
    </p:bg>
    <p:spTree>
      <p:nvGrpSpPr>
        <p:cNvPr id="1036" name="Shape 1036"/>
        <p:cNvGrpSpPr/>
        <p:nvPr/>
      </p:nvGrpSpPr>
      <p:grpSpPr>
        <a:xfrm>
          <a:off x="0" y="0"/>
          <a:ext cx="0" cy="0"/>
          <a:chOff x="0" y="0"/>
          <a:chExt cx="0" cy="0"/>
        </a:xfrm>
      </p:grpSpPr>
      <p:sp>
        <p:nvSpPr>
          <p:cNvPr id="1037" name="Google Shape;1037;p159"/>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cxnSp>
        <p:nvCxnSpPr>
          <p:cNvPr id="1038" name="Google Shape;1038;p159"/>
          <p:cNvCxnSpPr/>
          <p:nvPr/>
        </p:nvCxnSpPr>
        <p:spPr>
          <a:xfrm>
            <a:off x="471488" y="4074512"/>
            <a:ext cx="1705200" cy="0"/>
          </a:xfrm>
          <a:prstGeom prst="straightConnector1">
            <a:avLst/>
          </a:prstGeom>
          <a:noFill/>
          <a:ln cap="flat" cmpd="sng" w="9525">
            <a:solidFill>
              <a:schemeClr val="dk1"/>
            </a:solidFill>
            <a:prstDash val="solid"/>
            <a:miter lim="800000"/>
            <a:headEnd len="sm" w="sm" type="none"/>
            <a:tailEnd len="sm" w="sm" type="none"/>
          </a:ln>
        </p:spPr>
      </p:cxnSp>
      <p:sp>
        <p:nvSpPr>
          <p:cNvPr id="1039" name="Google Shape;1039;p15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0" name="Google Shape;1040;p159"/>
          <p:cNvSpPr txBox="1"/>
          <p:nvPr>
            <p:ph idx="2" type="body"/>
          </p:nvPr>
        </p:nvSpPr>
        <p:spPr>
          <a:xfrm>
            <a:off x="475488" y="1371600"/>
            <a:ext cx="28164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1" name="Google Shape;1041;p159"/>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Numbers graphic slide">
  <p:cSld name="Numbers graphic slide">
    <p:spTree>
      <p:nvGrpSpPr>
        <p:cNvPr id="1042" name="Shape 1042"/>
        <p:cNvGrpSpPr/>
        <p:nvPr/>
      </p:nvGrpSpPr>
      <p:grpSpPr>
        <a:xfrm>
          <a:off x="0" y="0"/>
          <a:ext cx="0" cy="0"/>
          <a:chOff x="0" y="0"/>
          <a:chExt cx="0" cy="0"/>
        </a:xfrm>
      </p:grpSpPr>
      <p:sp>
        <p:nvSpPr>
          <p:cNvPr id="1043" name="Google Shape;1043;p16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4" name="Google Shape;1044;p160"/>
          <p:cNvSpPr txBox="1"/>
          <p:nvPr>
            <p:ph idx="1" type="body"/>
          </p:nvPr>
        </p:nvSpPr>
        <p:spPr>
          <a:xfrm>
            <a:off x="47387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5" name="Google Shape;1045;p160"/>
          <p:cNvSpPr txBox="1"/>
          <p:nvPr>
            <p:ph idx="2" type="body"/>
          </p:nvPr>
        </p:nvSpPr>
        <p:spPr>
          <a:xfrm>
            <a:off x="47386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6" name="Google Shape;1046;p16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7" name="Google Shape;1047;p160"/>
          <p:cNvSpPr txBox="1"/>
          <p:nvPr>
            <p:ph idx="3" type="body"/>
          </p:nvPr>
        </p:nvSpPr>
        <p:spPr>
          <a:xfrm>
            <a:off x="325755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8" name="Google Shape;1048;p160"/>
          <p:cNvSpPr txBox="1"/>
          <p:nvPr>
            <p:ph idx="4" type="body"/>
          </p:nvPr>
        </p:nvSpPr>
        <p:spPr>
          <a:xfrm>
            <a:off x="325754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9" name="Google Shape;1049;p160"/>
          <p:cNvSpPr txBox="1"/>
          <p:nvPr>
            <p:ph idx="5" type="body"/>
          </p:nvPr>
        </p:nvSpPr>
        <p:spPr>
          <a:xfrm>
            <a:off x="6013107"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0" name="Google Shape;1050;p160"/>
          <p:cNvSpPr txBox="1"/>
          <p:nvPr>
            <p:ph idx="6" type="body"/>
          </p:nvPr>
        </p:nvSpPr>
        <p:spPr>
          <a:xfrm>
            <a:off x="6013106"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1" name="Google Shape;1051;p160"/>
          <p:cNvSpPr txBox="1"/>
          <p:nvPr>
            <p:ph idx="7"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2" name="Google Shape;1052;p160"/>
          <p:cNvSpPr txBox="1"/>
          <p:nvPr>
            <p:ph idx="8" type="body"/>
          </p:nvPr>
        </p:nvSpPr>
        <p:spPr>
          <a:xfrm>
            <a:off x="47386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3" name="Google Shape;1053;p160"/>
          <p:cNvSpPr txBox="1"/>
          <p:nvPr>
            <p:ph idx="9"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4" name="Google Shape;1054;p160"/>
          <p:cNvSpPr txBox="1"/>
          <p:nvPr>
            <p:ph idx="13" type="body"/>
          </p:nvPr>
        </p:nvSpPr>
        <p:spPr>
          <a:xfrm>
            <a:off x="325754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5" name="Google Shape;1055;p160"/>
          <p:cNvSpPr txBox="1"/>
          <p:nvPr>
            <p:ph idx="14"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6" name="Google Shape;1056;p160"/>
          <p:cNvSpPr txBox="1"/>
          <p:nvPr>
            <p:ph idx="15" type="body"/>
          </p:nvPr>
        </p:nvSpPr>
        <p:spPr>
          <a:xfrm>
            <a:off x="6013106"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Ender 1 - Stone">
  <p:cSld name="Ender 1 - White">
    <p:bg>
      <p:bgPr>
        <a:solidFill>
          <a:schemeClr val="lt1"/>
        </a:solidFill>
      </p:bgPr>
    </p:bg>
    <p:spTree>
      <p:nvGrpSpPr>
        <p:cNvPr id="1057" name="Shape 1057"/>
        <p:cNvGrpSpPr/>
        <p:nvPr/>
      </p:nvGrpSpPr>
      <p:grpSpPr>
        <a:xfrm>
          <a:off x="0" y="0"/>
          <a:ext cx="0" cy="0"/>
          <a:chOff x="0" y="0"/>
          <a:chExt cx="0" cy="0"/>
        </a:xfrm>
      </p:grpSpPr>
      <p:sp>
        <p:nvSpPr>
          <p:cNvPr id="1058" name="Google Shape;1058;p161"/>
          <p:cNvSpPr/>
          <p:nvPr/>
        </p:nvSpPr>
        <p:spPr>
          <a:xfrm>
            <a:off x="217609" y="4711944"/>
            <a:ext cx="61854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59" name="Google Shape;1059;p161"/>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Ender 1 - Black">
  <p:cSld name="Ender 1 - Black">
    <p:bg>
      <p:bgPr>
        <a:solidFill>
          <a:srgbClr val="000000"/>
        </a:solidFill>
      </p:bgPr>
    </p:bg>
    <p:spTree>
      <p:nvGrpSpPr>
        <p:cNvPr id="1060" name="Shape 1060"/>
        <p:cNvGrpSpPr/>
        <p:nvPr/>
      </p:nvGrpSpPr>
      <p:grpSpPr>
        <a:xfrm>
          <a:off x="0" y="0"/>
          <a:ext cx="0" cy="0"/>
          <a:chOff x="0" y="0"/>
          <a:chExt cx="0" cy="0"/>
        </a:xfrm>
      </p:grpSpPr>
      <p:sp>
        <p:nvSpPr>
          <p:cNvPr id="1061" name="Google Shape;1061;p162"/>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2" name="Google Shape;1062;p162"/>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63" name="Google Shape;1063;p162"/>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Ender 2 - Stone">
  <p:cSld name="Ender 2 - White">
    <p:bg>
      <p:bgPr>
        <a:solidFill>
          <a:schemeClr val="lt1"/>
        </a:solidFill>
      </p:bgPr>
    </p:bg>
    <p:spTree>
      <p:nvGrpSpPr>
        <p:cNvPr id="1064" name="Shape 1064"/>
        <p:cNvGrpSpPr/>
        <p:nvPr/>
      </p:nvGrpSpPr>
      <p:grpSpPr>
        <a:xfrm>
          <a:off x="0" y="0"/>
          <a:ext cx="0" cy="0"/>
          <a:chOff x="0" y="0"/>
          <a:chExt cx="0" cy="0"/>
        </a:xfrm>
      </p:grpSpPr>
      <p:sp>
        <p:nvSpPr>
          <p:cNvPr id="1065" name="Google Shape;1065;p163"/>
          <p:cNvSpPr/>
          <p:nvPr/>
        </p:nvSpPr>
        <p:spPr>
          <a:xfrm>
            <a:off x="217600" y="4591324"/>
            <a:ext cx="6185400" cy="37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6" name="Google Shape;1066;p163"/>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Ender 2 - Black">
  <p:cSld name="Ender 2 - Black">
    <p:bg>
      <p:bgPr>
        <a:solidFill>
          <a:srgbClr val="000000"/>
        </a:solidFill>
      </p:bgPr>
    </p:bg>
    <p:spTree>
      <p:nvGrpSpPr>
        <p:cNvPr id="1067" name="Shape 1067"/>
        <p:cNvGrpSpPr/>
        <p:nvPr/>
      </p:nvGrpSpPr>
      <p:grpSpPr>
        <a:xfrm>
          <a:off x="0" y="0"/>
          <a:ext cx="0" cy="0"/>
          <a:chOff x="0" y="0"/>
          <a:chExt cx="0" cy="0"/>
        </a:xfrm>
      </p:grpSpPr>
      <p:sp>
        <p:nvSpPr>
          <p:cNvPr id="1068" name="Google Shape;1068;p164"/>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9" name="Google Shape;1069;p164"/>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0" name="Shape 1070"/>
        <p:cNvGrpSpPr/>
        <p:nvPr/>
      </p:nvGrpSpPr>
      <p:grpSpPr>
        <a:xfrm>
          <a:off x="0" y="0"/>
          <a:ext cx="0" cy="0"/>
          <a:chOff x="0" y="0"/>
          <a:chExt cx="0" cy="0"/>
        </a:xfrm>
      </p:grpSpPr>
      <p:sp>
        <p:nvSpPr>
          <p:cNvPr id="1071" name="Google Shape;1071;p165"/>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2" name="Google Shape;1072;p165"/>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3" name="Google Shape;1073;p165"/>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4" name="Shape 1074"/>
        <p:cNvGrpSpPr/>
        <p:nvPr/>
      </p:nvGrpSpPr>
      <p:grpSpPr>
        <a:xfrm>
          <a:off x="0" y="0"/>
          <a:ext cx="0" cy="0"/>
          <a:chOff x="0" y="0"/>
          <a:chExt cx="0" cy="0"/>
        </a:xfrm>
      </p:grpSpPr>
      <p:sp>
        <p:nvSpPr>
          <p:cNvPr id="1075" name="Google Shape;1075;p166"/>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6" name="Google Shape;1076;p166"/>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7" name="Google Shape;1077;p166"/>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078" name="Shape 1078"/>
        <p:cNvGrpSpPr/>
        <p:nvPr/>
      </p:nvGrpSpPr>
      <p:grpSpPr>
        <a:xfrm>
          <a:off x="0" y="0"/>
          <a:ext cx="0" cy="0"/>
          <a:chOff x="0" y="0"/>
          <a:chExt cx="0" cy="0"/>
        </a:xfrm>
      </p:grpSpPr>
      <p:sp>
        <p:nvSpPr>
          <p:cNvPr id="1079" name="Google Shape;1079;p167"/>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0" name="Google Shape;1080;p167"/>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081" name="Google Shape;1081;p167"/>
          <p:cNvSpPr txBox="1"/>
          <p:nvPr>
            <p:ph idx="12" type="sldNum"/>
          </p:nvPr>
        </p:nvSpPr>
        <p:spPr>
          <a:xfrm>
            <a:off x="8458200" y="4700016"/>
            <a:ext cx="228600" cy="107700"/>
          </a:xfrm>
          <a:prstGeom prst="rect">
            <a:avLst/>
          </a:prstGeom>
          <a:noFill/>
          <a:ln>
            <a:noFill/>
          </a:ln>
        </p:spPr>
        <p:txBody>
          <a:bodyPr anchorCtr="0" anchor="b" bIns="0" lIns="0" spcFirstLastPara="1" rIns="0" wrap="square" tIns="0">
            <a:no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0.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44" Type="http://schemas.openxmlformats.org/officeDocument/2006/relationships/slideLayout" Target="../slideLayouts/slideLayout54.xml"/><Relationship Id="rId43" Type="http://schemas.openxmlformats.org/officeDocument/2006/relationships/slideLayout" Target="../slideLayouts/slideLayout53.xml"/><Relationship Id="rId46" Type="http://schemas.openxmlformats.org/officeDocument/2006/relationships/slideLayout" Target="../slideLayouts/slideLayout56.xml"/><Relationship Id="rId45" Type="http://schemas.openxmlformats.org/officeDocument/2006/relationships/slideLayout" Target="../slideLayouts/slideLayout55.xml"/><Relationship Id="rId1" Type="http://schemas.openxmlformats.org/officeDocument/2006/relationships/image" Target="../media/image25.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48" Type="http://schemas.openxmlformats.org/officeDocument/2006/relationships/slideLayout" Target="../slideLayouts/slideLayout58.xml"/><Relationship Id="rId47" Type="http://schemas.openxmlformats.org/officeDocument/2006/relationships/slideLayout" Target="../slideLayouts/slideLayout57.xml"/><Relationship Id="rId49" Type="http://schemas.openxmlformats.org/officeDocument/2006/relationships/slideLayout" Target="../slideLayouts/slideLayout5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7" Type="http://schemas.openxmlformats.org/officeDocument/2006/relationships/slideLayout" Target="../slideLayouts/slideLayout47.xml"/><Relationship Id="rId36" Type="http://schemas.openxmlformats.org/officeDocument/2006/relationships/slideLayout" Target="../slideLayouts/slideLayout46.xml"/><Relationship Id="rId39" Type="http://schemas.openxmlformats.org/officeDocument/2006/relationships/slideLayout" Target="../slideLayouts/slideLayout49.xml"/><Relationship Id="rId38" Type="http://schemas.openxmlformats.org/officeDocument/2006/relationships/slideLayout" Target="../slideLayouts/slideLayout48.xml"/><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9" Type="http://schemas.openxmlformats.org/officeDocument/2006/relationships/slideLayout" Target="../slideLayouts/slideLayout39.xml"/><Relationship Id="rId51" Type="http://schemas.openxmlformats.org/officeDocument/2006/relationships/slideLayout" Target="../slideLayouts/slideLayout61.xml"/><Relationship Id="rId50" Type="http://schemas.openxmlformats.org/officeDocument/2006/relationships/slideLayout" Target="../slideLayouts/slideLayout60.xml"/><Relationship Id="rId53" Type="http://schemas.openxmlformats.org/officeDocument/2006/relationships/theme" Target="../theme/theme5.xml"/><Relationship Id="rId52" Type="http://schemas.openxmlformats.org/officeDocument/2006/relationships/slideLayout" Target="../slideLayouts/slideLayout6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2.xml"/><Relationship Id="rId42" Type="http://schemas.openxmlformats.org/officeDocument/2006/relationships/slideLayout" Target="../slideLayouts/slideLayout104.xml"/><Relationship Id="rId41" Type="http://schemas.openxmlformats.org/officeDocument/2006/relationships/slideLayout" Target="../slideLayouts/slideLayout103.xml"/><Relationship Id="rId44" Type="http://schemas.openxmlformats.org/officeDocument/2006/relationships/slideLayout" Target="../slideLayouts/slideLayout106.xml"/><Relationship Id="rId43" Type="http://schemas.openxmlformats.org/officeDocument/2006/relationships/slideLayout" Target="../slideLayouts/slideLayout105.xml"/><Relationship Id="rId46" Type="http://schemas.openxmlformats.org/officeDocument/2006/relationships/slideLayout" Target="../slideLayouts/slideLayout108.xml"/><Relationship Id="rId45" Type="http://schemas.openxmlformats.org/officeDocument/2006/relationships/slideLayout" Target="../slideLayouts/slideLayout107.xml"/><Relationship Id="rId1" Type="http://schemas.openxmlformats.org/officeDocument/2006/relationships/slideLayout" Target="../slideLayouts/slideLayout63.xml"/><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48" Type="http://schemas.openxmlformats.org/officeDocument/2006/relationships/slideLayout" Target="../slideLayouts/slideLayout110.xml"/><Relationship Id="rId47" Type="http://schemas.openxmlformats.org/officeDocument/2006/relationships/slideLayout" Target="../slideLayouts/slideLayout109.xml"/><Relationship Id="rId49" Type="http://schemas.openxmlformats.org/officeDocument/2006/relationships/slideLayout" Target="../slideLayouts/slideLayout111.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31" Type="http://schemas.openxmlformats.org/officeDocument/2006/relationships/slideLayout" Target="../slideLayouts/slideLayout93.xml"/><Relationship Id="rId30" Type="http://schemas.openxmlformats.org/officeDocument/2006/relationships/slideLayout" Target="../slideLayouts/slideLayout92.xml"/><Relationship Id="rId33" Type="http://schemas.openxmlformats.org/officeDocument/2006/relationships/slideLayout" Target="../slideLayouts/slideLayout95.xml"/><Relationship Id="rId32" Type="http://schemas.openxmlformats.org/officeDocument/2006/relationships/slideLayout" Target="../slideLayouts/slideLayout94.xml"/><Relationship Id="rId35" Type="http://schemas.openxmlformats.org/officeDocument/2006/relationships/slideLayout" Target="../slideLayouts/slideLayout97.xml"/><Relationship Id="rId34" Type="http://schemas.openxmlformats.org/officeDocument/2006/relationships/slideLayout" Target="../slideLayouts/slideLayout96.xml"/><Relationship Id="rId37" Type="http://schemas.openxmlformats.org/officeDocument/2006/relationships/slideLayout" Target="../slideLayouts/slideLayout99.xml"/><Relationship Id="rId36" Type="http://schemas.openxmlformats.org/officeDocument/2006/relationships/slideLayout" Target="../slideLayouts/slideLayout98.xml"/><Relationship Id="rId39" Type="http://schemas.openxmlformats.org/officeDocument/2006/relationships/slideLayout" Target="../slideLayouts/slideLayout101.xml"/><Relationship Id="rId38" Type="http://schemas.openxmlformats.org/officeDocument/2006/relationships/slideLayout" Target="../slideLayouts/slideLayout100.xml"/><Relationship Id="rId20" Type="http://schemas.openxmlformats.org/officeDocument/2006/relationships/slideLayout" Target="../slideLayouts/slideLayout82.xml"/><Relationship Id="rId22" Type="http://schemas.openxmlformats.org/officeDocument/2006/relationships/slideLayout" Target="../slideLayouts/slideLayout84.xml"/><Relationship Id="rId21" Type="http://schemas.openxmlformats.org/officeDocument/2006/relationships/slideLayout" Target="../slideLayouts/slideLayout83.xml"/><Relationship Id="rId24" Type="http://schemas.openxmlformats.org/officeDocument/2006/relationships/slideLayout" Target="../slideLayouts/slideLayout86.xml"/><Relationship Id="rId23" Type="http://schemas.openxmlformats.org/officeDocument/2006/relationships/slideLayout" Target="../slideLayouts/slideLayout85.xml"/><Relationship Id="rId26" Type="http://schemas.openxmlformats.org/officeDocument/2006/relationships/slideLayout" Target="../slideLayouts/slideLayout88.xml"/><Relationship Id="rId25" Type="http://schemas.openxmlformats.org/officeDocument/2006/relationships/slideLayout" Target="../slideLayouts/slideLayout87.xml"/><Relationship Id="rId28" Type="http://schemas.openxmlformats.org/officeDocument/2006/relationships/slideLayout" Target="../slideLayouts/slideLayout90.xml"/><Relationship Id="rId27" Type="http://schemas.openxmlformats.org/officeDocument/2006/relationships/slideLayout" Target="../slideLayouts/slideLayout89.xml"/><Relationship Id="rId29" Type="http://schemas.openxmlformats.org/officeDocument/2006/relationships/slideLayout" Target="../slideLayouts/slideLayout91.xml"/><Relationship Id="rId51" Type="http://schemas.openxmlformats.org/officeDocument/2006/relationships/slideLayout" Target="../slideLayouts/slideLayout113.xml"/><Relationship Id="rId50" Type="http://schemas.openxmlformats.org/officeDocument/2006/relationships/slideLayout" Target="../slideLayouts/slideLayout112.xml"/><Relationship Id="rId53" Type="http://schemas.openxmlformats.org/officeDocument/2006/relationships/slideLayout" Target="../slideLayouts/slideLayout115.xml"/><Relationship Id="rId52" Type="http://schemas.openxmlformats.org/officeDocument/2006/relationships/slideLayout" Target="../slideLayouts/slideLayout114.xml"/><Relationship Id="rId11" Type="http://schemas.openxmlformats.org/officeDocument/2006/relationships/slideLayout" Target="../slideLayouts/slideLayout73.xml"/><Relationship Id="rId55" Type="http://schemas.openxmlformats.org/officeDocument/2006/relationships/slideLayout" Target="../slideLayouts/slideLayout117.xml"/><Relationship Id="rId10" Type="http://schemas.openxmlformats.org/officeDocument/2006/relationships/slideLayout" Target="../slideLayouts/slideLayout72.xml"/><Relationship Id="rId54" Type="http://schemas.openxmlformats.org/officeDocument/2006/relationships/slideLayout" Target="../slideLayouts/slideLayout116.xml"/><Relationship Id="rId13" Type="http://schemas.openxmlformats.org/officeDocument/2006/relationships/slideLayout" Target="../slideLayouts/slideLayout75.xml"/><Relationship Id="rId57" Type="http://schemas.openxmlformats.org/officeDocument/2006/relationships/theme" Target="../theme/theme4.xml"/><Relationship Id="rId12" Type="http://schemas.openxmlformats.org/officeDocument/2006/relationships/slideLayout" Target="../slideLayouts/slideLayout74.xml"/><Relationship Id="rId56" Type="http://schemas.openxmlformats.org/officeDocument/2006/relationships/slideLayout" Target="../slideLayouts/slideLayout118.xml"/><Relationship Id="rId15" Type="http://schemas.openxmlformats.org/officeDocument/2006/relationships/slideLayout" Target="../slideLayouts/slideLayout77.xml"/><Relationship Id="rId14" Type="http://schemas.openxmlformats.org/officeDocument/2006/relationships/slideLayout" Target="../slideLayouts/slideLayout76.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slideLayout" Target="../slideLayouts/slideLayout81.xml"/><Relationship Id="rId18"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57.xml"/><Relationship Id="rId42" Type="http://schemas.openxmlformats.org/officeDocument/2006/relationships/slideLayout" Target="../slideLayouts/slideLayout159.xml"/><Relationship Id="rId41" Type="http://schemas.openxmlformats.org/officeDocument/2006/relationships/slideLayout" Target="../slideLayouts/slideLayout158.xml"/><Relationship Id="rId44" Type="http://schemas.openxmlformats.org/officeDocument/2006/relationships/slideLayout" Target="../slideLayouts/slideLayout161.xml"/><Relationship Id="rId43" Type="http://schemas.openxmlformats.org/officeDocument/2006/relationships/slideLayout" Target="../slideLayouts/slideLayout160.xml"/><Relationship Id="rId46" Type="http://schemas.openxmlformats.org/officeDocument/2006/relationships/slideLayout" Target="../slideLayouts/slideLayout163.xml"/><Relationship Id="rId45" Type="http://schemas.openxmlformats.org/officeDocument/2006/relationships/slideLayout" Target="../slideLayouts/slideLayout162.xml"/><Relationship Id="rId1" Type="http://schemas.openxmlformats.org/officeDocument/2006/relationships/image" Target="../media/image46.png"/><Relationship Id="rId2" Type="http://schemas.openxmlformats.org/officeDocument/2006/relationships/slideLayout" Target="../slideLayouts/slideLayout119.xml"/><Relationship Id="rId3" Type="http://schemas.openxmlformats.org/officeDocument/2006/relationships/slideLayout" Target="../slideLayouts/slideLayout120.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47" Type="http://schemas.openxmlformats.org/officeDocument/2006/relationships/theme" Target="../theme/theme3.xml"/><Relationship Id="rId5" Type="http://schemas.openxmlformats.org/officeDocument/2006/relationships/slideLayout" Target="../slideLayouts/slideLayout122.xml"/><Relationship Id="rId6" Type="http://schemas.openxmlformats.org/officeDocument/2006/relationships/slideLayout" Target="../slideLayouts/slideLayout123.xml"/><Relationship Id="rId7" Type="http://schemas.openxmlformats.org/officeDocument/2006/relationships/slideLayout" Target="../slideLayouts/slideLayout124.xml"/><Relationship Id="rId8" Type="http://schemas.openxmlformats.org/officeDocument/2006/relationships/slideLayout" Target="../slideLayouts/slideLayout125.xml"/><Relationship Id="rId31" Type="http://schemas.openxmlformats.org/officeDocument/2006/relationships/slideLayout" Target="../slideLayouts/slideLayout148.xml"/><Relationship Id="rId30" Type="http://schemas.openxmlformats.org/officeDocument/2006/relationships/slideLayout" Target="../slideLayouts/slideLayout147.xml"/><Relationship Id="rId33" Type="http://schemas.openxmlformats.org/officeDocument/2006/relationships/slideLayout" Target="../slideLayouts/slideLayout150.xml"/><Relationship Id="rId32" Type="http://schemas.openxmlformats.org/officeDocument/2006/relationships/slideLayout" Target="../slideLayouts/slideLayout149.xml"/><Relationship Id="rId35" Type="http://schemas.openxmlformats.org/officeDocument/2006/relationships/slideLayout" Target="../slideLayouts/slideLayout152.xml"/><Relationship Id="rId34" Type="http://schemas.openxmlformats.org/officeDocument/2006/relationships/slideLayout" Target="../slideLayouts/slideLayout151.xml"/><Relationship Id="rId37" Type="http://schemas.openxmlformats.org/officeDocument/2006/relationships/slideLayout" Target="../slideLayouts/slideLayout154.xml"/><Relationship Id="rId36" Type="http://schemas.openxmlformats.org/officeDocument/2006/relationships/slideLayout" Target="../slideLayouts/slideLayout153.xml"/><Relationship Id="rId39" Type="http://schemas.openxmlformats.org/officeDocument/2006/relationships/slideLayout" Target="../slideLayouts/slideLayout156.xml"/><Relationship Id="rId38" Type="http://schemas.openxmlformats.org/officeDocument/2006/relationships/slideLayout" Target="../slideLayouts/slideLayout155.xml"/><Relationship Id="rId20" Type="http://schemas.openxmlformats.org/officeDocument/2006/relationships/slideLayout" Target="../slideLayouts/slideLayout137.xml"/><Relationship Id="rId22" Type="http://schemas.openxmlformats.org/officeDocument/2006/relationships/slideLayout" Target="../slideLayouts/slideLayout139.xml"/><Relationship Id="rId21" Type="http://schemas.openxmlformats.org/officeDocument/2006/relationships/slideLayout" Target="../slideLayouts/slideLayout138.xml"/><Relationship Id="rId24" Type="http://schemas.openxmlformats.org/officeDocument/2006/relationships/slideLayout" Target="../slideLayouts/slideLayout141.xml"/><Relationship Id="rId23" Type="http://schemas.openxmlformats.org/officeDocument/2006/relationships/slideLayout" Target="../slideLayouts/slideLayout140.xml"/><Relationship Id="rId26" Type="http://schemas.openxmlformats.org/officeDocument/2006/relationships/slideLayout" Target="../slideLayouts/slideLayout143.xml"/><Relationship Id="rId25" Type="http://schemas.openxmlformats.org/officeDocument/2006/relationships/slideLayout" Target="../slideLayouts/slideLayout142.xml"/><Relationship Id="rId28" Type="http://schemas.openxmlformats.org/officeDocument/2006/relationships/slideLayout" Target="../slideLayouts/slideLayout145.xml"/><Relationship Id="rId27" Type="http://schemas.openxmlformats.org/officeDocument/2006/relationships/slideLayout" Target="../slideLayouts/slideLayout144.xml"/><Relationship Id="rId29" Type="http://schemas.openxmlformats.org/officeDocument/2006/relationships/slideLayout" Target="../slideLayouts/slideLayout146.xml"/><Relationship Id="rId11" Type="http://schemas.openxmlformats.org/officeDocument/2006/relationships/slideLayout" Target="../slideLayouts/slideLayout128.xml"/><Relationship Id="rId10" Type="http://schemas.openxmlformats.org/officeDocument/2006/relationships/slideLayout" Target="../slideLayouts/slideLayout127.xml"/><Relationship Id="rId13" Type="http://schemas.openxmlformats.org/officeDocument/2006/relationships/slideLayout" Target="../slideLayouts/slideLayout130.xml"/><Relationship Id="rId12" Type="http://schemas.openxmlformats.org/officeDocument/2006/relationships/slideLayout" Target="../slideLayouts/slideLayout129.xml"/><Relationship Id="rId15" Type="http://schemas.openxmlformats.org/officeDocument/2006/relationships/slideLayout" Target="../slideLayouts/slideLayout132.xml"/><Relationship Id="rId14" Type="http://schemas.openxmlformats.org/officeDocument/2006/relationships/slideLayout" Target="../slideLayouts/slideLayout131.xml"/><Relationship Id="rId17" Type="http://schemas.openxmlformats.org/officeDocument/2006/relationships/slideLayout" Target="../slideLayouts/slideLayout134.xml"/><Relationship Id="rId16" Type="http://schemas.openxmlformats.org/officeDocument/2006/relationships/slideLayout" Target="../slideLayouts/slideLayout133.xml"/><Relationship Id="rId19" Type="http://schemas.openxmlformats.org/officeDocument/2006/relationships/slideLayout" Target="../slideLayouts/slideLayout136.xml"/><Relationship Id="rId18" Type="http://schemas.openxmlformats.org/officeDocument/2006/relationships/slideLayout" Target="../slideLayouts/slideLayout1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52" name="Google Shape;52;p13"/>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marR="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a:spcBef>
                <a:spcPts val="0"/>
              </a:spcBef>
              <a:spcAft>
                <a:spcPts val="0"/>
              </a:spcAft>
              <a:buSzPts val="1100"/>
              <a:buFont typeface="Verizon NHG TX"/>
              <a:buNone/>
              <a:defRPr sz="1400">
                <a:latin typeface="Verizon NHG TX"/>
                <a:ea typeface="Verizon NHG TX"/>
                <a:cs typeface="Verizon NHG TX"/>
                <a:sym typeface="Verizon NHG TX"/>
              </a:defRPr>
            </a:lvl2pPr>
            <a:lvl3pPr lvl="2">
              <a:spcBef>
                <a:spcPts val="0"/>
              </a:spcBef>
              <a:spcAft>
                <a:spcPts val="0"/>
              </a:spcAft>
              <a:buSzPts val="1100"/>
              <a:buFont typeface="Verizon NHG TX"/>
              <a:buNone/>
              <a:defRPr sz="1400">
                <a:latin typeface="Verizon NHG TX"/>
                <a:ea typeface="Verizon NHG TX"/>
                <a:cs typeface="Verizon NHG TX"/>
                <a:sym typeface="Verizon NHG TX"/>
              </a:defRPr>
            </a:lvl3pPr>
            <a:lvl4pPr lvl="3">
              <a:spcBef>
                <a:spcPts val="0"/>
              </a:spcBef>
              <a:spcAft>
                <a:spcPts val="0"/>
              </a:spcAft>
              <a:buSzPts val="1100"/>
              <a:buFont typeface="Verizon NHG TX"/>
              <a:buNone/>
              <a:defRPr sz="1400">
                <a:latin typeface="Verizon NHG TX"/>
                <a:ea typeface="Verizon NHG TX"/>
                <a:cs typeface="Verizon NHG TX"/>
                <a:sym typeface="Verizon NHG TX"/>
              </a:defRPr>
            </a:lvl4pPr>
            <a:lvl5pPr lvl="4">
              <a:spcBef>
                <a:spcPts val="0"/>
              </a:spcBef>
              <a:spcAft>
                <a:spcPts val="0"/>
              </a:spcAft>
              <a:buSzPts val="1100"/>
              <a:buFont typeface="Verizon NHG TX"/>
              <a:buNone/>
              <a:defRPr sz="1400">
                <a:latin typeface="Verizon NHG TX"/>
                <a:ea typeface="Verizon NHG TX"/>
                <a:cs typeface="Verizon NHG TX"/>
                <a:sym typeface="Verizon NHG TX"/>
              </a:defRPr>
            </a:lvl5pPr>
            <a:lvl6pPr lvl="5">
              <a:spcBef>
                <a:spcPts val="0"/>
              </a:spcBef>
              <a:spcAft>
                <a:spcPts val="0"/>
              </a:spcAft>
              <a:buSzPts val="1100"/>
              <a:buFont typeface="Verizon NHG TX"/>
              <a:buNone/>
              <a:defRPr sz="1400">
                <a:latin typeface="Verizon NHG TX"/>
                <a:ea typeface="Verizon NHG TX"/>
                <a:cs typeface="Verizon NHG TX"/>
                <a:sym typeface="Verizon NHG TX"/>
              </a:defRPr>
            </a:lvl6pPr>
            <a:lvl7pPr lvl="6">
              <a:spcBef>
                <a:spcPts val="0"/>
              </a:spcBef>
              <a:spcAft>
                <a:spcPts val="0"/>
              </a:spcAft>
              <a:buSzPts val="1100"/>
              <a:buFont typeface="Verizon NHG TX"/>
              <a:buNone/>
              <a:defRPr sz="1400">
                <a:latin typeface="Verizon NHG TX"/>
                <a:ea typeface="Verizon NHG TX"/>
                <a:cs typeface="Verizon NHG TX"/>
                <a:sym typeface="Verizon NHG TX"/>
              </a:defRPr>
            </a:lvl7pPr>
            <a:lvl8pPr lvl="7">
              <a:spcBef>
                <a:spcPts val="0"/>
              </a:spcBef>
              <a:spcAft>
                <a:spcPts val="0"/>
              </a:spcAft>
              <a:buSzPts val="1100"/>
              <a:buFont typeface="Verizon NHG TX"/>
              <a:buNone/>
              <a:defRPr sz="1400">
                <a:latin typeface="Verizon NHG TX"/>
                <a:ea typeface="Verizon NHG TX"/>
                <a:cs typeface="Verizon NHG TX"/>
                <a:sym typeface="Verizon NHG TX"/>
              </a:defRPr>
            </a:lvl8pPr>
            <a:lvl9pPr lvl="8">
              <a:spcBef>
                <a:spcPts val="0"/>
              </a:spcBef>
              <a:spcAft>
                <a:spcPts val="0"/>
              </a:spcAft>
              <a:buSzPts val="1100"/>
              <a:buFont typeface="Verizon NHG TX"/>
              <a:buNone/>
              <a:defRPr sz="1400">
                <a:latin typeface="Verizon NHG TX"/>
                <a:ea typeface="Verizon NHG TX"/>
                <a:cs typeface="Verizon NHG TX"/>
                <a:sym typeface="Verizon NHG TX"/>
              </a:defRPr>
            </a:lvl9pPr>
          </a:lstStyle>
          <a:p/>
        </p:txBody>
      </p:sp>
      <p:sp>
        <p:nvSpPr>
          <p:cNvPr id="53" name="Google Shape;53;p1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11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11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11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11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11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11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11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13"/>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55" name="Google Shape;55;p13"/>
          <p:cNvSpPr txBox="1"/>
          <p:nvPr>
            <p:ph idx="1" type="body"/>
          </p:nvPr>
        </p:nvSpPr>
        <p:spPr>
          <a:xfrm>
            <a:off x="473869" y="1188244"/>
            <a:ext cx="7951200" cy="32634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4" r:id="rId47"/>
    <p:sldLayoutId id="2147483705" r:id="rId48"/>
    <p:sldLayoutId id="2147483706" r:id="rId49"/>
    <p:sldLayoutId id="2147483707" r:id="rId50"/>
    <p:sldLayoutId id="2147483708" r:id="rId51"/>
    <p:sldLayoutId id="214748370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533">
          <p15:clr>
            <a:srgbClr val="C35EA4"/>
          </p15:clr>
        </p15:guide>
        <p15:guide id="3" pos="607">
          <p15:clr>
            <a:srgbClr val="C35EA4"/>
          </p15:clr>
        </p15:guide>
        <p15:guide id="4" pos="996">
          <p15:clr>
            <a:srgbClr val="C35EA4"/>
          </p15:clr>
        </p15:guide>
        <p15:guide id="5" pos="1067">
          <p15:clr>
            <a:srgbClr val="C35EA4"/>
          </p15:clr>
        </p15:guide>
        <p15:guide id="6" pos="1457">
          <p15:clr>
            <a:srgbClr val="C35EA4"/>
          </p15:clr>
        </p15:guide>
        <p15:guide id="7" pos="1529">
          <p15:clr>
            <a:srgbClr val="C35EA4"/>
          </p15:clr>
        </p15:guide>
        <p15:guide id="8" pos="1919">
          <p15:clr>
            <a:srgbClr val="C35EA4"/>
          </p15:clr>
        </p15:guide>
        <p15:guide id="9" pos="1992">
          <p15:clr>
            <a:srgbClr val="C35EA4"/>
          </p15:clr>
        </p15:guide>
        <p15:guide id="10" pos="2381">
          <p15:clr>
            <a:srgbClr val="C35EA4"/>
          </p15:clr>
        </p15:guide>
        <p15:guide id="11" pos="2453">
          <p15:clr>
            <a:srgbClr val="C35EA4"/>
          </p15:clr>
        </p15:guide>
        <p15:guide id="12" orient="horz" pos="1656">
          <p15:clr>
            <a:srgbClr val="C35EA4"/>
          </p15:clr>
        </p15:guide>
        <p15:guide id="13" pos="2842">
          <p15:clr>
            <a:srgbClr val="C35EA4"/>
          </p15:clr>
        </p15:guide>
        <p15:guide id="14" pos="2915">
          <p15:clr>
            <a:srgbClr val="C35EA4"/>
          </p15:clr>
        </p15:guide>
        <p15:guide id="15" pos="3305">
          <p15:clr>
            <a:srgbClr val="C35EA4"/>
          </p15:clr>
        </p15:guide>
        <p15:guide id="16" pos="3377">
          <p15:clr>
            <a:srgbClr val="C35EA4"/>
          </p15:clr>
        </p15:guide>
        <p15:guide id="17" pos="3766">
          <p15:clr>
            <a:srgbClr val="C35EA4"/>
          </p15:clr>
        </p15:guide>
        <p15:guide id="18" pos="3840">
          <p15:clr>
            <a:srgbClr val="C35EA4"/>
          </p15:clr>
        </p15:guide>
        <p15:guide id="19" pos="4229">
          <p15:clr>
            <a:srgbClr val="C35EA4"/>
          </p15:clr>
        </p15:guide>
        <p15:guide id="20" pos="4301">
          <p15:clr>
            <a:srgbClr val="C35EA4"/>
          </p15:clr>
        </p15:guide>
        <p15:guide id="21" pos="4691">
          <p15:clr>
            <a:srgbClr val="C35EA4"/>
          </p15:clr>
        </p15:guide>
        <p15:guide id="22" pos="4763">
          <p15:clr>
            <a:srgbClr val="C35EA4"/>
          </p15:clr>
        </p15:guide>
        <p15:guide id="23" pos="5151">
          <p15:clr>
            <a:srgbClr val="C35EA4"/>
          </p15:clr>
        </p15:guide>
        <p15:guide id="24" pos="5224">
          <p15:clr>
            <a:srgbClr val="C35EA4"/>
          </p15:clr>
        </p15:guide>
        <p15:guide id="25" orient="horz" pos="1152">
          <p15:clr>
            <a:srgbClr val="C35EA4"/>
          </p15:clr>
        </p15:guide>
        <p15:guide id="26" orient="horz" pos="1080">
          <p15:clr>
            <a:srgbClr val="C35EA4"/>
          </p15:clr>
        </p15:guide>
        <p15:guide id="27" orient="horz" pos="648">
          <p15:clr>
            <a:srgbClr val="C35EA4"/>
          </p15:clr>
        </p15:guide>
        <p15:guide id="28" orient="horz" pos="576">
          <p15:clr>
            <a:srgbClr val="C35EA4"/>
          </p15:clr>
        </p15:guide>
        <p15:guide id="29" orient="horz" pos="2087">
          <p15:clr>
            <a:srgbClr val="C35EA4"/>
          </p15:clr>
        </p15:guide>
        <p15:guide id="30" orient="horz" pos="2160">
          <p15:clr>
            <a:srgbClr val="C35EA4"/>
          </p15:clr>
        </p15:guide>
        <p15:guide id="31" orient="horz" pos="2591">
          <p15:clr>
            <a:srgbClr val="C35EA4"/>
          </p15:clr>
        </p15:guide>
        <p15:guide id="32" orient="horz" pos="2664">
          <p15:clr>
            <a:srgbClr val="C35EA4"/>
          </p15:clr>
        </p15:guide>
        <p15:guide id="33" orient="horz" pos="144">
          <p15:clr>
            <a:srgbClr val="5ACBF0"/>
          </p15:clr>
        </p15:guide>
        <p15:guide id="34" orient="horz" pos="3095">
          <p15:clr>
            <a:srgbClr val="5ACBF0"/>
          </p15:clr>
        </p15:guide>
        <p15:guide id="35" pos="143">
          <p15:clr>
            <a:srgbClr val="5ACBF0"/>
          </p15:clr>
        </p15:guide>
        <p15:guide id="36" pos="5615">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2" name="Shape 792"/>
        <p:cNvGrpSpPr/>
        <p:nvPr/>
      </p:nvGrpSpPr>
      <p:grpSpPr>
        <a:xfrm>
          <a:off x="0" y="0"/>
          <a:ext cx="0" cy="0"/>
          <a:chOff x="0" y="0"/>
          <a:chExt cx="0" cy="0"/>
        </a:xfrm>
      </p:grpSpPr>
      <p:sp>
        <p:nvSpPr>
          <p:cNvPr id="793" name="Google Shape;793;p122"/>
          <p:cNvSpPr txBox="1"/>
          <p:nvPr>
            <p:ph type="title"/>
          </p:nvPr>
        </p:nvSpPr>
        <p:spPr>
          <a:xfrm>
            <a:off x="473869" y="438912"/>
            <a:ext cx="7951200" cy="5319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2100"/>
              <a:buFont typeface="Verizon NHG DS"/>
              <a:buNone/>
              <a:defRPr b="1" i="0" sz="2100" u="none" cap="none" strike="noStrike">
                <a:solidFill>
                  <a:schemeClr val="dk1"/>
                </a:solidFill>
                <a:latin typeface="Verizon NHG DS"/>
                <a:ea typeface="Verizon NHG DS"/>
                <a:cs typeface="Verizon NHG DS"/>
                <a:sym typeface="Verizon NHG DS"/>
              </a:defRPr>
            </a:lvl1pPr>
            <a:lvl2pPr lvl="1"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2pPr>
            <a:lvl3pPr lvl="2"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3pPr>
            <a:lvl4pPr lvl="3"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4pPr>
            <a:lvl5pPr lvl="4"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5pPr>
            <a:lvl6pPr lvl="5"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6pPr>
            <a:lvl7pPr lvl="6"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7pPr>
            <a:lvl8pPr lvl="7"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8pPr>
            <a:lvl9pPr lvl="8"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9pPr>
          </a:lstStyle>
          <a:p/>
        </p:txBody>
      </p:sp>
      <p:sp>
        <p:nvSpPr>
          <p:cNvPr id="794" name="Google Shape;794;p12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95" name="Google Shape;795;p122"/>
          <p:cNvSpPr txBox="1"/>
          <p:nvPr>
            <p:ph idx="1" type="body"/>
          </p:nvPr>
        </p:nvSpPr>
        <p:spPr>
          <a:xfrm>
            <a:off x="473869" y="1371600"/>
            <a:ext cx="7951200" cy="32634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pic>
        <p:nvPicPr>
          <p:cNvPr descr="A red and black logo&#10;&#10;Description automatically generated" id="796" name="Google Shape;796;p122"/>
          <p:cNvPicPr preferRelativeResize="0"/>
          <p:nvPr/>
        </p:nvPicPr>
        <p:blipFill rotWithShape="1">
          <a:blip r:embed="rId1">
            <a:alphaModFix/>
          </a:blip>
          <a:srcRect b="0" l="0" r="0" t="0"/>
          <a:stretch/>
        </p:blipFill>
        <p:spPr>
          <a:xfrm>
            <a:off x="374904" y="4636008"/>
            <a:ext cx="850390" cy="34783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798" r:id="rId34"/>
    <p:sldLayoutId id="2147483799" r:id="rId35"/>
    <p:sldLayoutId id="2147483800" r:id="rId36"/>
    <p:sldLayoutId id="2147483801" r:id="rId37"/>
    <p:sldLayoutId id="2147483802" r:id="rId38"/>
    <p:sldLayoutId id="2147483803" r:id="rId39"/>
    <p:sldLayoutId id="2147483804" r:id="rId40"/>
    <p:sldLayoutId id="2147483805" r:id="rId41"/>
    <p:sldLayoutId id="2147483806" r:id="rId42"/>
    <p:sldLayoutId id="2147483807" r:id="rId43"/>
    <p:sldLayoutId id="2147483808" r:id="rId44"/>
    <p:sldLayoutId id="2147483809" r:id="rId45"/>
    <p:sldLayoutId id="2147483810"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 Id="rId3" Type="http://schemas.openxmlformats.org/officeDocument/2006/relationships/image" Target="../media/image34.jpg"/><Relationship Id="rId4" Type="http://schemas.openxmlformats.org/officeDocument/2006/relationships/image" Target="../media/image21.png"/><Relationship Id="rId5" Type="http://schemas.openxmlformats.org/officeDocument/2006/relationships/image" Target="../media/image32.png"/><Relationship Id="rId6" Type="http://schemas.openxmlformats.org/officeDocument/2006/relationships/image" Target="../media/image4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 Id="rId9" Type="http://schemas.openxmlformats.org/officeDocument/2006/relationships/image" Target="../media/image41.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image" Target="../media/image33.png"/><Relationship Id="rId8"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28.png"/><Relationship Id="rId9" Type="http://schemas.openxmlformats.org/officeDocument/2006/relationships/image" Target="../media/image41.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image" Target="../media/image33.png"/><Relationship Id="rId8"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a:t>
            </a:r>
            <a:br>
              <a:rPr lang="en"/>
            </a:br>
            <a:r>
              <a:rPr lang="en"/>
              <a:t>Retail Expansion</a:t>
            </a:r>
            <a:endParaRPr/>
          </a:p>
        </p:txBody>
      </p:sp>
      <p:sp>
        <p:nvSpPr>
          <p:cNvPr id="1088" name="Google Shape;1088;p168"/>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1089" name="Google Shape;1089;p168"/>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090" name="Google Shape;1090;p168"/>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091" name="Google Shape;1091;p168"/>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6" name="Shape 1096"/>
        <p:cNvGrpSpPr/>
        <p:nvPr/>
      </p:nvGrpSpPr>
      <p:grpSpPr>
        <a:xfrm>
          <a:off x="0" y="0"/>
          <a:ext cx="0" cy="0"/>
          <a:chOff x="0" y="0"/>
          <a:chExt cx="0" cy="0"/>
        </a:xfrm>
      </p:grpSpPr>
      <p:sp>
        <p:nvSpPr>
          <p:cNvPr id="1097" name="Google Shape;1097;p169"/>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098" name="Google Shape;1098;p169"/>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099" name="Google Shape;1099;p169"/>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1100" name="Google Shape;1100;p169"/>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chemeClr val="accent6"/>
                </a:solidFill>
                <a:latin typeface="Verizon NHG DS"/>
                <a:ea typeface="Verizon NHG DS"/>
                <a:cs typeface="Verizon NHG DS"/>
                <a:sym typeface="Verizon NHG DS"/>
              </a:rPr>
              <a:t>Retail Expansion</a:t>
            </a:r>
            <a:endParaRPr b="1" sz="2100">
              <a:solidFill>
                <a:srgbClr val="EE001E"/>
              </a:solidFill>
              <a:latin typeface="Verizon NHG DS"/>
              <a:ea typeface="Verizon NHG DS"/>
              <a:cs typeface="Verizon NHG DS"/>
              <a:sym typeface="Verizon NHG DS"/>
            </a:endParaRPr>
          </a:p>
        </p:txBody>
      </p:sp>
      <p:grpSp>
        <p:nvGrpSpPr>
          <p:cNvPr id="1101" name="Google Shape;1101;p169"/>
          <p:cNvGrpSpPr/>
          <p:nvPr/>
        </p:nvGrpSpPr>
        <p:grpSpPr>
          <a:xfrm>
            <a:off x="128569" y="1008713"/>
            <a:ext cx="3555300" cy="4001175"/>
            <a:chOff x="171425" y="1344950"/>
            <a:chExt cx="4740400" cy="5334900"/>
          </a:xfrm>
        </p:grpSpPr>
        <p:sp>
          <p:nvSpPr>
            <p:cNvPr id="1102" name="Google Shape;1102;p169"/>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03" name="Google Shape;1103;p169"/>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104" name="Google Shape;1104;p169"/>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1105" name="Google Shape;1105;p169"/>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Introducing "VDS for Retail": a purpose-built expansion of our core VDS, tailored for the unique demands of in-store digital interfaces. Retail designers will define the components, and the VDS team will initially develop them, ensuring quality and consistency. This provides a ready-made, expert toolkit to transform our retail digital presence.</a:t>
              </a:r>
              <a:endParaRPr sz="800">
                <a:solidFill>
                  <a:schemeClr val="dk1"/>
                </a:solidFill>
                <a:latin typeface="Verizon NHG TX"/>
                <a:ea typeface="Verizon NHG TX"/>
                <a:cs typeface="Verizon NHG TX"/>
                <a:sym typeface="Verizon NHG TX"/>
              </a:endParaRPr>
            </a:p>
          </p:txBody>
        </p:sp>
        <p:cxnSp>
          <p:nvCxnSpPr>
            <p:cNvPr id="1106" name="Google Shape;1106;p169"/>
            <p:cNvCxnSpPr/>
            <p:nvPr/>
          </p:nvCxnSpPr>
          <p:spPr>
            <a:xfrm>
              <a:off x="171425" y="32431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107" name="Google Shape;1107;p169"/>
            <p:cNvGrpSpPr/>
            <p:nvPr/>
          </p:nvGrpSpPr>
          <p:grpSpPr>
            <a:xfrm>
              <a:off x="978796" y="3512288"/>
              <a:ext cx="3919804" cy="537187"/>
              <a:chOff x="978796" y="3131288"/>
              <a:chExt cx="3919804" cy="537187"/>
            </a:xfrm>
          </p:grpSpPr>
          <p:sp>
            <p:nvSpPr>
              <p:cNvPr id="1108" name="Google Shape;1108;p169"/>
              <p:cNvSpPr txBox="1"/>
              <p:nvPr/>
            </p:nvSpPr>
            <p:spPr>
              <a:xfrm>
                <a:off x="978800" y="33606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Retail design and development teams will be empowered with VDS components crafted specifically for their unique environments. This means faster design cycles, streamlined development, and the ability to rapidly deploy consistent, high-quality, and accessible retail experiences. They can focus on retail innovation, backed by VDS precision.</a:t>
                </a:r>
                <a:endParaRPr sz="800">
                  <a:solidFill>
                    <a:schemeClr val="dk1"/>
                  </a:solidFill>
                  <a:latin typeface="Verizon NHG TX"/>
                  <a:ea typeface="Verizon NHG TX"/>
                  <a:cs typeface="Verizon NHG TX"/>
                  <a:sym typeface="Verizon NHG TX"/>
                </a:endParaRPr>
              </a:p>
            </p:txBody>
          </p:sp>
          <p:sp>
            <p:nvSpPr>
              <p:cNvPr id="1109" name="Google Shape;1109;p169"/>
              <p:cNvSpPr txBox="1"/>
              <p:nvPr/>
            </p:nvSpPr>
            <p:spPr>
              <a:xfrm>
                <a:off x="978796" y="31312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1110" name="Google Shape;1110;p169"/>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111" name="Google Shape;1111;p169"/>
            <p:cNvSpPr txBox="1"/>
            <p:nvPr/>
          </p:nvSpPr>
          <p:spPr>
            <a:xfrm>
              <a:off x="324350" y="3513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1112" name="Google Shape;1112;p169"/>
            <p:cNvGrpSpPr/>
            <p:nvPr/>
          </p:nvGrpSpPr>
          <p:grpSpPr>
            <a:xfrm>
              <a:off x="978796" y="5159003"/>
              <a:ext cx="3919804" cy="566572"/>
              <a:chOff x="978796" y="3863603"/>
              <a:chExt cx="3919804" cy="566572"/>
            </a:xfrm>
          </p:grpSpPr>
          <p:sp>
            <p:nvSpPr>
              <p:cNvPr id="1113" name="Google Shape;1113;p169"/>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This initiative will electrify our in-store brand presence and customer engagement on all retail digital touchpoints. Expect improved transaction speed, enhanced customer satisfaction in stores, and a stronger, unified brand story. Crucially, "VDS for Retail" validates a scalable model for future VDS specializations, boosting system ROI and adaptability.</a:t>
                </a:r>
                <a:endParaRPr sz="800">
                  <a:solidFill>
                    <a:schemeClr val="dk1"/>
                  </a:solidFill>
                  <a:latin typeface="Verizon NHG TX"/>
                  <a:ea typeface="Verizon NHG TX"/>
                  <a:cs typeface="Verizon NHG TX"/>
                  <a:sym typeface="Verizon NHG TX"/>
                </a:endParaRPr>
              </a:p>
            </p:txBody>
          </p:sp>
          <p:sp>
            <p:nvSpPr>
              <p:cNvPr id="1114" name="Google Shape;1114;p169"/>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1115" name="Google Shape;1115;p169"/>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1116" name="Google Shape;1116;p169"/>
            <p:cNvCxnSpPr/>
            <p:nvPr/>
          </p:nvCxnSpPr>
          <p:spPr>
            <a:xfrm>
              <a:off x="171425" y="50211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117" name="Google Shape;1117;p169"/>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18" name="Google Shape;1118;p169"/>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1119" name="Google Shape;1119;p169"/>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1120" name="Google Shape;1120;p169"/>
          <p:cNvGrpSpPr/>
          <p:nvPr/>
        </p:nvGrpSpPr>
        <p:grpSpPr>
          <a:xfrm>
            <a:off x="6411375" y="2847169"/>
            <a:ext cx="2601225" cy="2162700"/>
            <a:chOff x="8548500" y="3796225"/>
            <a:chExt cx="3468300" cy="2883600"/>
          </a:xfrm>
        </p:grpSpPr>
        <p:sp>
          <p:nvSpPr>
            <p:cNvPr id="1121" name="Google Shape;1121;p169"/>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22" name="Google Shape;1122;p169"/>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123" name="Google Shape;1123;p169"/>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1124" name="Google Shape;1124;p169"/>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125" name="Google Shape;1125;p169"/>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126" name="Google Shape;1126;p169"/>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127" name="Google Shape;1127;p169"/>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128" name="Google Shape;1128;p169"/>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129" name="Google Shape;1129;p169"/>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130" name="Google Shape;1130;p169"/>
          <p:cNvSpPr/>
          <p:nvPr/>
        </p:nvSpPr>
        <p:spPr>
          <a:xfrm>
            <a:off x="7185625" y="1008725"/>
            <a:ext cx="1821000" cy="12612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31" name="Google Shape;1131;p169"/>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1132" name="Google Shape;1132;p169"/>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grpSp>
        <p:nvGrpSpPr>
          <p:cNvPr id="1133" name="Google Shape;1133;p169"/>
          <p:cNvGrpSpPr/>
          <p:nvPr/>
        </p:nvGrpSpPr>
        <p:grpSpPr>
          <a:xfrm>
            <a:off x="3790275" y="2847169"/>
            <a:ext cx="2519006" cy="2162700"/>
            <a:chOff x="5053700" y="3796225"/>
            <a:chExt cx="3358675" cy="2883600"/>
          </a:xfrm>
        </p:grpSpPr>
        <p:sp>
          <p:nvSpPr>
            <p:cNvPr id="1134" name="Google Shape;1134;p169"/>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35" name="Google Shape;1135;p169"/>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cxnSp>
          <p:nvCxnSpPr>
            <p:cNvPr id="1136" name="Google Shape;1136;p169"/>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grpSp>
      <p:sp>
        <p:nvSpPr>
          <p:cNvPr id="1137" name="Google Shape;1137;p169"/>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This initiative will deliver a specialized VDS toolkit for our unique Retail experiences, kiosks, POS, passive displays, ensuring seamless, on-brand customer interactions. This is creating a new model for VDS: a core system that grows through expansion packs to better support every customer touchpoint.</a:t>
            </a:r>
            <a:endParaRPr sz="900">
              <a:solidFill>
                <a:schemeClr val="dk1"/>
              </a:solidFill>
              <a:latin typeface="Verizon NHG TX"/>
              <a:ea typeface="Verizon NHG TX"/>
              <a:cs typeface="Verizon NHG TX"/>
              <a:sym typeface="Verizon NHG TX"/>
            </a:endParaRPr>
          </a:p>
        </p:txBody>
      </p:sp>
      <p:sp>
        <p:nvSpPr>
          <p:cNvPr id="1138" name="Google Shape;1138;p169"/>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
        <p:nvSpPr>
          <p:cNvPr id="1139" name="Google Shape;1139;p169"/>
          <p:cNvSpPr/>
          <p:nvPr/>
        </p:nvSpPr>
        <p:spPr>
          <a:xfrm>
            <a:off x="5118037" y="3588749"/>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Digital Interaction Score</a:t>
            </a:r>
            <a:endParaRPr sz="1000">
              <a:solidFill>
                <a:srgbClr val="FFFFFF"/>
              </a:solidFill>
              <a:latin typeface="Verizon NHG TX"/>
              <a:ea typeface="Verizon NHG TX"/>
              <a:cs typeface="Verizon NHG TX"/>
              <a:sym typeface="Verizon NHG TX"/>
            </a:endParaRPr>
          </a:p>
        </p:txBody>
      </p:sp>
      <p:sp>
        <p:nvSpPr>
          <p:cNvPr id="1140" name="Google Shape;1140;p169"/>
          <p:cNvSpPr/>
          <p:nvPr/>
        </p:nvSpPr>
        <p:spPr>
          <a:xfrm>
            <a:off x="3931075" y="3588740"/>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Customer Satisfaction</a:t>
            </a:r>
            <a:endParaRPr sz="1000">
              <a:solidFill>
                <a:srgbClr val="FFFFFF"/>
              </a:solidFill>
              <a:latin typeface="Verizon NHG TX"/>
              <a:ea typeface="Verizon NHG TX"/>
              <a:cs typeface="Verizon NHG TX"/>
              <a:sym typeface="Verizon NHG TX"/>
            </a:endParaRPr>
          </a:p>
        </p:txBody>
      </p:sp>
      <p:sp>
        <p:nvSpPr>
          <p:cNvPr id="1141" name="Google Shape;1141;p169"/>
          <p:cNvSpPr/>
          <p:nvPr/>
        </p:nvSpPr>
        <p:spPr>
          <a:xfrm>
            <a:off x="3931050" y="4132315"/>
            <a:ext cx="22362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Other Cost Savings</a:t>
            </a:r>
            <a:endParaRPr sz="1000">
              <a:solidFill>
                <a:srgbClr val="FFFFFF"/>
              </a:solidFill>
              <a:latin typeface="Verizon NHG TX"/>
              <a:ea typeface="Verizon NHG TX"/>
              <a:cs typeface="Verizon NHG TX"/>
              <a:sym typeface="Verizon NHG TX"/>
            </a:endParaRPr>
          </a:p>
        </p:txBody>
      </p:sp>
      <p:sp>
        <p:nvSpPr>
          <p:cNvPr id="1142" name="Google Shape;1142;p169"/>
          <p:cNvSpPr/>
          <p:nvPr/>
        </p:nvSpPr>
        <p:spPr>
          <a:xfrm>
            <a:off x="7182350" y="2356362"/>
            <a:ext cx="1830000" cy="4044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Quattrocento Sans"/>
              <a:ea typeface="Quattrocento Sans"/>
              <a:cs typeface="Quattrocento Sans"/>
              <a:sym typeface="Quattrocento Sans"/>
            </a:endParaRPr>
          </a:p>
        </p:txBody>
      </p:sp>
      <p:sp>
        <p:nvSpPr>
          <p:cNvPr id="1143" name="Google Shape;1143;p169"/>
          <p:cNvSpPr txBox="1"/>
          <p:nvPr/>
        </p:nvSpPr>
        <p:spPr>
          <a:xfrm>
            <a:off x="7234950" y="2436497"/>
            <a:ext cx="16866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latin typeface="Verizon NHG DS"/>
                <a:ea typeface="Verizon NHG DS"/>
                <a:cs typeface="Verizon NHG DS"/>
                <a:sym typeface="Verizon NHG DS"/>
              </a:rPr>
              <a:t>Scale</a:t>
            </a:r>
            <a:endParaRPr sz="1200">
              <a:solidFill>
                <a:srgbClr val="000000"/>
              </a:solidFill>
              <a:latin typeface="Verizon NHG DS"/>
              <a:ea typeface="Verizon NHG DS"/>
              <a:cs typeface="Verizon NHG DS"/>
              <a:sym typeface="Verizon NHG DS"/>
            </a:endParaRPr>
          </a:p>
        </p:txBody>
      </p:sp>
      <p:sp>
        <p:nvSpPr>
          <p:cNvPr id="1144" name="Google Shape;1144;p169"/>
          <p:cNvSpPr txBox="1"/>
          <p:nvPr/>
        </p:nvSpPr>
        <p:spPr>
          <a:xfrm>
            <a:off x="7660025" y="2349075"/>
            <a:ext cx="5679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Mobile</a:t>
            </a:r>
            <a:endParaRPr sz="900">
              <a:latin typeface="Verizon NHG TX"/>
              <a:ea typeface="Verizon NHG TX"/>
              <a:cs typeface="Verizon NHG TX"/>
              <a:sym typeface="Verizon NHG TX"/>
            </a:endParaRPr>
          </a:p>
        </p:txBody>
      </p:sp>
      <p:sp>
        <p:nvSpPr>
          <p:cNvPr id="1145" name="Google Shape;1145;p169"/>
          <p:cNvSpPr txBox="1"/>
          <p:nvPr/>
        </p:nvSpPr>
        <p:spPr>
          <a:xfrm>
            <a:off x="8156532" y="2379226"/>
            <a:ext cx="444300" cy="2769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Fios</a:t>
            </a:r>
            <a:endParaRPr sz="900">
              <a:latin typeface="Verizon NHG TX"/>
              <a:ea typeface="Verizon NHG TX"/>
              <a:cs typeface="Verizon NHG TX"/>
              <a:sym typeface="Verizon NHG TX"/>
            </a:endParaRPr>
          </a:p>
        </p:txBody>
      </p:sp>
      <p:sp>
        <p:nvSpPr>
          <p:cNvPr id="1146" name="Google Shape;1146;p169"/>
          <p:cNvSpPr txBox="1"/>
          <p:nvPr/>
        </p:nvSpPr>
        <p:spPr>
          <a:xfrm>
            <a:off x="8567976" y="2349075"/>
            <a:ext cx="4443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FWA</a:t>
            </a:r>
            <a:endParaRPr sz="900">
              <a:latin typeface="Verizon NHG TX"/>
              <a:ea typeface="Verizon NHG TX"/>
              <a:cs typeface="Verizon NHG TX"/>
              <a:sym typeface="Verizon NHG TX"/>
            </a:endParaRPr>
          </a:p>
        </p:txBody>
      </p:sp>
      <p:sp>
        <p:nvSpPr>
          <p:cNvPr id="1147" name="Google Shape;1147;p169"/>
          <p:cNvSpPr/>
          <p:nvPr/>
        </p:nvSpPr>
        <p:spPr>
          <a:xfrm>
            <a:off x="7760475" y="2591477"/>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8" name="Google Shape;1148;p169"/>
          <p:cNvSpPr/>
          <p:nvPr/>
        </p:nvSpPr>
        <p:spPr>
          <a:xfrm>
            <a:off x="8193834" y="2593228"/>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9" name="Google Shape;1149;p169"/>
          <p:cNvSpPr/>
          <p:nvPr/>
        </p:nvSpPr>
        <p:spPr>
          <a:xfrm>
            <a:off x="8605276" y="2593219"/>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0" name="Google Shape;1150;p169"/>
          <p:cNvSpPr/>
          <p:nvPr/>
        </p:nvSpPr>
        <p:spPr>
          <a:xfrm>
            <a:off x="7760475" y="2591477"/>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1" name="Google Shape;1151;p169"/>
          <p:cNvSpPr/>
          <p:nvPr/>
        </p:nvSpPr>
        <p:spPr>
          <a:xfrm>
            <a:off x="8193834" y="2593228"/>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2" name="Google Shape;1152;p169"/>
          <p:cNvSpPr/>
          <p:nvPr/>
        </p:nvSpPr>
        <p:spPr>
          <a:xfrm>
            <a:off x="8605276" y="2593219"/>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70"/>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 </a:t>
            </a:r>
            <a:r>
              <a:rPr b="1" lang="en" sz="2100">
                <a:solidFill>
                  <a:srgbClr val="EE001E"/>
                </a:solidFill>
                <a:latin typeface="Verizon NHG DS"/>
                <a:ea typeface="Verizon NHG DS"/>
                <a:cs typeface="Verizon NHG DS"/>
                <a:sym typeface="Verizon NHG DS"/>
              </a:rPr>
              <a:t>Retail Expansion</a:t>
            </a:r>
            <a:endParaRPr b="1" sz="2100">
              <a:solidFill>
                <a:srgbClr val="EE001E"/>
              </a:solidFill>
              <a:latin typeface="Verizon NHG DS"/>
              <a:ea typeface="Verizon NHG DS"/>
              <a:cs typeface="Verizon NHG DS"/>
              <a:sym typeface="Verizon NHG DS"/>
            </a:endParaRPr>
          </a:p>
        </p:txBody>
      </p:sp>
      <p:sp>
        <p:nvSpPr>
          <p:cNvPr id="1158" name="Google Shape;1158;p170"/>
          <p:cNvSpPr txBox="1"/>
          <p:nvPr/>
        </p:nvSpPr>
        <p:spPr>
          <a:xfrm>
            <a:off x="455851" y="40085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a:t>
            </a:r>
            <a:endParaRPr sz="900">
              <a:latin typeface="Verizon NHG TX"/>
              <a:ea typeface="Verizon NHG TX"/>
              <a:cs typeface="Verizon NHG TX"/>
              <a:sym typeface="Verizon NHG TX"/>
            </a:endParaRPr>
          </a:p>
        </p:txBody>
      </p:sp>
      <p:sp>
        <p:nvSpPr>
          <p:cNvPr id="1159" name="Google Shape;1159;p170"/>
          <p:cNvSpPr txBox="1"/>
          <p:nvPr/>
        </p:nvSpPr>
        <p:spPr>
          <a:xfrm>
            <a:off x="3327478"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React Coded Components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Developers will primarily utilize our production-ready VDS Coded Components for React development.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The impact is a dramatic reduction in retail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1160" name="Google Shape;1160;p170"/>
          <p:cNvSpPr txBox="1"/>
          <p:nvPr/>
        </p:nvSpPr>
        <p:spPr>
          <a:xfrm>
            <a:off x="6167157" y="2552695"/>
            <a:ext cx="26025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Support &amp; Feedback</a:t>
            </a:r>
            <a:br>
              <a:rPr b="1" i="1"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Developers will benefit from our VDS Retail  support channels, including a responsive Slack community and VDS team office hours.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1161" name="Google Shape;1161;p170"/>
          <p:cNvSpPr txBox="1"/>
          <p:nvPr/>
        </p:nvSpPr>
        <p:spPr>
          <a:xfrm>
            <a:off x="456075"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The VDS Retail expansion  will feature comprehensive documentation and clear guidelines, serving as the single source of truth for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resources will detail retail specific principles, component APIs, platform-specific usage,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retail experiences.</a:t>
            </a:r>
            <a:endParaRPr b="0" i="0" sz="800" u="none" cap="none" strike="noStrike">
              <a:solidFill>
                <a:srgbClr val="000000"/>
              </a:solidFill>
              <a:latin typeface="Verizon NHG DS"/>
              <a:ea typeface="Verizon NHG DS"/>
              <a:cs typeface="Verizon NHG DS"/>
              <a:sym typeface="Verizon NHG DS"/>
            </a:endParaRPr>
          </a:p>
        </p:txBody>
      </p:sp>
      <p:pic>
        <p:nvPicPr>
          <p:cNvPr descr="placeholder image that uses icon representative of a design system" id="1162" name="Google Shape;1162;p170"/>
          <p:cNvPicPr preferRelativeResize="0"/>
          <p:nvPr/>
        </p:nvPicPr>
        <p:blipFill rotWithShape="1">
          <a:blip r:embed="rId3">
            <a:alphaModFix/>
          </a:blip>
          <a:srcRect b="22094" l="-15308" r="-15308" t="14418"/>
          <a:stretch/>
        </p:blipFill>
        <p:spPr>
          <a:xfrm>
            <a:off x="617359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163" name="Google Shape;1163;p170"/>
          <p:cNvPicPr preferRelativeResize="0"/>
          <p:nvPr/>
        </p:nvPicPr>
        <p:blipFill rotWithShape="1">
          <a:blip r:embed="rId3">
            <a:alphaModFix/>
          </a:blip>
          <a:srcRect b="22094" l="-15308" r="-15308" t="14418"/>
          <a:stretch/>
        </p:blipFill>
        <p:spPr>
          <a:xfrm>
            <a:off x="332724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164" name="Google Shape;1164;p170"/>
          <p:cNvPicPr preferRelativeResize="0"/>
          <p:nvPr/>
        </p:nvPicPr>
        <p:blipFill rotWithShape="1">
          <a:blip r:embed="rId3">
            <a:alphaModFix/>
          </a:blip>
          <a:srcRect b="22094" l="-15308" r="-15308" t="14418"/>
          <a:stretch/>
        </p:blipFill>
        <p:spPr>
          <a:xfrm>
            <a:off x="455845" y="1149150"/>
            <a:ext cx="2535451" cy="1232403"/>
          </a:xfrm>
          <a:prstGeom prst="rect">
            <a:avLst/>
          </a:prstGeom>
          <a:noFill/>
          <a:ln cap="flat" cmpd="sng" w="9525">
            <a:solidFill>
              <a:schemeClr val="dk1"/>
            </a:solidFill>
            <a:prstDash val="solid"/>
            <a:round/>
            <a:headEnd len="sm" w="sm" type="none"/>
            <a:tailEnd len="sm" w="sm" type="none"/>
          </a:ln>
        </p:spPr>
      </p:pic>
      <p:pic>
        <p:nvPicPr>
          <p:cNvPr id="1165" name="Google Shape;1165;p170"/>
          <p:cNvPicPr preferRelativeResize="0"/>
          <p:nvPr/>
        </p:nvPicPr>
        <p:blipFill rotWithShape="1">
          <a:blip r:embed="rId4">
            <a:alphaModFix/>
          </a:blip>
          <a:srcRect b="32098" l="0" r="0" t="0"/>
          <a:stretch/>
        </p:blipFill>
        <p:spPr>
          <a:xfrm>
            <a:off x="476250" y="1149150"/>
            <a:ext cx="2514826" cy="1232401"/>
          </a:xfrm>
          <a:prstGeom prst="rect">
            <a:avLst/>
          </a:prstGeom>
          <a:noFill/>
          <a:ln>
            <a:noFill/>
          </a:ln>
        </p:spPr>
      </p:pic>
      <p:pic>
        <p:nvPicPr>
          <p:cNvPr id="1166" name="Google Shape;1166;p170"/>
          <p:cNvPicPr preferRelativeResize="0"/>
          <p:nvPr/>
        </p:nvPicPr>
        <p:blipFill rotWithShape="1">
          <a:blip r:embed="rId5">
            <a:alphaModFix/>
          </a:blip>
          <a:srcRect b="25395" l="0" r="3744" t="0"/>
          <a:stretch/>
        </p:blipFill>
        <p:spPr>
          <a:xfrm>
            <a:off x="3327475" y="1149150"/>
            <a:ext cx="2534999" cy="1232400"/>
          </a:xfrm>
          <a:prstGeom prst="rect">
            <a:avLst/>
          </a:prstGeom>
          <a:noFill/>
          <a:ln>
            <a:noFill/>
          </a:ln>
        </p:spPr>
      </p:pic>
      <p:pic>
        <p:nvPicPr>
          <p:cNvPr id="1167" name="Google Shape;1167;p170"/>
          <p:cNvPicPr preferRelativeResize="0"/>
          <p:nvPr/>
        </p:nvPicPr>
        <p:blipFill rotWithShape="1">
          <a:blip r:embed="rId6">
            <a:alphaModFix/>
          </a:blip>
          <a:srcRect b="22505" l="-220" r="240" t="0"/>
          <a:stretch/>
        </p:blipFill>
        <p:spPr>
          <a:xfrm>
            <a:off x="6167150" y="1150050"/>
            <a:ext cx="2535000" cy="1232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17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174" name="Google Shape;1174;p171"/>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Retail Expansion</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Expansion Strategy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175" name="Google Shape;1175;p171"/>
          <p:cNvSpPr txBox="1"/>
          <p:nvPr/>
        </p:nvSpPr>
        <p:spPr>
          <a:xfrm>
            <a:off x="508700" y="3410215"/>
            <a:ext cx="3606900" cy="118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This initiative will deliver a specialized VDS toolkit for our unique Retail experiences, kiosks, POS, passive displays, ensuring seamless, on-brand customer interactions. This is creating a new model for VDS: a core system that grows through expansion packs to better support every customer touchpoint.</a:t>
            </a:r>
            <a:endParaRPr b="0" i="0" sz="1100" u="none" cap="none" strike="noStrike">
              <a:solidFill>
                <a:srgbClr val="1F1F1F"/>
              </a:solidFill>
              <a:latin typeface="Verizon NHG DS"/>
              <a:ea typeface="Verizon NHG DS"/>
              <a:cs typeface="Verizon NHG DS"/>
              <a:sym typeface="Verizon NHG DS"/>
            </a:endParaRPr>
          </a:p>
        </p:txBody>
      </p:sp>
      <p:sp>
        <p:nvSpPr>
          <p:cNvPr id="1176" name="Google Shape;1176;p171"/>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Our vital in-store digital experiences (kiosks, POS, displays) currently operate without dedicated VDS components. The teams are able to utilize our core VDS component set but these do not fully meet the specific challenges faced within the Retail channel. The lack of Retail specific components creates a critical gap, risking inconsistent branding, slower rollouts, and subpar user engagement where customers make key decisions. We don’t want to  miss the opportunity to deliver truly unified, high-quality experiences in our retail footprint.</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Introducing "VDS for Retail": a purpose-built expansion of our core VDS, tailored for the unique demands of in-store digital interfaces. Retail designers will define the components, and the VDS team will initially develop them, ensuring quality and consistency. This provides a ready-made, expert toolkit to transform our retail digital presence.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Retail design and development teams will be empowered with VDS components crafted specifically for their unique environments. This means faster design cycles, streamlined development, and the ability to rapidly deploy consistent, high-quality, and accessible retail experiences. They can focus on retail innovation, backed by VDS precision.</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800"/>
              </a:spcAft>
              <a:buClr>
                <a:schemeClr val="dk1"/>
              </a:buClr>
              <a:buSzPts val="1100"/>
              <a:buFont typeface="Arial"/>
              <a:buNone/>
            </a:pPr>
            <a:r>
              <a:rPr lang="en" sz="800">
                <a:solidFill>
                  <a:schemeClr val="dk1"/>
                </a:solidFill>
                <a:latin typeface="Verizon NHG DS"/>
                <a:ea typeface="Verizon NHG DS"/>
                <a:cs typeface="Verizon NHG DS"/>
                <a:sym typeface="Verizon NHG DS"/>
              </a:rPr>
              <a:t>This initiative will electrify our in-store brand presence and customer engagement on all retail digital touchpoints. Expect improved transaction speed, enhanced customer satisfaction in stores, and a stronger, unified brand story. Crucially, "VDS for Retail" validates a scalable model for future VDS specializations, boosting system ROI and adaptability.</a:t>
            </a:r>
            <a:endParaRPr b="1" sz="1500">
              <a:solidFill>
                <a:schemeClr val="dk1"/>
              </a:solidFill>
              <a:latin typeface="Verizon NHG DS"/>
              <a:ea typeface="Verizon NHG DS"/>
              <a:cs typeface="Verizon NHG DS"/>
              <a:sym typeface="Verizon NHG DS"/>
            </a:endParaRPr>
          </a:p>
        </p:txBody>
      </p:sp>
      <p:grpSp>
        <p:nvGrpSpPr>
          <p:cNvPr id="1177" name="Google Shape;1177;p171"/>
          <p:cNvGrpSpPr/>
          <p:nvPr/>
        </p:nvGrpSpPr>
        <p:grpSpPr>
          <a:xfrm>
            <a:off x="1601419" y="377006"/>
            <a:ext cx="1421550" cy="1393875"/>
            <a:chOff x="2135225" y="502675"/>
            <a:chExt cx="1895400" cy="1858500"/>
          </a:xfrm>
        </p:grpSpPr>
        <p:sp>
          <p:nvSpPr>
            <p:cNvPr id="1178" name="Google Shape;1178;p171"/>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179" name="Google Shape;1179;p171"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180" name="Google Shape;1180;p171"/>
          <p:cNvGrpSpPr/>
          <p:nvPr/>
        </p:nvGrpSpPr>
        <p:grpSpPr>
          <a:xfrm>
            <a:off x="6893719" y="154838"/>
            <a:ext cx="2104650" cy="212400"/>
            <a:chOff x="9242425" y="104850"/>
            <a:chExt cx="2806200" cy="283200"/>
          </a:xfrm>
        </p:grpSpPr>
        <p:sp>
          <p:nvSpPr>
            <p:cNvPr id="1181" name="Google Shape;1181;p171"/>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182" name="Google Shape;1182;p171"/>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183" name="Google Shape;1183;p171"/>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7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190" name="Google Shape;1190;p172"/>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1191" name="Google Shape;1191;p172"/>
          <p:cNvGraphicFramePr/>
          <p:nvPr/>
        </p:nvGraphicFramePr>
        <p:xfrm>
          <a:off x="429394" y="1230450"/>
          <a:ext cx="3000000" cy="3000000"/>
        </p:xfrm>
        <a:graphic>
          <a:graphicData uri="http://schemas.openxmlformats.org/drawingml/2006/table">
            <a:tbl>
              <a:tblPr>
                <a:noFill/>
                <a:tableStyleId>{D6E80AE2-DA8D-42BC-9A3C-23BA48C738BF}</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192" name="Google Shape;1192;p172"/>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193" name="Google Shape;1193;p172"/>
          <p:cNvGraphicFramePr/>
          <p:nvPr/>
        </p:nvGraphicFramePr>
        <p:xfrm>
          <a:off x="4665081" y="1230450"/>
          <a:ext cx="3000000" cy="3000000"/>
        </p:xfrm>
        <a:graphic>
          <a:graphicData uri="http://schemas.openxmlformats.org/drawingml/2006/table">
            <a:tbl>
              <a:tblPr>
                <a:noFill/>
                <a:tableStyleId>{D6E80AE2-DA8D-42BC-9A3C-23BA48C738BF}</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194" name="Google Shape;1194;p172"/>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195" name="Google Shape;1195;p172"/>
          <p:cNvGrpSpPr/>
          <p:nvPr/>
        </p:nvGrpSpPr>
        <p:grpSpPr>
          <a:xfrm>
            <a:off x="6665119" y="154838"/>
            <a:ext cx="2104650" cy="212400"/>
            <a:chOff x="9242425" y="104850"/>
            <a:chExt cx="2806200" cy="283200"/>
          </a:xfrm>
        </p:grpSpPr>
        <p:sp>
          <p:nvSpPr>
            <p:cNvPr id="1196" name="Google Shape;1196;p17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197" name="Google Shape;1197;p172"/>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198" name="Google Shape;1198;p172"/>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3" name="Shape 1203"/>
        <p:cNvGrpSpPr/>
        <p:nvPr/>
      </p:nvGrpSpPr>
      <p:grpSpPr>
        <a:xfrm>
          <a:off x="0" y="0"/>
          <a:ext cx="0" cy="0"/>
          <a:chOff x="0" y="0"/>
          <a:chExt cx="0" cy="0"/>
        </a:xfrm>
      </p:grpSpPr>
      <p:sp>
        <p:nvSpPr>
          <p:cNvPr id="1204" name="Google Shape;1204;p173"/>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205" name="Google Shape;1205;p173"/>
          <p:cNvGraphicFramePr/>
          <p:nvPr/>
        </p:nvGraphicFramePr>
        <p:xfrm>
          <a:off x="139200" y="1108475"/>
          <a:ext cx="3000000" cy="3000000"/>
        </p:xfrm>
        <a:graphic>
          <a:graphicData uri="http://schemas.openxmlformats.org/drawingml/2006/table">
            <a:tbl>
              <a:tblPr>
                <a:noFill/>
                <a:tableStyleId>{7CCFDC1F-96CB-4417-B871-A1C218C71CC9}</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206" name="Google Shape;1206;p173"/>
          <p:cNvGraphicFramePr/>
          <p:nvPr/>
        </p:nvGraphicFramePr>
        <p:xfrm>
          <a:off x="7669163" y="4452650"/>
          <a:ext cx="3000000" cy="3000000"/>
        </p:xfrm>
        <a:graphic>
          <a:graphicData uri="http://schemas.openxmlformats.org/drawingml/2006/table">
            <a:tbl>
              <a:tblPr>
                <a:noFill/>
                <a:tableStyleId>{7CCFDC1F-96CB-4417-B871-A1C218C71CC9}</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207" name="Google Shape;1207;p173"/>
          <p:cNvGrpSpPr/>
          <p:nvPr/>
        </p:nvGrpSpPr>
        <p:grpSpPr>
          <a:xfrm>
            <a:off x="6665119" y="154838"/>
            <a:ext cx="2104650" cy="212400"/>
            <a:chOff x="9242425" y="104850"/>
            <a:chExt cx="2806200" cy="283200"/>
          </a:xfrm>
        </p:grpSpPr>
        <p:sp>
          <p:nvSpPr>
            <p:cNvPr id="1208" name="Google Shape;1208;p173"/>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209" name="Google Shape;1209;p173"/>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210" name="Google Shape;1210;p173"/>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5" name="Shape 1215"/>
        <p:cNvGrpSpPr/>
        <p:nvPr/>
      </p:nvGrpSpPr>
      <p:grpSpPr>
        <a:xfrm>
          <a:off x="0" y="0"/>
          <a:ext cx="0" cy="0"/>
          <a:chOff x="0" y="0"/>
          <a:chExt cx="0" cy="0"/>
        </a:xfrm>
      </p:grpSpPr>
      <p:sp>
        <p:nvSpPr>
          <p:cNvPr id="1216" name="Google Shape;1216;p174"/>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217" name="Google Shape;1217;p174"/>
          <p:cNvGraphicFramePr/>
          <p:nvPr/>
        </p:nvGraphicFramePr>
        <p:xfrm>
          <a:off x="139200" y="1108475"/>
          <a:ext cx="3000000" cy="3000000"/>
        </p:xfrm>
        <a:graphic>
          <a:graphicData uri="http://schemas.openxmlformats.org/drawingml/2006/table">
            <a:tbl>
              <a:tblPr>
                <a:noFill/>
                <a:tableStyleId>{7CCFDC1F-96CB-4417-B871-A1C218C71CC9}</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latin typeface="Verizon NHG TX"/>
                          <a:ea typeface="Verizon NHG TX"/>
                          <a:cs typeface="Verizon NHG TX"/>
                          <a:sym typeface="Verizon NHG TX"/>
                        </a:rPr>
                        <a:t>(see notes)</a:t>
                      </a:r>
                      <a:endParaRPr sz="7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218" name="Google Shape;1218;p174"/>
          <p:cNvGraphicFramePr/>
          <p:nvPr/>
        </p:nvGraphicFramePr>
        <p:xfrm>
          <a:off x="7669163" y="4452650"/>
          <a:ext cx="3000000" cy="3000000"/>
        </p:xfrm>
        <a:graphic>
          <a:graphicData uri="http://schemas.openxmlformats.org/drawingml/2006/table">
            <a:tbl>
              <a:tblPr>
                <a:noFill/>
                <a:tableStyleId>{7CCFDC1F-96CB-4417-B871-A1C218C71CC9}</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219" name="Google Shape;1219;p174"/>
          <p:cNvGrpSpPr/>
          <p:nvPr/>
        </p:nvGrpSpPr>
        <p:grpSpPr>
          <a:xfrm>
            <a:off x="6665119" y="154838"/>
            <a:ext cx="2104650" cy="212400"/>
            <a:chOff x="9242425" y="104850"/>
            <a:chExt cx="2806200" cy="283200"/>
          </a:xfrm>
        </p:grpSpPr>
        <p:sp>
          <p:nvSpPr>
            <p:cNvPr id="1220" name="Google Shape;1220;p174"/>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221" name="Google Shape;1221;p174"/>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222" name="Google Shape;1222;p174"/>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2" name="Shape 1232"/>
        <p:cNvGrpSpPr/>
        <p:nvPr/>
      </p:nvGrpSpPr>
      <p:grpSpPr>
        <a:xfrm>
          <a:off x="0" y="0"/>
          <a:ext cx="0" cy="0"/>
          <a:chOff x="0" y="0"/>
          <a:chExt cx="0" cy="0"/>
        </a:xfrm>
      </p:grpSpPr>
      <p:sp>
        <p:nvSpPr>
          <p:cNvPr id="1233" name="Google Shape;1233;p176"/>
          <p:cNvSpPr txBox="1"/>
          <p:nvPr>
            <p:ph type="title"/>
          </p:nvPr>
        </p:nvSpPr>
        <p:spPr>
          <a:xfrm>
            <a:off x="457200" y="3349229"/>
            <a:ext cx="5424600" cy="131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Initiative Name</a:t>
            </a:r>
            <a:endParaRPr/>
          </a:p>
        </p:txBody>
      </p:sp>
      <p:sp>
        <p:nvSpPr>
          <p:cNvPr id="1234" name="Google Shape;1234;p176"/>
          <p:cNvSpPr txBox="1"/>
          <p:nvPr>
            <p:ph idx="1" type="body"/>
          </p:nvPr>
        </p:nvSpPr>
        <p:spPr>
          <a:xfrm>
            <a:off x="6417581" y="3406500"/>
            <a:ext cx="2253000" cy="58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Submitter Name</a:t>
            </a:r>
            <a:endParaRPr/>
          </a:p>
          <a:p>
            <a:pPr indent="0" lvl="0" marL="0" rtl="0" algn="l">
              <a:spcBef>
                <a:spcPts val="0"/>
              </a:spcBef>
              <a:spcAft>
                <a:spcPts val="0"/>
              </a:spcAft>
              <a:buNone/>
            </a:pPr>
            <a:r>
              <a:rPr lang="en"/>
              <a:t>Band 5 Team Name</a:t>
            </a:r>
            <a:endParaRPr/>
          </a:p>
          <a:p>
            <a:pPr indent="0" lvl="0" marL="0" rtl="0" algn="l">
              <a:spcBef>
                <a:spcPts val="0"/>
              </a:spcBef>
              <a:spcAft>
                <a:spcPts val="0"/>
              </a:spcAft>
              <a:buNone/>
            </a:pPr>
            <a:r>
              <a:t/>
            </a:r>
            <a:endParaRPr/>
          </a:p>
        </p:txBody>
      </p:sp>
      <p:sp>
        <p:nvSpPr>
          <p:cNvPr id="1235" name="Google Shape;1235;p176"/>
          <p:cNvSpPr txBox="1"/>
          <p:nvPr>
            <p:ph type="title"/>
          </p:nvPr>
        </p:nvSpPr>
        <p:spPr>
          <a:xfrm>
            <a:off x="3257550" y="491733"/>
            <a:ext cx="5424600" cy="697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rgbClr val="F8FF3C"/>
                </a:solidFill>
              </a:rPr>
              <a:t>Master Artifact</a:t>
            </a:r>
            <a:endParaRPr>
              <a:solidFill>
                <a:srgbClr val="F8FF3C"/>
              </a:solidFill>
            </a:endParaRPr>
          </a:p>
        </p:txBody>
      </p:sp>
      <p:sp>
        <p:nvSpPr>
          <p:cNvPr id="1236" name="Google Shape;1236;p176"/>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dk1"/>
                </a:solidFill>
                <a:latin typeface="Verizon NHG TX"/>
                <a:ea typeface="Verizon NHG TX"/>
                <a:cs typeface="Verizon NHG TX"/>
                <a:sym typeface="Verizon NHG TX"/>
              </a:rPr>
              <a:t>Core Product</a:t>
            </a:r>
            <a:endParaRPr sz="900">
              <a:solidFill>
                <a:schemeClr val="dk1"/>
              </a:solidFill>
              <a:latin typeface="Verizon NHG TX"/>
              <a:ea typeface="Verizon NHG TX"/>
              <a:cs typeface="Verizon NHG TX"/>
              <a:sym typeface="Verizon NHG TX"/>
            </a:endParaRPr>
          </a:p>
        </p:txBody>
      </p:sp>
      <p:sp>
        <p:nvSpPr>
          <p:cNvPr id="1237" name="Google Shape;1237;p176"/>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lt2"/>
                </a:solidFill>
                <a:latin typeface="Verizon NHG TX"/>
                <a:ea typeface="Verizon NHG TX"/>
                <a:cs typeface="Verizon NHG TX"/>
                <a:sym typeface="Verizon NHG TX"/>
              </a:rPr>
              <a:t>Project</a:t>
            </a:r>
            <a:endParaRPr sz="900">
              <a:solidFill>
                <a:schemeClr val="lt2"/>
              </a:solidFill>
              <a:latin typeface="Verizon NHG TX"/>
              <a:ea typeface="Verizon NHG TX"/>
              <a:cs typeface="Verizon NHG TX"/>
              <a:sym typeface="Verizon NHG T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242" name="Shape 1242"/>
        <p:cNvGrpSpPr/>
        <p:nvPr/>
      </p:nvGrpSpPr>
      <p:grpSpPr>
        <a:xfrm>
          <a:off x="0" y="0"/>
          <a:ext cx="0" cy="0"/>
          <a:chOff x="0" y="0"/>
          <a:chExt cx="0" cy="0"/>
        </a:xfrm>
      </p:grpSpPr>
      <p:sp>
        <p:nvSpPr>
          <p:cNvPr id="1243" name="Google Shape;1243;p177"/>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244" name="Google Shape;1244;p177"/>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245" name="Google Shape;1245;p177"/>
          <p:cNvSpPr txBox="1"/>
          <p:nvPr/>
        </p:nvSpPr>
        <p:spPr>
          <a:xfrm>
            <a:off x="228600" y="554419"/>
            <a:ext cx="6182700" cy="2385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i="1" lang="en" sz="1100">
                <a:solidFill>
                  <a:schemeClr val="dk1"/>
                </a:solidFill>
                <a:latin typeface="Verizon NHG TX"/>
                <a:ea typeface="Verizon NHG TX"/>
                <a:cs typeface="Verizon NHG TX"/>
                <a:sym typeface="Verizon NHG TX"/>
              </a:rPr>
              <a:t>Northstar:</a:t>
            </a:r>
            <a:endParaRPr i="1" sz="1100">
              <a:solidFill>
                <a:schemeClr val="dk1"/>
              </a:solidFill>
              <a:latin typeface="Verizon NHG TX"/>
              <a:ea typeface="Verizon NHG TX"/>
              <a:cs typeface="Verizon NHG TX"/>
              <a:sym typeface="Verizon NHG TX"/>
            </a:endParaRPr>
          </a:p>
        </p:txBody>
      </p:sp>
      <p:sp>
        <p:nvSpPr>
          <p:cNvPr id="1246" name="Google Shape;1246;p177"/>
          <p:cNvSpPr txBox="1"/>
          <p:nvPr>
            <p:ph idx="4294967295" type="body"/>
          </p:nvPr>
        </p:nvSpPr>
        <p:spPr>
          <a:xfrm>
            <a:off x="228601" y="1143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2026 CXO Planning</a:t>
            </a:r>
            <a:endParaRPr b="0"/>
          </a:p>
        </p:txBody>
      </p:sp>
      <p:sp>
        <p:nvSpPr>
          <p:cNvPr id="1247" name="Google Shape;1247;p177"/>
          <p:cNvSpPr txBox="1"/>
          <p:nvPr/>
        </p:nvSpPr>
        <p:spPr>
          <a:xfrm>
            <a:off x="228600" y="2449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Workstream Name | </a:t>
            </a:r>
            <a:r>
              <a:rPr b="1" lang="en" sz="2100">
                <a:latin typeface="Verizon NHG DS"/>
                <a:ea typeface="Verizon NHG DS"/>
                <a:cs typeface="Verizon NHG DS"/>
                <a:sym typeface="Verizon NHG DS"/>
              </a:rPr>
              <a:t>Initiative Name </a:t>
            </a:r>
            <a:r>
              <a:rPr b="1" lang="en" sz="2100">
                <a:solidFill>
                  <a:schemeClr val="accent1"/>
                </a:solidFill>
                <a:latin typeface="Verizon NHG DS"/>
                <a:ea typeface="Verizon NHG DS"/>
                <a:cs typeface="Verizon NHG DS"/>
                <a:sym typeface="Verizon NHG DS"/>
              </a:rPr>
              <a:t>TEMPLATE</a:t>
            </a:r>
            <a:endParaRPr b="1" sz="2100">
              <a:solidFill>
                <a:schemeClr val="accent1"/>
              </a:solidFill>
              <a:latin typeface="Verizon NHG DS"/>
              <a:ea typeface="Verizon NHG DS"/>
              <a:cs typeface="Verizon NHG DS"/>
              <a:sym typeface="Verizon NHG DS"/>
            </a:endParaRPr>
          </a:p>
        </p:txBody>
      </p:sp>
      <p:grpSp>
        <p:nvGrpSpPr>
          <p:cNvPr id="1248" name="Google Shape;1248;p177"/>
          <p:cNvGrpSpPr/>
          <p:nvPr/>
        </p:nvGrpSpPr>
        <p:grpSpPr>
          <a:xfrm>
            <a:off x="128569" y="1008713"/>
            <a:ext cx="3555300" cy="4001175"/>
            <a:chOff x="171425" y="1344950"/>
            <a:chExt cx="4740400" cy="5334900"/>
          </a:xfrm>
        </p:grpSpPr>
        <p:sp>
          <p:nvSpPr>
            <p:cNvPr id="1249" name="Google Shape;1249;p177"/>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50" name="Google Shape;1250;p177"/>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251" name="Google Shape;1251;p177"/>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grpSp>
          <p:nvGrpSpPr>
            <p:cNvPr id="1252" name="Google Shape;1252;p177"/>
            <p:cNvGrpSpPr/>
            <p:nvPr/>
          </p:nvGrpSpPr>
          <p:grpSpPr>
            <a:xfrm>
              <a:off x="978796" y="1949725"/>
              <a:ext cx="3919804" cy="488725"/>
              <a:chOff x="978796" y="1797325"/>
              <a:chExt cx="3919804" cy="488725"/>
            </a:xfrm>
          </p:grpSpPr>
          <p:sp>
            <p:nvSpPr>
              <p:cNvPr id="1253" name="Google Shape;1253;p177"/>
              <p:cNvSpPr txBox="1"/>
              <p:nvPr/>
            </p:nvSpPr>
            <p:spPr>
              <a:xfrm>
                <a:off x="978800" y="2009150"/>
                <a:ext cx="3919800" cy="2769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1100">
                  <a:solidFill>
                    <a:schemeClr val="dk1"/>
                  </a:solidFill>
                  <a:latin typeface="Verizon NHG TX"/>
                  <a:ea typeface="Verizon NHG TX"/>
                  <a:cs typeface="Verizon NHG TX"/>
                  <a:sym typeface="Verizon NHG TX"/>
                </a:endParaRPr>
              </a:p>
            </p:txBody>
          </p:sp>
          <p:sp>
            <p:nvSpPr>
              <p:cNvPr id="1254" name="Google Shape;1254;p177"/>
              <p:cNvSpPr txBox="1"/>
              <p:nvPr/>
            </p:nvSpPr>
            <p:spPr>
              <a:xfrm>
                <a:off x="978796" y="1797325"/>
                <a:ext cx="3919800" cy="3180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 </a:t>
                </a:r>
                <a:endParaRPr sz="1100">
                  <a:solidFill>
                    <a:schemeClr val="dk1"/>
                  </a:solidFill>
                  <a:latin typeface="Verizon NHG TX"/>
                  <a:ea typeface="Verizon NHG TX"/>
                  <a:cs typeface="Verizon NHG TX"/>
                  <a:sym typeface="Verizon NHG TX"/>
                </a:endParaRPr>
              </a:p>
            </p:txBody>
          </p:sp>
        </p:grpSp>
        <p:grpSp>
          <p:nvGrpSpPr>
            <p:cNvPr id="1255" name="Google Shape;1255;p177"/>
            <p:cNvGrpSpPr/>
            <p:nvPr/>
          </p:nvGrpSpPr>
          <p:grpSpPr>
            <a:xfrm>
              <a:off x="978796" y="2787925"/>
              <a:ext cx="3919804" cy="541125"/>
              <a:chOff x="978796" y="2483125"/>
              <a:chExt cx="3919804" cy="541125"/>
            </a:xfrm>
          </p:grpSpPr>
          <p:sp>
            <p:nvSpPr>
              <p:cNvPr id="1256" name="Google Shape;1256;p177"/>
              <p:cNvSpPr txBox="1"/>
              <p:nvPr/>
            </p:nvSpPr>
            <p:spPr>
              <a:xfrm>
                <a:off x="978800" y="2701150"/>
                <a:ext cx="3919800" cy="3231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57" name="Google Shape;1257;p177"/>
              <p:cNvSpPr txBox="1"/>
              <p:nvPr/>
            </p:nvSpPr>
            <p:spPr>
              <a:xfrm>
                <a:off x="978796" y="2483125"/>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a:t>
                </a:r>
                <a:endParaRPr b="1" sz="1100">
                  <a:solidFill>
                    <a:schemeClr val="dk1"/>
                  </a:solidFill>
                  <a:latin typeface="Verizon NHG TX"/>
                  <a:ea typeface="Verizon NHG TX"/>
                  <a:cs typeface="Verizon NHG TX"/>
                  <a:sym typeface="Verizon NHG TX"/>
                </a:endParaRPr>
              </a:p>
            </p:txBody>
          </p:sp>
        </p:grpSp>
        <p:cxnSp>
          <p:nvCxnSpPr>
            <p:cNvPr id="1258" name="Google Shape;1258;p177"/>
            <p:cNvCxnSpPr/>
            <p:nvPr/>
          </p:nvCxnSpPr>
          <p:spPr>
            <a:xfrm>
              <a:off x="171425" y="2744075"/>
              <a:ext cx="4735800" cy="0"/>
            </a:xfrm>
            <a:prstGeom prst="straightConnector1">
              <a:avLst/>
            </a:prstGeom>
            <a:noFill/>
            <a:ln cap="flat" cmpd="sng" w="9525">
              <a:solidFill>
                <a:srgbClr val="F6FF1F"/>
              </a:solidFill>
              <a:prstDash val="solid"/>
              <a:miter lim="800000"/>
              <a:headEnd len="sm" w="sm" type="none"/>
              <a:tailEnd len="sm" w="sm" type="none"/>
            </a:ln>
          </p:spPr>
        </p:cxnSp>
        <p:cxnSp>
          <p:nvCxnSpPr>
            <p:cNvPr id="1259" name="Google Shape;1259;p177"/>
            <p:cNvCxnSpPr/>
            <p:nvPr/>
          </p:nvCxnSpPr>
          <p:spPr>
            <a:xfrm>
              <a:off x="171425" y="35479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60" name="Google Shape;1260;p177"/>
            <p:cNvGrpSpPr/>
            <p:nvPr/>
          </p:nvGrpSpPr>
          <p:grpSpPr>
            <a:xfrm>
              <a:off x="978796" y="3613888"/>
              <a:ext cx="3919804" cy="537187"/>
              <a:chOff x="978796" y="3232888"/>
              <a:chExt cx="3919804" cy="537187"/>
            </a:xfrm>
          </p:grpSpPr>
          <p:sp>
            <p:nvSpPr>
              <p:cNvPr id="1261" name="Google Shape;1261;p177"/>
              <p:cNvSpPr txBox="1"/>
              <p:nvPr/>
            </p:nvSpPr>
            <p:spPr>
              <a:xfrm>
                <a:off x="978800" y="34622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62" name="Google Shape;1262;p177"/>
              <p:cNvSpPr txBox="1"/>
              <p:nvPr/>
            </p:nvSpPr>
            <p:spPr>
              <a:xfrm>
                <a:off x="978796" y="32328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cxnSp>
          <p:nvCxnSpPr>
            <p:cNvPr id="1263" name="Google Shape;1263;p177"/>
            <p:cNvCxnSpPr/>
            <p:nvPr/>
          </p:nvCxnSpPr>
          <p:spPr>
            <a:xfrm>
              <a:off x="171425" y="4354692"/>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64" name="Google Shape;1264;p177"/>
            <p:cNvGrpSpPr/>
            <p:nvPr/>
          </p:nvGrpSpPr>
          <p:grpSpPr>
            <a:xfrm>
              <a:off x="978796" y="4422403"/>
              <a:ext cx="3919804" cy="566572"/>
              <a:chOff x="978796" y="3965203"/>
              <a:chExt cx="3919804" cy="566572"/>
            </a:xfrm>
          </p:grpSpPr>
          <p:sp>
            <p:nvSpPr>
              <p:cNvPr id="1265" name="Google Shape;1265;p177"/>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66" name="Google Shape;1266;p177"/>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67" name="Google Shape;1267;p177"/>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268" name="Google Shape;1268;p177"/>
            <p:cNvSpPr txBox="1"/>
            <p:nvPr/>
          </p:nvSpPr>
          <p:spPr>
            <a:xfrm>
              <a:off x="324350" y="27879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sp>
          <p:nvSpPr>
            <p:cNvPr id="1269" name="Google Shape;1269;p177"/>
            <p:cNvSpPr txBox="1"/>
            <p:nvPr/>
          </p:nvSpPr>
          <p:spPr>
            <a:xfrm>
              <a:off x="324350" y="36153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sp>
          <p:nvSpPr>
            <p:cNvPr id="1270" name="Google Shape;1270;p177"/>
            <p:cNvSpPr txBox="1"/>
            <p:nvPr/>
          </p:nvSpPr>
          <p:spPr>
            <a:xfrm>
              <a:off x="324350" y="44435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04</a:t>
              </a:r>
              <a:endParaRPr sz="1300">
                <a:solidFill>
                  <a:srgbClr val="EE001E"/>
                </a:solidFill>
                <a:latin typeface="Verizon NHG DS"/>
                <a:ea typeface="Verizon NHG DS"/>
                <a:cs typeface="Verizon NHG DS"/>
                <a:sym typeface="Verizon NHG DS"/>
              </a:endParaRPr>
            </a:p>
          </p:txBody>
        </p:sp>
        <p:grpSp>
          <p:nvGrpSpPr>
            <p:cNvPr id="1271" name="Google Shape;1271;p177"/>
            <p:cNvGrpSpPr/>
            <p:nvPr/>
          </p:nvGrpSpPr>
          <p:grpSpPr>
            <a:xfrm>
              <a:off x="978796" y="5260603"/>
              <a:ext cx="3919804" cy="566572"/>
              <a:chOff x="978796" y="3965203"/>
              <a:chExt cx="3919804" cy="566572"/>
            </a:xfrm>
          </p:grpSpPr>
          <p:sp>
            <p:nvSpPr>
              <p:cNvPr id="1272" name="Google Shape;1272;p177"/>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73" name="Google Shape;1273;p177"/>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74" name="Google Shape;1274;p177"/>
            <p:cNvSpPr txBox="1"/>
            <p:nvPr/>
          </p:nvSpPr>
          <p:spPr>
            <a:xfrm>
              <a:off x="324350" y="52817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05</a:t>
              </a:r>
              <a:endParaRPr sz="1300">
                <a:solidFill>
                  <a:srgbClr val="EE001E"/>
                </a:solidFill>
                <a:latin typeface="Verizon NHG DS"/>
                <a:ea typeface="Verizon NHG DS"/>
                <a:cs typeface="Verizon NHG DS"/>
                <a:sym typeface="Verizon NHG DS"/>
              </a:endParaRPr>
            </a:p>
          </p:txBody>
        </p:sp>
        <p:cxnSp>
          <p:nvCxnSpPr>
            <p:cNvPr id="1275" name="Google Shape;1275;p177"/>
            <p:cNvCxnSpPr/>
            <p:nvPr/>
          </p:nvCxnSpPr>
          <p:spPr>
            <a:xfrm>
              <a:off x="171425" y="52243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276" name="Google Shape;1276;p177"/>
          <p:cNvSpPr/>
          <p:nvPr/>
        </p:nvSpPr>
        <p:spPr>
          <a:xfrm>
            <a:off x="3790275" y="1008713"/>
            <a:ext cx="52224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77" name="Google Shape;1277;p177"/>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Journey Map</a:t>
            </a:r>
            <a:endParaRPr sz="1200">
              <a:solidFill>
                <a:schemeClr val="dk1"/>
              </a:solidFill>
              <a:latin typeface="Verizon NHG DS"/>
              <a:ea typeface="Verizon NHG DS"/>
              <a:cs typeface="Verizon NHG DS"/>
              <a:sym typeface="Verizon NHG DS"/>
            </a:endParaRPr>
          </a:p>
        </p:txBody>
      </p:sp>
      <p:cxnSp>
        <p:nvCxnSpPr>
          <p:cNvPr id="1278" name="Google Shape;1278;p177"/>
          <p:cNvCxnSpPr/>
          <p:nvPr/>
        </p:nvCxnSpPr>
        <p:spPr>
          <a:xfrm>
            <a:off x="3790275" y="1338488"/>
            <a:ext cx="5241600" cy="0"/>
          </a:xfrm>
          <a:prstGeom prst="straightConnector1">
            <a:avLst/>
          </a:prstGeom>
          <a:noFill/>
          <a:ln cap="flat" cmpd="sng" w="9525">
            <a:solidFill>
              <a:srgbClr val="EE001E"/>
            </a:solidFill>
            <a:prstDash val="solid"/>
            <a:miter lim="800000"/>
            <a:headEnd len="sm" w="sm" type="none"/>
            <a:tailEnd len="sm" w="sm" type="none"/>
          </a:ln>
        </p:spPr>
      </p:cxnSp>
      <p:sp>
        <p:nvSpPr>
          <p:cNvPr id="1279" name="Google Shape;1279;p177"/>
          <p:cNvSpPr/>
          <p:nvPr/>
        </p:nvSpPr>
        <p:spPr>
          <a:xfrm>
            <a:off x="39374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0" name="Google Shape;1280;p177"/>
          <p:cNvSpPr/>
          <p:nvPr/>
        </p:nvSpPr>
        <p:spPr>
          <a:xfrm>
            <a:off x="51375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1" name="Google Shape;1281;p177"/>
          <p:cNvSpPr/>
          <p:nvPr/>
        </p:nvSpPr>
        <p:spPr>
          <a:xfrm>
            <a:off x="63377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2" name="Google Shape;1282;p177"/>
          <p:cNvSpPr/>
          <p:nvPr/>
        </p:nvSpPr>
        <p:spPr>
          <a:xfrm>
            <a:off x="75378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3" name="Google Shape;1283;p177"/>
          <p:cNvSpPr/>
          <p:nvPr/>
        </p:nvSpPr>
        <p:spPr>
          <a:xfrm>
            <a:off x="39374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4" name="Google Shape;1284;p177"/>
          <p:cNvSpPr/>
          <p:nvPr/>
        </p:nvSpPr>
        <p:spPr>
          <a:xfrm>
            <a:off x="51375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5" name="Google Shape;1285;p177"/>
          <p:cNvSpPr/>
          <p:nvPr/>
        </p:nvSpPr>
        <p:spPr>
          <a:xfrm>
            <a:off x="63377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6" name="Google Shape;1286;p177"/>
          <p:cNvSpPr/>
          <p:nvPr/>
        </p:nvSpPr>
        <p:spPr>
          <a:xfrm>
            <a:off x="75378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grpSp>
        <p:nvGrpSpPr>
          <p:cNvPr id="1287" name="Google Shape;1287;p177"/>
          <p:cNvGrpSpPr/>
          <p:nvPr/>
        </p:nvGrpSpPr>
        <p:grpSpPr>
          <a:xfrm>
            <a:off x="3790275" y="2847169"/>
            <a:ext cx="2519006" cy="2162700"/>
            <a:chOff x="5053700" y="3796225"/>
            <a:chExt cx="3358675" cy="2883600"/>
          </a:xfrm>
        </p:grpSpPr>
        <p:sp>
          <p:nvSpPr>
            <p:cNvPr id="1288" name="Google Shape;1288;p177"/>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89" name="Google Shape;1289;p177"/>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Outcomes</a:t>
              </a:r>
              <a:endParaRPr sz="1200">
                <a:solidFill>
                  <a:schemeClr val="dk1"/>
                </a:solidFill>
                <a:latin typeface="Verizon NHG DS"/>
                <a:ea typeface="Verizon NHG DS"/>
                <a:cs typeface="Verizon NHG DS"/>
                <a:sym typeface="Verizon NHG DS"/>
              </a:endParaRPr>
            </a:p>
          </p:txBody>
        </p:sp>
        <p:sp>
          <p:nvSpPr>
            <p:cNvPr id="1290" name="Google Shape;1290;p177"/>
            <p:cNvSpPr/>
            <p:nvPr/>
          </p:nvSpPr>
          <p:spPr>
            <a:xfrm>
              <a:off x="6840387" y="4513762"/>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1" name="Google Shape;1291;p177"/>
            <p:cNvSpPr/>
            <p:nvPr/>
          </p:nvSpPr>
          <p:spPr>
            <a:xfrm>
              <a:off x="5249891" y="4513750"/>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2" name="Google Shape;1292;p177"/>
            <p:cNvSpPr/>
            <p:nvPr/>
          </p:nvSpPr>
          <p:spPr>
            <a:xfrm>
              <a:off x="5249875"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3" name="Google Shape;1293;p177"/>
            <p:cNvSpPr/>
            <p:nvPr/>
          </p:nvSpPr>
          <p:spPr>
            <a:xfrm>
              <a:off x="6840387"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cxnSp>
          <p:nvCxnSpPr>
            <p:cNvPr id="1294" name="Google Shape;1294;p177"/>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sp>
          <p:nvSpPr>
            <p:cNvPr id="1295" name="Google Shape;1295;p177"/>
            <p:cNvSpPr/>
            <p:nvPr/>
          </p:nvSpPr>
          <p:spPr>
            <a:xfrm>
              <a:off x="5249875"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6" name="Google Shape;1296;p177"/>
            <p:cNvSpPr/>
            <p:nvPr/>
          </p:nvSpPr>
          <p:spPr>
            <a:xfrm>
              <a:off x="6840387"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grpSp>
      <p:grpSp>
        <p:nvGrpSpPr>
          <p:cNvPr id="1297" name="Google Shape;1297;p177"/>
          <p:cNvGrpSpPr/>
          <p:nvPr/>
        </p:nvGrpSpPr>
        <p:grpSpPr>
          <a:xfrm>
            <a:off x="6411375" y="2847169"/>
            <a:ext cx="2601225" cy="2162700"/>
            <a:chOff x="8548500" y="3796225"/>
            <a:chExt cx="3468300" cy="2883600"/>
          </a:xfrm>
        </p:grpSpPr>
        <p:sp>
          <p:nvSpPr>
            <p:cNvPr id="1298" name="Google Shape;1298;p177"/>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99" name="Google Shape;1299;p177"/>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300" name="Google Shape;1300;p177"/>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Results</a:t>
              </a:r>
              <a:endParaRPr sz="1200">
                <a:solidFill>
                  <a:schemeClr val="dk1"/>
                </a:solidFill>
                <a:latin typeface="Verizon NHG DS"/>
                <a:ea typeface="Verizon NHG DS"/>
                <a:cs typeface="Verizon NHG DS"/>
                <a:sym typeface="Verizon NHG DS"/>
              </a:endParaRPr>
            </a:p>
          </p:txBody>
        </p:sp>
        <p:sp>
          <p:nvSpPr>
            <p:cNvPr id="1301" name="Google Shape;1301;p177"/>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302" name="Google Shape;1302;p177"/>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303" name="Google Shape;1303;p177"/>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$XX</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304" name="Google Shape;1304;p177"/>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305" name="Google Shape;1305;p177"/>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306" name="Google Shape;1306;p177"/>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$XXM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307" name="Google Shape;1307;p177"/>
          <p:cNvSpPr/>
          <p:nvPr/>
        </p:nvSpPr>
        <p:spPr>
          <a:xfrm>
            <a:off x="139375" y="239250"/>
            <a:ext cx="8974800" cy="4550700"/>
          </a:xfrm>
          <a:prstGeom prst="rect">
            <a:avLst/>
          </a:prstGeom>
          <a:solidFill>
            <a:srgbClr val="999999">
              <a:alpha val="32700"/>
            </a:srgbClr>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600">
                <a:solidFill>
                  <a:srgbClr val="F50A23"/>
                </a:solidFill>
                <a:latin typeface="Verizon NHG TX"/>
                <a:ea typeface="Verizon NHG TX"/>
                <a:cs typeface="Verizon NHG TX"/>
                <a:sym typeface="Verizon NHG TX"/>
              </a:rPr>
              <a:t>For CX Strategy Use - Do Not Fill Out</a:t>
            </a:r>
            <a:endParaRPr b="1" sz="2600">
              <a:solidFill>
                <a:srgbClr val="F50A23"/>
              </a:solidFill>
              <a:latin typeface="Verizon NHG TX"/>
              <a:ea typeface="Verizon NHG TX"/>
              <a:cs typeface="Verizon NHG TX"/>
              <a:sym typeface="Verizon NHG TX"/>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2" name="Shape 1312"/>
        <p:cNvGrpSpPr/>
        <p:nvPr/>
      </p:nvGrpSpPr>
      <p:grpSpPr>
        <a:xfrm>
          <a:off x="0" y="0"/>
          <a:ext cx="0" cy="0"/>
          <a:chOff x="0" y="0"/>
          <a:chExt cx="0" cy="0"/>
        </a:xfrm>
      </p:grpSpPr>
      <p:sp>
        <p:nvSpPr>
          <p:cNvPr id="1313" name="Google Shape;1313;p178"/>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314" name="Google Shape;1314;p178"/>
          <p:cNvSpPr txBox="1"/>
          <p:nvPr>
            <p:ph type="title"/>
          </p:nvPr>
        </p:nvSpPr>
        <p:spPr>
          <a:xfrm>
            <a:off x="508706" y="2080031"/>
            <a:ext cx="3606900" cy="583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100">
                <a:latin typeface="Verizon NHG DS"/>
                <a:ea typeface="Verizon NHG DS"/>
                <a:cs typeface="Verizon NHG DS"/>
                <a:sym typeface="Verizon NHG DS"/>
              </a:rPr>
              <a:t>Initiative Name</a:t>
            </a:r>
            <a:endParaRPr sz="2100">
              <a:latin typeface="Verizon NHG DS"/>
              <a:ea typeface="Verizon NHG DS"/>
              <a:cs typeface="Verizon NHG DS"/>
              <a:sym typeface="Verizon NHG DS"/>
            </a:endParaRPr>
          </a:p>
          <a:p>
            <a:pPr indent="0" lvl="0" marL="0" rtl="0" algn="ctr">
              <a:spcBef>
                <a:spcPts val="0"/>
              </a:spcBef>
              <a:spcAft>
                <a:spcPts val="0"/>
              </a:spcAft>
              <a:buNone/>
            </a:pPr>
            <a:r>
              <a:rPr lang="en" sz="1800">
                <a:solidFill>
                  <a:schemeClr val="dk1"/>
                </a:solidFill>
                <a:latin typeface="Verizon NHG DS"/>
                <a:ea typeface="Verizon NHG DS"/>
                <a:cs typeface="Verizon NHG DS"/>
                <a:sym typeface="Verizon NHG DS"/>
              </a:rPr>
              <a:t>Workstream Name</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Workstream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Initiative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p:txBody>
      </p:sp>
      <p:sp>
        <p:nvSpPr>
          <p:cNvPr id="1315" name="Google Shape;1315;p178"/>
          <p:cNvSpPr txBox="1"/>
          <p:nvPr/>
        </p:nvSpPr>
        <p:spPr>
          <a:xfrm>
            <a:off x="508706" y="3410195"/>
            <a:ext cx="3606900" cy="30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[Northstar statement - Ambition Here]</a:t>
            </a:r>
            <a:endParaRPr sz="1100">
              <a:solidFill>
                <a:srgbClr val="1F1F1F"/>
              </a:solidFill>
              <a:latin typeface="Verizon NHG DS"/>
              <a:ea typeface="Verizon NHG DS"/>
              <a:cs typeface="Verizon NHG DS"/>
              <a:sym typeface="Verizon NHG DS"/>
            </a:endParaRPr>
          </a:p>
        </p:txBody>
      </p:sp>
      <p:sp>
        <p:nvSpPr>
          <p:cNvPr id="1316" name="Google Shape;1316;p178"/>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500">
                <a:solidFill>
                  <a:srgbClr val="EE001E"/>
                </a:solidFill>
                <a:latin typeface="Verizon NHG DS"/>
                <a:ea typeface="Verizon NHG DS"/>
                <a:cs typeface="Verizon NHG DS"/>
                <a:sym typeface="Verizon NHG DS"/>
              </a:rPr>
              <a:t>Strategic Themes</a:t>
            </a:r>
            <a:endParaRPr b="1" sz="1500">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7F7F7F"/>
                </a:solidFill>
                <a:latin typeface="Verizon NHG DS"/>
                <a:ea typeface="Verizon NHG DS"/>
                <a:cs typeface="Verizon NHG DS"/>
                <a:sym typeface="Verizon NHG DS"/>
              </a:rPr>
              <a:t>[EXAMPLE] Customer need or problem being solved</a:t>
            </a:r>
            <a:endParaRPr b="1" sz="1100">
              <a:solidFill>
                <a:srgbClr val="7F7F7F"/>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rgbClr val="9E9E9E"/>
                </a:solidFill>
                <a:latin typeface="Verizon NHG DS"/>
                <a:ea typeface="Verizon NHG DS"/>
                <a:cs typeface="Verizon NHG DS"/>
                <a:sym typeface="Verizon NHG DS"/>
              </a:rPr>
              <a:t>Giving customers visibility and creating end to end ownership on issues that we cannot resolve on the initial interaction</a:t>
            </a:r>
            <a:endParaRPr sz="800">
              <a:solidFill>
                <a:srgbClr val="9E9E9E"/>
              </a:solidFill>
              <a:latin typeface="Verizon NHG TX"/>
              <a:ea typeface="Verizon NHG TX"/>
              <a:cs typeface="Verizon NHG TX"/>
              <a:sym typeface="Verizon NHG TX"/>
            </a:endParaRPr>
          </a:p>
          <a:p>
            <a:pPr indent="0" lvl="0" marL="0" rtl="0" algn="l">
              <a:spcBef>
                <a:spcPts val="0"/>
              </a:spcBef>
              <a:spcAft>
                <a:spcPts val="0"/>
              </a:spcAft>
              <a:buClr>
                <a:schemeClr val="dk1"/>
              </a:buClr>
              <a:buSzPts val="800"/>
              <a:buFont typeface="Arial"/>
              <a:buNone/>
            </a:pPr>
            <a:r>
              <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is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800"/>
              </a:spcAft>
              <a:buNone/>
            </a:pPr>
            <a:r>
              <a:t/>
            </a:r>
            <a:endParaRPr sz="1100">
              <a:solidFill>
                <a:schemeClr val="dk1"/>
              </a:solidFill>
              <a:latin typeface="Verizon NHG DS"/>
              <a:ea typeface="Verizon NHG DS"/>
              <a:cs typeface="Verizon NHG DS"/>
              <a:sym typeface="Verizon NHG DS"/>
            </a:endParaRPr>
          </a:p>
        </p:txBody>
      </p:sp>
      <p:sp>
        <p:nvSpPr>
          <p:cNvPr id="1317" name="Google Shape;1317;p178"/>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18" name="Google Shape;1318;p178"/>
          <p:cNvGrpSpPr/>
          <p:nvPr/>
        </p:nvGrpSpPr>
        <p:grpSpPr>
          <a:xfrm>
            <a:off x="1601419" y="377006"/>
            <a:ext cx="1421550" cy="1393875"/>
            <a:chOff x="2135225" y="502675"/>
            <a:chExt cx="1895400" cy="1858500"/>
          </a:xfrm>
        </p:grpSpPr>
        <p:sp>
          <p:nvSpPr>
            <p:cNvPr id="1319" name="Google Shape;1319;p178"/>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Verizon NHG TX"/>
                <a:ea typeface="Verizon NHG TX"/>
                <a:cs typeface="Verizon NHG TX"/>
                <a:sym typeface="Verizon NHG TX"/>
              </a:endParaRPr>
            </a:p>
          </p:txBody>
        </p:sp>
        <p:pic>
          <p:nvPicPr>
            <p:cNvPr id="1320" name="Google Shape;1320;p178" title="Verizon_GlowV_RGB.png"/>
            <p:cNvPicPr preferRelativeResize="0"/>
            <p:nvPr/>
          </p:nvPicPr>
          <p:blipFill>
            <a:blip r:embed="rId3">
              <a:alphaModFix/>
            </a:blip>
            <a:stretch>
              <a:fillRect/>
            </a:stretch>
          </p:blipFill>
          <p:spPr>
            <a:xfrm>
              <a:off x="2583446" y="965192"/>
              <a:ext cx="998950" cy="933477"/>
            </a:xfrm>
            <a:prstGeom prst="rect">
              <a:avLst/>
            </a:prstGeom>
            <a:noFill/>
            <a:ln>
              <a:noFill/>
            </a:ln>
          </p:spPr>
        </p:pic>
      </p:grpSp>
      <p:grpSp>
        <p:nvGrpSpPr>
          <p:cNvPr id="1321" name="Google Shape;1321;p178"/>
          <p:cNvGrpSpPr/>
          <p:nvPr/>
        </p:nvGrpSpPr>
        <p:grpSpPr>
          <a:xfrm>
            <a:off x="6893719" y="154838"/>
            <a:ext cx="2104650" cy="212400"/>
            <a:chOff x="9242425" y="104850"/>
            <a:chExt cx="2806200" cy="283200"/>
          </a:xfrm>
        </p:grpSpPr>
        <p:sp>
          <p:nvSpPr>
            <p:cNvPr id="1322" name="Google Shape;1322;p178"/>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Northstar</a:t>
              </a:r>
              <a:endParaRPr sz="600">
                <a:solidFill>
                  <a:schemeClr val="lt1"/>
                </a:solidFill>
                <a:latin typeface="Verizon NHG TX"/>
                <a:ea typeface="Verizon NHG TX"/>
                <a:cs typeface="Verizon NHG TX"/>
                <a:sym typeface="Verizon NHG TX"/>
              </a:endParaRPr>
            </a:p>
          </p:txBody>
        </p:sp>
        <p:sp>
          <p:nvSpPr>
            <p:cNvPr id="1323" name="Google Shape;1323;p178"/>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Scope</a:t>
              </a:r>
              <a:endParaRPr sz="600">
                <a:solidFill>
                  <a:schemeClr val="dk1"/>
                </a:solidFill>
                <a:latin typeface="Verizon NHG TX"/>
                <a:ea typeface="Verizon NHG TX"/>
                <a:cs typeface="Verizon NHG TX"/>
                <a:sym typeface="Verizon NHG TX"/>
              </a:endParaRPr>
            </a:p>
          </p:txBody>
        </p:sp>
        <p:sp>
          <p:nvSpPr>
            <p:cNvPr id="1324" name="Google Shape;1324;p178"/>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8" name="Shape 1328"/>
        <p:cNvGrpSpPr/>
        <p:nvPr/>
      </p:nvGrpSpPr>
      <p:grpSpPr>
        <a:xfrm>
          <a:off x="0" y="0"/>
          <a:ext cx="0" cy="0"/>
          <a:chOff x="0" y="0"/>
          <a:chExt cx="0" cy="0"/>
        </a:xfrm>
      </p:grpSpPr>
      <p:sp>
        <p:nvSpPr>
          <p:cNvPr id="1329" name="Google Shape;1329;p179"/>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330" name="Google Shape;1330;p179"/>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 </a:t>
            </a: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331" name="Google Shape;1331;p179"/>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32" name="Google Shape;1332;p179"/>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sz="800">
              <a:solidFill>
                <a:srgbClr val="000000"/>
              </a:solidFill>
              <a:latin typeface="Verizon NHG DS"/>
              <a:ea typeface="Verizon NHG DS"/>
              <a:cs typeface="Verizon NHG DS"/>
              <a:sym typeface="Verizon NHG DS"/>
            </a:endParaRPr>
          </a:p>
        </p:txBody>
      </p:sp>
      <p:sp>
        <p:nvSpPr>
          <p:cNvPr id="1333" name="Google Shape;1333;p179"/>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i="1" sz="800">
              <a:solidFill>
                <a:srgbClr val="EE0000"/>
              </a:solidFill>
              <a:latin typeface="Verizon NHG DS"/>
              <a:ea typeface="Verizon NHG DS"/>
              <a:cs typeface="Verizon NHG DS"/>
              <a:sym typeface="Verizon NHG DS"/>
            </a:endParaRPr>
          </a:p>
        </p:txBody>
      </p:sp>
      <p:sp>
        <p:nvSpPr>
          <p:cNvPr id="1334" name="Google Shape;1334;p179"/>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None/>
            </a:pPr>
            <a:r>
              <a:rPr b="1" lang="en" sz="800">
                <a:latin typeface="Verizon NHG DS"/>
                <a:ea typeface="Verizon NHG DS"/>
                <a:cs typeface="Verizon NHG DS"/>
                <a:sym typeface="Verizon NHG DS"/>
              </a:rPr>
              <a:t>Key Interactions w/ Verizon</a:t>
            </a:r>
            <a:endParaRPr sz="800">
              <a:solidFill>
                <a:srgbClr val="000000"/>
              </a:solidFill>
              <a:latin typeface="Verizon NHG DS"/>
              <a:ea typeface="Verizon NHG DS"/>
              <a:cs typeface="Verizon NHG DS"/>
              <a:sym typeface="Verizon NHG DS"/>
            </a:endParaRPr>
          </a:p>
        </p:txBody>
      </p:sp>
      <p:sp>
        <p:nvSpPr>
          <p:cNvPr id="1335" name="Google Shape;1335;p179"/>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36" name="Google Shape;1336;p179"/>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37" name="Google Shape;1337;p179"/>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i="1" sz="800">
              <a:latin typeface="Verizon NHG DS"/>
              <a:ea typeface="Verizon NHG DS"/>
              <a:cs typeface="Verizon NHG DS"/>
              <a:sym typeface="Verizon NHG DS"/>
            </a:endParaRPr>
          </a:p>
        </p:txBody>
      </p:sp>
      <p:sp>
        <p:nvSpPr>
          <p:cNvPr id="1338" name="Google Shape;1338;p179"/>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cxnSp>
        <p:nvCxnSpPr>
          <p:cNvPr id="1339" name="Google Shape;1339;p179"/>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340" name="Google Shape;1340;p179"/>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41" name="Google Shape;1341;p179"/>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42" name="Google Shape;1342;p179"/>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Key Customer Actions</a:t>
            </a:r>
            <a:endParaRPr b="1" i="1" sz="800">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Description customer objectives and actions</a:t>
            </a:r>
            <a:endParaRPr sz="800">
              <a:solidFill>
                <a:srgbClr val="000000"/>
              </a:solidFill>
              <a:latin typeface="Verizon NHG DS"/>
              <a:ea typeface="Verizon NHG DS"/>
              <a:cs typeface="Verizon NHG DS"/>
              <a:sym typeface="Verizon NHG DS"/>
            </a:endParaRPr>
          </a:p>
        </p:txBody>
      </p:sp>
      <p:pic>
        <p:nvPicPr>
          <p:cNvPr id="1343" name="Google Shape;1343;p179"/>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344" name="Google Shape;1344;p179"/>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345" name="Google Shape;1345;p179"/>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346" name="Google Shape;1346;p179"/>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347" name="Google Shape;1347;p179"/>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348" name="Google Shape;1348;p179"/>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349" name="Google Shape;1349;p179"/>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350" name="Google Shape;1350;p179"/>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cxnSp>
        <p:nvCxnSpPr>
          <p:cNvPr id="1351" name="Google Shape;1351;p179"/>
          <p:cNvCxnSpPr/>
          <p:nvPr/>
        </p:nvCxnSpPr>
        <p:spPr>
          <a:xfrm>
            <a:off x="457250" y="1102149"/>
            <a:ext cx="8204700" cy="0"/>
          </a:xfrm>
          <a:prstGeom prst="straightConnector1">
            <a:avLst/>
          </a:prstGeom>
          <a:noFill/>
          <a:ln cap="flat" cmpd="sng" w="9525">
            <a:solidFill>
              <a:srgbClr val="747676"/>
            </a:solidFill>
            <a:prstDash val="solid"/>
            <a:round/>
            <a:headEnd len="med" w="med" type="none"/>
            <a:tailEnd len="med" w="med" type="none"/>
          </a:ln>
        </p:spPr>
      </p:cxnSp>
      <p:sp>
        <p:nvSpPr>
          <p:cNvPr id="1352" name="Google Shape;1352;p179"/>
          <p:cNvSpPr txBox="1"/>
          <p:nvPr/>
        </p:nvSpPr>
        <p:spPr>
          <a:xfrm>
            <a:off x="3894804" y="1046275"/>
            <a:ext cx="14547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700">
                <a:latin typeface="Verizon NHG DS"/>
                <a:ea typeface="Verizon NHG DS"/>
                <a:cs typeface="Verizon NHG DS"/>
                <a:sym typeface="Verizon NHG DS"/>
              </a:rPr>
              <a:t>Illustrative Only</a:t>
            </a:r>
            <a:endParaRPr sz="700">
              <a:solidFill>
                <a:srgbClr val="000000"/>
              </a:solidFill>
              <a:latin typeface="Verizon NHG DS"/>
              <a:ea typeface="Verizon NHG DS"/>
              <a:cs typeface="Verizon NHG DS"/>
              <a:sym typeface="Verizon NHG DS"/>
            </a:endParaRPr>
          </a:p>
        </p:txBody>
      </p:sp>
      <p:sp>
        <p:nvSpPr>
          <p:cNvPr id="1353" name="Google Shape;1353;p179"/>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54" name="Google Shape;1354;p179"/>
          <p:cNvGrpSpPr/>
          <p:nvPr/>
        </p:nvGrpSpPr>
        <p:grpSpPr>
          <a:xfrm>
            <a:off x="6665119" y="154838"/>
            <a:ext cx="2104650" cy="212400"/>
            <a:chOff x="9242425" y="104850"/>
            <a:chExt cx="2806200" cy="283200"/>
          </a:xfrm>
        </p:grpSpPr>
        <p:sp>
          <p:nvSpPr>
            <p:cNvPr id="1355" name="Google Shape;1355;p17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56" name="Google Shape;1356;p179"/>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Scope</a:t>
              </a:r>
              <a:endParaRPr sz="600">
                <a:solidFill>
                  <a:schemeClr val="lt1"/>
                </a:solidFill>
                <a:latin typeface="Verizon NHG TX"/>
                <a:ea typeface="Verizon NHG TX"/>
                <a:cs typeface="Verizon NHG TX"/>
                <a:sym typeface="Verizon NHG TX"/>
              </a:endParaRPr>
            </a:p>
          </p:txBody>
        </p:sp>
        <p:sp>
          <p:nvSpPr>
            <p:cNvPr id="1357" name="Google Shape;1357;p179"/>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
        <p:nvSpPr>
          <p:cNvPr id="1358" name="Google Shape;1358;p179"/>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n" sz="800">
                <a:solidFill>
                  <a:srgbClr val="000000"/>
                </a:solidFill>
                <a:latin typeface="Verizon NHG TX"/>
                <a:ea typeface="Verizon NHG TX"/>
                <a:cs typeface="Verizon NHG TX"/>
                <a:sym typeface="Verizon NHG TX"/>
              </a:rPr>
              <a:t>CX Workstream Name</a:t>
            </a:r>
            <a:endParaRPr sz="800">
              <a:solidFill>
                <a:srgbClr val="000000"/>
              </a:solidFill>
              <a:latin typeface="Verizon NHG TX"/>
              <a:ea typeface="Verizon NHG TX"/>
              <a:cs typeface="Verizon NHG TX"/>
              <a:sym typeface="Verizon NHG TX"/>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3" name="Shape 1363"/>
        <p:cNvGrpSpPr/>
        <p:nvPr/>
      </p:nvGrpSpPr>
      <p:grpSpPr>
        <a:xfrm>
          <a:off x="0" y="0"/>
          <a:ext cx="0" cy="0"/>
          <a:chOff x="0" y="0"/>
          <a:chExt cx="0" cy="0"/>
        </a:xfrm>
      </p:grpSpPr>
      <p:sp>
        <p:nvSpPr>
          <p:cNvPr id="1364" name="Google Shape;1364;p180"/>
          <p:cNvSpPr txBox="1"/>
          <p:nvPr>
            <p:ph type="title"/>
          </p:nvPr>
        </p:nvSpPr>
        <p:spPr>
          <a:xfrm>
            <a:off x="473870" y="6198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365" name="Google Shape;1365;p180"/>
          <p:cNvSpPr txBox="1"/>
          <p:nvPr>
            <p:ph idx="2" type="body"/>
          </p:nvPr>
        </p:nvSpPr>
        <p:spPr>
          <a:xfrm>
            <a:off x="476251" y="469106"/>
            <a:ext cx="6112500" cy="13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CX Workstream Name</a:t>
            </a:r>
            <a:endParaRPr/>
          </a:p>
        </p:txBody>
      </p:sp>
      <p:graphicFrame>
        <p:nvGraphicFramePr>
          <p:cNvPr id="1366" name="Google Shape;1366;p180"/>
          <p:cNvGraphicFramePr/>
          <p:nvPr/>
        </p:nvGraphicFramePr>
        <p:xfrm>
          <a:off x="429394" y="1230450"/>
          <a:ext cx="3000000" cy="3000000"/>
        </p:xfrm>
        <a:graphic>
          <a:graphicData uri="http://schemas.openxmlformats.org/drawingml/2006/table">
            <a:tbl>
              <a:tblPr>
                <a:noFill/>
                <a:tableStyleId>{7CCFDC1F-96CB-4417-B871-A1C218C71CC9}</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KPI’s Impacted- Section 1</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CX Excellence</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Customer Satisfaction (CSAT)</a:t>
                      </a:r>
                      <a:endParaRPr sz="800">
                        <a:latin typeface="Verizon NHG TX"/>
                        <a:ea typeface="Verizon NHG TX"/>
                        <a:cs typeface="Verizon NHG TX"/>
                        <a:sym typeface="Verizon NHG TX"/>
                      </a:endParaRPr>
                    </a:p>
                    <a:p>
                      <a:pPr indent="0" lvl="0" marL="0" rtl="0" algn="ctr">
                        <a:spcBef>
                          <a:spcPts val="0"/>
                        </a:spcBef>
                        <a:spcAft>
                          <a:spcPts val="0"/>
                        </a:spcAft>
                        <a:buNone/>
                      </a:pPr>
                      <a:r>
                        <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rtl="0" algn="l">
                        <a:spcBef>
                          <a:spcPts val="0"/>
                        </a:spcBef>
                        <a:spcAft>
                          <a:spcPts val="0"/>
                        </a:spcAft>
                        <a:buNone/>
                      </a:pPr>
                      <a:r>
                        <a:rPr lang="en" sz="800">
                          <a:latin typeface="Verizon NHG TX"/>
                          <a:ea typeface="Verizon NHG TX"/>
                          <a:cs typeface="Verizon NHG TX"/>
                          <a:sym typeface="Verizon NHG TX"/>
                        </a:rPr>
                        <a:t>Rep Interaction Score (RIS)</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rtl="0" algn="l">
                        <a:spcBef>
                          <a:spcPts val="0"/>
                        </a:spcBef>
                        <a:spcAft>
                          <a:spcPts val="0"/>
                        </a:spcAft>
                        <a:buClr>
                          <a:schemeClr val="dk1"/>
                        </a:buClr>
                        <a:buSzPts val="800"/>
                        <a:buFont typeface="Arial"/>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Churn Reduction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3-day Resolve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Digital Interaction Score (DIS)</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rtl="0" algn="ctr">
                        <a:spcBef>
                          <a:spcPts val="0"/>
                        </a:spcBef>
                        <a:spcAft>
                          <a:spcPts val="0"/>
                        </a:spcAft>
                        <a:buNone/>
                      </a:pPr>
                      <a:r>
                        <a:t/>
                      </a:r>
                      <a:endParaRPr b="1" sz="2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Revenue Growth</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l">
                        <a:spcBef>
                          <a:spcPts val="0"/>
                        </a:spcBef>
                        <a:spcAft>
                          <a:spcPts val="0"/>
                        </a:spcAft>
                        <a:buClr>
                          <a:schemeClr val="dk1"/>
                        </a:buClr>
                        <a:buSzPts val="800"/>
                        <a:buFont typeface="Arial"/>
                        <a:buNone/>
                      </a:pPr>
                      <a:r>
                        <a:t/>
                      </a:r>
                      <a:endParaRPr sz="11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Overall Conversion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Prospect Conversion</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Operational Efficiency</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Call Volume Optimization (CVO)</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Average Handle Time (AHT)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Retail Transaction Time</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latin typeface="Verizon NHG TX"/>
                          <a:ea typeface="Verizon NHG TX"/>
                          <a:cs typeface="Verizon NHG TX"/>
                          <a:sym typeface="Verizon NHG TX"/>
                        </a:rPr>
                        <a:t>Other Cost Savings</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367" name="Google Shape;1367;p180"/>
          <p:cNvCxnSpPr/>
          <p:nvPr/>
        </p:nvCxnSpPr>
        <p:spPr>
          <a:xfrm>
            <a:off x="4480665" y="1206769"/>
            <a:ext cx="0" cy="3320700"/>
          </a:xfrm>
          <a:prstGeom prst="straightConnector1">
            <a:avLst/>
          </a:prstGeom>
          <a:noFill/>
          <a:ln cap="flat" cmpd="sng" w="19050">
            <a:solidFill>
              <a:srgbClr val="7F7F7F"/>
            </a:solidFill>
            <a:prstDash val="dash"/>
            <a:round/>
            <a:headEnd len="med" w="med" type="none"/>
            <a:tailEnd len="med" w="med" type="none"/>
          </a:ln>
        </p:spPr>
      </p:cxnSp>
      <p:sp>
        <p:nvSpPr>
          <p:cNvPr id="1368" name="Google Shape;1368;p180"/>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aphicFrame>
        <p:nvGraphicFramePr>
          <p:cNvPr id="1369" name="Google Shape;1369;p180"/>
          <p:cNvGraphicFramePr/>
          <p:nvPr/>
        </p:nvGraphicFramePr>
        <p:xfrm>
          <a:off x="4665081" y="1230450"/>
          <a:ext cx="3000000" cy="3000000"/>
        </p:xfrm>
        <a:graphic>
          <a:graphicData uri="http://schemas.openxmlformats.org/drawingml/2006/table">
            <a:tbl>
              <a:tblPr>
                <a:noFill/>
                <a:tableStyleId>{7CCFDC1F-96CB-4417-B871-A1C218C71CC9}</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Financial Scope &amp; Targets (P*Q)- Section 2</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Benefit Value Estimates </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Incremental Revenue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Call Volume Optimization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Handle Time Optimization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Other Benefit Value            $________  (please explain)</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Clr>
                          <a:schemeClr val="dk1"/>
                        </a:buClr>
                        <a:buSzPts val="1100"/>
                        <a:buFont typeface="Arial"/>
                        <a:buNone/>
                      </a:pPr>
                      <a:r>
                        <a:rPr b="1" lang="en" sz="1200">
                          <a:solidFill>
                            <a:schemeClr val="lt1"/>
                          </a:solidFill>
                          <a:latin typeface="Verizon NHG DS"/>
                          <a:ea typeface="Verizon NHG DS"/>
                          <a:cs typeface="Verizon NHG DS"/>
                          <a:sym typeface="Verizon NHG DS"/>
                        </a:rPr>
                        <a:t>Investment Planning - Section 3 </a:t>
                      </a:r>
                      <a:r>
                        <a:rPr b="1" lang="en" sz="700">
                          <a:solidFill>
                            <a:schemeClr val="lt1"/>
                          </a:solidFill>
                          <a:latin typeface="Verizon NHG DS"/>
                          <a:ea typeface="Verizon NHG DS"/>
                          <a:cs typeface="Verizon NHG DS"/>
                          <a:sym typeface="Verizon NHG DS"/>
                        </a:rPr>
                        <a:t>(CXO IPG to complete this section)</a:t>
                      </a:r>
                      <a:endParaRPr b="1" sz="5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Capital  Investment Estimates</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GTS Labor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Non-GTS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Operating Expense for Initiative (Incremental)</a:t>
                      </a:r>
                      <a:endParaRPr b="1" sz="10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t/>
                      </a:r>
                      <a:endParaRPr b="1" sz="10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Operating Cost (OPEX)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Incremental Headcount       ________</a:t>
                      </a:r>
                      <a:endParaRPr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370" name="Google Shape;1370;p180"/>
          <p:cNvSpPr/>
          <p:nvPr/>
        </p:nvSpPr>
        <p:spPr>
          <a:xfrm>
            <a:off x="4654800" y="2778400"/>
            <a:ext cx="3828300" cy="1956000"/>
          </a:xfrm>
          <a:prstGeom prst="rect">
            <a:avLst/>
          </a:prstGeom>
          <a:solidFill>
            <a:srgbClr val="9E9E9E">
              <a:alpha val="392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grpSp>
        <p:nvGrpSpPr>
          <p:cNvPr id="1371" name="Google Shape;1371;p180"/>
          <p:cNvGrpSpPr/>
          <p:nvPr/>
        </p:nvGrpSpPr>
        <p:grpSpPr>
          <a:xfrm>
            <a:off x="6665119" y="154838"/>
            <a:ext cx="2104650" cy="212400"/>
            <a:chOff x="9242425" y="104850"/>
            <a:chExt cx="2806200" cy="283200"/>
          </a:xfrm>
        </p:grpSpPr>
        <p:sp>
          <p:nvSpPr>
            <p:cNvPr id="1372" name="Google Shape;1372;p180"/>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73" name="Google Shape;1373;p180"/>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74" name="Google Shape;1374;p180"/>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9" name="Shape 1379"/>
        <p:cNvGrpSpPr/>
        <p:nvPr/>
      </p:nvGrpSpPr>
      <p:grpSpPr>
        <a:xfrm>
          <a:off x="0" y="0"/>
          <a:ext cx="0" cy="0"/>
          <a:chOff x="0" y="0"/>
          <a:chExt cx="0" cy="0"/>
        </a:xfrm>
      </p:grpSpPr>
      <p:sp>
        <p:nvSpPr>
          <p:cNvPr id="1380" name="Google Shape;1380;p181"/>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381" name="Google Shape;1381;p181"/>
          <p:cNvGraphicFramePr/>
          <p:nvPr/>
        </p:nvGraphicFramePr>
        <p:xfrm>
          <a:off x="139200" y="1108475"/>
          <a:ext cx="3000000" cy="3000000"/>
        </p:xfrm>
        <a:graphic>
          <a:graphicData uri="http://schemas.openxmlformats.org/drawingml/2006/table">
            <a:tbl>
              <a:tblPr>
                <a:noFill/>
                <a:tableStyleId>{7CCFDC1F-96CB-4417-B871-A1C218C71CC9}</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82" name="Google Shape;1382;p181"/>
          <p:cNvGraphicFramePr/>
          <p:nvPr/>
        </p:nvGraphicFramePr>
        <p:xfrm>
          <a:off x="7669163" y="4452650"/>
          <a:ext cx="3000000" cy="3000000"/>
        </p:xfrm>
        <a:graphic>
          <a:graphicData uri="http://schemas.openxmlformats.org/drawingml/2006/table">
            <a:tbl>
              <a:tblPr>
                <a:noFill/>
                <a:tableStyleId>{7CCFDC1F-96CB-4417-B871-A1C218C71CC9}</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83" name="Google Shape;1383;p181"/>
          <p:cNvGrpSpPr/>
          <p:nvPr/>
        </p:nvGrpSpPr>
        <p:grpSpPr>
          <a:xfrm>
            <a:off x="6665119" y="154838"/>
            <a:ext cx="2104650" cy="212400"/>
            <a:chOff x="9242425" y="104850"/>
            <a:chExt cx="2806200" cy="283200"/>
          </a:xfrm>
        </p:grpSpPr>
        <p:sp>
          <p:nvSpPr>
            <p:cNvPr id="1384" name="Google Shape;1384;p181"/>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85" name="Google Shape;1385;p181"/>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86" name="Google Shape;1386;p181"/>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1" name="Shape 1391"/>
        <p:cNvGrpSpPr/>
        <p:nvPr/>
      </p:nvGrpSpPr>
      <p:grpSpPr>
        <a:xfrm>
          <a:off x="0" y="0"/>
          <a:ext cx="0" cy="0"/>
          <a:chOff x="0" y="0"/>
          <a:chExt cx="0" cy="0"/>
        </a:xfrm>
      </p:grpSpPr>
      <p:sp>
        <p:nvSpPr>
          <p:cNvPr id="1392" name="Google Shape;1392;p182"/>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393" name="Google Shape;1393;p182"/>
          <p:cNvGraphicFramePr/>
          <p:nvPr/>
        </p:nvGraphicFramePr>
        <p:xfrm>
          <a:off x="139200" y="1108475"/>
          <a:ext cx="3000000" cy="3000000"/>
        </p:xfrm>
        <a:graphic>
          <a:graphicData uri="http://schemas.openxmlformats.org/drawingml/2006/table">
            <a:tbl>
              <a:tblPr>
                <a:noFill/>
                <a:tableStyleId>{7CCFDC1F-96CB-4417-B871-A1C218C71CC9}</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latin typeface="Verizon NHG TX"/>
                          <a:ea typeface="Verizon NHG TX"/>
                          <a:cs typeface="Verizon NHG TX"/>
                          <a:sym typeface="Verizon NHG TX"/>
                        </a:rPr>
                        <a:t>(see notes)</a:t>
                      </a:r>
                      <a:endParaRPr sz="7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94" name="Google Shape;1394;p182"/>
          <p:cNvGraphicFramePr/>
          <p:nvPr/>
        </p:nvGraphicFramePr>
        <p:xfrm>
          <a:off x="7669163" y="4452650"/>
          <a:ext cx="3000000" cy="3000000"/>
        </p:xfrm>
        <a:graphic>
          <a:graphicData uri="http://schemas.openxmlformats.org/drawingml/2006/table">
            <a:tbl>
              <a:tblPr>
                <a:noFill/>
                <a:tableStyleId>{7CCFDC1F-96CB-4417-B871-A1C218C71CC9}</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95" name="Google Shape;1395;p182"/>
          <p:cNvGrpSpPr/>
          <p:nvPr/>
        </p:nvGrpSpPr>
        <p:grpSpPr>
          <a:xfrm>
            <a:off x="6665119" y="154838"/>
            <a:ext cx="2104650" cy="212400"/>
            <a:chOff x="9242425" y="104850"/>
            <a:chExt cx="2806200" cy="283200"/>
          </a:xfrm>
        </p:grpSpPr>
        <p:sp>
          <p:nvSpPr>
            <p:cNvPr id="1396" name="Google Shape;1396;p18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97" name="Google Shape;1397;p182"/>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98" name="Google Shape;1398;p182"/>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02" name="Shape 1402"/>
        <p:cNvGrpSpPr/>
        <p:nvPr/>
      </p:nvGrpSpPr>
      <p:grpSpPr>
        <a:xfrm>
          <a:off x="0" y="0"/>
          <a:ext cx="0" cy="0"/>
          <a:chOff x="0" y="0"/>
          <a:chExt cx="0" cy="0"/>
        </a:xfrm>
      </p:grpSpPr>
      <p:sp>
        <p:nvSpPr>
          <p:cNvPr id="1403" name="Google Shape;1403;p183"/>
          <p:cNvSpPr txBox="1"/>
          <p:nvPr>
            <p:ph idx="1" type="body"/>
          </p:nvPr>
        </p:nvSpPr>
        <p:spPr>
          <a:xfrm>
            <a:off x="376953" y="383117"/>
            <a:ext cx="8583600" cy="1941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accent5"/>
              </a:buClr>
              <a:buSzPts val="900"/>
              <a:buNone/>
            </a:pPr>
            <a:r>
              <a:rPr lang="en">
                <a:solidFill>
                  <a:schemeClr val="dk1"/>
                </a:solidFill>
              </a:rPr>
              <a:t>2026 Planning Artifacts</a:t>
            </a:r>
            <a:endParaRPr/>
          </a:p>
        </p:txBody>
      </p:sp>
      <p:sp>
        <p:nvSpPr>
          <p:cNvPr id="1404" name="Google Shape;1404;p183"/>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t>Journey Map Example</a:t>
            </a:r>
            <a:endParaRPr/>
          </a:p>
          <a:p>
            <a:pPr indent="0" lvl="0" marL="0" rtl="0" algn="l">
              <a:lnSpc>
                <a:spcPct val="100000"/>
              </a:lnSpc>
              <a:spcBef>
                <a:spcPts val="0"/>
              </a:spcBef>
              <a:spcAft>
                <a:spcPts val="0"/>
              </a:spcAft>
              <a:buClr>
                <a:schemeClr val="dk1"/>
              </a:buClr>
              <a:buSzPts val="2100"/>
              <a:buNone/>
            </a:pPr>
            <a:r>
              <a:t/>
            </a:r>
            <a:endParaRPr/>
          </a:p>
        </p:txBody>
      </p:sp>
      <p:sp>
        <p:nvSpPr>
          <p:cNvPr id="1405" name="Google Shape;1405;p183"/>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3. Activate internet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When the light turns solid white she’s setup. If help is needed, she refers to the 5G Compass in MVA.</a:t>
            </a:r>
            <a:endParaRPr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406" name="Google Shape;1406;p183"/>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2. Find a spot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Using what she learned in-store, she chooses a </a:t>
            </a:r>
            <a:br>
              <a:rPr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spot to plug-in.</a:t>
            </a:r>
            <a:endParaRPr sz="800">
              <a:solidFill>
                <a:srgbClr val="000000"/>
              </a:solidFill>
              <a:latin typeface="Verizon NHG DS"/>
              <a:ea typeface="Verizon NHG DS"/>
              <a:cs typeface="Verizon NHG DS"/>
              <a:sym typeface="Verizon NHG DS"/>
            </a:endParaRPr>
          </a:p>
        </p:txBody>
      </p:sp>
      <p:sp>
        <p:nvSpPr>
          <p:cNvPr id="1407" name="Google Shape;1407;p183"/>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Download / Open  MVA</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If Taylor wants to personalize her network, she can scan the QR code or enter the URL to deep link in My Verizon app.</a:t>
            </a:r>
            <a:endParaRPr sz="800">
              <a:solidFill>
                <a:srgbClr val="000000"/>
              </a:solidFill>
              <a:latin typeface="Verizon NHG DS"/>
              <a:ea typeface="Verizon NHG DS"/>
              <a:cs typeface="Verizon NHG DS"/>
              <a:sym typeface="Verizon NHG DS"/>
            </a:endParaRPr>
          </a:p>
        </p:txBody>
      </p:sp>
      <p:sp>
        <p:nvSpPr>
          <p:cNvPr id="1408" name="Google Shape;1408;p183"/>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Device</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Power adapter</a:t>
            </a:r>
            <a:endParaRPr i="1" sz="800">
              <a:solidFill>
                <a:srgbClr val="EE0000"/>
              </a:solidFill>
              <a:latin typeface="Verizon NHG DS"/>
              <a:ea typeface="Verizon NHG DS"/>
              <a:cs typeface="Verizon NHG DS"/>
              <a:sym typeface="Verizon NHG DS"/>
            </a:endParaRPr>
          </a:p>
        </p:txBody>
      </p:sp>
      <p:sp>
        <p:nvSpPr>
          <p:cNvPr id="1409" name="Google Shape;1409;p183"/>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Confirmation email / </a:t>
            </a:r>
            <a:br>
              <a:rPr b="1" lang="en" sz="800">
                <a:solidFill>
                  <a:srgbClr val="000000"/>
                </a:solidFill>
                <a:latin typeface="Verizon NHG DS"/>
                <a:ea typeface="Verizon NHG DS"/>
                <a:cs typeface="Verizon NHG DS"/>
                <a:sym typeface="Verizon NHG DS"/>
              </a:rPr>
            </a:br>
            <a:r>
              <a:rPr b="1" lang="en" sz="800">
                <a:solidFill>
                  <a:srgbClr val="000000"/>
                </a:solidFill>
                <a:latin typeface="Verizon NHG DS"/>
                <a:ea typeface="Verizon NHG DS"/>
                <a:cs typeface="Verizon NHG DS"/>
                <a:sym typeface="Verizon NHG DS"/>
              </a:rPr>
              <a:t>Get ready page</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Register</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Download MVA</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5G signal map + compass</a:t>
            </a:r>
            <a:endParaRPr sz="800">
              <a:solidFill>
                <a:srgbClr val="000000"/>
              </a:solidFill>
              <a:latin typeface="Verizon NHG DS"/>
              <a:ea typeface="Verizon NHG DS"/>
              <a:cs typeface="Verizon NHG DS"/>
              <a:sym typeface="Verizon NHG DS"/>
            </a:endParaRPr>
          </a:p>
        </p:txBody>
      </p:sp>
      <p:sp>
        <p:nvSpPr>
          <p:cNvPr id="1410" name="Google Shape;1410;p183"/>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LED status</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Wi-Fi name/password</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5G signal map + compass</a:t>
            </a:r>
            <a:endParaRPr b="1" sz="800">
              <a:solidFill>
                <a:srgbClr val="000000"/>
              </a:solidFill>
              <a:latin typeface="Verizon NHG DS"/>
              <a:ea typeface="Verizon NHG DS"/>
              <a:cs typeface="Verizon NHG DS"/>
              <a:sym typeface="Verizon NHG DS"/>
            </a:endParaRPr>
          </a:p>
        </p:txBody>
      </p:sp>
      <p:sp>
        <p:nvSpPr>
          <p:cNvPr id="1411" name="Google Shape;1411;p183"/>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Authentication</a:t>
            </a:r>
            <a:endParaRPr b="1" sz="800">
              <a:solidFill>
                <a:srgbClr val="000000"/>
              </a:solidFill>
              <a:latin typeface="Verizon NHG DS"/>
              <a:ea typeface="Verizon NHG DS"/>
              <a:cs typeface="Verizon NHG DS"/>
              <a:sym typeface="Verizon NHG DS"/>
            </a:endParaRPr>
          </a:p>
        </p:txBody>
      </p:sp>
      <p:sp>
        <p:nvSpPr>
          <p:cNvPr id="1412" name="Google Shape;1412;p183"/>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Personalize internet</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Once she has the My Verizon app open, there are a variety of personalizations and settings that she can change.</a:t>
            </a:r>
            <a:endParaRPr sz="800">
              <a:solidFill>
                <a:srgbClr val="000000"/>
              </a:solidFill>
              <a:latin typeface="Verizon NHG DS"/>
              <a:ea typeface="Verizon NHG DS"/>
              <a:cs typeface="Verizon NHG DS"/>
              <a:sym typeface="Verizon NHG DS"/>
            </a:endParaRPr>
          </a:p>
        </p:txBody>
      </p:sp>
      <p:sp>
        <p:nvSpPr>
          <p:cNvPr id="1413" name="Google Shape;1413;p183"/>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Set Wi-Fi name/password</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Connect devices</a:t>
            </a:r>
            <a:endParaRPr b="1" sz="800">
              <a:solidFill>
                <a:srgbClr val="000000"/>
              </a:solidFill>
              <a:latin typeface="Verizon NHG DS"/>
              <a:ea typeface="Verizon NHG DS"/>
              <a:cs typeface="Verizon NHG DS"/>
              <a:sym typeface="Verizon NHG DS"/>
            </a:endParaRPr>
          </a:p>
        </p:txBody>
      </p:sp>
      <p:cxnSp>
        <p:nvCxnSpPr>
          <p:cNvPr id="1414" name="Google Shape;1414;p183"/>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415" name="Google Shape;1415;p183"/>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1. Unbox</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 opening the box, Taylor sees a simple 1-2-3 set of instructions for setup</a:t>
            </a:r>
            <a:endParaRPr sz="800">
              <a:solidFill>
                <a:srgbClr val="000000"/>
              </a:solidFill>
              <a:latin typeface="Verizon NHG DS"/>
              <a:ea typeface="Verizon NHG DS"/>
              <a:cs typeface="Verizon NHG DS"/>
              <a:sym typeface="Verizon NHG DS"/>
            </a:endParaRPr>
          </a:p>
        </p:txBody>
      </p:sp>
      <p:sp>
        <p:nvSpPr>
          <p:cNvPr id="1416" name="Google Shape;1416;p183"/>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60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p:txBody>
      </p:sp>
      <p:sp>
        <p:nvSpPr>
          <p:cNvPr id="1417" name="Google Shape;1417;p183"/>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Post-Sale / Pre-Setup</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Taylor gets a confirmation email to set her up for success.</a:t>
            </a:r>
            <a:endParaRPr sz="800">
              <a:solidFill>
                <a:srgbClr val="000000"/>
              </a:solidFill>
              <a:latin typeface="Verizon NHG DS"/>
              <a:ea typeface="Verizon NHG DS"/>
              <a:cs typeface="Verizon NHG DS"/>
              <a:sym typeface="Verizon NHG DS"/>
            </a:endParaRPr>
          </a:p>
        </p:txBody>
      </p:sp>
      <p:pic>
        <p:nvPicPr>
          <p:cNvPr id="1418" name="Google Shape;1418;p183"/>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419" name="Google Shape;1419;p183"/>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420" name="Google Shape;1420;p183"/>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421" name="Google Shape;1421;p183"/>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422" name="Google Shape;1422;p183"/>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423" name="Google Shape;1423;p183"/>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424" name="Google Shape;1424;p183"/>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425" name="Google Shape;1425;p183"/>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sp>
        <p:nvSpPr>
          <p:cNvPr id="1426" name="Google Shape;1426;p183"/>
          <p:cNvSpPr/>
          <p:nvPr/>
        </p:nvSpPr>
        <p:spPr>
          <a:xfrm>
            <a:off x="0" y="0"/>
            <a:ext cx="1601400" cy="212400"/>
          </a:xfrm>
          <a:prstGeom prst="rect">
            <a:avLst/>
          </a:prstGeom>
          <a:solidFill>
            <a:srgbClr val="FED60E"/>
          </a:solidFill>
          <a:ln cap="flat" cmpd="sng" w="19050">
            <a:solidFill>
              <a:srgbClr val="FED60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rgbClr val="000000"/>
                </a:solidFill>
                <a:latin typeface="Verizon NHG DS"/>
                <a:ea typeface="Verizon NHG DS"/>
                <a:cs typeface="Verizon NHG DS"/>
                <a:sym typeface="Verizon NHG DS"/>
              </a:rPr>
              <a:t>Example</a:t>
            </a:r>
            <a:endParaRPr b="1" i="1" sz="1100">
              <a:solidFill>
                <a:srgbClr val="000000"/>
              </a:solidFill>
              <a:latin typeface="Verizon NHG DS"/>
              <a:ea typeface="Verizon NHG DS"/>
              <a:cs typeface="Verizon NHG DS"/>
              <a:sym typeface="Verizon NHG D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1" name="Shape 1431"/>
        <p:cNvGrpSpPr/>
        <p:nvPr/>
      </p:nvGrpSpPr>
      <p:grpSpPr>
        <a:xfrm>
          <a:off x="0" y="0"/>
          <a:ext cx="0" cy="0"/>
          <a:chOff x="0" y="0"/>
          <a:chExt cx="0" cy="0"/>
        </a:xfrm>
      </p:grpSpPr>
      <p:sp>
        <p:nvSpPr>
          <p:cNvPr id="1432" name="Google Shape;1432;p184"/>
          <p:cNvSpPr txBox="1"/>
          <p:nvPr>
            <p:ph idx="12" type="sldNum"/>
          </p:nvPr>
        </p:nvSpPr>
        <p:spPr>
          <a:xfrm>
            <a:off x="8317509" y="4736592"/>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1433" name="Google Shape;1433;p184"/>
          <p:cNvSpPr txBox="1"/>
          <p:nvPr>
            <p:ph type="title"/>
          </p:nvPr>
        </p:nvSpPr>
        <p:spPr>
          <a:xfrm>
            <a:off x="135400" y="143375"/>
            <a:ext cx="8873100" cy="441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Master Artifacts</a:t>
            </a:r>
            <a:endParaRPr/>
          </a:p>
          <a:p>
            <a:pPr indent="0" lvl="0" marL="0" rtl="0" algn="ctr">
              <a:spcBef>
                <a:spcPts val="0"/>
              </a:spcBef>
              <a:spcAft>
                <a:spcPts val="0"/>
              </a:spcAft>
              <a:buNone/>
            </a:pPr>
            <a:r>
              <a:rPr lang="en">
                <a:solidFill>
                  <a:schemeClr val="accent1"/>
                </a:solidFill>
              </a:rPr>
              <a:t>Due 5/19</a:t>
            </a:r>
            <a:endParaRPr>
              <a:solidFill>
                <a:schemeClr val="accent1"/>
              </a:solidFill>
            </a:endParaRPr>
          </a:p>
        </p:txBody>
      </p:sp>
      <p:sp>
        <p:nvSpPr>
          <p:cNvPr id="1434" name="Google Shape;1434;p184"/>
          <p:cNvSpPr txBox="1"/>
          <p:nvPr>
            <p:ph idx="2" type="sldNum"/>
          </p:nvPr>
        </p:nvSpPr>
        <p:spPr>
          <a:xfrm>
            <a:off x="8317509" y="4733270"/>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erizon Standard Template">
  <a:themeElements>
    <a:clrScheme name="Custom 7">
      <a:dk1>
        <a:srgbClr val="000000"/>
      </a:dk1>
      <a:lt1>
        <a:srgbClr val="FFFFFF"/>
      </a:lt1>
      <a:dk2>
        <a:srgbClr val="EE001E"/>
      </a:dk2>
      <a:lt2>
        <a:srgbClr val="F6F0E2"/>
      </a:lt2>
      <a:accent1>
        <a:srgbClr val="F8FF3C"/>
      </a:accent1>
      <a:accent2>
        <a:srgbClr val="FF281E"/>
      </a:accent2>
      <a:accent3>
        <a:srgbClr val="0089EC"/>
      </a:accent3>
      <a:accent4>
        <a:srgbClr val="00B845"/>
      </a:accent4>
      <a:accent5>
        <a:srgbClr val="FF8027"/>
      </a:accent5>
      <a:accent6>
        <a:srgbClr val="FED60E"/>
      </a:accent6>
      <a:hlink>
        <a:srgbClr val="F50A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Monarch">
      <a:dk1>
        <a:srgbClr val="000000"/>
      </a:dk1>
      <a:lt1>
        <a:srgbClr val="FFFFFF"/>
      </a:lt1>
      <a:dk2>
        <a:srgbClr val="44546A"/>
      </a:dk2>
      <a:lt2>
        <a:srgbClr val="FFFFFF"/>
      </a:lt2>
      <a:accent1>
        <a:srgbClr val="F50A23"/>
      </a:accent1>
      <a:accent2>
        <a:srgbClr val="F3EDE0"/>
      </a:accent2>
      <a:accent3>
        <a:srgbClr val="F5FF1E"/>
      </a:accent3>
      <a:accent4>
        <a:srgbClr val="FF3C2C"/>
      </a:accent4>
      <a:accent5>
        <a:srgbClr val="000000"/>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