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1" r:id="rId5"/>
    <p:sldMasterId id="2147483812" r:id="rId6"/>
    <p:sldMasterId id="2147483813" r:id="rId7"/>
    <p:sldMasterId id="214748381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Lst>
  <p:sldSz cy="5143500" cx="9144000"/>
  <p:notesSz cx="6858000" cy="9144000"/>
  <p:embeddedFontLst>
    <p:embeddedFont>
      <p:font typeface="Verizon NHG TX"/>
      <p:regular r:id="rId27"/>
      <p:bold r:id="rId28"/>
      <p:italic r:id="rId29"/>
      <p:boldItalic r:id="rId30"/>
    </p:embeddedFont>
    <p:embeddedFont>
      <p:font typeface="Quattrocento Sans"/>
      <p:regular r:id="rId31"/>
      <p:bold r:id="rId32"/>
      <p:italic r:id="rId33"/>
      <p:boldItalic r:id="rId34"/>
    </p:embeddedFont>
    <p:embeddedFont>
      <p:font typeface="Verizon NHG D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679F6CA-2793-469F-AF58-FB55A7B20A4A}">
  <a:tblStyle styleId="{C679F6CA-2793-469F-AF58-FB55A7B20A4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817A6FD-9532-47C6-BEAC-F2D550AB7D5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QuattrocentoSans-regular.fntdata"/><Relationship Id="rId30" Type="http://schemas.openxmlformats.org/officeDocument/2006/relationships/font" Target="fonts/VerizonNHGTX-boldItalic.fntdata"/><Relationship Id="rId33" Type="http://schemas.openxmlformats.org/officeDocument/2006/relationships/font" Target="fonts/QuattrocentoSans-italic.fntdata"/><Relationship Id="rId32" Type="http://schemas.openxmlformats.org/officeDocument/2006/relationships/font" Target="fonts/QuattrocentoSans-bold.fntdata"/><Relationship Id="rId35" Type="http://schemas.openxmlformats.org/officeDocument/2006/relationships/font" Target="fonts/VerizonNHGDS-regular.fntdata"/><Relationship Id="rId34" Type="http://schemas.openxmlformats.org/officeDocument/2006/relationships/font" Target="fonts/QuattrocentoSans-boldItalic.fntdata"/><Relationship Id="rId37" Type="http://schemas.openxmlformats.org/officeDocument/2006/relationships/font" Target="fonts/VerizonNHGDS-italic.fntdata"/><Relationship Id="rId36" Type="http://schemas.openxmlformats.org/officeDocument/2006/relationships/font" Target="fonts/VerizonNHGDS-bold.fntdata"/><Relationship Id="rId38" Type="http://schemas.openxmlformats.org/officeDocument/2006/relationships/font" Target="fonts/VerizonNHGDS-boldItalic.fntdata"/><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font" Target="fonts/VerizonNHGTX-bold.fntdata"/><Relationship Id="rId27" Type="http://schemas.openxmlformats.org/officeDocument/2006/relationships/font" Target="fonts/VerizonNHGTX-regular.fntdata"/><Relationship Id="rId29" Type="http://schemas.openxmlformats.org/officeDocument/2006/relationships/font" Target="fonts/VerizonNHGTX-italic.fntdata"/><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3d251562ec_0_14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4" name="Google Shape;1084;g33d251562ec_0_14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5" name="Google Shape;1085;g33d251562ec_0_141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3d251562ec_0_14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4" name="Google Shape;1094;g33d251562ec_0_14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5" name="Google Shape;1095;g33d251562ec_0_14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3d251562ec_0_1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3d251562ec_0_1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33d251562ec_0_14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0" name="Google Shape;1170;g33d251562ec_0_149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1" name="Google Shape;1171;g33d251562ec_0_149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3d251562ec_0_15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6" name="Google Shape;1186;g33d251562ec_0_15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 in a grey box over area that business should not complete for clarity, re-org details</a:t>
            </a:r>
            <a:endParaRPr/>
          </a:p>
        </p:txBody>
      </p:sp>
      <p:sp>
        <p:nvSpPr>
          <p:cNvPr id="1187" name="Google Shape;1187;g33d251562ec_0_151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3d251562ec_0_15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33d251562ec_0_152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202" name="Google Shape;1202;g33d251562ec_0_152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3d251562ec_0_15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3d251562ec_0_153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214" name="Google Shape;1214;g33d251562ec_0_1535: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3d251562ec_0_1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3d251562ec_0_15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g33d251562ec_0_154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8" name="Shape 1228"/>
        <p:cNvGrpSpPr/>
        <p:nvPr/>
      </p:nvGrpSpPr>
      <p:grpSpPr>
        <a:xfrm>
          <a:off x="0" y="0"/>
          <a:ext cx="0" cy="0"/>
          <a:chOff x="0" y="0"/>
          <a:chExt cx="0" cy="0"/>
        </a:xfrm>
      </p:grpSpPr>
      <p:sp>
        <p:nvSpPr>
          <p:cNvPr id="1229" name="Google Shape;1229;g33d251562ec_0_1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0" name="Google Shape;1230;g33d251562ec_0_155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g33d251562ec_0_155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33d251562ec_0_15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g33d251562ec_0_15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1" name="Google Shape;1241;g33d251562ec_0_15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g33d251562ec_0_16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10" name="Google Shape;1310;g33d251562ec_0_16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g33d251562ec_0_1628: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3d251562ec_0_16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g33d251562ec_0_16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3d251562ec_0_16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33d251562ec_0_167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 in a grey box over area that business should not complete for clarity, re-org details</a:t>
            </a:r>
            <a:endParaRPr/>
          </a:p>
        </p:txBody>
      </p:sp>
      <p:sp>
        <p:nvSpPr>
          <p:cNvPr id="1362" name="Google Shape;1362;g33d251562ec_0_167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3d251562ec_0_1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77" name="Google Shape;1377;g33d251562ec_0_16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SzPts val="1200"/>
              <a:buFont typeface="Verizon NHG TX"/>
              <a:buChar char="-"/>
            </a:pPr>
            <a:r>
              <a:rPr lang="en" sz="1000">
                <a:latin typeface="Verizon NHG TX"/>
                <a:ea typeface="Verizon NHG TX"/>
                <a:cs typeface="Verizon NHG TX"/>
                <a:sym typeface="Verizon NHG TX"/>
              </a:rPr>
              <a:t>Travel and Internal Events</a:t>
            </a:r>
            <a:endParaRPr sz="1000">
              <a:latin typeface="Verizon NHG TX"/>
              <a:ea typeface="Verizon NHG TX"/>
              <a:cs typeface="Verizon NHG TX"/>
              <a:sym typeface="Verizon NHG TX"/>
            </a:endParaRPr>
          </a:p>
        </p:txBody>
      </p:sp>
      <p:sp>
        <p:nvSpPr>
          <p:cNvPr id="1378" name="Google Shape;1378;g33d251562ec_0_16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7" name="Shape 1387"/>
        <p:cNvGrpSpPr/>
        <p:nvPr/>
      </p:nvGrpSpPr>
      <p:grpSpPr>
        <a:xfrm>
          <a:off x="0" y="0"/>
          <a:ext cx="0" cy="0"/>
          <a:chOff x="0" y="0"/>
          <a:chExt cx="0" cy="0"/>
        </a:xfrm>
      </p:grpSpPr>
      <p:sp>
        <p:nvSpPr>
          <p:cNvPr id="1388" name="Google Shape;1388;g33d251562ec_0_1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9" name="Google Shape;1389;g33d251562ec_0_17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Verizon NHG TX"/>
                <a:ea typeface="Verizon NHG TX"/>
                <a:cs typeface="Verizon NHG TX"/>
                <a:sym typeface="Verizon NHG TX"/>
              </a:rPr>
              <a:t>Expense Management Record (EMR) Categories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Advertising and Promotion</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Contracted Services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Direct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Full Time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HR and Training</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IT and Technology Contracts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Other Operating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Overhead Costs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Professional Services Fees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Sales Incentives</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Temporary Labor</a:t>
            </a:r>
            <a:endParaRPr sz="1000">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lang="en" sz="1000">
                <a:latin typeface="Verizon NHG TX"/>
                <a:ea typeface="Verizon NHG TX"/>
                <a:cs typeface="Verizon NHG TX"/>
                <a:sym typeface="Verizon NHG TX"/>
              </a:rPr>
              <a:t>Travel and Internal Events</a:t>
            </a:r>
            <a:endParaRPr/>
          </a:p>
        </p:txBody>
      </p:sp>
      <p:sp>
        <p:nvSpPr>
          <p:cNvPr id="1390" name="Google Shape;1390;g33d251562ec_0_170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33d251562ec_0_171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g33d251562ec_0_1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g33d251562ec_0_17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9" name="Google Shape;1429;g33d251562ec_0_17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g33d251562ec_0_1741: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4.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2.png"/><Relationship Id="rId3" Type="http://schemas.openxmlformats.org/officeDocument/2006/relationships/image" Target="../media/image9.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3.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8.png"/></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9.png"/></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Slide_Info Slide">
  <p:cSld name="Info Slide">
    <p:spTree>
      <p:nvGrpSpPr>
        <p:cNvPr id="56" name="Shape 56"/>
        <p:cNvGrpSpPr/>
        <p:nvPr/>
      </p:nvGrpSpPr>
      <p:grpSpPr>
        <a:xfrm>
          <a:off x="0" y="0"/>
          <a:ext cx="0" cy="0"/>
          <a:chOff x="0" y="0"/>
          <a:chExt cx="0" cy="0"/>
        </a:xfrm>
      </p:grpSpPr>
      <p:sp>
        <p:nvSpPr>
          <p:cNvPr id="57" name="Google Shape;57;p1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 name="Google Shape;58;p1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p:nvPr/>
        </p:nvSpPr>
        <p:spPr>
          <a:xfrm>
            <a:off x="6126956" y="469106"/>
            <a:ext cx="2543100" cy="207300"/>
          </a:xfrm>
          <a:prstGeom prst="roundRect">
            <a:avLst>
              <a:gd fmla="val 16667" name="adj"/>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sz="1100">
              <a:latin typeface="Verizon NHG TX"/>
              <a:ea typeface="Verizon NHG TX"/>
              <a:cs typeface="Verizon NHG TX"/>
              <a:sym typeface="Verizon NHG TX"/>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Slide_Primary Cover - White">
  <p:cSld name="Primary Cover - White">
    <p:bg>
      <p:bgPr>
        <a:solidFill>
          <a:schemeClr val="lt1"/>
        </a:solidFill>
      </p:bgPr>
    </p:bg>
    <p:spTree>
      <p:nvGrpSpPr>
        <p:cNvPr id="60" name="Shape 60"/>
        <p:cNvGrpSpPr/>
        <p:nvPr/>
      </p:nvGrpSpPr>
      <p:grpSpPr>
        <a:xfrm>
          <a:off x="0" y="0"/>
          <a:ext cx="0" cy="0"/>
          <a:chOff x="0" y="0"/>
          <a:chExt cx="0" cy="0"/>
        </a:xfrm>
      </p:grpSpPr>
      <p:sp>
        <p:nvSpPr>
          <p:cNvPr id="61" name="Google Shape;61;p15"/>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2" name="Google Shape;62;p15"/>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1800"/>
              <a:buNone/>
              <a:defRPr i="0" sz="1800">
                <a:solidFill>
                  <a:schemeClr val="dk1"/>
                </a:solidFill>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63" name="Google Shape;63;p15"/>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4" name="Google Shape;64;p15"/>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Slide_Primary Cover - Black">
  <p:cSld name="Primary Cover - Black">
    <p:bg>
      <p:bgPr>
        <a:solidFill>
          <a:schemeClr val="dk1"/>
        </a:solidFill>
      </p:bgPr>
    </p:bg>
    <p:spTree>
      <p:nvGrpSpPr>
        <p:cNvPr id="65" name="Shape 65"/>
        <p:cNvGrpSpPr/>
        <p:nvPr/>
      </p:nvGrpSpPr>
      <p:grpSpPr>
        <a:xfrm>
          <a:off x="0" y="0"/>
          <a:ext cx="0" cy="0"/>
          <a:chOff x="0" y="0"/>
          <a:chExt cx="0" cy="0"/>
        </a:xfrm>
      </p:grpSpPr>
      <p:sp>
        <p:nvSpPr>
          <p:cNvPr id="66" name="Google Shape;66;p16"/>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7" name="Google Shape;67;p16"/>
          <p:cNvSpPr txBox="1"/>
          <p:nvPr>
            <p:ph idx="1" type="body"/>
          </p:nvPr>
        </p:nvSpPr>
        <p:spPr>
          <a:xfrm>
            <a:off x="473869" y="2628900"/>
            <a:ext cx="6801000" cy="60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68" name="Google Shape;68;p16"/>
          <p:cNvSpPr txBox="1"/>
          <p:nvPr>
            <p:ph type="title"/>
          </p:nvPr>
        </p:nvSpPr>
        <p:spPr>
          <a:xfrm>
            <a:off x="473870" y="469106"/>
            <a:ext cx="61152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69" name="Google Shape;69;p16"/>
          <p:cNvPicPr preferRelativeResize="0"/>
          <p:nvPr/>
        </p:nvPicPr>
        <p:blipFill rotWithShape="1">
          <a:blip r:embed="rId2">
            <a:alphaModFix/>
          </a:blip>
          <a:srcRect b="0" l="0" r="0" t="0"/>
          <a:stretch/>
        </p:blipFill>
        <p:spPr>
          <a:xfrm>
            <a:off x="283380" y="3639800"/>
            <a:ext cx="1289153" cy="120577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lide_Secondary Cover - White">
  <p:cSld name="Secondary Cover - White">
    <p:bg>
      <p:bgPr>
        <a:solidFill>
          <a:schemeClr val="lt1"/>
        </a:solidFill>
      </p:bgPr>
    </p:bg>
    <p:spTree>
      <p:nvGrpSpPr>
        <p:cNvPr id="70" name="Shape 70"/>
        <p:cNvGrpSpPr/>
        <p:nvPr/>
      </p:nvGrpSpPr>
      <p:grpSpPr>
        <a:xfrm>
          <a:off x="0" y="0"/>
          <a:ext cx="0" cy="0"/>
          <a:chOff x="0" y="0"/>
          <a:chExt cx="0" cy="0"/>
        </a:xfrm>
      </p:grpSpPr>
      <p:sp>
        <p:nvSpPr>
          <p:cNvPr id="71" name="Google Shape;71;p17"/>
          <p:cNvSpPr/>
          <p:nvPr/>
        </p:nvSpPr>
        <p:spPr>
          <a:xfrm>
            <a:off x="178044" y="4668716"/>
            <a:ext cx="6554700" cy="3099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2" name="Google Shape;72;p17"/>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3" name="Google Shape;73;p17"/>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800"/>
              <a:buNone/>
              <a:defRPr i="0" sz="1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74" name="Google Shape;74;p17"/>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5000"/>
              <a:buFont typeface="Arial"/>
              <a:buNone/>
              <a:defRPr sz="5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7"/>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lide_Secondary Cover - Black">
  <p:cSld name="Secondary Cover - Black">
    <p:bg>
      <p:bgPr>
        <a:solidFill>
          <a:schemeClr val="dk1"/>
        </a:solidFill>
      </p:bgPr>
    </p:bg>
    <p:spTree>
      <p:nvGrpSpPr>
        <p:cNvPr id="76" name="Shape 76"/>
        <p:cNvGrpSpPr/>
        <p:nvPr/>
      </p:nvGrpSpPr>
      <p:grpSpPr>
        <a:xfrm>
          <a:off x="0" y="0"/>
          <a:ext cx="0" cy="0"/>
          <a:chOff x="0" y="0"/>
          <a:chExt cx="0" cy="0"/>
        </a:xfrm>
      </p:grpSpPr>
      <p:sp>
        <p:nvSpPr>
          <p:cNvPr id="77" name="Google Shape;77;p1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78" name="Google Shape;78;p18"/>
          <p:cNvPicPr preferRelativeResize="0"/>
          <p:nvPr/>
        </p:nvPicPr>
        <p:blipFill rotWithShape="1">
          <a:blip r:embed="rId2">
            <a:alphaModFix/>
          </a:blip>
          <a:srcRect b="0" l="0" r="0" t="0"/>
          <a:stretch/>
        </p:blipFill>
        <p:spPr>
          <a:xfrm>
            <a:off x="184928" y="187277"/>
            <a:ext cx="2028093" cy="1896929"/>
          </a:xfrm>
          <a:prstGeom prst="rect">
            <a:avLst/>
          </a:prstGeom>
          <a:noFill/>
          <a:ln>
            <a:noFill/>
          </a:ln>
        </p:spPr>
      </p:pic>
      <p:sp>
        <p:nvSpPr>
          <p:cNvPr id="79" name="Google Shape;79;p18"/>
          <p:cNvSpPr txBox="1"/>
          <p:nvPr>
            <p:ph idx="1" type="body"/>
          </p:nvPr>
        </p:nvSpPr>
        <p:spPr>
          <a:xfrm>
            <a:off x="6703219" y="3356087"/>
            <a:ext cx="1967100" cy="58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lt1"/>
              </a:buClr>
              <a:buSzPts val="1800"/>
              <a:buNone/>
              <a:defRPr i="0" sz="18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80" name="Google Shape;80;p18"/>
          <p:cNvSpPr txBox="1"/>
          <p:nvPr>
            <p:ph type="title"/>
          </p:nvPr>
        </p:nvSpPr>
        <p:spPr>
          <a:xfrm>
            <a:off x="473870" y="3349229"/>
            <a:ext cx="5424600" cy="13146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18"/>
          <p:cNvSpPr/>
          <p:nvPr>
            <p:ph idx="2" type="pic"/>
          </p:nvPr>
        </p:nvSpPr>
        <p:spPr>
          <a:xfrm>
            <a:off x="7394972" y="469106"/>
            <a:ext cx="1275000" cy="13254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lide_Divider - White">
  <p:cSld name="Divider - White">
    <p:bg>
      <p:bgPr>
        <a:solidFill>
          <a:schemeClr val="lt1"/>
        </a:solidFill>
      </p:bgPr>
    </p:bg>
    <p:spTree>
      <p:nvGrpSpPr>
        <p:cNvPr id="82" name="Shape 82"/>
        <p:cNvGrpSpPr/>
        <p:nvPr/>
      </p:nvGrpSpPr>
      <p:grpSpPr>
        <a:xfrm>
          <a:off x="0" y="0"/>
          <a:ext cx="0" cy="0"/>
          <a:chOff x="0" y="0"/>
          <a:chExt cx="0" cy="0"/>
        </a:xfrm>
      </p:grpSpPr>
      <p:sp>
        <p:nvSpPr>
          <p:cNvPr id="83" name="Google Shape;83;p19"/>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84" name="Google Shape;84;p19"/>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dk1"/>
                </a:solidFill>
                <a:latin typeface="Arial"/>
                <a:ea typeface="Arial"/>
                <a:cs typeface="Arial"/>
                <a:sym typeface="Arial"/>
              </a:defRPr>
            </a:lvl1pPr>
            <a:lvl2pPr indent="0" lvl="1" marL="0" algn="r">
              <a:spcBef>
                <a:spcPts val="0"/>
              </a:spcBef>
              <a:buNone/>
              <a:defRPr b="0" i="0" sz="1100">
                <a:solidFill>
                  <a:schemeClr val="dk1"/>
                </a:solidFill>
                <a:latin typeface="Arial"/>
                <a:ea typeface="Arial"/>
                <a:cs typeface="Arial"/>
                <a:sym typeface="Arial"/>
              </a:defRPr>
            </a:lvl2pPr>
            <a:lvl3pPr indent="0" lvl="2" marL="0" algn="r">
              <a:spcBef>
                <a:spcPts val="0"/>
              </a:spcBef>
              <a:buNone/>
              <a:defRPr b="0" i="0" sz="1100">
                <a:solidFill>
                  <a:schemeClr val="dk1"/>
                </a:solidFill>
                <a:latin typeface="Arial"/>
                <a:ea typeface="Arial"/>
                <a:cs typeface="Arial"/>
                <a:sym typeface="Arial"/>
              </a:defRPr>
            </a:lvl3pPr>
            <a:lvl4pPr indent="0" lvl="3" marL="0" algn="r">
              <a:spcBef>
                <a:spcPts val="0"/>
              </a:spcBef>
              <a:buNone/>
              <a:defRPr b="0" i="0" sz="1100">
                <a:solidFill>
                  <a:schemeClr val="dk1"/>
                </a:solidFill>
                <a:latin typeface="Arial"/>
                <a:ea typeface="Arial"/>
                <a:cs typeface="Arial"/>
                <a:sym typeface="Arial"/>
              </a:defRPr>
            </a:lvl4pPr>
            <a:lvl5pPr indent="0" lvl="4" marL="0" algn="r">
              <a:spcBef>
                <a:spcPts val="0"/>
              </a:spcBef>
              <a:buNone/>
              <a:defRPr b="0" i="0" sz="1100">
                <a:solidFill>
                  <a:schemeClr val="dk1"/>
                </a:solidFill>
                <a:latin typeface="Arial"/>
                <a:ea typeface="Arial"/>
                <a:cs typeface="Arial"/>
                <a:sym typeface="Arial"/>
              </a:defRPr>
            </a:lvl5pPr>
            <a:lvl6pPr indent="0" lvl="5" marL="0" algn="r">
              <a:spcBef>
                <a:spcPts val="0"/>
              </a:spcBef>
              <a:buNone/>
              <a:defRPr b="0" i="0" sz="1100">
                <a:solidFill>
                  <a:schemeClr val="dk1"/>
                </a:solidFill>
                <a:latin typeface="Arial"/>
                <a:ea typeface="Arial"/>
                <a:cs typeface="Arial"/>
                <a:sym typeface="Arial"/>
              </a:defRPr>
            </a:lvl6pPr>
            <a:lvl7pPr indent="0" lvl="6" marL="0" algn="r">
              <a:spcBef>
                <a:spcPts val="0"/>
              </a:spcBef>
              <a:buNone/>
              <a:defRPr b="0" i="0" sz="1100">
                <a:solidFill>
                  <a:schemeClr val="dk1"/>
                </a:solidFill>
                <a:latin typeface="Arial"/>
                <a:ea typeface="Arial"/>
                <a:cs typeface="Arial"/>
                <a:sym typeface="Arial"/>
              </a:defRPr>
            </a:lvl7pPr>
            <a:lvl8pPr indent="0" lvl="7" marL="0" algn="r">
              <a:spcBef>
                <a:spcPts val="0"/>
              </a:spcBef>
              <a:buNone/>
              <a:defRPr b="0" i="0" sz="1100">
                <a:solidFill>
                  <a:schemeClr val="dk1"/>
                </a:solidFill>
                <a:latin typeface="Arial"/>
                <a:ea typeface="Arial"/>
                <a:cs typeface="Arial"/>
                <a:sym typeface="Arial"/>
              </a:defRPr>
            </a:lvl8pPr>
            <a:lvl9pPr indent="0" lvl="8" marL="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lide_Divider - Black">
  <p:cSld name="Divider - Black">
    <p:bg>
      <p:bgPr>
        <a:solidFill>
          <a:schemeClr val="dk1"/>
        </a:solidFill>
      </p:bgPr>
    </p:bg>
    <p:spTree>
      <p:nvGrpSpPr>
        <p:cNvPr id="86" name="Shape 86"/>
        <p:cNvGrpSpPr/>
        <p:nvPr/>
      </p:nvGrpSpPr>
      <p:grpSpPr>
        <a:xfrm>
          <a:off x="0" y="0"/>
          <a:ext cx="0" cy="0"/>
          <a:chOff x="0" y="0"/>
          <a:chExt cx="0" cy="0"/>
        </a:xfrm>
      </p:grpSpPr>
      <p:sp>
        <p:nvSpPr>
          <p:cNvPr id="87" name="Google Shape;87;p20"/>
          <p:cNvSpPr txBox="1"/>
          <p:nvPr>
            <p:ph idx="1" type="body"/>
          </p:nvPr>
        </p:nvSpPr>
        <p:spPr>
          <a:xfrm>
            <a:off x="473869" y="2628900"/>
            <a:ext cx="4046700" cy="13146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88" name="Google Shape;88;p20"/>
          <p:cNvSpPr txBox="1"/>
          <p:nvPr>
            <p:ph type="title"/>
          </p:nvPr>
        </p:nvSpPr>
        <p:spPr>
          <a:xfrm>
            <a:off x="473869" y="469107"/>
            <a:ext cx="6801000" cy="13254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9" name="Google Shape;89;p2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b="0" i="0" sz="1100">
                <a:solidFill>
                  <a:schemeClr val="lt1"/>
                </a:solidFill>
                <a:latin typeface="Arial"/>
                <a:ea typeface="Arial"/>
                <a:cs typeface="Arial"/>
                <a:sym typeface="Arial"/>
              </a:defRPr>
            </a:lvl1pPr>
            <a:lvl2pPr indent="0" lvl="1" marL="0" algn="r">
              <a:spcBef>
                <a:spcPts val="0"/>
              </a:spcBef>
              <a:buNone/>
              <a:defRPr b="0" i="0" sz="1100">
                <a:solidFill>
                  <a:schemeClr val="lt1"/>
                </a:solidFill>
                <a:latin typeface="Arial"/>
                <a:ea typeface="Arial"/>
                <a:cs typeface="Arial"/>
                <a:sym typeface="Arial"/>
              </a:defRPr>
            </a:lvl2pPr>
            <a:lvl3pPr indent="0" lvl="2" marL="0" algn="r">
              <a:spcBef>
                <a:spcPts val="0"/>
              </a:spcBef>
              <a:buNone/>
              <a:defRPr b="0" i="0" sz="1100">
                <a:solidFill>
                  <a:schemeClr val="lt1"/>
                </a:solidFill>
                <a:latin typeface="Arial"/>
                <a:ea typeface="Arial"/>
                <a:cs typeface="Arial"/>
                <a:sym typeface="Arial"/>
              </a:defRPr>
            </a:lvl3pPr>
            <a:lvl4pPr indent="0" lvl="3" marL="0" algn="r">
              <a:spcBef>
                <a:spcPts val="0"/>
              </a:spcBef>
              <a:buNone/>
              <a:defRPr b="0" i="0" sz="1100">
                <a:solidFill>
                  <a:schemeClr val="lt1"/>
                </a:solidFill>
                <a:latin typeface="Arial"/>
                <a:ea typeface="Arial"/>
                <a:cs typeface="Arial"/>
                <a:sym typeface="Arial"/>
              </a:defRPr>
            </a:lvl4pPr>
            <a:lvl5pPr indent="0" lvl="4" marL="0" algn="r">
              <a:spcBef>
                <a:spcPts val="0"/>
              </a:spcBef>
              <a:buNone/>
              <a:defRPr b="0" i="0" sz="1100">
                <a:solidFill>
                  <a:schemeClr val="lt1"/>
                </a:solidFill>
                <a:latin typeface="Arial"/>
                <a:ea typeface="Arial"/>
                <a:cs typeface="Arial"/>
                <a:sym typeface="Arial"/>
              </a:defRPr>
            </a:lvl5pPr>
            <a:lvl6pPr indent="0" lvl="5" marL="0" algn="r">
              <a:spcBef>
                <a:spcPts val="0"/>
              </a:spcBef>
              <a:buNone/>
              <a:defRPr b="0" i="0" sz="1100">
                <a:solidFill>
                  <a:schemeClr val="lt1"/>
                </a:solidFill>
                <a:latin typeface="Arial"/>
                <a:ea typeface="Arial"/>
                <a:cs typeface="Arial"/>
                <a:sym typeface="Arial"/>
              </a:defRPr>
            </a:lvl6pPr>
            <a:lvl7pPr indent="0" lvl="6" marL="0" algn="r">
              <a:spcBef>
                <a:spcPts val="0"/>
              </a:spcBef>
              <a:buNone/>
              <a:defRPr b="0" i="0" sz="1100">
                <a:solidFill>
                  <a:schemeClr val="lt1"/>
                </a:solidFill>
                <a:latin typeface="Arial"/>
                <a:ea typeface="Arial"/>
                <a:cs typeface="Arial"/>
                <a:sym typeface="Arial"/>
              </a:defRPr>
            </a:lvl7pPr>
            <a:lvl8pPr indent="0" lvl="7" marL="0" algn="r">
              <a:spcBef>
                <a:spcPts val="0"/>
              </a:spcBef>
              <a:buNone/>
              <a:defRPr b="0" i="0" sz="1100">
                <a:solidFill>
                  <a:schemeClr val="lt1"/>
                </a:solidFill>
                <a:latin typeface="Arial"/>
                <a:ea typeface="Arial"/>
                <a:cs typeface="Arial"/>
                <a:sym typeface="Arial"/>
              </a:defRPr>
            </a:lvl8pPr>
            <a:lvl9pPr indent="0" lvl="8" marL="0" algn="r">
              <a:spcBef>
                <a:spcPts val="0"/>
              </a:spcBef>
              <a:buNone/>
              <a:defRPr b="0" i="0"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20"/>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lt1"/>
                </a:solidFill>
                <a:latin typeface="Arial"/>
                <a:ea typeface="Arial"/>
                <a:cs typeface="Arial"/>
                <a:sym typeface="Arial"/>
              </a:rPr>
              <a:t>Verizon confidential and proprietary. Unauthorized disclosure, reproduction or other use prohibited.</a:t>
            </a:r>
            <a:endParaRPr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Slide_Large statement or Divider - White">
  <p:cSld name="Large statement or Divider - White">
    <p:bg>
      <p:bgPr>
        <a:solidFill>
          <a:schemeClr val="dk2"/>
        </a:solidFill>
      </p:bgPr>
    </p:bg>
    <p:spTree>
      <p:nvGrpSpPr>
        <p:cNvPr id="91" name="Shape 91"/>
        <p:cNvGrpSpPr/>
        <p:nvPr/>
      </p:nvGrpSpPr>
      <p:grpSpPr>
        <a:xfrm>
          <a:off x="0" y="0"/>
          <a:ext cx="0" cy="0"/>
          <a:chOff x="0" y="0"/>
          <a:chExt cx="0" cy="0"/>
        </a:xfrm>
      </p:grpSpPr>
      <p:sp>
        <p:nvSpPr>
          <p:cNvPr id="92" name="Google Shape;92;p21"/>
          <p:cNvSpPr/>
          <p:nvPr/>
        </p:nvSpPr>
        <p:spPr>
          <a:xfrm>
            <a:off x="498022" y="522350"/>
            <a:ext cx="8131800" cy="4074000"/>
          </a:xfrm>
          <a:prstGeom prst="rect">
            <a:avLst/>
          </a:prstGeom>
          <a:solidFill>
            <a:schemeClr val="lt2"/>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3" name="Google Shape;93;p2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21"/>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6"/>
              </a:buClr>
              <a:buSzPts val="5000"/>
              <a:buFont typeface="Arial"/>
              <a:buNone/>
              <a:defRPr sz="50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Slide_Large statement or Divider - Black">
  <p:cSld name="Large statement or Divider - Black">
    <p:bg>
      <p:bgPr>
        <a:solidFill>
          <a:schemeClr val="lt1"/>
        </a:solidFill>
      </p:bgPr>
    </p:bg>
    <p:spTree>
      <p:nvGrpSpPr>
        <p:cNvPr id="95" name="Shape 95"/>
        <p:cNvGrpSpPr/>
        <p:nvPr/>
      </p:nvGrpSpPr>
      <p:grpSpPr>
        <a:xfrm>
          <a:off x="0" y="0"/>
          <a:ext cx="0" cy="0"/>
          <a:chOff x="0" y="0"/>
          <a:chExt cx="0" cy="0"/>
        </a:xfrm>
      </p:grpSpPr>
      <p:sp>
        <p:nvSpPr>
          <p:cNvPr id="96" name="Google Shape;96;p2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2"/>
          <p:cNvSpPr/>
          <p:nvPr/>
        </p:nvSpPr>
        <p:spPr>
          <a:xfrm>
            <a:off x="498022" y="522350"/>
            <a:ext cx="8131800" cy="4074000"/>
          </a:xfrm>
          <a:prstGeom prst="rect">
            <a:avLst/>
          </a:prstGeom>
          <a:solidFill>
            <a:schemeClr val="dk1"/>
          </a:solidFill>
          <a:ln cap="flat" cmpd="sng" w="6350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98" name="Google Shape;98;p22"/>
          <p:cNvSpPr txBox="1"/>
          <p:nvPr>
            <p:ph type="title"/>
          </p:nvPr>
        </p:nvSpPr>
        <p:spPr>
          <a:xfrm>
            <a:off x="726935" y="742322"/>
            <a:ext cx="5767800" cy="15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5000"/>
              <a:buFont typeface="Arial"/>
              <a:buNone/>
              <a:defRPr sz="50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Slide_Divider w/ Copy - Yellow">
  <p:cSld name="Divider w/ Copy - Yellow">
    <p:bg>
      <p:bgPr>
        <a:solidFill>
          <a:schemeClr val="lt2"/>
        </a:solidFill>
      </p:bgPr>
    </p:bg>
    <p:spTree>
      <p:nvGrpSpPr>
        <p:cNvPr id="99" name="Shape 99"/>
        <p:cNvGrpSpPr/>
        <p:nvPr/>
      </p:nvGrpSpPr>
      <p:grpSpPr>
        <a:xfrm>
          <a:off x="0" y="0"/>
          <a:ext cx="0" cy="0"/>
          <a:chOff x="0" y="0"/>
          <a:chExt cx="0" cy="0"/>
        </a:xfrm>
      </p:grpSpPr>
      <p:sp>
        <p:nvSpPr>
          <p:cNvPr id="100" name="Google Shape;100;p23"/>
          <p:cNvSpPr/>
          <p:nvPr/>
        </p:nvSpPr>
        <p:spPr>
          <a:xfrm>
            <a:off x="0" y="0"/>
            <a:ext cx="5053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1" name="Google Shape;101;p23"/>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23"/>
          <p:cNvSpPr/>
          <p:nvPr/>
        </p:nvSpPr>
        <p:spPr>
          <a:xfrm>
            <a:off x="4567428" y="0"/>
            <a:ext cx="4576500" cy="5143500"/>
          </a:xfrm>
          <a:prstGeom prst="rect">
            <a:avLst/>
          </a:prstGeom>
          <a:solidFill>
            <a:schemeClr val="lt2"/>
          </a:solidFill>
          <a:ln cap="flat" cmpd="sng" w="82550">
            <a:solidFill>
              <a:srgbClr val="F5FF1E"/>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23"/>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SzPts val="2400"/>
              <a:buNone/>
              <a:defRPr b="0" i="0" sz="24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04" name="Google Shape;104;p23"/>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pic>
        <p:nvPicPr>
          <p:cNvPr id="106" name="Google Shape;106;p23"/>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Slide_Divider w/ Copy - Red">
  <p:cSld name="Divider w/ Copy - Red">
    <p:bg>
      <p:bgPr>
        <a:solidFill>
          <a:srgbClr val="F3EDE0"/>
        </a:solidFill>
      </p:bgPr>
    </p:bg>
    <p:spTree>
      <p:nvGrpSpPr>
        <p:cNvPr id="107" name="Shape 107"/>
        <p:cNvGrpSpPr/>
        <p:nvPr/>
      </p:nvGrpSpPr>
      <p:grpSpPr>
        <a:xfrm>
          <a:off x="0" y="0"/>
          <a:ext cx="0" cy="0"/>
          <a:chOff x="0" y="0"/>
          <a:chExt cx="0" cy="0"/>
        </a:xfrm>
      </p:grpSpPr>
      <p:sp>
        <p:nvSpPr>
          <p:cNvPr id="108" name="Google Shape;108;p24"/>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9" name="Google Shape;109;p24"/>
          <p:cNvSpPr/>
          <p:nvPr/>
        </p:nvSpPr>
        <p:spPr>
          <a:xfrm>
            <a:off x="4567428" y="0"/>
            <a:ext cx="4576500" cy="5143500"/>
          </a:xfrm>
          <a:prstGeom prst="rect">
            <a:avLst/>
          </a:prstGeom>
          <a:solidFill>
            <a:schemeClr val="accent6"/>
          </a:solidFill>
          <a:ln cap="flat" cmpd="sng" w="82550">
            <a:solidFill>
              <a:schemeClr val="accent6"/>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0" name="Google Shape;110;p24"/>
          <p:cNvSpPr txBox="1"/>
          <p:nvPr>
            <p:ph idx="1" type="body"/>
          </p:nvPr>
        </p:nvSpPr>
        <p:spPr>
          <a:xfrm>
            <a:off x="5360194" y="2628900"/>
            <a:ext cx="3552900" cy="1483500"/>
          </a:xfrm>
          <a:prstGeom prst="rect">
            <a:avLst/>
          </a:prstGeom>
          <a:noFill/>
          <a:ln>
            <a:noFill/>
          </a:ln>
        </p:spPr>
        <p:txBody>
          <a:bodyPr anchorCtr="0" anchor="t" bIns="0" lIns="0" spcFirstLastPara="1" rIns="0" wrap="square" tIns="0">
            <a:normAutofit/>
          </a:bodyPr>
          <a:lstStyle>
            <a:lvl1pPr indent="-228600" lvl="0" marL="457200" algn="l">
              <a:lnSpc>
                <a:spcPct val="98125"/>
              </a:lnSpc>
              <a:spcBef>
                <a:spcPts val="0"/>
              </a:spcBef>
              <a:spcAft>
                <a:spcPts val="0"/>
              </a:spcAft>
              <a:buClr>
                <a:schemeClr val="lt1"/>
              </a:buClr>
              <a:buSzPts val="2400"/>
              <a:buNone/>
              <a:defRPr b="0" i="0" sz="24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111" name="Google Shape;111;p24"/>
          <p:cNvSpPr txBox="1"/>
          <p:nvPr>
            <p:ph type="title"/>
          </p:nvPr>
        </p:nvSpPr>
        <p:spPr>
          <a:xfrm>
            <a:off x="473869" y="469106"/>
            <a:ext cx="3571800" cy="38937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2" name="Google Shape;112;p2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a:solidFill>
                  <a:schemeClr val="lt1"/>
                </a:solidFill>
              </a:defRPr>
            </a:lvl1pPr>
            <a:lvl2pPr indent="0" lvl="1" marL="0" marR="0" algn="r">
              <a:spcBef>
                <a:spcPts val="0"/>
              </a:spcBef>
              <a:buNone/>
              <a:defRPr i="0" sz="1100">
                <a:solidFill>
                  <a:schemeClr val="lt1"/>
                </a:solidFill>
              </a:defRPr>
            </a:lvl2pPr>
            <a:lvl3pPr indent="0" lvl="2" marL="0" marR="0" algn="r">
              <a:spcBef>
                <a:spcPts val="0"/>
              </a:spcBef>
              <a:buNone/>
              <a:defRPr i="0" sz="1100">
                <a:solidFill>
                  <a:schemeClr val="lt1"/>
                </a:solidFill>
              </a:defRPr>
            </a:lvl3pPr>
            <a:lvl4pPr indent="0" lvl="3" marL="0" marR="0" algn="r">
              <a:spcBef>
                <a:spcPts val="0"/>
              </a:spcBef>
              <a:buNone/>
              <a:defRPr i="0" sz="1100">
                <a:solidFill>
                  <a:schemeClr val="lt1"/>
                </a:solidFill>
              </a:defRPr>
            </a:lvl4pPr>
            <a:lvl5pPr indent="0" lvl="4" marL="0" marR="0" algn="r">
              <a:spcBef>
                <a:spcPts val="0"/>
              </a:spcBef>
              <a:buNone/>
              <a:defRPr i="0" sz="1100">
                <a:solidFill>
                  <a:schemeClr val="lt1"/>
                </a:solidFill>
              </a:defRPr>
            </a:lvl5pPr>
            <a:lvl6pPr indent="0" lvl="5" marL="0" marR="0" algn="r">
              <a:spcBef>
                <a:spcPts val="0"/>
              </a:spcBef>
              <a:buNone/>
              <a:defRPr i="0" sz="1100">
                <a:solidFill>
                  <a:schemeClr val="lt1"/>
                </a:solidFill>
              </a:defRPr>
            </a:lvl6pPr>
            <a:lvl7pPr indent="0" lvl="6" marL="0" marR="0" algn="r">
              <a:spcBef>
                <a:spcPts val="0"/>
              </a:spcBef>
              <a:buNone/>
              <a:defRPr i="0" sz="1100">
                <a:solidFill>
                  <a:schemeClr val="lt1"/>
                </a:solidFill>
              </a:defRPr>
            </a:lvl7pPr>
            <a:lvl8pPr indent="0" lvl="7" marL="0" marR="0" algn="r">
              <a:spcBef>
                <a:spcPts val="0"/>
              </a:spcBef>
              <a:buNone/>
              <a:defRPr i="0" sz="1100">
                <a:solidFill>
                  <a:schemeClr val="lt1"/>
                </a:solidFill>
              </a:defRPr>
            </a:lvl8pPr>
            <a:lvl9pPr indent="0" lvl="8" marL="0" marR="0" algn="r">
              <a:spcBef>
                <a:spcPts val="0"/>
              </a:spcBef>
              <a:buNone/>
              <a:defRPr i="0" sz="11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Slide_Divider w/ Image - Stone">
  <p:cSld name="Divider w/ Image - Stone">
    <p:bg>
      <p:bgPr>
        <a:solidFill>
          <a:srgbClr val="F3EDE0"/>
        </a:solidFill>
      </p:bgPr>
    </p:bg>
    <p:spTree>
      <p:nvGrpSpPr>
        <p:cNvPr id="113" name="Shape 113"/>
        <p:cNvGrpSpPr/>
        <p:nvPr/>
      </p:nvGrpSpPr>
      <p:grpSpPr>
        <a:xfrm>
          <a:off x="0" y="0"/>
          <a:ext cx="0" cy="0"/>
          <a:chOff x="0" y="0"/>
          <a:chExt cx="0" cy="0"/>
        </a:xfrm>
      </p:grpSpPr>
      <p:sp>
        <p:nvSpPr>
          <p:cNvPr id="114" name="Google Shape;114;p25"/>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15" name="Google Shape;115;p25"/>
          <p:cNvSpPr/>
          <p:nvPr>
            <p:ph idx="2" type="pic"/>
          </p:nvPr>
        </p:nvSpPr>
        <p:spPr>
          <a:xfrm>
            <a:off x="4510683" y="0"/>
            <a:ext cx="4632900" cy="5143500"/>
          </a:xfrm>
          <a:prstGeom prst="rect">
            <a:avLst/>
          </a:prstGeom>
          <a:solidFill>
            <a:schemeClr val="lt1"/>
          </a:solidFill>
          <a:ln cap="flat" cmpd="sng" w="82550">
            <a:solidFill>
              <a:srgbClr val="F5FF1E"/>
            </a:solidFill>
            <a:prstDash val="solid"/>
            <a:round/>
            <a:headEnd len="sm" w="sm" type="none"/>
            <a:tailEnd len="sm" w="sm" type="none"/>
          </a:ln>
        </p:spPr>
      </p:sp>
      <p:sp>
        <p:nvSpPr>
          <p:cNvPr id="116" name="Google Shape;116;p25"/>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3600"/>
              <a:buFont typeface="Arial"/>
              <a:buNone/>
              <a:defRPr sz="36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7" name="Google Shape;117;p2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5"/>
          <p:cNvSpPr txBox="1"/>
          <p:nvPr>
            <p:ph idx="1" type="body"/>
          </p:nvPr>
        </p:nvSpPr>
        <p:spPr>
          <a:xfrm>
            <a:off x="473869" y="2628900"/>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Slide_Divider w/ Image - Red">
  <p:cSld name="Divider w/ Image - Red">
    <p:bg>
      <p:bgPr>
        <a:solidFill>
          <a:schemeClr val="accent6"/>
        </a:solidFill>
      </p:bgPr>
    </p:bg>
    <p:spTree>
      <p:nvGrpSpPr>
        <p:cNvPr id="119" name="Shape 119"/>
        <p:cNvGrpSpPr/>
        <p:nvPr/>
      </p:nvGrpSpPr>
      <p:grpSpPr>
        <a:xfrm>
          <a:off x="0" y="0"/>
          <a:ext cx="0" cy="0"/>
          <a:chOff x="0" y="0"/>
          <a:chExt cx="0" cy="0"/>
        </a:xfrm>
      </p:grpSpPr>
      <p:sp>
        <p:nvSpPr>
          <p:cNvPr id="120" name="Google Shape;120;p26"/>
          <p:cNvSpPr/>
          <p:nvPr/>
        </p:nvSpPr>
        <p:spPr>
          <a:xfrm>
            <a:off x="2716823" y="4728064"/>
            <a:ext cx="2017800" cy="1977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6"/>
          <p:cNvSpPr/>
          <p:nvPr>
            <p:ph idx="2" type="pic"/>
          </p:nvPr>
        </p:nvSpPr>
        <p:spPr>
          <a:xfrm>
            <a:off x="4510683" y="0"/>
            <a:ext cx="4632900" cy="5143500"/>
          </a:xfrm>
          <a:prstGeom prst="rect">
            <a:avLst/>
          </a:prstGeom>
          <a:solidFill>
            <a:schemeClr val="lt1"/>
          </a:solidFill>
          <a:ln>
            <a:noFill/>
          </a:ln>
        </p:spPr>
      </p:sp>
      <p:sp>
        <p:nvSpPr>
          <p:cNvPr id="122" name="Google Shape;122;p2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6"/>
          <p:cNvSpPr txBox="1"/>
          <p:nvPr>
            <p:ph type="title"/>
          </p:nvPr>
        </p:nvSpPr>
        <p:spPr>
          <a:xfrm>
            <a:off x="473869" y="1908572"/>
            <a:ext cx="3343200" cy="606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6"/>
          <p:cNvSpPr txBox="1"/>
          <p:nvPr>
            <p:ph idx="1" type="body"/>
          </p:nvPr>
        </p:nvSpPr>
        <p:spPr>
          <a:xfrm>
            <a:off x="473869" y="2634095"/>
            <a:ext cx="3343200" cy="694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id="125" name="Google Shape;125;p26"/>
          <p:cNvPicPr preferRelativeResize="0"/>
          <p:nvPr/>
        </p:nvPicPr>
        <p:blipFill rotWithShape="1">
          <a:blip r:embed="rId2">
            <a:alphaModFix/>
          </a:blip>
          <a:srcRect b="0" l="0" r="0" t="0"/>
          <a:stretch/>
        </p:blipFill>
        <p:spPr>
          <a:xfrm>
            <a:off x="372692" y="4632722"/>
            <a:ext cx="841577" cy="34423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Slide_Agenda/TOC - White">
  <p:cSld name="Agenda/TOC - White">
    <p:spTree>
      <p:nvGrpSpPr>
        <p:cNvPr id="126" name="Shape 126"/>
        <p:cNvGrpSpPr/>
        <p:nvPr/>
      </p:nvGrpSpPr>
      <p:grpSpPr>
        <a:xfrm>
          <a:off x="0" y="0"/>
          <a:ext cx="0" cy="0"/>
          <a:chOff x="0" y="0"/>
          <a:chExt cx="0" cy="0"/>
        </a:xfrm>
      </p:grpSpPr>
      <p:sp>
        <p:nvSpPr>
          <p:cNvPr id="127" name="Google Shape;127;p27"/>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8" name="Google Shape;128;p2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7"/>
          <p:cNvSpPr/>
          <p:nvPr>
            <p:ph idx="2" type="tbl"/>
          </p:nvPr>
        </p:nvSpPr>
        <p:spPr>
          <a:xfrm>
            <a:off x="473869" y="1301354"/>
            <a:ext cx="8196300" cy="3362400"/>
          </a:xfrm>
          <a:prstGeom prst="rect">
            <a:avLst/>
          </a:prstGeom>
          <a:noFill/>
          <a:ln>
            <a:noFill/>
          </a:ln>
        </p:spPr>
        <p:txBody>
          <a:bodyPr anchorCtr="0" anchor="t" bIns="34275" lIns="68575" spcFirstLastPara="1" rIns="68575" wrap="square" tIns="34275">
            <a:noAutofit/>
          </a:bodyPr>
          <a:lstStyle>
            <a:lvl1pPr lvl="0" marR="0" algn="l">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lvl="1" marR="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Slide_Agenda/TOC Alt - White">
  <p:cSld name="Agenda/TOC Alt - White">
    <p:spTree>
      <p:nvGrpSpPr>
        <p:cNvPr id="130" name="Shape 130"/>
        <p:cNvGrpSpPr/>
        <p:nvPr/>
      </p:nvGrpSpPr>
      <p:grpSpPr>
        <a:xfrm>
          <a:off x="0" y="0"/>
          <a:ext cx="0" cy="0"/>
          <a:chOff x="0" y="0"/>
          <a:chExt cx="0" cy="0"/>
        </a:xfrm>
      </p:grpSpPr>
      <p:sp>
        <p:nvSpPr>
          <p:cNvPr id="131" name="Google Shape;131;p28"/>
          <p:cNvSpPr txBox="1"/>
          <p:nvPr>
            <p:ph idx="1" type="body"/>
          </p:nvPr>
        </p:nvSpPr>
        <p:spPr>
          <a:xfrm>
            <a:off x="473870" y="1908572"/>
            <a:ext cx="3343200" cy="24048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2" name="Google Shape;132;p28"/>
          <p:cNvSpPr txBox="1"/>
          <p:nvPr>
            <p:ph idx="2" type="body"/>
          </p:nvPr>
        </p:nvSpPr>
        <p:spPr>
          <a:xfrm>
            <a:off x="4626769" y="1908572"/>
            <a:ext cx="3351600" cy="24114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3" name="Google Shape;133;p2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4" name="Google Shape;134;p28"/>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Slide_Ideals/Principles - White">
  <p:cSld name="Ideals/Principles - White">
    <p:bg>
      <p:bgPr>
        <a:solidFill>
          <a:srgbClr val="FFFFFF"/>
        </a:solidFill>
      </p:bgPr>
    </p:bg>
    <p:spTree>
      <p:nvGrpSpPr>
        <p:cNvPr id="135" name="Shape 135"/>
        <p:cNvGrpSpPr/>
        <p:nvPr/>
      </p:nvGrpSpPr>
      <p:grpSpPr>
        <a:xfrm>
          <a:off x="0" y="0"/>
          <a:ext cx="0" cy="0"/>
          <a:chOff x="0" y="0"/>
          <a:chExt cx="0" cy="0"/>
        </a:xfrm>
      </p:grpSpPr>
      <p:sp>
        <p:nvSpPr>
          <p:cNvPr id="136" name="Google Shape;136;p29"/>
          <p:cNvSpPr txBox="1"/>
          <p:nvPr>
            <p:ph idx="1" type="body"/>
          </p:nvPr>
        </p:nvSpPr>
        <p:spPr>
          <a:xfrm>
            <a:off x="473869" y="1912482"/>
            <a:ext cx="6115200" cy="2286000"/>
          </a:xfrm>
          <a:prstGeom prst="rect">
            <a:avLst/>
          </a:prstGeom>
          <a:noFill/>
          <a:ln>
            <a:noFill/>
          </a:ln>
        </p:spPr>
        <p:txBody>
          <a:bodyPr anchorCtr="0" anchor="t" bIns="0" lIns="0" spcFirstLastPara="1" rIns="0" wrap="square" tIns="0">
            <a:normAutofit/>
          </a:bodyPr>
          <a:lstStyle>
            <a:lvl1pPr indent="-228600" lvl="0" marL="457200" algn="l">
              <a:lnSpc>
                <a:spcPct val="101250"/>
              </a:lnSpc>
              <a:spcBef>
                <a:spcPts val="0"/>
              </a:spcBef>
              <a:spcAft>
                <a:spcPts val="0"/>
              </a:spcAft>
              <a:buSzPts val="3600"/>
              <a:buNone/>
              <a:defRPr i="0" sz="3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37" name="Google Shape;137;p2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9"/>
          <p:cNvSpPr txBox="1"/>
          <p:nvPr>
            <p:ph type="title"/>
          </p:nvPr>
        </p:nvSpPr>
        <p:spPr>
          <a:xfrm>
            <a:off x="473869" y="469106"/>
            <a:ext cx="7504500" cy="604800"/>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accent6"/>
              </a:buClr>
              <a:buSzPts val="3600"/>
              <a:buFont typeface="Arial"/>
              <a:buNone/>
              <a:defRPr sz="3600">
                <a:solidFill>
                  <a:schemeClr val="accent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Slide_Bullet point and optional partner 2 - White">
  <p:cSld name="Bullet point and optional partner 2 - White">
    <p:bg>
      <p:bgPr>
        <a:solidFill>
          <a:schemeClr val="lt1"/>
        </a:solidFill>
      </p:bgPr>
    </p:bg>
    <p:spTree>
      <p:nvGrpSpPr>
        <p:cNvPr id="139" name="Shape 139"/>
        <p:cNvGrpSpPr/>
        <p:nvPr/>
      </p:nvGrpSpPr>
      <p:grpSpPr>
        <a:xfrm>
          <a:off x="0" y="0"/>
          <a:ext cx="0" cy="0"/>
          <a:chOff x="0" y="0"/>
          <a:chExt cx="0" cy="0"/>
        </a:xfrm>
      </p:grpSpPr>
      <p:sp>
        <p:nvSpPr>
          <p:cNvPr id="140" name="Google Shape;140;p30"/>
          <p:cNvSpPr/>
          <p:nvPr>
            <p:ph idx="2" type="pic"/>
          </p:nvPr>
        </p:nvSpPr>
        <p:spPr>
          <a:xfrm>
            <a:off x="7394972" y="469106"/>
            <a:ext cx="1275000" cy="1325400"/>
          </a:xfrm>
          <a:prstGeom prst="rect">
            <a:avLst/>
          </a:prstGeom>
          <a:noFill/>
          <a:ln>
            <a:noFill/>
          </a:ln>
        </p:spPr>
      </p:sp>
      <p:sp>
        <p:nvSpPr>
          <p:cNvPr id="141" name="Google Shape;141;p3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30"/>
          <p:cNvSpPr txBox="1"/>
          <p:nvPr>
            <p:ph idx="1" type="body"/>
          </p:nvPr>
        </p:nvSpPr>
        <p:spPr>
          <a:xfrm>
            <a:off x="473869" y="1908572"/>
            <a:ext cx="81963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143" name="Google Shape;143;p30"/>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144" name="Google Shape;144;p30"/>
          <p:cNvSpPr txBox="1"/>
          <p:nvPr>
            <p:ph type="title"/>
          </p:nvPr>
        </p:nvSpPr>
        <p:spPr>
          <a:xfrm>
            <a:off x="473870" y="619857"/>
            <a:ext cx="61152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Slide_Three column picture - White">
  <p:cSld name="Three column picture - White">
    <p:bg>
      <p:bgPr>
        <a:solidFill>
          <a:schemeClr val="lt1"/>
        </a:solidFill>
      </p:bgPr>
    </p:bg>
    <p:spTree>
      <p:nvGrpSpPr>
        <p:cNvPr id="145" name="Shape 145"/>
        <p:cNvGrpSpPr/>
        <p:nvPr/>
      </p:nvGrpSpPr>
      <p:grpSpPr>
        <a:xfrm>
          <a:off x="0" y="0"/>
          <a:ext cx="0" cy="0"/>
          <a:chOff x="0" y="0"/>
          <a:chExt cx="0" cy="0"/>
        </a:xfrm>
      </p:grpSpPr>
      <p:sp>
        <p:nvSpPr>
          <p:cNvPr id="146" name="Google Shape;146;p31"/>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7" name="Google Shape;147;p31"/>
          <p:cNvSpPr/>
          <p:nvPr>
            <p:ph idx="2" type="pic"/>
          </p:nvPr>
        </p:nvSpPr>
        <p:spPr>
          <a:xfrm>
            <a:off x="2555081" y="1188244"/>
            <a:ext cx="1965900" cy="2054400"/>
          </a:xfrm>
          <a:prstGeom prst="round2SameRect">
            <a:avLst>
              <a:gd fmla="val 0" name="adj1"/>
              <a:gd fmla="val 0" name="adj2"/>
            </a:avLst>
          </a:prstGeom>
          <a:solidFill>
            <a:schemeClr val="accent5"/>
          </a:solidFill>
          <a:ln>
            <a:noFill/>
          </a:ln>
        </p:spPr>
      </p:sp>
      <p:sp>
        <p:nvSpPr>
          <p:cNvPr id="148" name="Google Shape;148;p3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31"/>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0" name="Google Shape;150;p31"/>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31"/>
          <p:cNvSpPr txBox="1"/>
          <p:nvPr>
            <p:ph idx="4" type="body"/>
          </p:nvPr>
        </p:nvSpPr>
        <p:spPr>
          <a:xfrm>
            <a:off x="2555081"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31"/>
          <p:cNvSpPr/>
          <p:nvPr>
            <p:ph idx="5" type="pic"/>
          </p:nvPr>
        </p:nvSpPr>
        <p:spPr>
          <a:xfrm>
            <a:off x="4626769" y="1188244"/>
            <a:ext cx="1965900" cy="2054400"/>
          </a:xfrm>
          <a:prstGeom prst="round2SameRect">
            <a:avLst>
              <a:gd fmla="val 0" name="adj1"/>
              <a:gd fmla="val 0" name="adj2"/>
            </a:avLst>
          </a:prstGeom>
          <a:solidFill>
            <a:schemeClr val="accent5"/>
          </a:solidFill>
          <a:ln>
            <a:noFill/>
          </a:ln>
        </p:spPr>
      </p:sp>
      <p:sp>
        <p:nvSpPr>
          <p:cNvPr id="153" name="Google Shape;153;p31"/>
          <p:cNvSpPr/>
          <p:nvPr>
            <p:ph idx="6" type="pic"/>
          </p:nvPr>
        </p:nvSpPr>
        <p:spPr>
          <a:xfrm>
            <a:off x="6704409" y="1188244"/>
            <a:ext cx="1965900" cy="2054400"/>
          </a:xfrm>
          <a:prstGeom prst="round2SameRect">
            <a:avLst>
              <a:gd fmla="val 0" name="adj1"/>
              <a:gd fmla="val 0" name="adj2"/>
            </a:avLst>
          </a:prstGeom>
          <a:solidFill>
            <a:schemeClr val="accent5"/>
          </a:solidFill>
          <a:ln>
            <a:noFill/>
          </a:ln>
        </p:spPr>
      </p:sp>
      <p:sp>
        <p:nvSpPr>
          <p:cNvPr id="154" name="Google Shape;154;p31"/>
          <p:cNvSpPr txBox="1"/>
          <p:nvPr>
            <p:ph idx="7" type="body"/>
          </p:nvPr>
        </p:nvSpPr>
        <p:spPr>
          <a:xfrm>
            <a:off x="4629150"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5" name="Google Shape;155;p31"/>
          <p:cNvSpPr txBox="1"/>
          <p:nvPr>
            <p:ph idx="8" type="body"/>
          </p:nvPr>
        </p:nvSpPr>
        <p:spPr>
          <a:xfrm>
            <a:off x="6704409" y="3349229"/>
            <a:ext cx="1965900" cy="1072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Slide_Text and right picture - White">
  <p:cSld name="Text and right picture - White">
    <p:bg>
      <p:bgPr>
        <a:solidFill>
          <a:schemeClr val="lt1"/>
        </a:solidFill>
      </p:bgPr>
    </p:bg>
    <p:spTree>
      <p:nvGrpSpPr>
        <p:cNvPr id="156" name="Shape 156"/>
        <p:cNvGrpSpPr/>
        <p:nvPr/>
      </p:nvGrpSpPr>
      <p:grpSpPr>
        <a:xfrm>
          <a:off x="0" y="0"/>
          <a:ext cx="0" cy="0"/>
          <a:chOff x="0" y="0"/>
          <a:chExt cx="0" cy="0"/>
        </a:xfrm>
      </p:grpSpPr>
      <p:sp>
        <p:nvSpPr>
          <p:cNvPr id="157" name="Google Shape;157;p32"/>
          <p:cNvSpPr/>
          <p:nvPr>
            <p:ph idx="2" type="pic"/>
          </p:nvPr>
        </p:nvSpPr>
        <p:spPr>
          <a:xfrm>
            <a:off x="4687458" y="1247185"/>
            <a:ext cx="3930600" cy="2675100"/>
          </a:xfrm>
          <a:prstGeom prst="rect">
            <a:avLst/>
          </a:prstGeom>
          <a:solidFill>
            <a:schemeClr val="accent5"/>
          </a:solidFill>
          <a:ln cap="flat" cmpd="sng" w="76200">
            <a:solidFill>
              <a:srgbClr val="F5FF1E"/>
            </a:solidFill>
            <a:prstDash val="solid"/>
            <a:round/>
            <a:headEnd len="sm" w="sm" type="none"/>
            <a:tailEnd len="sm" w="sm" type="none"/>
          </a:ln>
        </p:spPr>
      </p:sp>
      <p:sp>
        <p:nvSpPr>
          <p:cNvPr id="158" name="Google Shape;158;p32"/>
          <p:cNvSpPr txBox="1"/>
          <p:nvPr>
            <p:ph idx="1" type="body"/>
          </p:nvPr>
        </p:nvSpPr>
        <p:spPr>
          <a:xfrm>
            <a:off x="4630339" y="4063604"/>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59" name="Google Shape;159;p3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32"/>
          <p:cNvSpPr txBox="1"/>
          <p:nvPr>
            <p:ph idx="3" type="body"/>
          </p:nvPr>
        </p:nvSpPr>
        <p:spPr>
          <a:xfrm>
            <a:off x="473870" y="1188244"/>
            <a:ext cx="33432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1" name="Google Shape;161;p32"/>
          <p:cNvSpPr txBox="1"/>
          <p:nvPr>
            <p:ph idx="4"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2" name="Google Shape;162;p3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Slide_Text and right picture BIG - White">
  <p:cSld name="Text and right picture BIG - White">
    <p:bg>
      <p:bgPr>
        <a:solidFill>
          <a:schemeClr val="lt1"/>
        </a:solidFill>
      </p:bgPr>
    </p:bg>
    <p:spTree>
      <p:nvGrpSpPr>
        <p:cNvPr id="163" name="Shape 163"/>
        <p:cNvGrpSpPr/>
        <p:nvPr/>
      </p:nvGrpSpPr>
      <p:grpSpPr>
        <a:xfrm>
          <a:off x="0" y="0"/>
          <a:ext cx="0" cy="0"/>
          <a:chOff x="0" y="0"/>
          <a:chExt cx="0" cy="0"/>
        </a:xfrm>
      </p:grpSpPr>
      <p:sp>
        <p:nvSpPr>
          <p:cNvPr id="164" name="Google Shape;164;p33"/>
          <p:cNvSpPr/>
          <p:nvPr>
            <p:ph idx="2" type="pic"/>
          </p:nvPr>
        </p:nvSpPr>
        <p:spPr>
          <a:xfrm>
            <a:off x="3301550" y="512833"/>
            <a:ext cx="5339400" cy="4150800"/>
          </a:xfrm>
          <a:prstGeom prst="rect">
            <a:avLst/>
          </a:prstGeom>
          <a:solidFill>
            <a:schemeClr val="accent5"/>
          </a:solidFill>
          <a:ln cap="flat" cmpd="sng" w="76200">
            <a:solidFill>
              <a:srgbClr val="F5FF1E"/>
            </a:solidFill>
            <a:prstDash val="solid"/>
            <a:round/>
            <a:headEnd len="sm" w="sm" type="none"/>
            <a:tailEnd len="sm" w="sm" type="none"/>
          </a:ln>
        </p:spPr>
      </p:sp>
      <p:sp>
        <p:nvSpPr>
          <p:cNvPr id="165" name="Google Shape;165;p33"/>
          <p:cNvSpPr txBox="1"/>
          <p:nvPr>
            <p:ph idx="1" type="body"/>
          </p:nvPr>
        </p:nvSpPr>
        <p:spPr>
          <a:xfrm>
            <a:off x="3428672" y="4354043"/>
            <a:ext cx="40398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6" name="Google Shape;166;p3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33"/>
          <p:cNvSpPr txBox="1"/>
          <p:nvPr>
            <p:ph idx="3" type="body"/>
          </p:nvPr>
        </p:nvSpPr>
        <p:spPr>
          <a:xfrm>
            <a:off x="473870" y="1308497"/>
            <a:ext cx="26466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8" name="Google Shape;168;p33"/>
          <p:cNvSpPr txBox="1"/>
          <p:nvPr>
            <p:ph idx="4" type="body"/>
          </p:nvPr>
        </p:nvSpPr>
        <p:spPr>
          <a:xfrm>
            <a:off x="476251" y="469106"/>
            <a:ext cx="26445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69" name="Google Shape;169;p33"/>
          <p:cNvSpPr txBox="1"/>
          <p:nvPr>
            <p:ph type="title"/>
          </p:nvPr>
        </p:nvSpPr>
        <p:spPr>
          <a:xfrm>
            <a:off x="473870" y="619857"/>
            <a:ext cx="26466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Slide_Text and right picture 1/2 - Stone">
  <p:cSld name="Text and right picture 1/2 - Stone">
    <p:bg>
      <p:bgPr>
        <a:solidFill>
          <a:schemeClr val="lt1"/>
        </a:solidFill>
      </p:bgPr>
    </p:bg>
    <p:spTree>
      <p:nvGrpSpPr>
        <p:cNvPr id="170" name="Shape 170"/>
        <p:cNvGrpSpPr/>
        <p:nvPr/>
      </p:nvGrpSpPr>
      <p:grpSpPr>
        <a:xfrm>
          <a:off x="0" y="0"/>
          <a:ext cx="0" cy="0"/>
          <a:chOff x="0" y="0"/>
          <a:chExt cx="0" cy="0"/>
        </a:xfrm>
      </p:grpSpPr>
      <p:sp>
        <p:nvSpPr>
          <p:cNvPr id="171" name="Google Shape;171;p34"/>
          <p:cNvSpPr/>
          <p:nvPr/>
        </p:nvSpPr>
        <p:spPr>
          <a:xfrm>
            <a:off x="-1" y="2578298"/>
            <a:ext cx="9144000" cy="2565300"/>
          </a:xfrm>
          <a:prstGeom prst="rect">
            <a:avLst/>
          </a:prstGeom>
          <a:solidFill>
            <a:schemeClr val="accent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2" name="Google Shape;172;p34"/>
          <p:cNvSpPr/>
          <p:nvPr>
            <p:ph idx="2" type="pic"/>
          </p:nvPr>
        </p:nvSpPr>
        <p:spPr>
          <a:xfrm>
            <a:off x="4626769" y="1188245"/>
            <a:ext cx="4043400" cy="2755200"/>
          </a:xfrm>
          <a:prstGeom prst="rect">
            <a:avLst/>
          </a:prstGeom>
          <a:solidFill>
            <a:schemeClr val="dk1"/>
          </a:solidFill>
          <a:ln>
            <a:noFill/>
          </a:ln>
        </p:spPr>
      </p:sp>
      <p:sp>
        <p:nvSpPr>
          <p:cNvPr id="173" name="Google Shape;173;p34"/>
          <p:cNvSpPr txBox="1"/>
          <p:nvPr>
            <p:ph idx="1" type="body"/>
          </p:nvPr>
        </p:nvSpPr>
        <p:spPr>
          <a:xfrm>
            <a:off x="4626770" y="4063604"/>
            <a:ext cx="4043400" cy="207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74" name="Google Shape;174;p3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75" name="Google Shape;175;p34"/>
          <p:cNvSpPr txBox="1"/>
          <p:nvPr>
            <p:ph idx="3" type="body"/>
          </p:nvPr>
        </p:nvSpPr>
        <p:spPr>
          <a:xfrm>
            <a:off x="473869" y="1188244"/>
            <a:ext cx="2831400" cy="127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6" name="Google Shape;176;p34"/>
          <p:cNvSpPr txBox="1"/>
          <p:nvPr>
            <p:ph idx="4" type="body"/>
          </p:nvPr>
        </p:nvSpPr>
        <p:spPr>
          <a:xfrm>
            <a:off x="473869" y="2815016"/>
            <a:ext cx="2831400" cy="1485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7" name="Google Shape;177;p34"/>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 sz="600">
                <a:solidFill>
                  <a:schemeClr val="dk1"/>
                </a:solidFill>
                <a:latin typeface="Arial"/>
                <a:ea typeface="Arial"/>
                <a:cs typeface="Arial"/>
                <a:sym typeface="Arial"/>
              </a:rPr>
              <a:t>Verizon confidential and proprietary. Unauthorized disclosure, reproduction or other use prohibited.</a:t>
            </a:r>
            <a:endParaRPr sz="1100"/>
          </a:p>
        </p:txBody>
      </p:sp>
      <p:pic>
        <p:nvPicPr>
          <p:cNvPr id="178" name="Google Shape;178;p34"/>
          <p:cNvPicPr preferRelativeResize="0"/>
          <p:nvPr/>
        </p:nvPicPr>
        <p:blipFill rotWithShape="1">
          <a:blip r:embed="rId2">
            <a:alphaModFix/>
          </a:blip>
          <a:srcRect b="0" l="0" r="0" t="0"/>
          <a:stretch/>
        </p:blipFill>
        <p:spPr>
          <a:xfrm>
            <a:off x="372624" y="4632722"/>
            <a:ext cx="841577" cy="344233"/>
          </a:xfrm>
          <a:prstGeom prst="rect">
            <a:avLst/>
          </a:prstGeom>
          <a:noFill/>
          <a:ln>
            <a:noFill/>
          </a:ln>
        </p:spPr>
      </p:pic>
      <p:sp>
        <p:nvSpPr>
          <p:cNvPr id="179" name="Google Shape;179;p34"/>
          <p:cNvSpPr txBox="1"/>
          <p:nvPr>
            <p:ph idx="5"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0" name="Google Shape;180;p34"/>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Slide_Title and Content">
  <p:cSld name="Title and Content">
    <p:bg>
      <p:bgPr>
        <a:solidFill>
          <a:schemeClr val="lt1"/>
        </a:solidFill>
      </p:bgPr>
    </p:bg>
    <p:spTree>
      <p:nvGrpSpPr>
        <p:cNvPr id="181" name="Shape 181"/>
        <p:cNvGrpSpPr/>
        <p:nvPr/>
      </p:nvGrpSpPr>
      <p:grpSpPr>
        <a:xfrm>
          <a:off x="0" y="0"/>
          <a:ext cx="0" cy="0"/>
          <a:chOff x="0" y="0"/>
          <a:chExt cx="0" cy="0"/>
        </a:xfrm>
      </p:grpSpPr>
      <p:sp>
        <p:nvSpPr>
          <p:cNvPr id="182" name="Google Shape;182;p3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3" name="Google Shape;183;p35"/>
          <p:cNvSpPr txBox="1"/>
          <p:nvPr>
            <p:ph idx="1" type="body"/>
          </p:nvPr>
        </p:nvSpPr>
        <p:spPr>
          <a:xfrm>
            <a:off x="473870" y="1188244"/>
            <a:ext cx="8196300" cy="3402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4" name="Google Shape;184;p35"/>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85" name="Google Shape;185;p3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Slide_Six-piece information">
  <p:cSld name="Six-piece information">
    <p:spTree>
      <p:nvGrpSpPr>
        <p:cNvPr id="186" name="Shape 186"/>
        <p:cNvGrpSpPr/>
        <p:nvPr/>
      </p:nvGrpSpPr>
      <p:grpSpPr>
        <a:xfrm>
          <a:off x="0" y="0"/>
          <a:ext cx="0" cy="0"/>
          <a:chOff x="0" y="0"/>
          <a:chExt cx="0" cy="0"/>
        </a:xfrm>
      </p:grpSpPr>
      <p:sp>
        <p:nvSpPr>
          <p:cNvPr id="187" name="Google Shape;187;p36"/>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36"/>
          <p:cNvSpPr txBox="1"/>
          <p:nvPr>
            <p:ph idx="1" type="body"/>
          </p:nvPr>
        </p:nvSpPr>
        <p:spPr>
          <a:xfrm>
            <a:off x="470297"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89" name="Google Shape;189;p36"/>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90" name="Google Shape;190;p36"/>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1" name="Google Shape;191;p36"/>
          <p:cNvSpPr txBox="1"/>
          <p:nvPr>
            <p:ph idx="3" type="body"/>
          </p:nvPr>
        </p:nvSpPr>
        <p:spPr>
          <a:xfrm>
            <a:off x="3248025"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2" name="Google Shape;192;p36"/>
          <p:cNvSpPr txBox="1"/>
          <p:nvPr>
            <p:ph idx="4" type="body"/>
          </p:nvPr>
        </p:nvSpPr>
        <p:spPr>
          <a:xfrm>
            <a:off x="6012656" y="1188244"/>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3" name="Google Shape;193;p36"/>
          <p:cNvSpPr txBox="1"/>
          <p:nvPr>
            <p:ph idx="5" type="body"/>
          </p:nvPr>
        </p:nvSpPr>
        <p:spPr>
          <a:xfrm>
            <a:off x="470297"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4" name="Google Shape;194;p36"/>
          <p:cNvSpPr txBox="1"/>
          <p:nvPr>
            <p:ph idx="6" type="body"/>
          </p:nvPr>
        </p:nvSpPr>
        <p:spPr>
          <a:xfrm>
            <a:off x="3248025"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95" name="Google Shape;195;p36"/>
          <p:cNvSpPr txBox="1"/>
          <p:nvPr>
            <p:ph idx="7" type="body"/>
          </p:nvPr>
        </p:nvSpPr>
        <p:spPr>
          <a:xfrm>
            <a:off x="6012656" y="2636520"/>
            <a:ext cx="2545800" cy="12633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accent6"/>
              </a:buClr>
              <a:buSzPts val="1100"/>
              <a:buNone/>
              <a:defRPr sz="1100">
                <a:solidFill>
                  <a:schemeClr val="accent6"/>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Slide_Six-image - Stone">
  <p:cSld name="Six-image - Stone">
    <p:bg>
      <p:bgPr>
        <a:solidFill>
          <a:schemeClr val="lt2"/>
        </a:solidFill>
      </p:bgPr>
    </p:bg>
    <p:spTree>
      <p:nvGrpSpPr>
        <p:cNvPr id="196" name="Shape 196"/>
        <p:cNvGrpSpPr/>
        <p:nvPr/>
      </p:nvGrpSpPr>
      <p:grpSpPr>
        <a:xfrm>
          <a:off x="0" y="0"/>
          <a:ext cx="0" cy="0"/>
          <a:chOff x="0" y="0"/>
          <a:chExt cx="0" cy="0"/>
        </a:xfrm>
      </p:grpSpPr>
      <p:sp>
        <p:nvSpPr>
          <p:cNvPr id="197" name="Google Shape;197;p37"/>
          <p:cNvSpPr/>
          <p:nvPr/>
        </p:nvSpPr>
        <p:spPr>
          <a:xfrm>
            <a:off x="2555081" y="0"/>
            <a:ext cx="6588900" cy="5143500"/>
          </a:xfrm>
          <a:prstGeom prst="rect">
            <a:avLst/>
          </a:prstGeom>
          <a:solidFill>
            <a:srgbClr val="FF3C2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98" name="Google Shape;198;p37"/>
          <p:cNvSpPr/>
          <p:nvPr>
            <p:ph idx="2" type="pic"/>
          </p:nvPr>
        </p:nvSpPr>
        <p:spPr>
          <a:xfrm>
            <a:off x="2555081" y="0"/>
            <a:ext cx="2186700" cy="2577000"/>
          </a:xfrm>
          <a:prstGeom prst="rect">
            <a:avLst/>
          </a:prstGeom>
          <a:solidFill>
            <a:schemeClr val="lt1"/>
          </a:solidFill>
          <a:ln>
            <a:noFill/>
          </a:ln>
        </p:spPr>
      </p:sp>
      <p:sp>
        <p:nvSpPr>
          <p:cNvPr id="199" name="Google Shape;199;p37"/>
          <p:cNvSpPr txBox="1"/>
          <p:nvPr>
            <p:ph idx="1" type="body"/>
          </p:nvPr>
        </p:nvSpPr>
        <p:spPr>
          <a:xfrm>
            <a:off x="2670803"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0" name="Google Shape;200;p37"/>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37"/>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2" name="Google Shape;202;p37"/>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3" name="Google Shape;203;p37"/>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4" name="Google Shape;204;p37"/>
          <p:cNvSpPr/>
          <p:nvPr>
            <p:ph idx="5" type="pic"/>
          </p:nvPr>
        </p:nvSpPr>
        <p:spPr>
          <a:xfrm>
            <a:off x="4746599" y="2571750"/>
            <a:ext cx="2222700" cy="2571900"/>
          </a:xfrm>
          <a:prstGeom prst="rect">
            <a:avLst/>
          </a:prstGeom>
          <a:solidFill>
            <a:schemeClr val="lt1"/>
          </a:solidFill>
          <a:ln>
            <a:noFill/>
          </a:ln>
        </p:spPr>
      </p:sp>
      <p:sp>
        <p:nvSpPr>
          <p:cNvPr id="205" name="Google Shape;205;p37"/>
          <p:cNvSpPr/>
          <p:nvPr>
            <p:ph idx="6" type="pic"/>
          </p:nvPr>
        </p:nvSpPr>
        <p:spPr>
          <a:xfrm>
            <a:off x="6972300" y="0"/>
            <a:ext cx="2186700" cy="2577000"/>
          </a:xfrm>
          <a:prstGeom prst="rect">
            <a:avLst/>
          </a:prstGeom>
          <a:solidFill>
            <a:schemeClr val="lt1"/>
          </a:solidFill>
          <a:ln>
            <a:noFill/>
          </a:ln>
        </p:spPr>
      </p:sp>
      <p:sp>
        <p:nvSpPr>
          <p:cNvPr id="206" name="Google Shape;206;p37"/>
          <p:cNvSpPr txBox="1"/>
          <p:nvPr>
            <p:ph idx="7" type="body"/>
          </p:nvPr>
        </p:nvSpPr>
        <p:spPr>
          <a:xfrm>
            <a:off x="7088021"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07" name="Google Shape;207;p37"/>
          <p:cNvSpPr txBox="1"/>
          <p:nvPr>
            <p:ph idx="8" type="body"/>
          </p:nvPr>
        </p:nvSpPr>
        <p:spPr>
          <a:xfrm>
            <a:off x="4834293"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Slide_Six-image - Yellow">
  <p:cSld name="Six-image - Yellow">
    <p:bg>
      <p:bgPr>
        <a:solidFill>
          <a:schemeClr val="lt2"/>
        </a:solidFill>
      </p:bgPr>
    </p:bg>
    <p:spTree>
      <p:nvGrpSpPr>
        <p:cNvPr id="208" name="Shape 208"/>
        <p:cNvGrpSpPr/>
        <p:nvPr/>
      </p:nvGrpSpPr>
      <p:grpSpPr>
        <a:xfrm>
          <a:off x="0" y="0"/>
          <a:ext cx="0" cy="0"/>
          <a:chOff x="0" y="0"/>
          <a:chExt cx="0" cy="0"/>
        </a:xfrm>
      </p:grpSpPr>
      <p:sp>
        <p:nvSpPr>
          <p:cNvPr id="209" name="Google Shape;209;p38"/>
          <p:cNvSpPr/>
          <p:nvPr/>
        </p:nvSpPr>
        <p:spPr>
          <a:xfrm>
            <a:off x="2555081" y="0"/>
            <a:ext cx="6588900" cy="5143500"/>
          </a:xfrm>
          <a:prstGeom prst="rect">
            <a:avLst/>
          </a:prstGeom>
          <a:solidFill>
            <a:srgbClr val="F5FF1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10" name="Google Shape;210;p38"/>
          <p:cNvSpPr/>
          <p:nvPr>
            <p:ph idx="2" type="pic"/>
          </p:nvPr>
        </p:nvSpPr>
        <p:spPr>
          <a:xfrm>
            <a:off x="4748405" y="0"/>
            <a:ext cx="2171400" cy="2577000"/>
          </a:xfrm>
          <a:prstGeom prst="rect">
            <a:avLst/>
          </a:prstGeom>
          <a:solidFill>
            <a:schemeClr val="dk2"/>
          </a:solidFill>
          <a:ln>
            <a:noFill/>
          </a:ln>
        </p:spPr>
      </p:sp>
      <p:sp>
        <p:nvSpPr>
          <p:cNvPr id="211" name="Google Shape;211;p38"/>
          <p:cNvSpPr txBox="1"/>
          <p:nvPr>
            <p:ph idx="1" type="body"/>
          </p:nvPr>
        </p:nvSpPr>
        <p:spPr>
          <a:xfrm>
            <a:off x="4864127" y="1666851"/>
            <a:ext cx="1689600" cy="8016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2" name="Google Shape;212;p38"/>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b="0" i="0" sz="1100">
                <a:solidFill>
                  <a:schemeClr val="dk1"/>
                </a:solidFill>
                <a:latin typeface="Arial"/>
                <a:ea typeface="Arial"/>
                <a:cs typeface="Arial"/>
                <a:sym typeface="Arial"/>
              </a:defRPr>
            </a:lvl1pPr>
            <a:lvl2pPr indent="0" lvl="1" marL="0" marR="0" algn="r">
              <a:spcBef>
                <a:spcPts val="0"/>
              </a:spcBef>
              <a:buNone/>
              <a:defRPr b="0" i="0" sz="1100">
                <a:solidFill>
                  <a:schemeClr val="dk1"/>
                </a:solidFill>
                <a:latin typeface="Arial"/>
                <a:ea typeface="Arial"/>
                <a:cs typeface="Arial"/>
                <a:sym typeface="Arial"/>
              </a:defRPr>
            </a:lvl2pPr>
            <a:lvl3pPr indent="0" lvl="2" marL="0" marR="0" algn="r">
              <a:spcBef>
                <a:spcPts val="0"/>
              </a:spcBef>
              <a:buNone/>
              <a:defRPr b="0" i="0" sz="1100">
                <a:solidFill>
                  <a:schemeClr val="dk1"/>
                </a:solidFill>
                <a:latin typeface="Arial"/>
                <a:ea typeface="Arial"/>
                <a:cs typeface="Arial"/>
                <a:sym typeface="Arial"/>
              </a:defRPr>
            </a:lvl3pPr>
            <a:lvl4pPr indent="0" lvl="3" marL="0" marR="0" algn="r">
              <a:spcBef>
                <a:spcPts val="0"/>
              </a:spcBef>
              <a:buNone/>
              <a:defRPr b="0" i="0" sz="1100">
                <a:solidFill>
                  <a:schemeClr val="dk1"/>
                </a:solidFill>
                <a:latin typeface="Arial"/>
                <a:ea typeface="Arial"/>
                <a:cs typeface="Arial"/>
                <a:sym typeface="Arial"/>
              </a:defRPr>
            </a:lvl4pPr>
            <a:lvl5pPr indent="0" lvl="4" marL="0" marR="0" algn="r">
              <a:spcBef>
                <a:spcPts val="0"/>
              </a:spcBef>
              <a:buNone/>
              <a:defRPr b="0" i="0" sz="1100">
                <a:solidFill>
                  <a:schemeClr val="dk1"/>
                </a:solidFill>
                <a:latin typeface="Arial"/>
                <a:ea typeface="Arial"/>
                <a:cs typeface="Arial"/>
                <a:sym typeface="Arial"/>
              </a:defRPr>
            </a:lvl5pPr>
            <a:lvl6pPr indent="0" lvl="5" marL="0" marR="0" algn="r">
              <a:spcBef>
                <a:spcPts val="0"/>
              </a:spcBef>
              <a:buNone/>
              <a:defRPr b="0" i="0" sz="1100">
                <a:solidFill>
                  <a:schemeClr val="dk1"/>
                </a:solidFill>
                <a:latin typeface="Arial"/>
                <a:ea typeface="Arial"/>
                <a:cs typeface="Arial"/>
                <a:sym typeface="Arial"/>
              </a:defRPr>
            </a:lvl6pPr>
            <a:lvl7pPr indent="0" lvl="6" marL="0" marR="0" algn="r">
              <a:spcBef>
                <a:spcPts val="0"/>
              </a:spcBef>
              <a:buNone/>
              <a:defRPr b="0" i="0" sz="1100">
                <a:solidFill>
                  <a:schemeClr val="dk1"/>
                </a:solidFill>
                <a:latin typeface="Arial"/>
                <a:ea typeface="Arial"/>
                <a:cs typeface="Arial"/>
                <a:sym typeface="Arial"/>
              </a:defRPr>
            </a:lvl7pPr>
            <a:lvl8pPr indent="0" lvl="7" marL="0" marR="0" algn="r">
              <a:spcBef>
                <a:spcPts val="0"/>
              </a:spcBef>
              <a:buNone/>
              <a:defRPr b="0" i="0" sz="1100">
                <a:solidFill>
                  <a:schemeClr val="dk1"/>
                </a:solidFill>
                <a:latin typeface="Arial"/>
                <a:ea typeface="Arial"/>
                <a:cs typeface="Arial"/>
                <a:sym typeface="Arial"/>
              </a:defRPr>
            </a:lvl8pPr>
            <a:lvl9pPr indent="0" lvl="8" marL="0" marR="0" algn="r">
              <a:spcBef>
                <a:spcPts val="0"/>
              </a:spcBef>
              <a:buNone/>
              <a:defRPr b="0" i="0" sz="11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38"/>
          <p:cNvSpPr txBox="1"/>
          <p:nvPr>
            <p:ph idx="3" type="body"/>
          </p:nvPr>
        </p:nvSpPr>
        <p:spPr>
          <a:xfrm>
            <a:off x="473869" y="1188244"/>
            <a:ext cx="1955100" cy="22836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4" name="Google Shape;214;p38"/>
          <p:cNvSpPr txBox="1"/>
          <p:nvPr>
            <p:ph idx="4" type="body"/>
          </p:nvPr>
        </p:nvSpPr>
        <p:spPr>
          <a:xfrm>
            <a:off x="476251" y="469106"/>
            <a:ext cx="1952700" cy="148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5" name="Google Shape;215;p38"/>
          <p:cNvSpPr txBox="1"/>
          <p:nvPr>
            <p:ph type="title"/>
          </p:nvPr>
        </p:nvSpPr>
        <p:spPr>
          <a:xfrm>
            <a:off x="473870" y="619857"/>
            <a:ext cx="19551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16" name="Google Shape;216;p38"/>
          <p:cNvSpPr/>
          <p:nvPr>
            <p:ph idx="5" type="pic"/>
          </p:nvPr>
        </p:nvSpPr>
        <p:spPr>
          <a:xfrm>
            <a:off x="6921268" y="2571750"/>
            <a:ext cx="2222700" cy="2571900"/>
          </a:xfrm>
          <a:prstGeom prst="rect">
            <a:avLst/>
          </a:prstGeom>
          <a:solidFill>
            <a:schemeClr val="dk2"/>
          </a:solidFill>
          <a:ln>
            <a:noFill/>
          </a:ln>
        </p:spPr>
      </p:sp>
      <p:sp>
        <p:nvSpPr>
          <p:cNvPr id="217" name="Google Shape;217;p38"/>
          <p:cNvSpPr txBox="1"/>
          <p:nvPr>
            <p:ph idx="6" type="body"/>
          </p:nvPr>
        </p:nvSpPr>
        <p:spPr>
          <a:xfrm>
            <a:off x="7008962"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18" name="Google Shape;218;p38"/>
          <p:cNvSpPr/>
          <p:nvPr>
            <p:ph idx="7" type="pic"/>
          </p:nvPr>
        </p:nvSpPr>
        <p:spPr>
          <a:xfrm>
            <a:off x="2555082" y="2571750"/>
            <a:ext cx="2190000" cy="2571900"/>
          </a:xfrm>
          <a:prstGeom prst="rect">
            <a:avLst/>
          </a:prstGeom>
          <a:solidFill>
            <a:schemeClr val="dk2"/>
          </a:solidFill>
          <a:ln>
            <a:noFill/>
          </a:ln>
        </p:spPr>
      </p:sp>
      <p:sp>
        <p:nvSpPr>
          <p:cNvPr id="219" name="Google Shape;219;p38"/>
          <p:cNvSpPr txBox="1"/>
          <p:nvPr>
            <p:ph idx="8" type="body"/>
          </p:nvPr>
        </p:nvSpPr>
        <p:spPr>
          <a:xfrm>
            <a:off x="2642775" y="2745043"/>
            <a:ext cx="1983600" cy="636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Slide_4-image w/ description - White">
  <p:cSld name="4-image w/ description - White">
    <p:bg>
      <p:bgPr>
        <a:solidFill>
          <a:schemeClr val="lt1"/>
        </a:solidFill>
      </p:bgPr>
    </p:bg>
    <p:spTree>
      <p:nvGrpSpPr>
        <p:cNvPr id="220" name="Shape 220"/>
        <p:cNvGrpSpPr/>
        <p:nvPr/>
      </p:nvGrpSpPr>
      <p:grpSpPr>
        <a:xfrm>
          <a:off x="0" y="0"/>
          <a:ext cx="0" cy="0"/>
          <a:chOff x="0" y="0"/>
          <a:chExt cx="0" cy="0"/>
        </a:xfrm>
      </p:grpSpPr>
      <p:sp>
        <p:nvSpPr>
          <p:cNvPr id="221" name="Google Shape;221;p39"/>
          <p:cNvSpPr/>
          <p:nvPr>
            <p:ph idx="2" type="pic"/>
          </p:nvPr>
        </p:nvSpPr>
        <p:spPr>
          <a:xfrm>
            <a:off x="473869" y="1188244"/>
            <a:ext cx="1955100" cy="2046000"/>
          </a:xfrm>
          <a:prstGeom prst="rect">
            <a:avLst/>
          </a:prstGeom>
          <a:solidFill>
            <a:schemeClr val="dk2"/>
          </a:solidFill>
          <a:ln>
            <a:noFill/>
          </a:ln>
        </p:spPr>
      </p:sp>
      <p:sp>
        <p:nvSpPr>
          <p:cNvPr id="222" name="Google Shape;222;p39"/>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23" name="Google Shape;223;p39"/>
          <p:cNvSpPr txBox="1"/>
          <p:nvPr>
            <p:ph idx="1" type="body"/>
          </p:nvPr>
        </p:nvSpPr>
        <p:spPr>
          <a:xfrm>
            <a:off x="473869"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4" name="Google Shape;224;p39"/>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25" name="Google Shape;225;p39"/>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26" name="Google Shape;226;p39"/>
          <p:cNvSpPr/>
          <p:nvPr>
            <p:ph idx="4" type="pic"/>
          </p:nvPr>
        </p:nvSpPr>
        <p:spPr>
          <a:xfrm>
            <a:off x="2571750" y="1188244"/>
            <a:ext cx="1955100" cy="2046000"/>
          </a:xfrm>
          <a:prstGeom prst="rect">
            <a:avLst/>
          </a:prstGeom>
          <a:solidFill>
            <a:schemeClr val="dk2"/>
          </a:solidFill>
          <a:ln>
            <a:noFill/>
          </a:ln>
        </p:spPr>
      </p:sp>
      <p:sp>
        <p:nvSpPr>
          <p:cNvPr id="227" name="Google Shape;227;p39"/>
          <p:cNvSpPr txBox="1"/>
          <p:nvPr>
            <p:ph idx="5" type="body"/>
          </p:nvPr>
        </p:nvSpPr>
        <p:spPr>
          <a:xfrm>
            <a:off x="2571750"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28" name="Google Shape;228;p39"/>
          <p:cNvSpPr/>
          <p:nvPr>
            <p:ph idx="6" type="pic"/>
          </p:nvPr>
        </p:nvSpPr>
        <p:spPr>
          <a:xfrm>
            <a:off x="4633913" y="1188244"/>
            <a:ext cx="1955100" cy="2046000"/>
          </a:xfrm>
          <a:prstGeom prst="rect">
            <a:avLst/>
          </a:prstGeom>
          <a:solidFill>
            <a:schemeClr val="dk2"/>
          </a:solidFill>
          <a:ln>
            <a:noFill/>
          </a:ln>
        </p:spPr>
      </p:sp>
      <p:sp>
        <p:nvSpPr>
          <p:cNvPr id="229" name="Google Shape;229;p39"/>
          <p:cNvSpPr txBox="1"/>
          <p:nvPr>
            <p:ph idx="7" type="body"/>
          </p:nvPr>
        </p:nvSpPr>
        <p:spPr>
          <a:xfrm>
            <a:off x="4633913"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30" name="Google Shape;230;p39"/>
          <p:cNvSpPr/>
          <p:nvPr>
            <p:ph idx="8" type="pic"/>
          </p:nvPr>
        </p:nvSpPr>
        <p:spPr>
          <a:xfrm>
            <a:off x="6715125" y="1188244"/>
            <a:ext cx="1955100" cy="2046000"/>
          </a:xfrm>
          <a:prstGeom prst="rect">
            <a:avLst/>
          </a:prstGeom>
          <a:solidFill>
            <a:schemeClr val="dk2"/>
          </a:solidFill>
          <a:ln>
            <a:noFill/>
          </a:ln>
        </p:spPr>
      </p:sp>
      <p:sp>
        <p:nvSpPr>
          <p:cNvPr id="231" name="Google Shape;231;p39"/>
          <p:cNvSpPr txBox="1"/>
          <p:nvPr>
            <p:ph idx="9" type="body"/>
          </p:nvPr>
        </p:nvSpPr>
        <p:spPr>
          <a:xfrm>
            <a:off x="6715125" y="3349229"/>
            <a:ext cx="1955100" cy="113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Slide_Org structure - White">
  <p:cSld name="Org structure - White">
    <p:bg>
      <p:bgPr>
        <a:solidFill>
          <a:schemeClr val="lt1"/>
        </a:solidFill>
      </p:bgPr>
    </p:bg>
    <p:spTree>
      <p:nvGrpSpPr>
        <p:cNvPr id="232" name="Shape 232"/>
        <p:cNvGrpSpPr/>
        <p:nvPr/>
      </p:nvGrpSpPr>
      <p:grpSpPr>
        <a:xfrm>
          <a:off x="0" y="0"/>
          <a:ext cx="0" cy="0"/>
          <a:chOff x="0" y="0"/>
          <a:chExt cx="0" cy="0"/>
        </a:xfrm>
      </p:grpSpPr>
      <p:sp>
        <p:nvSpPr>
          <p:cNvPr id="233" name="Google Shape;233;p4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40"/>
          <p:cNvSpPr txBox="1"/>
          <p:nvPr>
            <p:ph idx="1" type="body"/>
          </p:nvPr>
        </p:nvSpPr>
        <p:spPr>
          <a:xfrm>
            <a:off x="473869" y="1188244"/>
            <a:ext cx="19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5" name="Google Shape;235;p4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6" name="Google Shape;236;p4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Slide_Basic table slide">
  <p:cSld name="Basic table slide">
    <p:bg>
      <p:bgPr>
        <a:solidFill>
          <a:schemeClr val="lt2"/>
        </a:solidFill>
      </p:bgPr>
    </p:bg>
    <p:spTree>
      <p:nvGrpSpPr>
        <p:cNvPr id="237" name="Shape 237"/>
        <p:cNvGrpSpPr/>
        <p:nvPr/>
      </p:nvGrpSpPr>
      <p:grpSpPr>
        <a:xfrm>
          <a:off x="0" y="0"/>
          <a:ext cx="0" cy="0"/>
          <a:chOff x="0" y="0"/>
          <a:chExt cx="0" cy="0"/>
        </a:xfrm>
      </p:grpSpPr>
      <p:sp>
        <p:nvSpPr>
          <p:cNvPr id="238" name="Google Shape;238;p41"/>
          <p:cNvSpPr txBox="1"/>
          <p:nvPr>
            <p:ph idx="1"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39" name="Google Shape;239;p4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0" name="Google Shape;240;p41"/>
          <p:cNvSpPr txBox="1"/>
          <p:nvPr>
            <p:ph idx="2" type="body"/>
          </p:nvPr>
        </p:nvSpPr>
        <p:spPr>
          <a:xfrm>
            <a:off x="473869"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1" name="Google Shape;241;p41"/>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2" name="Google Shape;242;p41"/>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3" name="Google Shape;243;p41"/>
          <p:cNvSpPr txBox="1"/>
          <p:nvPr>
            <p:ph idx="4" type="body"/>
          </p:nvPr>
        </p:nvSpPr>
        <p:spPr>
          <a:xfrm>
            <a:off x="25717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4" name="Google Shape;244;p41"/>
          <p:cNvSpPr txBox="1"/>
          <p:nvPr>
            <p:ph idx="5" type="body"/>
          </p:nvPr>
        </p:nvSpPr>
        <p:spPr>
          <a:xfrm>
            <a:off x="4629150"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5" name="Google Shape;245;p41"/>
          <p:cNvSpPr txBox="1"/>
          <p:nvPr>
            <p:ph idx="6" type="body"/>
          </p:nvPr>
        </p:nvSpPr>
        <p:spPr>
          <a:xfrm>
            <a:off x="6715125" y="1794272"/>
            <a:ext cx="1955100" cy="2279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lide_Left content slide">
  <p:cSld name="Left content slide">
    <p:bg>
      <p:bgPr>
        <a:solidFill>
          <a:schemeClr val="lt1"/>
        </a:solidFill>
      </p:bgPr>
    </p:bg>
    <p:spTree>
      <p:nvGrpSpPr>
        <p:cNvPr id="246" name="Shape 246"/>
        <p:cNvGrpSpPr/>
        <p:nvPr/>
      </p:nvGrpSpPr>
      <p:grpSpPr>
        <a:xfrm>
          <a:off x="0" y="0"/>
          <a:ext cx="0" cy="0"/>
          <a:chOff x="0" y="0"/>
          <a:chExt cx="0" cy="0"/>
        </a:xfrm>
      </p:grpSpPr>
      <p:sp>
        <p:nvSpPr>
          <p:cNvPr id="247" name="Google Shape;247;p42"/>
          <p:cNvSpPr txBox="1"/>
          <p:nvPr>
            <p:ph idx="1"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48" name="Google Shape;248;p42"/>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42"/>
          <p:cNvSpPr txBox="1"/>
          <p:nvPr>
            <p:ph idx="2" type="body"/>
          </p:nvPr>
        </p:nvSpPr>
        <p:spPr>
          <a:xfrm>
            <a:off x="488156" y="1188244"/>
            <a:ext cx="1355100" cy="3083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0" name="Google Shape;250;p4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Slide_Title + Content with Description">
  <p:cSld name="Title + Content with Description">
    <p:bg>
      <p:bgPr>
        <a:solidFill>
          <a:schemeClr val="lt2"/>
        </a:solidFill>
      </p:bgPr>
    </p:bg>
    <p:spTree>
      <p:nvGrpSpPr>
        <p:cNvPr id="251" name="Shape 251"/>
        <p:cNvGrpSpPr/>
        <p:nvPr/>
      </p:nvGrpSpPr>
      <p:grpSpPr>
        <a:xfrm>
          <a:off x="0" y="0"/>
          <a:ext cx="0" cy="0"/>
          <a:chOff x="0" y="0"/>
          <a:chExt cx="0" cy="0"/>
        </a:xfrm>
      </p:grpSpPr>
      <p:sp>
        <p:nvSpPr>
          <p:cNvPr id="252" name="Google Shape;252;p4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53" name="Google Shape;253;p43"/>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4" name="Google Shape;254;p43"/>
          <p:cNvSpPr txBox="1"/>
          <p:nvPr>
            <p:ph idx="2" type="body"/>
          </p:nvPr>
        </p:nvSpPr>
        <p:spPr>
          <a:xfrm>
            <a:off x="4626770" y="469107"/>
            <a:ext cx="4043400" cy="604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5" name="Google Shape;255;p43"/>
          <p:cNvSpPr txBox="1"/>
          <p:nvPr>
            <p:ph idx="3" type="body"/>
          </p:nvPr>
        </p:nvSpPr>
        <p:spPr>
          <a:xfrm>
            <a:off x="476251" y="469106"/>
            <a:ext cx="4044600" cy="130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56" name="Google Shape;256;p43"/>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Slide_Title, Content, Chart">
  <p:cSld name="Title, Content, Chart">
    <p:bg>
      <p:bgPr>
        <a:solidFill>
          <a:schemeClr val="lt1"/>
        </a:solidFill>
      </p:bgPr>
    </p:bg>
    <p:spTree>
      <p:nvGrpSpPr>
        <p:cNvPr id="257" name="Shape 257"/>
        <p:cNvGrpSpPr/>
        <p:nvPr/>
      </p:nvGrpSpPr>
      <p:grpSpPr>
        <a:xfrm>
          <a:off x="0" y="0"/>
          <a:ext cx="0" cy="0"/>
          <a:chOff x="0" y="0"/>
          <a:chExt cx="0" cy="0"/>
        </a:xfrm>
      </p:grpSpPr>
      <p:sp>
        <p:nvSpPr>
          <p:cNvPr id="258" name="Google Shape;258;p44"/>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cxnSp>
        <p:nvCxnSpPr>
          <p:cNvPr id="259" name="Google Shape;259;p44"/>
          <p:cNvCxnSpPr/>
          <p:nvPr/>
        </p:nvCxnSpPr>
        <p:spPr>
          <a:xfrm>
            <a:off x="471488" y="4074512"/>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260" name="Google Shape;260;p44"/>
          <p:cNvSpPr/>
          <p:nvPr>
            <p:ph idx="2" type="chart"/>
          </p:nvPr>
        </p:nvSpPr>
        <p:spPr>
          <a:xfrm>
            <a:off x="4480322" y="1013937"/>
            <a:ext cx="4189800" cy="3642000"/>
          </a:xfrm>
          <a:prstGeom prst="rect">
            <a:avLst/>
          </a:prstGeom>
          <a:noFill/>
          <a:ln>
            <a:noFill/>
          </a:ln>
        </p:spPr>
        <p:txBody>
          <a:bodyPr anchorCtr="0" anchor="t" bIns="0" lIns="0" spcFirstLastPara="1" rIns="0" wrap="square" tIns="0">
            <a:noAutofit/>
          </a:bodyPr>
          <a:lstStyle>
            <a:lvl1pPr lvl="0" marR="0" algn="l">
              <a:lnSpc>
                <a:spcPct val="100000"/>
              </a:lnSpc>
              <a:spcBef>
                <a:spcPts val="800"/>
              </a:spcBef>
              <a:spcAft>
                <a:spcPts val="0"/>
              </a:spcAft>
              <a:buClr>
                <a:schemeClr val="dk1"/>
              </a:buClr>
              <a:buSzPts val="900"/>
              <a:buFont typeface="Arial"/>
              <a:buNone/>
              <a:defRPr b="1" i="0" sz="900" u="none" cap="none" strike="noStrike">
                <a:solidFill>
                  <a:schemeClr val="dk1"/>
                </a:solidFill>
                <a:latin typeface="Arial"/>
                <a:ea typeface="Arial"/>
                <a:cs typeface="Arial"/>
                <a:sym typeface="Arial"/>
              </a:defRPr>
            </a:lvl1pPr>
            <a:lvl2pPr lvl="1" marR="0" algn="l">
              <a:lnSpc>
                <a:spcPct val="10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2pPr>
            <a:lvl3pPr lvl="2" marR="0" algn="l">
              <a:lnSpc>
                <a:spcPct val="100000"/>
              </a:lnSpc>
              <a:spcBef>
                <a:spcPts val="4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3pPr>
            <a:lvl4pPr lvl="3"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4pPr>
            <a:lvl5pPr lvl="4" marR="0" algn="l">
              <a:lnSpc>
                <a:spcPct val="100000"/>
              </a:lnSpc>
              <a:spcBef>
                <a:spcPts val="400"/>
              </a:spcBef>
              <a:spcAft>
                <a:spcPts val="0"/>
              </a:spcAft>
              <a:buClr>
                <a:schemeClr val="dk1"/>
              </a:buClr>
              <a:buSzPts val="900"/>
              <a:buFont typeface="NTR"/>
              <a:buChar char="-"/>
              <a:defRPr b="0" i="0" sz="900" u="none" cap="none" strike="noStrike">
                <a:solidFill>
                  <a:schemeClr val="dk1"/>
                </a:solidFill>
                <a:latin typeface="Arial"/>
                <a:ea typeface="Arial"/>
                <a:cs typeface="Arial"/>
                <a:sym typeface="Arial"/>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61" name="Google Shape;261;p44"/>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2" name="Google Shape;262;p44"/>
          <p:cNvSpPr txBox="1"/>
          <p:nvPr>
            <p:ph idx="3" type="body"/>
          </p:nvPr>
        </p:nvSpPr>
        <p:spPr>
          <a:xfrm>
            <a:off x="488156" y="1188244"/>
            <a:ext cx="3329100" cy="27552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3" name="Google Shape;263;p44"/>
          <p:cNvSpPr txBox="1"/>
          <p:nvPr>
            <p:ph idx="4" type="body"/>
          </p:nvPr>
        </p:nvSpPr>
        <p:spPr>
          <a:xfrm>
            <a:off x="476251" y="469106"/>
            <a:ext cx="4044600" cy="142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4" name="Google Shape;264;p44"/>
          <p:cNvSpPr txBox="1"/>
          <p:nvPr>
            <p:ph type="title"/>
          </p:nvPr>
        </p:nvSpPr>
        <p:spPr>
          <a:xfrm>
            <a:off x="473870" y="619857"/>
            <a:ext cx="40467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Slide_Numbers graphic slide">
  <p:cSld name="Numbers graphic slide">
    <p:spTree>
      <p:nvGrpSpPr>
        <p:cNvPr id="265" name="Shape 265"/>
        <p:cNvGrpSpPr/>
        <p:nvPr/>
      </p:nvGrpSpPr>
      <p:grpSpPr>
        <a:xfrm>
          <a:off x="0" y="0"/>
          <a:ext cx="0" cy="0"/>
          <a:chOff x="0" y="0"/>
          <a:chExt cx="0" cy="0"/>
        </a:xfrm>
      </p:grpSpPr>
      <p:sp>
        <p:nvSpPr>
          <p:cNvPr id="266" name="Google Shape;266;p45"/>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45"/>
          <p:cNvSpPr txBox="1"/>
          <p:nvPr>
            <p:ph idx="1" type="body"/>
          </p:nvPr>
        </p:nvSpPr>
        <p:spPr>
          <a:xfrm>
            <a:off x="47387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8" name="Google Shape;268;p45"/>
          <p:cNvSpPr txBox="1"/>
          <p:nvPr>
            <p:ph idx="2" type="body"/>
          </p:nvPr>
        </p:nvSpPr>
        <p:spPr>
          <a:xfrm>
            <a:off x="47386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69" name="Google Shape;269;p45"/>
          <p:cNvSpPr txBox="1"/>
          <p:nvPr>
            <p:ph idx="3"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0" name="Google Shape;270;p45"/>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1" name="Google Shape;271;p45"/>
          <p:cNvSpPr txBox="1"/>
          <p:nvPr>
            <p:ph idx="4" type="body"/>
          </p:nvPr>
        </p:nvSpPr>
        <p:spPr>
          <a:xfrm>
            <a:off x="3257550"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2" name="Google Shape;272;p45"/>
          <p:cNvSpPr txBox="1"/>
          <p:nvPr>
            <p:ph idx="5" type="body"/>
          </p:nvPr>
        </p:nvSpPr>
        <p:spPr>
          <a:xfrm>
            <a:off x="3257549"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3" name="Google Shape;273;p45"/>
          <p:cNvSpPr txBox="1"/>
          <p:nvPr>
            <p:ph idx="6" type="body"/>
          </p:nvPr>
        </p:nvSpPr>
        <p:spPr>
          <a:xfrm>
            <a:off x="6013107" y="11430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4" name="Google Shape;274;p45"/>
          <p:cNvSpPr txBox="1"/>
          <p:nvPr>
            <p:ph idx="7" type="body"/>
          </p:nvPr>
        </p:nvSpPr>
        <p:spPr>
          <a:xfrm>
            <a:off x="6013106" y="22442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5" name="Google Shape;275;p45"/>
          <p:cNvSpPr txBox="1"/>
          <p:nvPr>
            <p:ph idx="8"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6" name="Google Shape;276;p45"/>
          <p:cNvSpPr txBox="1"/>
          <p:nvPr>
            <p:ph idx="9" type="body"/>
          </p:nvPr>
        </p:nvSpPr>
        <p:spPr>
          <a:xfrm>
            <a:off x="47386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7" name="Google Shape;277;p45"/>
          <p:cNvSpPr txBox="1"/>
          <p:nvPr>
            <p:ph idx="13"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8" name="Google Shape;278;p45"/>
          <p:cNvSpPr txBox="1"/>
          <p:nvPr>
            <p:ph idx="14" type="body"/>
          </p:nvPr>
        </p:nvSpPr>
        <p:spPr>
          <a:xfrm>
            <a:off x="3257549"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279" name="Google Shape;279;p45"/>
          <p:cNvSpPr txBox="1"/>
          <p:nvPr>
            <p:ph idx="15"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accent6"/>
              </a:buClr>
              <a:buSzPts val="7500"/>
              <a:buNone/>
              <a:defRPr i="0" sz="7500">
                <a:solidFill>
                  <a:schemeClr val="accent6"/>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80" name="Google Shape;280;p45"/>
          <p:cNvSpPr txBox="1"/>
          <p:nvPr>
            <p:ph idx="16" type="body"/>
          </p:nvPr>
        </p:nvSpPr>
        <p:spPr>
          <a:xfrm>
            <a:off x="6013106" y="3958722"/>
            <a:ext cx="2448600" cy="3849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20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Slide_Ender 1 - White">
  <p:cSld name="Ender 1 - White">
    <p:bg>
      <p:bgPr>
        <a:solidFill>
          <a:srgbClr val="FFFFFF"/>
        </a:solidFill>
      </p:bgPr>
    </p:bg>
    <p:spTree>
      <p:nvGrpSpPr>
        <p:cNvPr id="281" name="Shape 281"/>
        <p:cNvGrpSpPr/>
        <p:nvPr/>
      </p:nvGrpSpPr>
      <p:grpSpPr>
        <a:xfrm>
          <a:off x="0" y="0"/>
          <a:ext cx="0" cy="0"/>
          <a:chOff x="0" y="0"/>
          <a:chExt cx="0" cy="0"/>
        </a:xfrm>
      </p:grpSpPr>
      <p:sp>
        <p:nvSpPr>
          <p:cNvPr id="282" name="Google Shape;282;p46"/>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3" name="Google Shape;283;p46"/>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Slide_Ender 1 - Black">
  <p:cSld name="Ender 1 - Black">
    <p:bg>
      <p:bgPr>
        <a:solidFill>
          <a:srgbClr val="000000"/>
        </a:solidFill>
      </p:bgPr>
    </p:bg>
    <p:spTree>
      <p:nvGrpSpPr>
        <p:cNvPr id="284" name="Shape 284"/>
        <p:cNvGrpSpPr/>
        <p:nvPr/>
      </p:nvGrpSpPr>
      <p:grpSpPr>
        <a:xfrm>
          <a:off x="0" y="0"/>
          <a:ext cx="0" cy="0"/>
          <a:chOff x="0" y="0"/>
          <a:chExt cx="0" cy="0"/>
        </a:xfrm>
      </p:grpSpPr>
      <p:sp>
        <p:nvSpPr>
          <p:cNvPr id="285" name="Google Shape;285;p47"/>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6" name="Google Shape;286;p47"/>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87" name="Google Shape;287;p47"/>
          <p:cNvPicPr preferRelativeResize="0"/>
          <p:nvPr/>
        </p:nvPicPr>
        <p:blipFill rotWithShape="1">
          <a:blip r:embed="rId2">
            <a:alphaModFix/>
          </a:blip>
          <a:srcRect b="0" l="0" r="0" t="0"/>
          <a:stretch/>
        </p:blipFill>
        <p:spPr>
          <a:xfrm>
            <a:off x="-847885" y="1531620"/>
            <a:ext cx="10842227" cy="4434839"/>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Slide_Ender 2 - White">
  <p:cSld name="Ender 2 - White">
    <p:bg>
      <p:bgPr>
        <a:solidFill>
          <a:srgbClr val="FFFFFF"/>
        </a:solidFill>
      </p:bgPr>
    </p:bg>
    <p:spTree>
      <p:nvGrpSpPr>
        <p:cNvPr id="288" name="Shape 288"/>
        <p:cNvGrpSpPr/>
        <p:nvPr/>
      </p:nvGrpSpPr>
      <p:grpSpPr>
        <a:xfrm>
          <a:off x="0" y="0"/>
          <a:ext cx="0" cy="0"/>
          <a:chOff x="0" y="0"/>
          <a:chExt cx="0" cy="0"/>
        </a:xfrm>
      </p:grpSpPr>
      <p:sp>
        <p:nvSpPr>
          <p:cNvPr id="289" name="Google Shape;289;p48"/>
          <p:cNvSpPr/>
          <p:nvPr/>
        </p:nvSpPr>
        <p:spPr>
          <a:xfrm>
            <a:off x="217609" y="4741252"/>
            <a:ext cx="6185400" cy="224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0" name="Google Shape;290;p48"/>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Slide_Ender 2 - Black">
  <p:cSld name="Ender 2 - Black">
    <p:bg>
      <p:bgPr>
        <a:solidFill>
          <a:srgbClr val="000000"/>
        </a:solidFill>
      </p:bgPr>
    </p:bg>
    <p:spTree>
      <p:nvGrpSpPr>
        <p:cNvPr id="291" name="Shape 291"/>
        <p:cNvGrpSpPr/>
        <p:nvPr/>
      </p:nvGrpSpPr>
      <p:grpSpPr>
        <a:xfrm>
          <a:off x="0" y="0"/>
          <a:ext cx="0" cy="0"/>
          <a:chOff x="0" y="0"/>
          <a:chExt cx="0" cy="0"/>
        </a:xfrm>
      </p:grpSpPr>
      <p:sp>
        <p:nvSpPr>
          <p:cNvPr id="292" name="Google Shape;292;p49"/>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293" name="Google Shape;293;p49"/>
          <p:cNvPicPr preferRelativeResize="0"/>
          <p:nvPr/>
        </p:nvPicPr>
        <p:blipFill rotWithShape="1">
          <a:blip r:embed="rId2">
            <a:alphaModFix/>
          </a:blip>
          <a:srcRect b="0" l="0" r="0" t="0"/>
          <a:stretch/>
        </p:blipFill>
        <p:spPr>
          <a:xfrm>
            <a:off x="3045619" y="1140198"/>
            <a:ext cx="3063717" cy="2865571"/>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Slide_Content slide">
  <p:cSld name="Content slide">
    <p:bg>
      <p:bgPr>
        <a:solidFill>
          <a:schemeClr val="lt1"/>
        </a:solidFill>
      </p:bgPr>
    </p:bg>
    <p:spTree>
      <p:nvGrpSpPr>
        <p:cNvPr id="294" name="Shape 294"/>
        <p:cNvGrpSpPr/>
        <p:nvPr/>
      </p:nvGrpSpPr>
      <p:grpSpPr>
        <a:xfrm>
          <a:off x="0" y="0"/>
          <a:ext cx="0" cy="0"/>
          <a:chOff x="0" y="0"/>
          <a:chExt cx="0" cy="0"/>
        </a:xfrm>
      </p:grpSpPr>
      <p:sp>
        <p:nvSpPr>
          <p:cNvPr id="295" name="Google Shape;295;p50"/>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96" name="Google Shape;296;p50"/>
          <p:cNvSpPr txBox="1"/>
          <p:nvPr>
            <p:ph idx="1" type="body"/>
          </p:nvPr>
        </p:nvSpPr>
        <p:spPr>
          <a:xfrm>
            <a:off x="473868" y="1188244"/>
            <a:ext cx="8196300" cy="34467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800"/>
              </a:spcBef>
              <a:spcAft>
                <a:spcPts val="0"/>
              </a:spcAft>
              <a:buClr>
                <a:schemeClr val="dk1"/>
              </a:buClr>
              <a:buSzPts val="900"/>
              <a:buNone/>
              <a:defRPr/>
            </a:lvl1pPr>
            <a:lvl2pPr indent="-228600" lvl="1" marL="914400" algn="l">
              <a:lnSpc>
                <a:spcPct val="100000"/>
              </a:lnSpc>
              <a:spcBef>
                <a:spcPts val="400"/>
              </a:spcBef>
              <a:spcAft>
                <a:spcPts val="0"/>
              </a:spcAft>
              <a:buClr>
                <a:schemeClr val="dk1"/>
              </a:buClr>
              <a:buSzPts val="900"/>
              <a:buNone/>
              <a:defRPr/>
            </a:lvl2pPr>
            <a:lvl3pPr indent="-285750" lvl="2" marL="1371600" algn="l">
              <a:lnSpc>
                <a:spcPct val="100000"/>
              </a:lnSpc>
              <a:spcBef>
                <a:spcPts val="400"/>
              </a:spcBef>
              <a:spcAft>
                <a:spcPts val="0"/>
              </a:spcAft>
              <a:buClr>
                <a:schemeClr val="dk1"/>
              </a:buClr>
              <a:buSzPts val="900"/>
              <a:buChar char="•"/>
              <a:defRPr/>
            </a:lvl3pPr>
            <a:lvl4pPr indent="-285750" lvl="3" marL="1828800" algn="l">
              <a:lnSpc>
                <a:spcPct val="100000"/>
              </a:lnSpc>
              <a:spcBef>
                <a:spcPts val="400"/>
              </a:spcBef>
              <a:spcAft>
                <a:spcPts val="0"/>
              </a:spcAft>
              <a:buClr>
                <a:schemeClr val="dk1"/>
              </a:buClr>
              <a:buSzPts val="900"/>
              <a:buChar char="-"/>
              <a:defRPr/>
            </a:lvl4pPr>
            <a:lvl5pPr indent="-285750" lvl="4" marL="2286000" algn="l">
              <a:lnSpc>
                <a:spcPct val="100000"/>
              </a:lnSpc>
              <a:spcBef>
                <a:spcPts val="400"/>
              </a:spcBef>
              <a:spcAft>
                <a:spcPts val="0"/>
              </a:spcAft>
              <a:buClr>
                <a:schemeClr val="dk1"/>
              </a:buClr>
              <a:buSzPts val="900"/>
              <a:buChar char="-"/>
              <a:defRPr/>
            </a:lvl5pPr>
            <a:lvl6pPr indent="-285750" lvl="5" marL="2743200" algn="l">
              <a:lnSpc>
                <a:spcPct val="90000"/>
              </a:lnSpc>
              <a:spcBef>
                <a:spcPts val="400"/>
              </a:spcBef>
              <a:spcAft>
                <a:spcPts val="0"/>
              </a:spcAft>
              <a:buClr>
                <a:schemeClr val="dk1"/>
              </a:buClr>
              <a:buSzPts val="900"/>
              <a:buChar char="-"/>
              <a:defRPr sz="900"/>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7" name="Google Shape;297;p50"/>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Clr>
                <a:schemeClr val="dk1"/>
              </a:buClr>
              <a:buSzPts val="800"/>
              <a:buNone/>
              <a:defRPr b="0" i="0" sz="800">
                <a:solidFill>
                  <a:schemeClr val="dk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8" name="Google Shape;298;p50"/>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Slide_Safe Harbor statement 1">
  <p:cSld name="Safe Harbor statement_1">
    <p:spTree>
      <p:nvGrpSpPr>
        <p:cNvPr id="299" name="Shape 299"/>
        <p:cNvGrpSpPr/>
        <p:nvPr/>
      </p:nvGrpSpPr>
      <p:grpSpPr>
        <a:xfrm>
          <a:off x="0" y="0"/>
          <a:ext cx="0" cy="0"/>
          <a:chOff x="0" y="0"/>
          <a:chExt cx="0" cy="0"/>
        </a:xfrm>
      </p:grpSpPr>
      <p:sp>
        <p:nvSpPr>
          <p:cNvPr id="300" name="Google Shape;300;p51"/>
          <p:cNvSpPr/>
          <p:nvPr/>
        </p:nvSpPr>
        <p:spPr>
          <a:xfrm>
            <a:off x="473869" y="4267200"/>
            <a:ext cx="8196300" cy="3966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1" name="Google Shape;301;p5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02" name="Google Shape;302;p51"/>
          <p:cNvSpPr txBox="1"/>
          <p:nvPr/>
        </p:nvSpPr>
        <p:spPr>
          <a:xfrm>
            <a:off x="406114" y="414516"/>
            <a:ext cx="34110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100" u="none" cap="none" strike="noStrike">
                <a:solidFill>
                  <a:schemeClr val="accent6"/>
                </a:solidFill>
                <a:latin typeface="Verizon NHG TX"/>
                <a:ea typeface="Verizon NHG TX"/>
                <a:cs typeface="Verizon NHG TX"/>
                <a:sym typeface="Verizon NHG TX"/>
              </a:rPr>
              <a:t>“Safe Harbor” Statement</a:t>
            </a:r>
            <a:endParaRPr sz="1400">
              <a:solidFill>
                <a:schemeClr val="accent6"/>
              </a:solidFill>
              <a:latin typeface="Verizon NHG TX"/>
              <a:ea typeface="Verizon NHG TX"/>
              <a:cs typeface="Verizon NHG TX"/>
              <a:sym typeface="Verizon NHG TX"/>
            </a:endParaRPr>
          </a:p>
        </p:txBody>
      </p:sp>
      <p:sp>
        <p:nvSpPr>
          <p:cNvPr id="303" name="Google Shape;303;p51"/>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04" name="Google Shape;304;p51"/>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Slide_Blank Layout">
  <p:cSld name="CUSTOM">
    <p:spTree>
      <p:nvGrpSpPr>
        <p:cNvPr id="305" name="Shape 305"/>
        <p:cNvGrpSpPr/>
        <p:nvPr/>
      </p:nvGrpSpPr>
      <p:grpSpPr>
        <a:xfrm>
          <a:off x="0" y="0"/>
          <a:ext cx="0" cy="0"/>
          <a:chOff x="0" y="0"/>
          <a:chExt cx="0" cy="0"/>
        </a:xfrm>
      </p:grpSpPr>
      <p:sp>
        <p:nvSpPr>
          <p:cNvPr id="306" name="Google Shape;306;p52"/>
          <p:cNvSpPr txBox="1"/>
          <p:nvPr>
            <p:ph type="title"/>
          </p:nvPr>
        </p:nvSpPr>
        <p:spPr>
          <a:xfrm>
            <a:off x="473869" y="469106"/>
            <a:ext cx="7951200" cy="531900"/>
          </a:xfrm>
          <a:prstGeom prst="rect">
            <a:avLst/>
          </a:prstGeom>
        </p:spPr>
        <p:txBody>
          <a:bodyPr anchorCtr="0" anchor="t" bIns="0" lIns="0" spcFirstLastPara="1" rIns="0" wrap="square" tIns="0">
            <a:norm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7" name="Google Shape;307;p52"/>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lvl1pPr lvl="0">
              <a:buClr>
                <a:srgbClr val="000000"/>
              </a:buClr>
              <a:buFont typeface="Arial"/>
              <a:buNone/>
              <a:defRPr/>
            </a:lvl1pPr>
            <a:lvl2pPr lvl="1">
              <a:buClr>
                <a:srgbClr val="000000"/>
              </a:buClr>
              <a:buFont typeface="Arial"/>
              <a:buNone/>
              <a:defRPr/>
            </a:lvl2pPr>
            <a:lvl3pPr lvl="2">
              <a:buClr>
                <a:srgbClr val="000000"/>
              </a:buClr>
              <a:buFont typeface="Arial"/>
              <a:buNone/>
              <a:defRPr/>
            </a:lvl3pPr>
            <a:lvl4pPr lvl="3">
              <a:buClr>
                <a:srgbClr val="000000"/>
              </a:buClr>
              <a:buFont typeface="Arial"/>
              <a:buNone/>
              <a:defRPr/>
            </a:lvl4pPr>
            <a:lvl5pPr lvl="4">
              <a:buClr>
                <a:srgbClr val="000000"/>
              </a:buClr>
              <a:buFont typeface="Arial"/>
              <a:buNone/>
              <a:defRPr/>
            </a:lvl5pPr>
            <a:lvl6pPr lvl="5">
              <a:buClr>
                <a:srgbClr val="000000"/>
              </a:buClr>
              <a:buFont typeface="Arial"/>
              <a:buNone/>
              <a:defRPr/>
            </a:lvl6pPr>
            <a:lvl7pPr lvl="6">
              <a:buClr>
                <a:srgbClr val="000000"/>
              </a:buClr>
              <a:buFont typeface="Arial"/>
              <a:buNone/>
              <a:defRPr/>
            </a:lvl7pPr>
            <a:lvl8pPr lvl="7">
              <a:buClr>
                <a:srgbClr val="000000"/>
              </a:buClr>
              <a:buFont typeface="Arial"/>
              <a:buNone/>
              <a:defRPr/>
            </a:lvl8pPr>
            <a:lvl9pPr lvl="8">
              <a:buClr>
                <a:srgbClr val="000000"/>
              </a:buClr>
              <a:buFont typeface="Arial"/>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308" name="Shape 308"/>
        <p:cNvGrpSpPr/>
        <p:nvPr/>
      </p:nvGrpSpPr>
      <p:grpSpPr>
        <a:xfrm>
          <a:off x="0" y="0"/>
          <a:ext cx="0" cy="0"/>
          <a:chOff x="0" y="0"/>
          <a:chExt cx="0" cy="0"/>
        </a:xfrm>
      </p:grpSpPr>
      <p:sp>
        <p:nvSpPr>
          <p:cNvPr id="309" name="Google Shape;309;p53"/>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
        <p:nvSpPr>
          <p:cNvPr id="310" name="Google Shape;310;p53"/>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1" name="Google Shape;311;p53"/>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4">
    <p:spTree>
      <p:nvGrpSpPr>
        <p:cNvPr id="312" name="Shape 312"/>
        <p:cNvGrpSpPr/>
        <p:nvPr/>
      </p:nvGrpSpPr>
      <p:grpSpPr>
        <a:xfrm>
          <a:off x="0" y="0"/>
          <a:ext cx="0" cy="0"/>
          <a:chOff x="0" y="0"/>
          <a:chExt cx="0" cy="0"/>
        </a:xfrm>
      </p:grpSpPr>
      <p:sp>
        <p:nvSpPr>
          <p:cNvPr id="313" name="Google Shape;313;p54"/>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14" name="Google Shape;314;p54"/>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5" name="Google Shape;315;p54"/>
          <p:cNvSpPr txBox="1"/>
          <p:nvPr>
            <p:ph idx="12" type="sldNum"/>
          </p:nvPr>
        </p:nvSpPr>
        <p:spPr>
          <a:xfrm>
            <a:off x="8458200" y="4700016"/>
            <a:ext cx="228600"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16" name="Google Shape;316;p54"/>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17" name="Google Shape;317;p54"/>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8" name="Shape 318"/>
        <p:cNvGrpSpPr/>
        <p:nvPr/>
      </p:nvGrpSpPr>
      <p:grpSpPr>
        <a:xfrm>
          <a:off x="0" y="0"/>
          <a:ext cx="0" cy="0"/>
          <a:chOff x="0" y="0"/>
          <a:chExt cx="0" cy="0"/>
        </a:xfrm>
      </p:grpSpPr>
      <p:sp>
        <p:nvSpPr>
          <p:cNvPr id="319" name="Google Shape;319;p55"/>
          <p:cNvSpPr txBox="1"/>
          <p:nvPr>
            <p:ph idx="10" type="dt"/>
          </p:nvPr>
        </p:nvSpPr>
        <p:spPr>
          <a:xfrm>
            <a:off x="228600" y="3178175"/>
            <a:ext cx="1066800" cy="1824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0" name="Google Shape;320;p55"/>
          <p:cNvSpPr txBox="1"/>
          <p:nvPr>
            <p:ph idx="11" type="ftr"/>
          </p:nvPr>
        </p:nvSpPr>
        <p:spPr>
          <a:xfrm>
            <a:off x="1562100" y="3178175"/>
            <a:ext cx="1447800" cy="1824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321" name="Google Shape;321;p55"/>
          <p:cNvSpPr txBox="1"/>
          <p:nvPr>
            <p:ph idx="12" type="sldNum"/>
          </p:nvPr>
        </p:nvSpPr>
        <p:spPr>
          <a:xfrm>
            <a:off x="3276600" y="3178175"/>
            <a:ext cx="1066800" cy="215400"/>
          </a:xfrm>
          <a:prstGeom prst="rect">
            <a:avLst/>
          </a:prstGeom>
          <a:noFill/>
          <a:ln>
            <a:noFill/>
          </a:ln>
        </p:spPr>
        <p:txBody>
          <a:bodyPr anchorCtr="0" anchor="ctr" bIns="22850" lIns="45725" spcFirstLastPara="1" rIns="45725" wrap="square" tIns="2285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322" name="Shape 322"/>
        <p:cNvGrpSpPr/>
        <p:nvPr/>
      </p:nvGrpSpPr>
      <p:grpSpPr>
        <a:xfrm>
          <a:off x="0" y="0"/>
          <a:ext cx="0" cy="0"/>
          <a:chOff x="0" y="0"/>
          <a:chExt cx="0" cy="0"/>
        </a:xfrm>
      </p:grpSpPr>
      <p:sp>
        <p:nvSpPr>
          <p:cNvPr id="323" name="Google Shape;323;p56"/>
          <p:cNvSpPr txBox="1"/>
          <p:nvPr>
            <p:ph idx="1" type="body"/>
          </p:nvPr>
        </p:nvSpPr>
        <p:spPr>
          <a:xfrm>
            <a:off x="228601" y="228600"/>
            <a:ext cx="42828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4" name="Google Shape;324;p56"/>
          <p:cNvSpPr txBox="1"/>
          <p:nvPr>
            <p:ph idx="2" type="body"/>
          </p:nvPr>
        </p:nvSpPr>
        <p:spPr>
          <a:xfrm>
            <a:off x="228599" y="359209"/>
            <a:ext cx="42828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25" name="Google Shape;325;p56"/>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Full Blank">
  <p:cSld name="31_Full Blank">
    <p:spTree>
      <p:nvGrpSpPr>
        <p:cNvPr id="326" name="Shape 326"/>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7" name="Shape 327"/>
        <p:cNvGrpSpPr/>
        <p:nvPr/>
      </p:nvGrpSpPr>
      <p:grpSpPr>
        <a:xfrm>
          <a:off x="0" y="0"/>
          <a:ext cx="0" cy="0"/>
          <a:chOff x="0" y="0"/>
          <a:chExt cx="0" cy="0"/>
        </a:xfrm>
      </p:grpSpPr>
      <p:sp>
        <p:nvSpPr>
          <p:cNvPr id="328" name="Google Shape;328;p58"/>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9" name="Google Shape;329;p58"/>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30" name="Google Shape;330;p58"/>
          <p:cNvSpPr txBox="1"/>
          <p:nvPr>
            <p:ph idx="12" type="sldNum"/>
          </p:nvPr>
        </p:nvSpPr>
        <p:spPr>
          <a:xfrm>
            <a:off x="6553200" y="4767263"/>
            <a:ext cx="2133600" cy="261600"/>
          </a:xfrm>
          <a:prstGeom prst="rect">
            <a:avLst/>
          </a:prstGeom>
          <a:noFill/>
          <a:ln>
            <a:noFill/>
          </a:ln>
        </p:spPr>
        <p:txBody>
          <a:bodyPr anchorCtr="0" anchor="ctr" bIns="45700" lIns="0" spcFirstLastPara="1" rIns="0" wrap="square" tIns="4570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331" name="Shape 331"/>
        <p:cNvGrpSpPr/>
        <p:nvPr/>
      </p:nvGrpSpPr>
      <p:grpSpPr>
        <a:xfrm>
          <a:off x="0" y="0"/>
          <a:ext cx="0" cy="0"/>
          <a:chOff x="0" y="0"/>
          <a:chExt cx="0" cy="0"/>
        </a:xfrm>
      </p:grpSpPr>
      <p:sp>
        <p:nvSpPr>
          <p:cNvPr id="332" name="Google Shape;332;p5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33" name="Google Shape;333;p59"/>
          <p:cNvPicPr preferRelativeResize="0"/>
          <p:nvPr/>
        </p:nvPicPr>
        <p:blipFill rotWithShape="1">
          <a:blip r:embed="rId2">
            <a:alphaModFix/>
          </a:blip>
          <a:srcRect b="0" l="0" r="0" t="0"/>
          <a:stretch/>
        </p:blipFill>
        <p:spPr>
          <a:xfrm>
            <a:off x="229133" y="4768923"/>
            <a:ext cx="637643" cy="142756"/>
          </a:xfrm>
          <a:prstGeom prst="rect">
            <a:avLst/>
          </a:prstGeom>
          <a:noFill/>
          <a:ln>
            <a:noFill/>
          </a:ln>
        </p:spPr>
      </p:pic>
      <p:sp>
        <p:nvSpPr>
          <p:cNvPr id="334" name="Google Shape;334;p5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35" name="Google Shape;335;p5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336" name="Google Shape;336;p59"/>
          <p:cNvSpPr txBox="1"/>
          <p:nvPr/>
        </p:nvSpPr>
        <p:spPr>
          <a:xfrm>
            <a:off x="8642255" y="4759509"/>
            <a:ext cx="272700" cy="1692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100">
                <a:solidFill>
                  <a:schemeClr val="accent1"/>
                </a:solidFill>
                <a:latin typeface="Verizon NHG TX"/>
                <a:ea typeface="Verizon NHG TX"/>
                <a:cs typeface="Verizon NHG TX"/>
                <a:sym typeface="Verizon NHG TX"/>
              </a:rPr>
              <a:t>‹#›</a:t>
            </a:fld>
            <a:endParaRPr b="1" i="0" sz="11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_1">
    <p:bg>
      <p:bgPr>
        <a:solidFill>
          <a:schemeClr val="dk1"/>
        </a:solidFill>
      </p:bgPr>
    </p:bg>
    <p:spTree>
      <p:nvGrpSpPr>
        <p:cNvPr id="337" name="Shape 337"/>
        <p:cNvGrpSpPr/>
        <p:nvPr/>
      </p:nvGrpSpPr>
      <p:grpSpPr>
        <a:xfrm>
          <a:off x="0" y="0"/>
          <a:ext cx="0" cy="0"/>
          <a:chOff x="0" y="0"/>
          <a:chExt cx="0" cy="0"/>
        </a:xfrm>
      </p:grpSpPr>
      <p:sp>
        <p:nvSpPr>
          <p:cNvPr id="338" name="Google Shape;338;p60"/>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339" name="Google Shape;339;p60"/>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0" name="Google Shape;340;p60"/>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341" name="Google Shape;341;p60"/>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5">
    <p:spTree>
      <p:nvGrpSpPr>
        <p:cNvPr id="342" name="Shape 342"/>
        <p:cNvGrpSpPr/>
        <p:nvPr/>
      </p:nvGrpSpPr>
      <p:grpSpPr>
        <a:xfrm>
          <a:off x="0" y="0"/>
          <a:ext cx="0" cy="0"/>
          <a:chOff x="0" y="0"/>
          <a:chExt cx="0" cy="0"/>
        </a:xfrm>
      </p:grpSpPr>
      <p:sp>
        <p:nvSpPr>
          <p:cNvPr id="343" name="Google Shape;343;p61"/>
          <p:cNvSpPr txBox="1"/>
          <p:nvPr>
            <p:ph idx="1" type="body"/>
          </p:nvPr>
        </p:nvSpPr>
        <p:spPr>
          <a:xfrm>
            <a:off x="457200" y="1459580"/>
            <a:ext cx="7086600" cy="30174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SzPts val="1200"/>
              <a:buNone/>
              <a:defRPr/>
            </a:lvl1pPr>
            <a:lvl2pPr indent="-228600" lvl="1" marL="914400" algn="l">
              <a:lnSpc>
                <a:spcPct val="100000"/>
              </a:lnSpc>
              <a:spcBef>
                <a:spcPts val="900"/>
              </a:spcBef>
              <a:spcAft>
                <a:spcPts val="0"/>
              </a:spcAft>
              <a:buSzPts val="1200"/>
              <a:buNone/>
              <a:defRPr/>
            </a:lvl2pPr>
            <a:lvl3pPr indent="-304800" lvl="2" marL="1371600" algn="l">
              <a:lnSpc>
                <a:spcPct val="100000"/>
              </a:lnSpc>
              <a:spcBef>
                <a:spcPts val="600"/>
              </a:spcBef>
              <a:spcAft>
                <a:spcPts val="0"/>
              </a:spcAft>
              <a:buSzPts val="1200"/>
              <a:buChar char="•"/>
              <a:defRPr/>
            </a:lvl3pPr>
            <a:lvl4pPr indent="-304800" lvl="3" marL="1828800" algn="l">
              <a:lnSpc>
                <a:spcPct val="100000"/>
              </a:lnSpc>
              <a:spcBef>
                <a:spcPts val="600"/>
              </a:spcBef>
              <a:spcAft>
                <a:spcPts val="0"/>
              </a:spcAft>
              <a:buSzPts val="1200"/>
              <a:buChar char="–"/>
              <a:defRPr/>
            </a:lvl4pPr>
            <a:lvl5pPr indent="-304800" lvl="4" marL="2286000" algn="l">
              <a:lnSpc>
                <a:spcPct val="100000"/>
              </a:lnSpc>
              <a:spcBef>
                <a:spcPts val="600"/>
              </a:spcBef>
              <a:spcAft>
                <a:spcPts val="0"/>
              </a:spcAft>
              <a:buSzPts val="1200"/>
              <a:buChar char="–"/>
              <a:defRPr/>
            </a:lvl5pPr>
            <a:lvl6pPr indent="-304800" lvl="5" marL="2743200" algn="l">
              <a:lnSpc>
                <a:spcPct val="100000"/>
              </a:lnSpc>
              <a:spcBef>
                <a:spcPts val="600"/>
              </a:spcBef>
              <a:spcAft>
                <a:spcPts val="0"/>
              </a:spcAft>
              <a:buSzPts val="1200"/>
              <a:buChar char="–"/>
              <a:defRPr/>
            </a:lvl6pPr>
            <a:lvl7pPr indent="-304800" lvl="6" marL="3200400" algn="l">
              <a:lnSpc>
                <a:spcPct val="100000"/>
              </a:lnSpc>
              <a:spcBef>
                <a:spcPts val="600"/>
              </a:spcBef>
              <a:spcAft>
                <a:spcPts val="0"/>
              </a:spcAft>
              <a:buSzPts val="1200"/>
              <a:buChar char="–"/>
              <a:defRPr/>
            </a:lvl7pPr>
            <a:lvl8pPr indent="-304800" lvl="7" marL="3657600" algn="l">
              <a:lnSpc>
                <a:spcPct val="100000"/>
              </a:lnSpc>
              <a:spcBef>
                <a:spcPts val="600"/>
              </a:spcBef>
              <a:spcAft>
                <a:spcPts val="0"/>
              </a:spcAft>
              <a:buSzPts val="1200"/>
              <a:buChar char="–"/>
              <a:defRPr/>
            </a:lvl8pPr>
            <a:lvl9pPr indent="-304800" lvl="8" marL="4114800" algn="l">
              <a:lnSpc>
                <a:spcPct val="100000"/>
              </a:lnSpc>
              <a:spcBef>
                <a:spcPts val="600"/>
              </a:spcBef>
              <a:spcAft>
                <a:spcPts val="0"/>
              </a:spcAft>
              <a:buSzPts val="1200"/>
              <a:buChar char="–"/>
              <a:defRPr/>
            </a:lvl9pPr>
          </a:lstStyle>
          <a:p/>
        </p:txBody>
      </p:sp>
      <p:sp>
        <p:nvSpPr>
          <p:cNvPr id="344" name="Google Shape;344;p61"/>
          <p:cNvSpPr txBox="1"/>
          <p:nvPr>
            <p:ph idx="10" type="dt"/>
          </p:nvPr>
        </p:nvSpPr>
        <p:spPr>
          <a:xfrm>
            <a:off x="7543800" y="4700016"/>
            <a:ext cx="914400" cy="2286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5" name="Google Shape;345;p61"/>
          <p:cNvSpPr txBox="1"/>
          <p:nvPr>
            <p:ph idx="12" type="sldNum"/>
          </p:nvPr>
        </p:nvSpPr>
        <p:spPr>
          <a:xfrm>
            <a:off x="8458200" y="4700016"/>
            <a:ext cx="228600" cy="107700"/>
          </a:xfrm>
          <a:prstGeom prst="rect">
            <a:avLst/>
          </a:prstGeom>
          <a:noFill/>
          <a:ln>
            <a:noFill/>
          </a:ln>
        </p:spPr>
        <p:txBody>
          <a:bodyPr anchorCtr="0" anchor="b" bIns="0" lIns="0" spcFirstLastPara="1" rIns="0" wrap="square" tIns="0">
            <a:spAutoFit/>
          </a:bodyPr>
          <a:lstStyle>
            <a:lvl1pPr indent="0" lvl="0"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1pPr>
            <a:lvl2pPr indent="0" lvl="1"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2pPr>
            <a:lvl3pPr indent="0" lvl="2"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3pPr>
            <a:lvl4pPr indent="0" lvl="3"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4pPr>
            <a:lvl5pPr indent="0" lvl="4"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5pPr>
            <a:lvl6pPr indent="0" lvl="5"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6pPr>
            <a:lvl7pPr indent="0" lvl="6"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7pPr>
            <a:lvl8pPr indent="0" lvl="7"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8pPr>
            <a:lvl9pPr indent="0" lvl="8" marL="0" marR="0" algn="r">
              <a:lnSpc>
                <a:spcPct val="100000"/>
              </a:lnSpc>
              <a:spcBef>
                <a:spcPts val="0"/>
              </a:spcBef>
              <a:spcAft>
                <a:spcPts val="0"/>
              </a:spcAft>
              <a:buClr>
                <a:srgbClr val="000000"/>
              </a:buClr>
              <a:buSzPts val="700"/>
              <a:buFont typeface="Arial"/>
              <a:buNone/>
              <a:defRPr b="1" i="0" sz="700" u="none" cap="none" strike="noStrike">
                <a:solidFill>
                  <a:schemeClr val="dk1"/>
                </a:solidFill>
                <a:latin typeface="Neue Haas Grotesk Text Std"/>
                <a:ea typeface="Neue Haas Grotesk Text Std"/>
                <a:cs typeface="Neue Haas Grotesk Text Std"/>
                <a:sym typeface="Neue Haas Grotesk Text Std"/>
              </a:defRPr>
            </a:lvl9pPr>
          </a:lstStyle>
          <a:p>
            <a:pPr indent="0" lvl="0" marL="0" rtl="0" algn="r">
              <a:spcBef>
                <a:spcPts val="0"/>
              </a:spcBef>
              <a:spcAft>
                <a:spcPts val="0"/>
              </a:spcAft>
              <a:buNone/>
            </a:pPr>
            <a:fld id="{00000000-1234-1234-1234-123412341234}" type="slidenum">
              <a:rPr lang="en"/>
              <a:t>‹#›</a:t>
            </a:fld>
            <a:endParaRPr/>
          </a:p>
        </p:txBody>
      </p:sp>
      <p:cxnSp>
        <p:nvCxnSpPr>
          <p:cNvPr id="346" name="Google Shape;346;p61"/>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347" name="Google Shape;347;p61"/>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SzPts val="2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_1">
    <p:bg>
      <p:bgPr>
        <a:solidFill>
          <a:schemeClr val="lt1"/>
        </a:solidFill>
      </p:bgPr>
    </p:bg>
    <p:spTree>
      <p:nvGrpSpPr>
        <p:cNvPr id="348" name="Shape 348"/>
        <p:cNvGrpSpPr/>
        <p:nvPr/>
      </p:nvGrpSpPr>
      <p:grpSpPr>
        <a:xfrm>
          <a:off x="0" y="0"/>
          <a:ext cx="0" cy="0"/>
          <a:chOff x="0" y="0"/>
          <a:chExt cx="0" cy="0"/>
        </a:xfrm>
      </p:grpSpPr>
      <p:sp>
        <p:nvSpPr>
          <p:cNvPr id="349" name="Google Shape;349;p6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6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Title with content - White">
  <p:cSld name="Title and Content_2">
    <p:bg>
      <p:bgPr>
        <a:solidFill>
          <a:schemeClr val="lt1"/>
        </a:solidFill>
      </p:bgPr>
    </p:bg>
    <p:spTree>
      <p:nvGrpSpPr>
        <p:cNvPr id="351" name="Shape 351"/>
        <p:cNvGrpSpPr/>
        <p:nvPr/>
      </p:nvGrpSpPr>
      <p:grpSpPr>
        <a:xfrm>
          <a:off x="0" y="0"/>
          <a:ext cx="0" cy="0"/>
          <a:chOff x="0" y="0"/>
          <a:chExt cx="0" cy="0"/>
        </a:xfrm>
      </p:grpSpPr>
      <p:sp>
        <p:nvSpPr>
          <p:cNvPr id="352" name="Google Shape;352;p63"/>
          <p:cNvSpPr txBox="1"/>
          <p:nvPr>
            <p:ph idx="12" type="sldNum"/>
          </p:nvPr>
        </p:nvSpPr>
        <p:spPr>
          <a:xfrm>
            <a:off x="8317509" y="4736592"/>
            <a:ext cx="352500" cy="169200"/>
          </a:xfrm>
          <a:prstGeom prst="rect">
            <a:avLst/>
          </a:prstGeom>
          <a:noFill/>
          <a:ln>
            <a:noFill/>
          </a:ln>
        </p:spPr>
        <p:txBody>
          <a:bodyPr anchorCtr="0" anchor="t"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353" name="Google Shape;353;p63"/>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354" name="Shape 354"/>
        <p:cNvGrpSpPr/>
        <p:nvPr/>
      </p:nvGrpSpPr>
      <p:grpSpPr>
        <a:xfrm>
          <a:off x="0" y="0"/>
          <a:ext cx="0" cy="0"/>
          <a:chOff x="0" y="0"/>
          <a:chExt cx="0" cy="0"/>
        </a:xfrm>
      </p:grpSpPr>
      <p:sp>
        <p:nvSpPr>
          <p:cNvPr id="355" name="Google Shape;355;p64"/>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56" name="Google Shape;356;p6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357" name="Google Shape;357;p64"/>
          <p:cNvSpPr/>
          <p:nvPr>
            <p:ph idx="2" type="pic"/>
          </p:nvPr>
        </p:nvSpPr>
        <p:spPr>
          <a:xfrm>
            <a:off x="7446169" y="228600"/>
            <a:ext cx="1473600" cy="685800"/>
          </a:xfrm>
          <a:prstGeom prst="rect">
            <a:avLst/>
          </a:prstGeom>
          <a:noFill/>
          <a:ln>
            <a:noFill/>
          </a:ln>
        </p:spPr>
      </p:sp>
      <p:sp>
        <p:nvSpPr>
          <p:cNvPr id="358" name="Google Shape;358;p64"/>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59" name="Google Shape;359;p6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360" name="Google Shape;360;p6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1" name="Google Shape;361;p64"/>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3" name="Shape 363"/>
        <p:cNvGrpSpPr/>
        <p:nvPr/>
      </p:nvGrpSpPr>
      <p:grpSpPr>
        <a:xfrm>
          <a:off x="0" y="0"/>
          <a:ext cx="0" cy="0"/>
          <a:chOff x="0" y="0"/>
          <a:chExt cx="0" cy="0"/>
        </a:xfrm>
      </p:grpSpPr>
      <p:pic>
        <p:nvPicPr>
          <p:cNvPr id="364" name="Google Shape;364;p6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Stone">
  <p:cSld name="Primary Cover - Stone">
    <p:bg>
      <p:bgPr>
        <a:solidFill>
          <a:srgbClr val="F3EDE0"/>
        </a:solidFill>
      </p:bgPr>
    </p:bg>
    <p:spTree>
      <p:nvGrpSpPr>
        <p:cNvPr id="365" name="Shape 365"/>
        <p:cNvGrpSpPr/>
        <p:nvPr/>
      </p:nvGrpSpPr>
      <p:grpSpPr>
        <a:xfrm>
          <a:off x="0" y="0"/>
          <a:ext cx="0" cy="0"/>
          <a:chOff x="0" y="0"/>
          <a:chExt cx="0" cy="0"/>
        </a:xfrm>
      </p:grpSpPr>
      <p:sp>
        <p:nvSpPr>
          <p:cNvPr id="366" name="Google Shape;366;p67"/>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67" name="Google Shape;367;p67"/>
          <p:cNvSpPr/>
          <p:nvPr>
            <p:ph idx="2" type="pic"/>
          </p:nvPr>
        </p:nvSpPr>
        <p:spPr>
          <a:xfrm>
            <a:off x="7441595" y="228600"/>
            <a:ext cx="1478100" cy="800100"/>
          </a:xfrm>
          <a:prstGeom prst="rect">
            <a:avLst/>
          </a:prstGeom>
          <a:noFill/>
          <a:ln>
            <a:noFill/>
          </a:ln>
        </p:spPr>
      </p:sp>
      <p:sp>
        <p:nvSpPr>
          <p:cNvPr id="368" name="Google Shape;368;p67"/>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69" name="Google Shape;369;p67"/>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0" name="Google Shape;370;p67"/>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White">
  <p:cSld name="Primary Cover - White">
    <p:bg>
      <p:bgPr>
        <a:solidFill>
          <a:schemeClr val="lt1"/>
        </a:solidFill>
      </p:bgPr>
    </p:bg>
    <p:spTree>
      <p:nvGrpSpPr>
        <p:cNvPr id="371" name="Shape 371"/>
        <p:cNvGrpSpPr/>
        <p:nvPr/>
      </p:nvGrpSpPr>
      <p:grpSpPr>
        <a:xfrm>
          <a:off x="0" y="0"/>
          <a:ext cx="0" cy="0"/>
          <a:chOff x="0" y="0"/>
          <a:chExt cx="0" cy="0"/>
        </a:xfrm>
      </p:grpSpPr>
      <p:sp>
        <p:nvSpPr>
          <p:cNvPr id="372" name="Google Shape;372;p68"/>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3" name="Google Shape;373;p68"/>
          <p:cNvSpPr/>
          <p:nvPr>
            <p:ph idx="2" type="pic"/>
          </p:nvPr>
        </p:nvSpPr>
        <p:spPr>
          <a:xfrm>
            <a:off x="7441595" y="228600"/>
            <a:ext cx="1478100" cy="800100"/>
          </a:xfrm>
          <a:prstGeom prst="rect">
            <a:avLst/>
          </a:prstGeom>
          <a:noFill/>
          <a:ln>
            <a:noFill/>
          </a:ln>
        </p:spPr>
      </p:sp>
      <p:sp>
        <p:nvSpPr>
          <p:cNvPr id="374" name="Google Shape;374;p68"/>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75" name="Google Shape;375;p68"/>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76" name="Google Shape;376;p68"/>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 Cover - Black">
  <p:cSld name="Primary Cover - Black">
    <p:bg>
      <p:bgPr>
        <a:solidFill>
          <a:schemeClr val="dk1"/>
        </a:solidFill>
      </p:bgPr>
    </p:bg>
    <p:spTree>
      <p:nvGrpSpPr>
        <p:cNvPr id="377" name="Shape 377"/>
        <p:cNvGrpSpPr/>
        <p:nvPr/>
      </p:nvGrpSpPr>
      <p:grpSpPr>
        <a:xfrm>
          <a:off x="0" y="0"/>
          <a:ext cx="0" cy="0"/>
          <a:chOff x="0" y="0"/>
          <a:chExt cx="0" cy="0"/>
        </a:xfrm>
      </p:grpSpPr>
      <p:sp>
        <p:nvSpPr>
          <p:cNvPr id="378" name="Google Shape;378;p69"/>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379" name="Google Shape;379;p69"/>
          <p:cNvSpPr/>
          <p:nvPr>
            <p:ph idx="2" type="pic"/>
          </p:nvPr>
        </p:nvSpPr>
        <p:spPr>
          <a:xfrm>
            <a:off x="7441595" y="228600"/>
            <a:ext cx="1478100" cy="800100"/>
          </a:xfrm>
          <a:prstGeom prst="rect">
            <a:avLst/>
          </a:prstGeom>
          <a:noFill/>
          <a:ln>
            <a:noFill/>
          </a:ln>
        </p:spPr>
      </p:sp>
      <p:sp>
        <p:nvSpPr>
          <p:cNvPr id="380" name="Google Shape;380;p69"/>
          <p:cNvSpPr txBox="1"/>
          <p:nvPr>
            <p:ph idx="1" type="body"/>
          </p:nvPr>
        </p:nvSpPr>
        <p:spPr>
          <a:xfrm>
            <a:off x="226219" y="3429000"/>
            <a:ext cx="72087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1" name="Google Shape;381;p69"/>
          <p:cNvSpPr txBox="1"/>
          <p:nvPr>
            <p:ph idx="3" type="body"/>
          </p:nvPr>
        </p:nvSpPr>
        <p:spPr>
          <a:xfrm>
            <a:off x="226219" y="2633614"/>
            <a:ext cx="72201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82" name="Google Shape;382;p69"/>
          <p:cNvPicPr preferRelativeResize="0"/>
          <p:nvPr/>
        </p:nvPicPr>
        <p:blipFill rotWithShape="1">
          <a:blip r:embed="rId2">
            <a:alphaModFix/>
          </a:blip>
          <a:srcRect b="6568" l="8342" r="-618" t="19718"/>
          <a:stretch/>
        </p:blipFill>
        <p:spPr>
          <a:xfrm>
            <a:off x="-1" y="1"/>
            <a:ext cx="5247083" cy="1714500"/>
          </a:xfrm>
          <a:prstGeom prst="rect">
            <a:avLst/>
          </a:prstGeom>
          <a:noFill/>
          <a:ln>
            <a:noFill/>
          </a:ln>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Stone">
  <p:cSld name="Secondary Cover - Stone">
    <p:bg>
      <p:bgPr>
        <a:solidFill>
          <a:srgbClr val="F3EDE0"/>
        </a:solidFill>
      </p:bgPr>
    </p:bg>
    <p:spTree>
      <p:nvGrpSpPr>
        <p:cNvPr id="383" name="Shape 383"/>
        <p:cNvGrpSpPr/>
        <p:nvPr/>
      </p:nvGrpSpPr>
      <p:grpSpPr>
        <a:xfrm>
          <a:off x="0" y="0"/>
          <a:ext cx="0" cy="0"/>
          <a:chOff x="0" y="0"/>
          <a:chExt cx="0" cy="0"/>
        </a:xfrm>
      </p:grpSpPr>
      <p:pic>
        <p:nvPicPr>
          <p:cNvPr id="384" name="Google Shape;384;p70"/>
          <p:cNvPicPr preferRelativeResize="0"/>
          <p:nvPr/>
        </p:nvPicPr>
        <p:blipFill rotWithShape="1">
          <a:blip r:embed="rId2">
            <a:alphaModFix/>
          </a:blip>
          <a:srcRect b="0" l="0" r="0" t="0"/>
          <a:stretch/>
        </p:blipFill>
        <p:spPr>
          <a:xfrm>
            <a:off x="6413157" y="2629904"/>
            <a:ext cx="2461978" cy="2251430"/>
          </a:xfrm>
          <a:prstGeom prst="rect">
            <a:avLst/>
          </a:prstGeom>
          <a:noFill/>
          <a:ln>
            <a:noFill/>
          </a:ln>
        </p:spPr>
      </p:pic>
      <p:sp>
        <p:nvSpPr>
          <p:cNvPr id="385" name="Google Shape;385;p70"/>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86" name="Google Shape;386;p70"/>
          <p:cNvPicPr preferRelativeResize="0"/>
          <p:nvPr/>
        </p:nvPicPr>
        <p:blipFill rotWithShape="1">
          <a:blip r:embed="rId3">
            <a:alphaModFix/>
          </a:blip>
          <a:srcRect b="0" l="0" r="0" t="0"/>
          <a:stretch/>
        </p:blipFill>
        <p:spPr>
          <a:xfrm>
            <a:off x="228600" y="228600"/>
            <a:ext cx="618534" cy="140576"/>
          </a:xfrm>
          <a:prstGeom prst="rect">
            <a:avLst/>
          </a:prstGeom>
          <a:noFill/>
          <a:ln>
            <a:noFill/>
          </a:ln>
        </p:spPr>
      </p:pic>
      <p:sp>
        <p:nvSpPr>
          <p:cNvPr id="387" name="Google Shape;387;p70"/>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88" name="Google Shape;388;p70"/>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White">
  <p:cSld name="Secondary Cover - White">
    <p:bg>
      <p:bgPr>
        <a:solidFill>
          <a:schemeClr val="lt1"/>
        </a:solidFill>
      </p:bgPr>
    </p:bg>
    <p:spTree>
      <p:nvGrpSpPr>
        <p:cNvPr id="389" name="Shape 389"/>
        <p:cNvGrpSpPr/>
        <p:nvPr/>
      </p:nvGrpSpPr>
      <p:grpSpPr>
        <a:xfrm>
          <a:off x="0" y="0"/>
          <a:ext cx="0" cy="0"/>
          <a:chOff x="0" y="0"/>
          <a:chExt cx="0" cy="0"/>
        </a:xfrm>
      </p:grpSpPr>
      <p:sp>
        <p:nvSpPr>
          <p:cNvPr id="390" name="Google Shape;390;p71"/>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391" name="Google Shape;391;p71"/>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2" name="Google Shape;392;p71"/>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accent5"/>
              </a:buClr>
              <a:buSzPts val="3600"/>
              <a:buFont typeface="Verizon NHG TX"/>
              <a:buNone/>
              <a:defRPr b="1" i="0" sz="3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3" name="Google Shape;393;p71"/>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accent5"/>
              </a:buClr>
              <a:buSzPts val="2300"/>
              <a:buFont typeface="Verizon NHG TX"/>
              <a:buNone/>
              <a:defRPr b="1" i="0" sz="23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394" name="Google Shape;394;p71"/>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ondary Cover - Black">
  <p:cSld name="Secondary Cover - Black">
    <p:bg>
      <p:bgPr>
        <a:solidFill>
          <a:schemeClr val="dk1"/>
        </a:solidFill>
      </p:bgPr>
    </p:bg>
    <p:spTree>
      <p:nvGrpSpPr>
        <p:cNvPr id="395" name="Shape 395"/>
        <p:cNvGrpSpPr/>
        <p:nvPr/>
      </p:nvGrpSpPr>
      <p:grpSpPr>
        <a:xfrm>
          <a:off x="0" y="0"/>
          <a:ext cx="0" cy="0"/>
          <a:chOff x="0" y="0"/>
          <a:chExt cx="0" cy="0"/>
        </a:xfrm>
      </p:grpSpPr>
      <p:sp>
        <p:nvSpPr>
          <p:cNvPr id="396" name="Google Shape;396;p72"/>
          <p:cNvSpPr txBox="1"/>
          <p:nvPr/>
        </p:nvSpPr>
        <p:spPr>
          <a:xfrm>
            <a:off x="8656820" y="4759509"/>
            <a:ext cx="2580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397" name="Google Shape;397;p72"/>
          <p:cNvPicPr preferRelativeResize="0"/>
          <p:nvPr/>
        </p:nvPicPr>
        <p:blipFill rotWithShape="1">
          <a:blip r:embed="rId2">
            <a:alphaModFix/>
          </a:blip>
          <a:srcRect b="0" l="0" r="0" t="0"/>
          <a:stretch/>
        </p:blipFill>
        <p:spPr>
          <a:xfrm>
            <a:off x="228600" y="228600"/>
            <a:ext cx="618534" cy="140576"/>
          </a:xfrm>
          <a:prstGeom prst="rect">
            <a:avLst/>
          </a:prstGeom>
          <a:noFill/>
          <a:ln>
            <a:noFill/>
          </a:ln>
        </p:spPr>
      </p:pic>
      <p:sp>
        <p:nvSpPr>
          <p:cNvPr id="398" name="Google Shape;398;p72"/>
          <p:cNvSpPr txBox="1"/>
          <p:nvPr>
            <p:ph idx="1" type="body"/>
          </p:nvPr>
        </p:nvSpPr>
        <p:spPr>
          <a:xfrm>
            <a:off x="226219" y="3429000"/>
            <a:ext cx="5751900" cy="1570800"/>
          </a:xfrm>
          <a:prstGeom prst="rect">
            <a:avLst/>
          </a:prstGeom>
          <a:noFill/>
          <a:ln>
            <a:noFill/>
          </a:ln>
        </p:spPr>
        <p:txBody>
          <a:bodyPr anchorCtr="0" anchor="b" bIns="0" lIns="0" spcFirstLastPara="1" rIns="0" wrap="square" tIns="0">
            <a:normAutofit/>
          </a:bodyPr>
          <a:lstStyle>
            <a:lvl1pPr indent="-228600" lvl="0" marL="457200" marR="0" algn="l">
              <a:lnSpc>
                <a:spcPct val="101250"/>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399" name="Google Shape;399;p72"/>
          <p:cNvSpPr txBox="1"/>
          <p:nvPr>
            <p:ph idx="2" type="body"/>
          </p:nvPr>
        </p:nvSpPr>
        <p:spPr>
          <a:xfrm>
            <a:off x="226219" y="2633614"/>
            <a:ext cx="5751900" cy="685800"/>
          </a:xfrm>
          <a:prstGeom prst="rect">
            <a:avLst/>
          </a:prstGeom>
          <a:noFill/>
          <a:ln>
            <a:noFill/>
          </a:ln>
        </p:spPr>
        <p:txBody>
          <a:bodyPr anchorCtr="0" anchor="t" bIns="0" lIns="0" spcFirstLastPara="1" rIns="0" wrap="square" tIns="0">
            <a:normAutofit/>
          </a:bodyPr>
          <a:lstStyle>
            <a:lvl1pPr indent="-228600" lvl="0" marL="457200" marR="0" algn="l">
              <a:lnSpc>
                <a:spcPct val="105161"/>
              </a:lnSpc>
              <a:spcBef>
                <a:spcPts val="0"/>
              </a:spcBef>
              <a:spcAft>
                <a:spcPts val="0"/>
              </a:spcAft>
              <a:buClr>
                <a:schemeClr val="lt1"/>
              </a:buClr>
              <a:buSzPts val="2300"/>
              <a:buFont typeface="Verizon NHG TX"/>
              <a:buNone/>
              <a:defRPr b="1" i="0" sz="23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00" name="Google Shape;400;p72"/>
          <p:cNvPicPr preferRelativeResize="0"/>
          <p:nvPr/>
        </p:nvPicPr>
        <p:blipFill rotWithShape="1">
          <a:blip r:embed="rId3">
            <a:alphaModFix/>
          </a:blip>
          <a:srcRect b="0" l="0" r="0" t="0"/>
          <a:stretch/>
        </p:blipFill>
        <p:spPr>
          <a:xfrm>
            <a:off x="6413157" y="2629904"/>
            <a:ext cx="2461978" cy="2251430"/>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Stone">
  <p:cSld name="Divider - Stone">
    <p:bg>
      <p:bgPr>
        <a:solidFill>
          <a:srgbClr val="F3EDE0"/>
        </a:solidFill>
      </p:bgPr>
    </p:bg>
    <p:spTree>
      <p:nvGrpSpPr>
        <p:cNvPr id="401" name="Shape 401"/>
        <p:cNvGrpSpPr/>
        <p:nvPr/>
      </p:nvGrpSpPr>
      <p:grpSpPr>
        <a:xfrm>
          <a:off x="0" y="0"/>
          <a:ext cx="0" cy="0"/>
          <a:chOff x="0" y="0"/>
          <a:chExt cx="0" cy="0"/>
        </a:xfrm>
      </p:grpSpPr>
      <p:sp>
        <p:nvSpPr>
          <p:cNvPr id="402" name="Google Shape;402;p73"/>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3" name="Google Shape;403;p73"/>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04" name="Google Shape;404;p7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5" name="Google Shape;405;p7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06" name="Google Shape;406;p7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White">
  <p:cSld name="Divider - White">
    <p:bg>
      <p:bgPr>
        <a:solidFill>
          <a:schemeClr val="lt1"/>
        </a:solidFill>
      </p:bgPr>
    </p:bg>
    <p:spTree>
      <p:nvGrpSpPr>
        <p:cNvPr id="407" name="Shape 407"/>
        <p:cNvGrpSpPr/>
        <p:nvPr/>
      </p:nvGrpSpPr>
      <p:grpSpPr>
        <a:xfrm>
          <a:off x="0" y="0"/>
          <a:ext cx="0" cy="0"/>
          <a:chOff x="0" y="0"/>
          <a:chExt cx="0" cy="0"/>
        </a:xfrm>
      </p:grpSpPr>
      <p:sp>
        <p:nvSpPr>
          <p:cNvPr id="408" name="Google Shape;408;p7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09" name="Google Shape;409;p7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10" name="Google Shape;410;p7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1" name="Google Shape;411;p74"/>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2" name="Google Shape;412;p74"/>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b="1"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 Black">
  <p:cSld name="Divider - Black">
    <p:bg>
      <p:bgPr>
        <a:solidFill>
          <a:schemeClr val="dk1"/>
        </a:solidFill>
      </p:bgPr>
    </p:bg>
    <p:spTree>
      <p:nvGrpSpPr>
        <p:cNvPr id="413" name="Shape 413"/>
        <p:cNvGrpSpPr/>
        <p:nvPr/>
      </p:nvGrpSpPr>
      <p:grpSpPr>
        <a:xfrm>
          <a:off x="0" y="0"/>
          <a:ext cx="0" cy="0"/>
          <a:chOff x="0" y="0"/>
          <a:chExt cx="0" cy="0"/>
        </a:xfrm>
      </p:grpSpPr>
      <p:sp>
        <p:nvSpPr>
          <p:cNvPr id="414" name="Google Shape;414;p7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accent6"/>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15" name="Google Shape;415;p7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6"/>
                </a:solidFill>
                <a:latin typeface="Verizon NHG TX"/>
                <a:ea typeface="Verizon NHG TX"/>
                <a:cs typeface="Verizon NHG TX"/>
                <a:sym typeface="Verizon NHG TX"/>
              </a:rPr>
              <a:t>‹#›</a:t>
            </a:fld>
            <a:endParaRPr b="1" i="0" sz="1000">
              <a:solidFill>
                <a:schemeClr val="accent6"/>
              </a:solidFill>
              <a:latin typeface="Verizon NHG TX"/>
              <a:ea typeface="Verizon NHG TX"/>
              <a:cs typeface="Verizon NHG TX"/>
              <a:sym typeface="Verizon NHG TX"/>
            </a:endParaRPr>
          </a:p>
        </p:txBody>
      </p:sp>
      <p:pic>
        <p:nvPicPr>
          <p:cNvPr id="416" name="Google Shape;416;p7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17" name="Google Shape;417;p75"/>
          <p:cNvSpPr txBox="1"/>
          <p:nvPr>
            <p:ph idx="1" type="body"/>
          </p:nvPr>
        </p:nvSpPr>
        <p:spPr>
          <a:xfrm>
            <a:off x="226219" y="228600"/>
            <a:ext cx="6487500" cy="1485900"/>
          </a:xfrm>
          <a:prstGeom prst="rect">
            <a:avLst/>
          </a:prstGeom>
          <a:noFill/>
          <a:ln>
            <a:noFill/>
          </a:ln>
        </p:spPr>
        <p:txBody>
          <a:bodyPr anchorCtr="0" anchor="t" bIns="0" lIns="0" spcFirstLastPara="1" rIns="0" wrap="square" tIns="0">
            <a:normAutofit/>
          </a:bodyPr>
          <a:lstStyle>
            <a:lvl1pPr indent="-228600" lvl="0" marL="457200" marR="0" algn="l">
              <a:lnSpc>
                <a:spcPct val="99090"/>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18" name="Google Shape;418;p75"/>
          <p:cNvSpPr txBox="1"/>
          <p:nvPr>
            <p:ph idx="2" type="body"/>
          </p:nvPr>
        </p:nvSpPr>
        <p:spPr>
          <a:xfrm>
            <a:off x="226219" y="2638020"/>
            <a:ext cx="6487500" cy="14766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b="1"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White">
  <p:cSld name="Large statement or Divider - White">
    <p:bg>
      <p:bgPr>
        <a:solidFill>
          <a:schemeClr val="lt1"/>
        </a:solidFill>
      </p:bgPr>
    </p:bg>
    <p:spTree>
      <p:nvGrpSpPr>
        <p:cNvPr id="419" name="Shape 419"/>
        <p:cNvGrpSpPr/>
        <p:nvPr/>
      </p:nvGrpSpPr>
      <p:grpSpPr>
        <a:xfrm>
          <a:off x="0" y="0"/>
          <a:ext cx="0" cy="0"/>
          <a:chOff x="0" y="0"/>
          <a:chExt cx="0" cy="0"/>
        </a:xfrm>
      </p:grpSpPr>
      <p:sp>
        <p:nvSpPr>
          <p:cNvPr id="420" name="Google Shape;420;p76"/>
          <p:cNvSpPr/>
          <p:nvPr/>
        </p:nvSpPr>
        <p:spPr>
          <a:xfrm>
            <a:off x="260001" y="436221"/>
            <a:ext cx="8621700" cy="3984600"/>
          </a:xfrm>
          <a:prstGeom prst="rect">
            <a:avLst/>
          </a:prstGeom>
          <a:solidFill>
            <a:schemeClr val="accen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1" name="Google Shape;421;p76"/>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2" name="Google Shape;422;p7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3" name="Google Shape;423;p7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24" name="Google Shape;424;p7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Stone">
  <p:cSld name="Large statement or Divider - Stone">
    <p:bg>
      <p:bgPr>
        <a:solidFill>
          <a:schemeClr val="accent2"/>
        </a:solidFill>
      </p:bgPr>
    </p:bg>
    <p:spTree>
      <p:nvGrpSpPr>
        <p:cNvPr id="425" name="Shape 425"/>
        <p:cNvGrpSpPr/>
        <p:nvPr/>
      </p:nvGrpSpPr>
      <p:grpSpPr>
        <a:xfrm>
          <a:off x="0" y="0"/>
          <a:ext cx="0" cy="0"/>
          <a:chOff x="0" y="0"/>
          <a:chExt cx="0" cy="0"/>
        </a:xfrm>
      </p:grpSpPr>
      <p:sp>
        <p:nvSpPr>
          <p:cNvPr id="426" name="Google Shape;426;p77"/>
          <p:cNvSpPr/>
          <p:nvPr/>
        </p:nvSpPr>
        <p:spPr>
          <a:xfrm>
            <a:off x="260001" y="436221"/>
            <a:ext cx="8621700" cy="3984600"/>
          </a:xfrm>
          <a:prstGeom prst="rect">
            <a:avLst/>
          </a:prstGeom>
          <a:solidFill>
            <a:schemeClr val="lt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27" name="Google Shape;427;p77"/>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rgbClr val="F50A23"/>
              </a:buClr>
              <a:buSzPts val="4900"/>
              <a:buFont typeface="Verizon NHG TX"/>
              <a:buNone/>
              <a:defRPr b="1" i="0" sz="49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28" name="Google Shape;428;p7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29" name="Google Shape;429;p7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0" name="Google Shape;430;p7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statement or Divider - Black">
  <p:cSld name="Large statement or Divider - Black">
    <p:bg>
      <p:bgPr>
        <a:solidFill>
          <a:schemeClr val="lt1"/>
        </a:solidFill>
      </p:bgPr>
    </p:bg>
    <p:spTree>
      <p:nvGrpSpPr>
        <p:cNvPr id="431" name="Shape 431"/>
        <p:cNvGrpSpPr/>
        <p:nvPr/>
      </p:nvGrpSpPr>
      <p:grpSpPr>
        <a:xfrm>
          <a:off x="0" y="0"/>
          <a:ext cx="0" cy="0"/>
          <a:chOff x="0" y="0"/>
          <a:chExt cx="0" cy="0"/>
        </a:xfrm>
      </p:grpSpPr>
      <p:sp>
        <p:nvSpPr>
          <p:cNvPr id="432" name="Google Shape;432;p78"/>
          <p:cNvSpPr/>
          <p:nvPr/>
        </p:nvSpPr>
        <p:spPr>
          <a:xfrm>
            <a:off x="260001" y="436221"/>
            <a:ext cx="8621700" cy="3984600"/>
          </a:xfrm>
          <a:prstGeom prst="rect">
            <a:avLst/>
          </a:prstGeom>
          <a:solidFill>
            <a:schemeClr val="dk1"/>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3" name="Google Shape;433;p78"/>
          <p:cNvSpPr txBox="1"/>
          <p:nvPr>
            <p:ph idx="1" type="body"/>
          </p:nvPr>
        </p:nvSpPr>
        <p:spPr>
          <a:xfrm>
            <a:off x="1693069" y="1828800"/>
            <a:ext cx="5753100" cy="1483500"/>
          </a:xfrm>
          <a:prstGeom prst="rect">
            <a:avLst/>
          </a:prstGeom>
          <a:noFill/>
          <a:ln>
            <a:noFill/>
          </a:ln>
        </p:spPr>
        <p:txBody>
          <a:bodyPr anchorCtr="0" anchor="t" bIns="0" lIns="0" spcFirstLastPara="1" rIns="0" wrap="square" tIns="0">
            <a:normAutofit/>
          </a:bodyPr>
          <a:lstStyle>
            <a:lvl1pPr indent="-228600" lvl="0" marL="457200" marR="0" algn="l">
              <a:lnSpc>
                <a:spcPct val="106666"/>
              </a:lnSpc>
              <a:spcBef>
                <a:spcPts val="0"/>
              </a:spcBef>
              <a:spcAft>
                <a:spcPts val="0"/>
              </a:spcAft>
              <a:buClr>
                <a:schemeClr val="lt1"/>
              </a:buClr>
              <a:buSzPts val="4900"/>
              <a:buFont typeface="Verizon NHG TX"/>
              <a:buNone/>
              <a:defRPr b="1" i="0" sz="49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34" name="Google Shape;434;p7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35" name="Google Shape;435;p7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36" name="Google Shape;436;p7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Yellow">
  <p:cSld name="Divider w/ Copy - Yellow">
    <p:bg>
      <p:bgPr>
        <a:solidFill>
          <a:srgbClr val="F3EDE0"/>
        </a:solidFill>
      </p:bgPr>
    </p:bg>
    <p:spTree>
      <p:nvGrpSpPr>
        <p:cNvPr id="437" name="Shape 437"/>
        <p:cNvGrpSpPr/>
        <p:nvPr/>
      </p:nvGrpSpPr>
      <p:grpSpPr>
        <a:xfrm>
          <a:off x="0" y="0"/>
          <a:ext cx="0" cy="0"/>
          <a:chOff x="0" y="0"/>
          <a:chExt cx="0" cy="0"/>
        </a:xfrm>
      </p:grpSpPr>
      <p:sp>
        <p:nvSpPr>
          <p:cNvPr id="438" name="Google Shape;438;p79"/>
          <p:cNvSpPr/>
          <p:nvPr/>
        </p:nvSpPr>
        <p:spPr>
          <a:xfrm>
            <a:off x="4567428" y="0"/>
            <a:ext cx="4576500" cy="5143500"/>
          </a:xfrm>
          <a:prstGeom prst="rect">
            <a:avLst/>
          </a:prstGeom>
          <a:solidFill>
            <a:schemeClr val="lt2"/>
          </a:solidFill>
          <a:ln cap="flat" cmpd="sng" w="8255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39" name="Google Shape;439;p79"/>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0" name="Google Shape;440;p7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1" name="Google Shape;441;p7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42" name="Google Shape;442;p7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43" name="Google Shape;443;p79"/>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dk1"/>
              </a:buClr>
              <a:buSzPts val="2400"/>
              <a:buFont typeface="Verizon NHG TX"/>
              <a:buNone/>
              <a:defRPr i="0" sz="24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Copy - Red">
  <p:cSld name="Divider w/ Copy - Red">
    <p:bg>
      <p:bgPr>
        <a:solidFill>
          <a:srgbClr val="F3EDE0"/>
        </a:solidFill>
      </p:bgPr>
    </p:bg>
    <p:spTree>
      <p:nvGrpSpPr>
        <p:cNvPr id="444" name="Shape 444"/>
        <p:cNvGrpSpPr/>
        <p:nvPr/>
      </p:nvGrpSpPr>
      <p:grpSpPr>
        <a:xfrm>
          <a:off x="0" y="0"/>
          <a:ext cx="0" cy="0"/>
          <a:chOff x="0" y="0"/>
          <a:chExt cx="0" cy="0"/>
        </a:xfrm>
      </p:grpSpPr>
      <p:sp>
        <p:nvSpPr>
          <p:cNvPr id="445" name="Google Shape;445;p80"/>
          <p:cNvSpPr/>
          <p:nvPr/>
        </p:nvSpPr>
        <p:spPr>
          <a:xfrm>
            <a:off x="4567428" y="0"/>
            <a:ext cx="4576500" cy="5143500"/>
          </a:xfrm>
          <a:prstGeom prst="rect">
            <a:avLst/>
          </a:prstGeom>
          <a:solidFill>
            <a:schemeClr val="accent1"/>
          </a:solidFill>
          <a:ln cap="flat" cmpd="sng" w="8255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6" name="Google Shape;446;p80"/>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47" name="Google Shape;447;p8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48" name="Google Shape;448;p8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5"/>
                </a:solidFill>
                <a:latin typeface="Verizon NHG TX"/>
                <a:ea typeface="Verizon NHG TX"/>
                <a:cs typeface="Verizon NHG TX"/>
                <a:sym typeface="Verizon NHG TX"/>
              </a:rPr>
              <a:t>‹#›</a:t>
            </a:fld>
            <a:endParaRPr b="1" i="0" sz="1000">
              <a:solidFill>
                <a:schemeClr val="accent5"/>
              </a:solidFill>
              <a:latin typeface="Verizon NHG TX"/>
              <a:ea typeface="Verizon NHG TX"/>
              <a:cs typeface="Verizon NHG TX"/>
              <a:sym typeface="Verizon NHG TX"/>
            </a:endParaRPr>
          </a:p>
        </p:txBody>
      </p:sp>
      <p:pic>
        <p:nvPicPr>
          <p:cNvPr id="449" name="Google Shape;449;p8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50" name="Google Shape;450;p80"/>
          <p:cNvSpPr txBox="1"/>
          <p:nvPr>
            <p:ph idx="2" type="body"/>
          </p:nvPr>
        </p:nvSpPr>
        <p:spPr>
          <a:xfrm>
            <a:off x="5360194" y="2628900"/>
            <a:ext cx="3552600" cy="1483500"/>
          </a:xfrm>
          <a:prstGeom prst="rect">
            <a:avLst/>
          </a:prstGeom>
          <a:noFill/>
          <a:ln>
            <a:noFill/>
          </a:ln>
        </p:spPr>
        <p:txBody>
          <a:bodyPr anchorCtr="0" anchor="t" bIns="0" lIns="0" spcFirstLastPara="1" rIns="0" wrap="square" tIns="0">
            <a:normAutofit/>
          </a:bodyPr>
          <a:lstStyle>
            <a:lvl1pPr indent="-228600" lvl="0" marL="457200" marR="0" algn="l">
              <a:lnSpc>
                <a:spcPct val="98125"/>
              </a:lnSpc>
              <a:spcBef>
                <a:spcPts val="0"/>
              </a:spcBef>
              <a:spcAft>
                <a:spcPts val="0"/>
              </a:spcAft>
              <a:buClr>
                <a:schemeClr val="lt1"/>
              </a:buClr>
              <a:buSzPts val="2400"/>
              <a:buFont typeface="Verizon NHG TX"/>
              <a:buNone/>
              <a:defRPr i="0" sz="24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Stone">
  <p:cSld name="Divider w/ Image - Stone">
    <p:bg>
      <p:bgPr>
        <a:solidFill>
          <a:srgbClr val="F3EDE0"/>
        </a:solidFill>
      </p:bgPr>
    </p:bg>
    <p:spTree>
      <p:nvGrpSpPr>
        <p:cNvPr id="451" name="Shape 451"/>
        <p:cNvGrpSpPr/>
        <p:nvPr/>
      </p:nvGrpSpPr>
      <p:grpSpPr>
        <a:xfrm>
          <a:off x="0" y="0"/>
          <a:ext cx="0" cy="0"/>
          <a:chOff x="0" y="0"/>
          <a:chExt cx="0" cy="0"/>
        </a:xfrm>
      </p:grpSpPr>
      <p:sp>
        <p:nvSpPr>
          <p:cNvPr id="452" name="Google Shape;452;p81"/>
          <p:cNvSpPr/>
          <p:nvPr>
            <p:ph idx="2" type="pic"/>
          </p:nvPr>
        </p:nvSpPr>
        <p:spPr>
          <a:xfrm>
            <a:off x="4510683" y="0"/>
            <a:ext cx="4632600" cy="5143500"/>
          </a:xfrm>
          <a:prstGeom prst="rect">
            <a:avLst/>
          </a:prstGeom>
          <a:solidFill>
            <a:schemeClr val="lt1"/>
          </a:solidFill>
          <a:ln>
            <a:noFill/>
          </a:ln>
        </p:spPr>
      </p:sp>
      <p:sp>
        <p:nvSpPr>
          <p:cNvPr id="453" name="Google Shape;453;p81"/>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4" name="Google Shape;454;p8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55" name="Google Shape;455;p8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w/ Image - Red">
  <p:cSld name="Divider w/ Image - Red">
    <p:bg>
      <p:bgPr>
        <a:solidFill>
          <a:schemeClr val="accent1"/>
        </a:solidFill>
      </p:bgPr>
    </p:bg>
    <p:spTree>
      <p:nvGrpSpPr>
        <p:cNvPr id="456" name="Shape 456"/>
        <p:cNvGrpSpPr/>
        <p:nvPr/>
      </p:nvGrpSpPr>
      <p:grpSpPr>
        <a:xfrm>
          <a:off x="0" y="0"/>
          <a:ext cx="0" cy="0"/>
          <a:chOff x="0" y="0"/>
          <a:chExt cx="0" cy="0"/>
        </a:xfrm>
      </p:grpSpPr>
      <p:sp>
        <p:nvSpPr>
          <p:cNvPr id="457" name="Google Shape;457;p82"/>
          <p:cNvSpPr/>
          <p:nvPr>
            <p:ph idx="2" type="pic"/>
          </p:nvPr>
        </p:nvSpPr>
        <p:spPr>
          <a:xfrm>
            <a:off x="4510683" y="0"/>
            <a:ext cx="4632600" cy="5143500"/>
          </a:xfrm>
          <a:prstGeom prst="rect">
            <a:avLst/>
          </a:prstGeom>
          <a:solidFill>
            <a:schemeClr val="lt1"/>
          </a:solidFill>
          <a:ln>
            <a:noFill/>
          </a:ln>
        </p:spPr>
      </p:sp>
      <p:sp>
        <p:nvSpPr>
          <p:cNvPr id="458" name="Google Shape;458;p82"/>
          <p:cNvSpPr txBox="1"/>
          <p:nvPr>
            <p:ph idx="1" type="body"/>
          </p:nvPr>
        </p:nvSpPr>
        <p:spPr>
          <a:xfrm>
            <a:off x="226219" y="225879"/>
            <a:ext cx="3552600" cy="3886800"/>
          </a:xfrm>
          <a:prstGeom prst="rect">
            <a:avLst/>
          </a:prstGeom>
          <a:noFill/>
          <a:ln>
            <a:noFill/>
          </a:ln>
        </p:spPr>
        <p:txBody>
          <a:bodyPr anchorCtr="0" anchor="t" bIns="0" lIns="0" spcFirstLastPara="1" rIns="0" wrap="square" tIns="0">
            <a:normAutofit/>
          </a:bodyPr>
          <a:lstStyle>
            <a:lvl1pPr indent="-228600" lvl="0" marL="457200" marR="0" algn="l">
              <a:lnSpc>
                <a:spcPct val="105416"/>
              </a:lnSpc>
              <a:spcBef>
                <a:spcPts val="0"/>
              </a:spcBef>
              <a:spcAft>
                <a:spcPts val="0"/>
              </a:spcAft>
              <a:buClr>
                <a:schemeClr val="lt1"/>
              </a:buClr>
              <a:buSzPts val="3600"/>
              <a:buFont typeface="Verizon NHG TX"/>
              <a:buNone/>
              <a:defRPr b="1" i="0" sz="3600" u="none" cap="none" strike="noStrike">
                <a:solidFill>
                  <a:schemeClr val="l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59" name="Google Shape;459;p8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pic>
        <p:nvPicPr>
          <p:cNvPr id="460" name="Google Shape;460;p82"/>
          <p:cNvPicPr preferRelativeResize="0"/>
          <p:nvPr/>
        </p:nvPicPr>
        <p:blipFill rotWithShape="1">
          <a:blip r:embed="rId2">
            <a:alphaModFix/>
          </a:blip>
          <a:srcRect b="22679" l="0" r="0" t="22673"/>
          <a:stretch/>
        </p:blipFill>
        <p:spPr>
          <a:xfrm>
            <a:off x="124003" y="4745383"/>
            <a:ext cx="847898" cy="189822"/>
          </a:xfrm>
          <a:prstGeom prst="rect">
            <a:avLst/>
          </a:prstGeom>
          <a:noFill/>
          <a:ln>
            <a:noFill/>
          </a:ln>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 White">
  <p:cSld name="Agenda/TOC - White">
    <p:spTree>
      <p:nvGrpSpPr>
        <p:cNvPr id="461" name="Shape 461"/>
        <p:cNvGrpSpPr/>
        <p:nvPr/>
      </p:nvGrpSpPr>
      <p:grpSpPr>
        <a:xfrm>
          <a:off x="0" y="0"/>
          <a:ext cx="0" cy="0"/>
          <a:chOff x="0" y="0"/>
          <a:chExt cx="0" cy="0"/>
        </a:xfrm>
      </p:grpSpPr>
      <p:sp>
        <p:nvSpPr>
          <p:cNvPr id="462" name="Google Shape;462;p83"/>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63" name="Google Shape;463;p8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64" name="Google Shape;464;p8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65" name="Google Shape;465;p8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OC Alt - White">
  <p:cSld name="Agenda/TOC Alt - White">
    <p:spTree>
      <p:nvGrpSpPr>
        <p:cNvPr id="466" name="Shape 466"/>
        <p:cNvGrpSpPr/>
        <p:nvPr/>
      </p:nvGrpSpPr>
      <p:grpSpPr>
        <a:xfrm>
          <a:off x="0" y="0"/>
          <a:ext cx="0" cy="0"/>
          <a:chOff x="0" y="0"/>
          <a:chExt cx="0" cy="0"/>
        </a:xfrm>
      </p:grpSpPr>
      <p:sp>
        <p:nvSpPr>
          <p:cNvPr id="467" name="Google Shape;467;p84"/>
          <p:cNvSpPr txBox="1"/>
          <p:nvPr>
            <p:ph idx="1"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8" name="Google Shape;468;p84"/>
          <p:cNvSpPr txBox="1"/>
          <p:nvPr>
            <p:ph idx="2" type="body"/>
          </p:nvPr>
        </p:nvSpPr>
        <p:spPr>
          <a:xfrm>
            <a:off x="226219" y="1828800"/>
            <a:ext cx="35568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69" name="Google Shape;469;p84"/>
          <p:cNvSpPr txBox="1"/>
          <p:nvPr>
            <p:ph idx="3" type="body"/>
          </p:nvPr>
        </p:nvSpPr>
        <p:spPr>
          <a:xfrm>
            <a:off x="4626769" y="1828800"/>
            <a:ext cx="35511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0" name="Google Shape;470;p8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1" name="Google Shape;471;p8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2" name="Google Shape;472;p8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ls/Principles - White">
  <p:cSld name="Ideals/Principles - White">
    <p:bg>
      <p:bgPr>
        <a:solidFill>
          <a:srgbClr val="FFFFFF"/>
        </a:solidFill>
      </p:bgPr>
    </p:bg>
    <p:spTree>
      <p:nvGrpSpPr>
        <p:cNvPr id="473" name="Shape 473"/>
        <p:cNvGrpSpPr/>
        <p:nvPr/>
      </p:nvGrpSpPr>
      <p:grpSpPr>
        <a:xfrm>
          <a:off x="0" y="0"/>
          <a:ext cx="0" cy="0"/>
          <a:chOff x="0" y="0"/>
          <a:chExt cx="0" cy="0"/>
        </a:xfrm>
      </p:grpSpPr>
      <p:sp>
        <p:nvSpPr>
          <p:cNvPr id="474" name="Google Shape;474;p85"/>
          <p:cNvSpPr txBox="1"/>
          <p:nvPr>
            <p:ph idx="1" type="body"/>
          </p:nvPr>
        </p:nvSpPr>
        <p:spPr>
          <a:xfrm>
            <a:off x="226219" y="1828800"/>
            <a:ext cx="5751900" cy="2286000"/>
          </a:xfrm>
          <a:prstGeom prst="rect">
            <a:avLst/>
          </a:prstGeom>
          <a:noFill/>
          <a:ln>
            <a:noFill/>
          </a:ln>
        </p:spPr>
        <p:txBody>
          <a:bodyPr anchorCtr="0" anchor="t" bIns="0" lIns="0" spcFirstLastPara="1" rIns="0" wrap="square" tIns="0">
            <a:normAutofit/>
          </a:bodyPr>
          <a:lstStyle>
            <a:lvl1pPr indent="-228600" lvl="0" marL="457200" marR="0" algn="l">
              <a:lnSpc>
                <a:spcPct val="101250"/>
              </a:lnSpc>
              <a:spcBef>
                <a:spcPts val="0"/>
              </a:spcBef>
              <a:spcAft>
                <a:spcPts val="0"/>
              </a:spcAft>
              <a:buClr>
                <a:schemeClr val="dk1"/>
              </a:buClr>
              <a:buSzPts val="3600"/>
              <a:buFont typeface="Verizon NHG TX"/>
              <a:buNone/>
              <a:defRPr b="1" i="0" sz="36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75" name="Google Shape;475;p8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76" name="Google Shape;476;p8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77" name="Google Shape;477;p8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78" name="Google Shape;478;p85"/>
          <p:cNvSpPr txBox="1"/>
          <p:nvPr>
            <p:ph idx="2" type="body"/>
          </p:nvPr>
        </p:nvSpPr>
        <p:spPr>
          <a:xfrm>
            <a:off x="224370" y="230377"/>
            <a:ext cx="7953600" cy="676500"/>
          </a:xfrm>
          <a:prstGeom prst="rect">
            <a:avLst/>
          </a:prstGeom>
          <a:noFill/>
          <a:ln>
            <a:noFill/>
          </a:ln>
        </p:spPr>
        <p:txBody>
          <a:bodyPr anchorCtr="0" anchor="t" bIns="0" lIns="0" spcFirstLastPara="1" rIns="0" wrap="square" tIns="0">
            <a:normAutofit/>
          </a:bodyPr>
          <a:lstStyle>
            <a:lvl1pPr indent="-228600" lvl="0" marL="457200" marR="0" algn="l">
              <a:lnSpc>
                <a:spcPct val="136250"/>
              </a:lnSpc>
              <a:spcBef>
                <a:spcPts val="0"/>
              </a:spcBef>
              <a:spcAft>
                <a:spcPts val="0"/>
              </a:spcAft>
              <a:buClr>
                <a:srgbClr val="F50A23"/>
              </a:buClr>
              <a:buSzPts val="3600"/>
              <a:buFont typeface="Verizon NHG TX"/>
              <a:buNone/>
              <a:defRPr b="1" i="0" sz="3600" u="none" cap="none" strike="noStrike">
                <a:solidFill>
                  <a:srgbClr val="F50A23"/>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 White">
  <p:cSld name="Bullet point and optional partner - White">
    <p:bg>
      <p:bgPr>
        <a:solidFill>
          <a:schemeClr val="lt1"/>
        </a:solidFill>
      </p:bgPr>
    </p:bg>
    <p:spTree>
      <p:nvGrpSpPr>
        <p:cNvPr id="479" name="Shape 479"/>
        <p:cNvGrpSpPr/>
        <p:nvPr/>
      </p:nvGrpSpPr>
      <p:grpSpPr>
        <a:xfrm>
          <a:off x="0" y="0"/>
          <a:ext cx="0" cy="0"/>
          <a:chOff x="0" y="0"/>
          <a:chExt cx="0" cy="0"/>
        </a:xfrm>
      </p:grpSpPr>
      <p:sp>
        <p:nvSpPr>
          <p:cNvPr id="480" name="Google Shape;480;p8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1" name="Google Shape;481;p8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82" name="Google Shape;482;p86"/>
          <p:cNvSpPr/>
          <p:nvPr>
            <p:ph idx="2" type="pic"/>
          </p:nvPr>
        </p:nvSpPr>
        <p:spPr>
          <a:xfrm>
            <a:off x="7446169" y="228600"/>
            <a:ext cx="1473600" cy="685800"/>
          </a:xfrm>
          <a:prstGeom prst="rect">
            <a:avLst/>
          </a:prstGeom>
          <a:noFill/>
          <a:ln>
            <a:noFill/>
          </a:ln>
        </p:spPr>
      </p:sp>
      <p:sp>
        <p:nvSpPr>
          <p:cNvPr id="483" name="Google Shape;483;p86"/>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84" name="Google Shape;484;p8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85" name="Google Shape;485;p8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86" name="Google Shape;486;p86"/>
          <p:cNvSpPr txBox="1"/>
          <p:nvPr>
            <p:ph idx="4" type="body"/>
          </p:nvPr>
        </p:nvSpPr>
        <p:spPr>
          <a:xfrm>
            <a:off x="226219" y="1835658"/>
            <a:ext cx="7951200" cy="2276700"/>
          </a:xfrm>
          <a:prstGeom prst="rect">
            <a:avLst/>
          </a:prstGeom>
          <a:noFill/>
          <a:ln>
            <a:noFill/>
          </a:ln>
        </p:spPr>
        <p:txBody>
          <a:bodyPr anchorCtr="0" anchor="t" bIns="34275" lIns="68575" spcFirstLastPara="1" rIns="68575" wrap="square" tIns="34275">
            <a:normAutofit/>
          </a:bodyPr>
          <a:lstStyle>
            <a:lvl1pPr indent="-342900" lvl="0" marL="457200" marR="0" algn="l">
              <a:lnSpc>
                <a:spcPct val="90000"/>
              </a:lnSpc>
              <a:spcBef>
                <a:spcPts val="800"/>
              </a:spcBef>
              <a:spcAft>
                <a:spcPts val="0"/>
              </a:spcAft>
              <a:buClr>
                <a:schemeClr val="dk1"/>
              </a:buClr>
              <a:buSzPts val="1800"/>
              <a:buFont typeface="Verizon NHG TX"/>
              <a:buChar char="•"/>
              <a:defRPr b="1" i="0" sz="1800" u="none" cap="none" strike="noStrike">
                <a:solidFill>
                  <a:schemeClr val="dk1"/>
                </a:solidFill>
                <a:latin typeface="Verizon NHG TX"/>
                <a:ea typeface="Verizon NHG TX"/>
                <a:cs typeface="Verizon NHG TX"/>
                <a:sym typeface="Verizon NHG TX"/>
              </a:defRPr>
            </a:lvl1pPr>
            <a:lvl2pPr indent="-304800" lvl="1" marL="9144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2pPr>
            <a:lvl3pPr indent="-304800" lvl="2" marL="1371600" marR="0" algn="l">
              <a:lnSpc>
                <a:spcPct val="9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3pPr>
            <a:lvl4pPr indent="-304800" lvl="3" marL="18288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4pPr>
            <a:lvl5pPr indent="-304800" lvl="4" marL="2286000" marR="0" algn="l">
              <a:lnSpc>
                <a:spcPct val="80000"/>
              </a:lnSpc>
              <a:spcBef>
                <a:spcPts val="400"/>
              </a:spcBef>
              <a:spcAft>
                <a:spcPts val="0"/>
              </a:spcAft>
              <a:buClr>
                <a:schemeClr val="dk1"/>
              </a:buClr>
              <a:buSzPts val="1200"/>
              <a:buFont typeface="Verizon NHG TX"/>
              <a:buChar char="•"/>
              <a:defRPr i="0" sz="12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 and optional partner 2 - White">
  <p:cSld name="Bullet point and optional partner 2 - White">
    <p:bg>
      <p:bgPr>
        <a:solidFill>
          <a:schemeClr val="lt1"/>
        </a:solidFill>
      </p:bgPr>
    </p:bg>
    <p:spTree>
      <p:nvGrpSpPr>
        <p:cNvPr id="487" name="Shape 487"/>
        <p:cNvGrpSpPr/>
        <p:nvPr/>
      </p:nvGrpSpPr>
      <p:grpSpPr>
        <a:xfrm>
          <a:off x="0" y="0"/>
          <a:ext cx="0" cy="0"/>
          <a:chOff x="0" y="0"/>
          <a:chExt cx="0" cy="0"/>
        </a:xfrm>
      </p:grpSpPr>
      <p:sp>
        <p:nvSpPr>
          <p:cNvPr id="488" name="Google Shape;488;p87"/>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89" name="Google Shape;489;p8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0" name="Google Shape;490;p8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491" name="Google Shape;491;p8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492" name="Google Shape;492;p87"/>
          <p:cNvSpPr/>
          <p:nvPr>
            <p:ph idx="2" type="pic"/>
          </p:nvPr>
        </p:nvSpPr>
        <p:spPr>
          <a:xfrm>
            <a:off x="7446169" y="228600"/>
            <a:ext cx="1473600" cy="685800"/>
          </a:xfrm>
          <a:prstGeom prst="rect">
            <a:avLst/>
          </a:prstGeom>
          <a:noFill/>
          <a:ln>
            <a:noFill/>
          </a:ln>
        </p:spPr>
      </p:sp>
      <p:sp>
        <p:nvSpPr>
          <p:cNvPr id="493" name="Google Shape;493;p87"/>
          <p:cNvSpPr txBox="1"/>
          <p:nvPr>
            <p:ph idx="3"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4" name="Google Shape;494;p87"/>
          <p:cNvSpPr txBox="1"/>
          <p:nvPr>
            <p:ph idx="4" type="body"/>
          </p:nvPr>
        </p:nvSpPr>
        <p:spPr>
          <a:xfrm>
            <a:off x="228144" y="1828799"/>
            <a:ext cx="7218000" cy="22836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picture - White">
  <p:cSld name="Three column picture - White">
    <p:bg>
      <p:bgPr>
        <a:solidFill>
          <a:schemeClr val="lt1"/>
        </a:solidFill>
      </p:bgPr>
    </p:bg>
    <p:spTree>
      <p:nvGrpSpPr>
        <p:cNvPr id="495" name="Shape 495"/>
        <p:cNvGrpSpPr/>
        <p:nvPr/>
      </p:nvGrpSpPr>
      <p:grpSpPr>
        <a:xfrm>
          <a:off x="0" y="0"/>
          <a:ext cx="0" cy="0"/>
          <a:chOff x="0" y="0"/>
          <a:chExt cx="0" cy="0"/>
        </a:xfrm>
      </p:grpSpPr>
      <p:sp>
        <p:nvSpPr>
          <p:cNvPr id="496" name="Google Shape;496;p8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497" name="Google Shape;497;p8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498" name="Google Shape;498;p8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499" name="Google Shape;499;p8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00" name="Google Shape;500;p8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01" name="Google Shape;501;p88"/>
          <p:cNvSpPr txBox="1"/>
          <p:nvPr>
            <p:ph idx="3" type="body"/>
          </p:nvPr>
        </p:nvSpPr>
        <p:spPr>
          <a:xfrm>
            <a:off x="228600" y="1031789"/>
            <a:ext cx="2083500" cy="682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2" name="Google Shape;502;p88"/>
          <p:cNvSpPr txBox="1"/>
          <p:nvPr>
            <p:ph idx="4" type="body"/>
          </p:nvPr>
        </p:nvSpPr>
        <p:spPr>
          <a:xfrm>
            <a:off x="228600" y="1831889"/>
            <a:ext cx="2083500" cy="22806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3" name="Google Shape;503;p88"/>
          <p:cNvSpPr txBox="1"/>
          <p:nvPr>
            <p:ph idx="5" type="body"/>
          </p:nvPr>
        </p:nvSpPr>
        <p:spPr>
          <a:xfrm>
            <a:off x="242768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4" name="Google Shape;504;p88"/>
          <p:cNvSpPr txBox="1"/>
          <p:nvPr>
            <p:ph idx="6" type="body"/>
          </p:nvPr>
        </p:nvSpPr>
        <p:spPr>
          <a:xfrm>
            <a:off x="242768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5" name="Google Shape;505;p88"/>
          <p:cNvSpPr txBox="1"/>
          <p:nvPr>
            <p:ph idx="7" type="body"/>
          </p:nvPr>
        </p:nvSpPr>
        <p:spPr>
          <a:xfrm>
            <a:off x="242768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6" name="Google Shape;506;p88"/>
          <p:cNvSpPr txBox="1"/>
          <p:nvPr>
            <p:ph idx="8" type="body"/>
          </p:nvPr>
        </p:nvSpPr>
        <p:spPr>
          <a:xfrm>
            <a:off x="4629150"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7" name="Google Shape;507;p88"/>
          <p:cNvSpPr txBox="1"/>
          <p:nvPr>
            <p:ph idx="9" type="body"/>
          </p:nvPr>
        </p:nvSpPr>
        <p:spPr>
          <a:xfrm>
            <a:off x="4629150"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8" name="Google Shape;508;p88"/>
          <p:cNvSpPr txBox="1"/>
          <p:nvPr>
            <p:ph idx="13" type="body"/>
          </p:nvPr>
        </p:nvSpPr>
        <p:spPr>
          <a:xfrm>
            <a:off x="4629150"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09" name="Google Shape;509;p88"/>
          <p:cNvSpPr txBox="1"/>
          <p:nvPr>
            <p:ph idx="14" type="body"/>
          </p:nvPr>
        </p:nvSpPr>
        <p:spPr>
          <a:xfrm>
            <a:off x="6829424" y="3429000"/>
            <a:ext cx="2083500" cy="91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b="1"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0" name="Google Shape;510;p88"/>
          <p:cNvSpPr txBox="1"/>
          <p:nvPr>
            <p:ph idx="15" type="body"/>
          </p:nvPr>
        </p:nvSpPr>
        <p:spPr>
          <a:xfrm>
            <a:off x="6829424" y="3600450"/>
            <a:ext cx="2083500" cy="218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10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1" name="Google Shape;511;p88"/>
          <p:cNvSpPr txBox="1"/>
          <p:nvPr>
            <p:ph idx="16" type="body"/>
          </p:nvPr>
        </p:nvSpPr>
        <p:spPr>
          <a:xfrm>
            <a:off x="6829424" y="3893672"/>
            <a:ext cx="2083500" cy="218700"/>
          </a:xfrm>
          <a:prstGeom prst="rect">
            <a:avLst/>
          </a:prstGeom>
          <a:noFill/>
          <a:ln>
            <a:noFill/>
          </a:ln>
        </p:spPr>
        <p:txBody>
          <a:bodyPr anchorCtr="0" anchor="t" bIns="0" lIns="0" spcFirstLastPara="1" rIns="0" wrap="square" tIns="0">
            <a:normAutofit/>
          </a:bodyPr>
          <a:lstStyle>
            <a:lvl1pPr indent="-266700" lvl="0" marL="457200" marR="0" algn="l">
              <a:lnSpc>
                <a:spcPct val="100000"/>
              </a:lnSpc>
              <a:spcBef>
                <a:spcPts val="0"/>
              </a:spcBef>
              <a:spcAft>
                <a:spcPts val="0"/>
              </a:spcAft>
              <a:buClr>
                <a:schemeClr val="accent5"/>
              </a:buClr>
              <a:buSzPts val="600"/>
              <a:buFont typeface="Verizon NHG TX"/>
              <a:buChar char="•"/>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12" name="Google Shape;512;p88"/>
          <p:cNvSpPr/>
          <p:nvPr>
            <p:ph idx="17" type="pic"/>
          </p:nvPr>
        </p:nvSpPr>
        <p:spPr>
          <a:xfrm rot="-5400000">
            <a:off x="2327046" y="1128170"/>
            <a:ext cx="2283600" cy="2084700"/>
          </a:xfrm>
          <a:prstGeom prst="round2SameRect">
            <a:avLst>
              <a:gd fmla="val 0" name="adj1"/>
              <a:gd fmla="val 0" name="adj2"/>
            </a:avLst>
          </a:prstGeom>
          <a:solidFill>
            <a:schemeClr val="accent2"/>
          </a:solidFill>
          <a:ln>
            <a:noFill/>
          </a:ln>
        </p:spPr>
      </p:sp>
      <p:sp>
        <p:nvSpPr>
          <p:cNvPr id="513" name="Google Shape;513;p88"/>
          <p:cNvSpPr txBox="1"/>
          <p:nvPr/>
        </p:nvSpPr>
        <p:spPr>
          <a:xfrm>
            <a:off x="242648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4" name="Google Shape;514;p88"/>
          <p:cNvSpPr/>
          <p:nvPr>
            <p:ph idx="18" type="pic"/>
          </p:nvPr>
        </p:nvSpPr>
        <p:spPr>
          <a:xfrm rot="-5400000">
            <a:off x="4529700" y="1128170"/>
            <a:ext cx="2283600" cy="2084700"/>
          </a:xfrm>
          <a:prstGeom prst="round2SameRect">
            <a:avLst>
              <a:gd fmla="val 0" name="adj1"/>
              <a:gd fmla="val 0" name="adj2"/>
            </a:avLst>
          </a:prstGeom>
          <a:solidFill>
            <a:schemeClr val="accent2"/>
          </a:solidFill>
          <a:ln>
            <a:noFill/>
          </a:ln>
        </p:spPr>
      </p:sp>
      <p:sp>
        <p:nvSpPr>
          <p:cNvPr id="515" name="Google Shape;515;p88"/>
          <p:cNvSpPr txBox="1"/>
          <p:nvPr/>
        </p:nvSpPr>
        <p:spPr>
          <a:xfrm>
            <a:off x="4629136"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
        <p:nvSpPr>
          <p:cNvPr id="516" name="Google Shape;516;p88"/>
          <p:cNvSpPr/>
          <p:nvPr>
            <p:ph idx="19" type="pic"/>
          </p:nvPr>
        </p:nvSpPr>
        <p:spPr>
          <a:xfrm rot="-5400000">
            <a:off x="6727594" y="1128170"/>
            <a:ext cx="2283600" cy="2084700"/>
          </a:xfrm>
          <a:prstGeom prst="round2SameRect">
            <a:avLst>
              <a:gd fmla="val 0" name="adj1"/>
              <a:gd fmla="val 0" name="adj2"/>
            </a:avLst>
          </a:prstGeom>
          <a:solidFill>
            <a:schemeClr val="accent2"/>
          </a:solidFill>
          <a:ln>
            <a:noFill/>
          </a:ln>
        </p:spPr>
      </p:sp>
      <p:sp>
        <p:nvSpPr>
          <p:cNvPr id="517" name="Google Shape;517;p88"/>
          <p:cNvSpPr txBox="1"/>
          <p:nvPr/>
        </p:nvSpPr>
        <p:spPr>
          <a:xfrm>
            <a:off x="6827030" y="1028696"/>
            <a:ext cx="2084700" cy="2283600"/>
          </a:xfrm>
          <a:prstGeom prst="rect">
            <a:avLst/>
          </a:prstGeom>
          <a:noFill/>
          <a:ln>
            <a:noFill/>
          </a:ln>
        </p:spPr>
        <p:txBody>
          <a:bodyPr anchorCtr="0" anchor="ctr" bIns="34275" lIns="68575" spcFirstLastPara="1" rIns="68575" wrap="square" tIns="34275">
            <a:noAutofit/>
          </a:bodyPr>
          <a:lstStyle/>
          <a:p>
            <a:pPr indent="0" lvl="0" marL="0" marR="0" rtl="0" algn="ctr">
              <a:lnSpc>
                <a:spcPct val="90000"/>
              </a:lnSpc>
              <a:spcBef>
                <a:spcPts val="0"/>
              </a:spcBef>
              <a:spcAft>
                <a:spcPts val="0"/>
              </a:spcAft>
              <a:buClr>
                <a:schemeClr val="dk1"/>
              </a:buClr>
              <a:buSzPts val="1200"/>
              <a:buFont typeface="Arial"/>
              <a:buNone/>
            </a:pPr>
            <a:r>
              <a:rPr b="1" i="0" lang="en" sz="1200" u="none" cap="none" strike="noStrike">
                <a:solidFill>
                  <a:schemeClr val="dk1"/>
                </a:solidFill>
                <a:latin typeface="Verizon NHG TX"/>
                <a:ea typeface="Verizon NHG TX"/>
                <a:cs typeface="Verizon NHG TX"/>
                <a:sym typeface="Verizon NHG TX"/>
              </a:rPr>
              <a:t>Place image here</a:t>
            </a:r>
            <a:endParaRPr sz="1000">
              <a:latin typeface="Verizon NHG TX"/>
              <a:ea typeface="Verizon NHG TX"/>
              <a:cs typeface="Verizon NHG TX"/>
              <a:sym typeface="Verizon NHG TX"/>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 White">
  <p:cSld name="Text and right picture - White">
    <p:bg>
      <p:bgPr>
        <a:solidFill>
          <a:schemeClr val="lt1"/>
        </a:solidFill>
      </p:bgPr>
    </p:bg>
    <p:spTree>
      <p:nvGrpSpPr>
        <p:cNvPr id="518" name="Shape 518"/>
        <p:cNvGrpSpPr/>
        <p:nvPr/>
      </p:nvGrpSpPr>
      <p:grpSpPr>
        <a:xfrm>
          <a:off x="0" y="0"/>
          <a:ext cx="0" cy="0"/>
          <a:chOff x="0" y="0"/>
          <a:chExt cx="0" cy="0"/>
        </a:xfrm>
      </p:grpSpPr>
      <p:sp>
        <p:nvSpPr>
          <p:cNvPr id="519" name="Google Shape;519;p8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20" name="Google Shape;520;p8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21" name="Google Shape;521;p8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2" name="Google Shape;522;p8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23" name="Google Shape;523;p8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24" name="Google Shape;524;p89"/>
          <p:cNvSpPr/>
          <p:nvPr>
            <p:ph idx="3" type="pic"/>
          </p:nvPr>
        </p:nvSpPr>
        <p:spPr>
          <a:xfrm>
            <a:off x="4626769" y="1028699"/>
            <a:ext cx="4286400" cy="3083700"/>
          </a:xfrm>
          <a:prstGeom prst="rect">
            <a:avLst/>
          </a:prstGeom>
          <a:solidFill>
            <a:schemeClr val="accent2"/>
          </a:solidFill>
          <a:ln cap="flat" cmpd="sng" w="76200">
            <a:solidFill>
              <a:schemeClr val="accent3"/>
            </a:solidFill>
            <a:prstDash val="solid"/>
            <a:round/>
            <a:headEnd len="sm" w="sm" type="none"/>
            <a:tailEnd len="sm" w="sm" type="none"/>
          </a:ln>
        </p:spPr>
      </p:sp>
      <p:sp>
        <p:nvSpPr>
          <p:cNvPr id="525" name="Google Shape;525;p89"/>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26" name="Google Shape;526;p89"/>
          <p:cNvSpPr txBox="1"/>
          <p:nvPr>
            <p:ph idx="5" type="body"/>
          </p:nvPr>
        </p:nvSpPr>
        <p:spPr>
          <a:xfrm>
            <a:off x="228145" y="1028700"/>
            <a:ext cx="28173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ight picture 1/2 - Stone">
  <p:cSld name="Text and right picture 1/2 - Stone">
    <p:bg>
      <p:bgPr>
        <a:solidFill>
          <a:schemeClr val="lt1"/>
        </a:solidFill>
      </p:bgPr>
    </p:bg>
    <p:spTree>
      <p:nvGrpSpPr>
        <p:cNvPr id="527" name="Shape 527"/>
        <p:cNvGrpSpPr/>
        <p:nvPr/>
      </p:nvGrpSpPr>
      <p:grpSpPr>
        <a:xfrm>
          <a:off x="0" y="0"/>
          <a:ext cx="0" cy="0"/>
          <a:chOff x="0" y="0"/>
          <a:chExt cx="0" cy="0"/>
        </a:xfrm>
      </p:grpSpPr>
      <p:sp>
        <p:nvSpPr>
          <p:cNvPr id="528" name="Google Shape;528;p90"/>
          <p:cNvSpPr/>
          <p:nvPr/>
        </p:nvSpPr>
        <p:spPr>
          <a:xfrm>
            <a:off x="-1" y="2578298"/>
            <a:ext cx="9144000" cy="2565300"/>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29" name="Google Shape;529;p90"/>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30" name="Google Shape;530;p9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31" name="Google Shape;531;p90"/>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2" name="Google Shape;532;p9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33" name="Google Shape;533;p9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34" name="Google Shape;534;p90"/>
          <p:cNvSpPr/>
          <p:nvPr>
            <p:ph idx="3" type="pic"/>
          </p:nvPr>
        </p:nvSpPr>
        <p:spPr>
          <a:xfrm>
            <a:off x="4626769" y="1028699"/>
            <a:ext cx="4286400" cy="3083700"/>
          </a:xfrm>
          <a:prstGeom prst="rect">
            <a:avLst/>
          </a:prstGeom>
          <a:solidFill>
            <a:schemeClr val="dk1"/>
          </a:solidFill>
          <a:ln>
            <a:noFill/>
          </a:ln>
        </p:spPr>
      </p:sp>
      <p:sp>
        <p:nvSpPr>
          <p:cNvPr id="535" name="Google Shape;535;p90"/>
          <p:cNvSpPr txBox="1"/>
          <p:nvPr>
            <p:ph idx="4" type="body"/>
          </p:nvPr>
        </p:nvSpPr>
        <p:spPr>
          <a:xfrm>
            <a:off x="4630339" y="4229100"/>
            <a:ext cx="4282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6" name="Google Shape;536;p90"/>
          <p:cNvSpPr txBox="1"/>
          <p:nvPr>
            <p:ph idx="5" type="body"/>
          </p:nvPr>
        </p:nvSpPr>
        <p:spPr>
          <a:xfrm>
            <a:off x="228145" y="1028701"/>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37" name="Google Shape;537;p90"/>
          <p:cNvSpPr txBox="1"/>
          <p:nvPr>
            <p:ph idx="6" type="body"/>
          </p:nvPr>
        </p:nvSpPr>
        <p:spPr>
          <a:xfrm>
            <a:off x="228145" y="2857500"/>
            <a:ext cx="2817300" cy="14859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 list - White">
  <p:cSld name="Objective list - White">
    <p:bg>
      <p:bgPr>
        <a:solidFill>
          <a:schemeClr val="lt1"/>
        </a:solidFill>
      </p:bgPr>
    </p:bg>
    <p:spTree>
      <p:nvGrpSpPr>
        <p:cNvPr id="538" name="Shape 538"/>
        <p:cNvGrpSpPr/>
        <p:nvPr/>
      </p:nvGrpSpPr>
      <p:grpSpPr>
        <a:xfrm>
          <a:off x="0" y="0"/>
          <a:ext cx="0" cy="0"/>
          <a:chOff x="0" y="0"/>
          <a:chExt cx="0" cy="0"/>
        </a:xfrm>
      </p:grpSpPr>
      <p:sp>
        <p:nvSpPr>
          <p:cNvPr id="539" name="Google Shape;539;p91"/>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0" name="Google Shape;540;p9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1" name="Google Shape;541;p91"/>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2" name="Google Shape;542;p9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3" name="Google Shape;543;p9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piece information - White">
  <p:cSld name="Six-piece information - White">
    <p:bg>
      <p:bgPr>
        <a:solidFill>
          <a:schemeClr val="lt1"/>
        </a:solidFill>
      </p:bgPr>
    </p:bg>
    <p:spTree>
      <p:nvGrpSpPr>
        <p:cNvPr id="544" name="Shape 544"/>
        <p:cNvGrpSpPr/>
        <p:nvPr/>
      </p:nvGrpSpPr>
      <p:grpSpPr>
        <a:xfrm>
          <a:off x="0" y="0"/>
          <a:ext cx="0" cy="0"/>
          <a:chOff x="0" y="0"/>
          <a:chExt cx="0" cy="0"/>
        </a:xfrm>
      </p:grpSpPr>
      <p:sp>
        <p:nvSpPr>
          <p:cNvPr id="545" name="Google Shape;545;p9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46" name="Google Shape;546;p9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47" name="Google Shape;547;p9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48" name="Google Shape;548;p9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49" name="Google Shape;549;p9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50" name="Google Shape;550;p92"/>
          <p:cNvSpPr txBox="1"/>
          <p:nvPr>
            <p:ph idx="3" type="body"/>
          </p:nvPr>
        </p:nvSpPr>
        <p:spPr>
          <a:xfrm>
            <a:off x="228600"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1" name="Google Shape;551;p92"/>
          <p:cNvSpPr txBox="1"/>
          <p:nvPr>
            <p:ph idx="4" type="body"/>
          </p:nvPr>
        </p:nvSpPr>
        <p:spPr>
          <a:xfrm>
            <a:off x="228600"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2" name="Google Shape;552;p92"/>
          <p:cNvSpPr txBox="1"/>
          <p:nvPr>
            <p:ph idx="5" type="body"/>
          </p:nvPr>
        </p:nvSpPr>
        <p:spPr>
          <a:xfrm>
            <a:off x="3174167"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3" name="Google Shape;553;p92"/>
          <p:cNvSpPr txBox="1"/>
          <p:nvPr>
            <p:ph idx="6" type="body"/>
          </p:nvPr>
        </p:nvSpPr>
        <p:spPr>
          <a:xfrm>
            <a:off x="3174167"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4" name="Google Shape;554;p92"/>
          <p:cNvSpPr txBox="1"/>
          <p:nvPr>
            <p:ph idx="7" type="body"/>
          </p:nvPr>
        </p:nvSpPr>
        <p:spPr>
          <a:xfrm>
            <a:off x="6119735" y="1487882"/>
            <a:ext cx="2576400" cy="1026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5" name="Google Shape;555;p92"/>
          <p:cNvSpPr txBox="1"/>
          <p:nvPr>
            <p:ph idx="8" type="body"/>
          </p:nvPr>
        </p:nvSpPr>
        <p:spPr>
          <a:xfrm>
            <a:off x="6119735" y="1253445"/>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6" name="Google Shape;556;p92"/>
          <p:cNvSpPr txBox="1"/>
          <p:nvPr>
            <p:ph idx="9" type="body"/>
          </p:nvPr>
        </p:nvSpPr>
        <p:spPr>
          <a:xfrm>
            <a:off x="228600"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7" name="Google Shape;557;p92"/>
          <p:cNvSpPr txBox="1"/>
          <p:nvPr>
            <p:ph idx="13" type="body"/>
          </p:nvPr>
        </p:nvSpPr>
        <p:spPr>
          <a:xfrm>
            <a:off x="228600"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8" name="Google Shape;558;p92"/>
          <p:cNvSpPr txBox="1"/>
          <p:nvPr>
            <p:ph idx="14" type="body"/>
          </p:nvPr>
        </p:nvSpPr>
        <p:spPr>
          <a:xfrm>
            <a:off x="3174167"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59" name="Google Shape;559;p92"/>
          <p:cNvSpPr txBox="1"/>
          <p:nvPr>
            <p:ph idx="15" type="body"/>
          </p:nvPr>
        </p:nvSpPr>
        <p:spPr>
          <a:xfrm>
            <a:off x="3174167"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0" name="Google Shape;560;p92"/>
          <p:cNvSpPr txBox="1"/>
          <p:nvPr>
            <p:ph idx="16" type="body"/>
          </p:nvPr>
        </p:nvSpPr>
        <p:spPr>
          <a:xfrm>
            <a:off x="6119735" y="3095578"/>
            <a:ext cx="2576400" cy="1016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1" name="Google Shape;561;p92"/>
          <p:cNvSpPr txBox="1"/>
          <p:nvPr>
            <p:ph idx="17" type="body"/>
          </p:nvPr>
        </p:nvSpPr>
        <p:spPr>
          <a:xfrm>
            <a:off x="6119735" y="2861141"/>
            <a:ext cx="25764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000"/>
              <a:buFont typeface="Verizon NHG TX"/>
              <a:buNone/>
              <a:defRPr b="1" i="0" sz="10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Stone">
  <p:cSld name="Six-image - Stone">
    <p:bg>
      <p:bgPr>
        <a:solidFill>
          <a:schemeClr val="lt2"/>
        </a:solidFill>
      </p:bgPr>
    </p:bg>
    <p:spTree>
      <p:nvGrpSpPr>
        <p:cNvPr id="562" name="Shape 562"/>
        <p:cNvGrpSpPr/>
        <p:nvPr/>
      </p:nvGrpSpPr>
      <p:grpSpPr>
        <a:xfrm>
          <a:off x="0" y="0"/>
          <a:ext cx="0" cy="0"/>
          <a:chOff x="0" y="0"/>
          <a:chExt cx="0" cy="0"/>
        </a:xfrm>
      </p:grpSpPr>
      <p:sp>
        <p:nvSpPr>
          <p:cNvPr id="563" name="Google Shape;563;p93"/>
          <p:cNvSpPr/>
          <p:nvPr/>
        </p:nvSpPr>
        <p:spPr>
          <a:xfrm>
            <a:off x="2005781" y="0"/>
            <a:ext cx="71382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64" name="Google Shape;564;p93"/>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5" name="Google Shape;565;p93"/>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6" name="Google Shape;566;p93"/>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67" name="Google Shape;567;p93"/>
          <p:cNvSpPr/>
          <p:nvPr>
            <p:ph idx="4" type="pic"/>
          </p:nvPr>
        </p:nvSpPr>
        <p:spPr>
          <a:xfrm>
            <a:off x="2005781" y="0"/>
            <a:ext cx="2374500" cy="2571900"/>
          </a:xfrm>
          <a:prstGeom prst="rect">
            <a:avLst/>
          </a:prstGeom>
          <a:solidFill>
            <a:schemeClr val="lt1"/>
          </a:solidFill>
          <a:ln>
            <a:noFill/>
          </a:ln>
        </p:spPr>
      </p:sp>
      <p:sp>
        <p:nvSpPr>
          <p:cNvPr id="568" name="Google Shape;568;p93"/>
          <p:cNvSpPr/>
          <p:nvPr>
            <p:ph idx="5" type="pic"/>
          </p:nvPr>
        </p:nvSpPr>
        <p:spPr>
          <a:xfrm>
            <a:off x="6769510" y="0"/>
            <a:ext cx="2374500" cy="2571900"/>
          </a:xfrm>
          <a:prstGeom prst="rect">
            <a:avLst/>
          </a:prstGeom>
          <a:solidFill>
            <a:schemeClr val="lt1"/>
          </a:solidFill>
          <a:ln>
            <a:noFill/>
          </a:ln>
        </p:spPr>
      </p:sp>
      <p:sp>
        <p:nvSpPr>
          <p:cNvPr id="569" name="Google Shape;569;p93"/>
          <p:cNvSpPr/>
          <p:nvPr>
            <p:ph idx="6" type="pic"/>
          </p:nvPr>
        </p:nvSpPr>
        <p:spPr>
          <a:xfrm>
            <a:off x="4387645" y="2571750"/>
            <a:ext cx="2374500" cy="2571900"/>
          </a:xfrm>
          <a:prstGeom prst="rect">
            <a:avLst/>
          </a:prstGeom>
          <a:solidFill>
            <a:schemeClr val="lt1"/>
          </a:solidFill>
          <a:ln>
            <a:noFill/>
          </a:ln>
        </p:spPr>
      </p:sp>
      <p:sp>
        <p:nvSpPr>
          <p:cNvPr id="570" name="Google Shape;570;p93"/>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1" name="Google Shape;571;p93"/>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2" name="Google Shape;572;p93"/>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73" name="Google Shape;573;p9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4" name="Google Shape;574;p9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image - White">
  <p:cSld name="Six-image - White">
    <p:bg>
      <p:bgPr>
        <a:solidFill>
          <a:schemeClr val="lt1"/>
        </a:solidFill>
      </p:bgPr>
    </p:bg>
    <p:spTree>
      <p:nvGrpSpPr>
        <p:cNvPr id="575" name="Shape 575"/>
        <p:cNvGrpSpPr/>
        <p:nvPr/>
      </p:nvGrpSpPr>
      <p:grpSpPr>
        <a:xfrm>
          <a:off x="0" y="0"/>
          <a:ext cx="0" cy="0"/>
          <a:chOff x="0" y="0"/>
          <a:chExt cx="0" cy="0"/>
        </a:xfrm>
      </p:grpSpPr>
      <p:sp>
        <p:nvSpPr>
          <p:cNvPr id="576" name="Google Shape;576;p94"/>
          <p:cNvSpPr/>
          <p:nvPr/>
        </p:nvSpPr>
        <p:spPr>
          <a:xfrm>
            <a:off x="2005781" y="0"/>
            <a:ext cx="71382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77" name="Google Shape;577;p9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dk1"/>
                </a:solidFill>
                <a:latin typeface="Verizon NHG TX"/>
                <a:ea typeface="Verizon NHG TX"/>
                <a:cs typeface="Verizon NHG TX"/>
                <a:sym typeface="Verizon NHG TX"/>
              </a:rPr>
              <a:t>‹#›</a:t>
            </a:fld>
            <a:endParaRPr b="1" i="0" sz="1000">
              <a:solidFill>
                <a:schemeClr val="dk1"/>
              </a:solidFill>
              <a:latin typeface="Verizon NHG TX"/>
              <a:ea typeface="Verizon NHG TX"/>
              <a:cs typeface="Verizon NHG TX"/>
              <a:sym typeface="Verizon NHG TX"/>
            </a:endParaRPr>
          </a:p>
        </p:txBody>
      </p:sp>
      <p:pic>
        <p:nvPicPr>
          <p:cNvPr id="578" name="Google Shape;578;p9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79" name="Google Shape;579;p94"/>
          <p:cNvSpPr txBox="1"/>
          <p:nvPr>
            <p:ph idx="1" type="body"/>
          </p:nvPr>
        </p:nvSpPr>
        <p:spPr>
          <a:xfrm>
            <a:off x="228601" y="359209"/>
            <a:ext cx="1352400" cy="1054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0" name="Google Shape;580;p94"/>
          <p:cNvSpPr txBox="1"/>
          <p:nvPr>
            <p:ph idx="2" type="body"/>
          </p:nvPr>
        </p:nvSpPr>
        <p:spPr>
          <a:xfrm>
            <a:off x="228601" y="228600"/>
            <a:ext cx="1352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1" name="Google Shape;581;p94"/>
          <p:cNvSpPr txBox="1"/>
          <p:nvPr>
            <p:ph idx="3" type="body"/>
          </p:nvPr>
        </p:nvSpPr>
        <p:spPr>
          <a:xfrm>
            <a:off x="228601" y="1714500"/>
            <a:ext cx="1352400" cy="25239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2" name="Google Shape;582;p94"/>
          <p:cNvSpPr/>
          <p:nvPr>
            <p:ph idx="4" type="pic"/>
          </p:nvPr>
        </p:nvSpPr>
        <p:spPr>
          <a:xfrm>
            <a:off x="2005781" y="0"/>
            <a:ext cx="2374500" cy="2571900"/>
          </a:xfrm>
          <a:prstGeom prst="rect">
            <a:avLst/>
          </a:prstGeom>
          <a:solidFill>
            <a:schemeClr val="lt1"/>
          </a:solidFill>
          <a:ln>
            <a:noFill/>
          </a:ln>
        </p:spPr>
      </p:sp>
      <p:sp>
        <p:nvSpPr>
          <p:cNvPr id="583" name="Google Shape;583;p94"/>
          <p:cNvSpPr/>
          <p:nvPr>
            <p:ph idx="5" type="pic"/>
          </p:nvPr>
        </p:nvSpPr>
        <p:spPr>
          <a:xfrm>
            <a:off x="6769510" y="0"/>
            <a:ext cx="2374500" cy="2571900"/>
          </a:xfrm>
          <a:prstGeom prst="rect">
            <a:avLst/>
          </a:prstGeom>
          <a:solidFill>
            <a:schemeClr val="lt1"/>
          </a:solidFill>
          <a:ln>
            <a:noFill/>
          </a:ln>
        </p:spPr>
      </p:sp>
      <p:sp>
        <p:nvSpPr>
          <p:cNvPr id="584" name="Google Shape;584;p94"/>
          <p:cNvSpPr/>
          <p:nvPr>
            <p:ph idx="6" type="pic"/>
          </p:nvPr>
        </p:nvSpPr>
        <p:spPr>
          <a:xfrm>
            <a:off x="4387645" y="2571750"/>
            <a:ext cx="2374500" cy="2571900"/>
          </a:xfrm>
          <a:prstGeom prst="rect">
            <a:avLst/>
          </a:prstGeom>
          <a:solidFill>
            <a:schemeClr val="lt1"/>
          </a:solidFill>
          <a:ln>
            <a:noFill/>
          </a:ln>
        </p:spPr>
      </p:sp>
      <p:sp>
        <p:nvSpPr>
          <p:cNvPr id="585" name="Google Shape;585;p94"/>
          <p:cNvSpPr txBox="1"/>
          <p:nvPr>
            <p:ph idx="7" type="body"/>
          </p:nvPr>
        </p:nvSpPr>
        <p:spPr>
          <a:xfrm>
            <a:off x="2089491" y="112739"/>
            <a:ext cx="1689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6" name="Google Shape;586;p94"/>
          <p:cNvSpPr txBox="1"/>
          <p:nvPr>
            <p:ph idx="8" type="body"/>
          </p:nvPr>
        </p:nvSpPr>
        <p:spPr>
          <a:xfrm>
            <a:off x="6860594" y="112739"/>
            <a:ext cx="2052600" cy="801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87" name="Google Shape;587;p94"/>
          <p:cNvSpPr txBox="1"/>
          <p:nvPr>
            <p:ph idx="9" type="body"/>
          </p:nvPr>
        </p:nvSpPr>
        <p:spPr>
          <a:xfrm>
            <a:off x="4486103" y="2676215"/>
            <a:ext cx="2227800" cy="6360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b="1"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image w/ description - White">
  <p:cSld name="4-image w/ description - White">
    <p:bg>
      <p:bgPr>
        <a:solidFill>
          <a:schemeClr val="lt1"/>
        </a:solidFill>
      </p:bgPr>
    </p:bg>
    <p:spTree>
      <p:nvGrpSpPr>
        <p:cNvPr id="588" name="Shape 588"/>
        <p:cNvGrpSpPr/>
        <p:nvPr/>
      </p:nvGrpSpPr>
      <p:grpSpPr>
        <a:xfrm>
          <a:off x="0" y="0"/>
          <a:ext cx="0" cy="0"/>
          <a:chOff x="0" y="0"/>
          <a:chExt cx="0" cy="0"/>
        </a:xfrm>
      </p:grpSpPr>
      <p:sp>
        <p:nvSpPr>
          <p:cNvPr id="589" name="Google Shape;589;p95"/>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590" name="Google Shape;590;p9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591" name="Google Shape;591;p95"/>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2" name="Google Shape;592;p9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593" name="Google Shape;593;p9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594" name="Google Shape;594;p95"/>
          <p:cNvSpPr/>
          <p:nvPr>
            <p:ph idx="3" type="pic"/>
          </p:nvPr>
        </p:nvSpPr>
        <p:spPr>
          <a:xfrm>
            <a:off x="228600" y="1036493"/>
            <a:ext cx="2083200" cy="2274600"/>
          </a:xfrm>
          <a:prstGeom prst="rect">
            <a:avLst/>
          </a:prstGeom>
          <a:solidFill>
            <a:schemeClr val="accent2"/>
          </a:solidFill>
          <a:ln>
            <a:noFill/>
          </a:ln>
        </p:spPr>
      </p:sp>
      <p:sp>
        <p:nvSpPr>
          <p:cNvPr id="595" name="Google Shape;595;p95"/>
          <p:cNvSpPr/>
          <p:nvPr>
            <p:ph idx="4" type="pic"/>
          </p:nvPr>
        </p:nvSpPr>
        <p:spPr>
          <a:xfrm>
            <a:off x="2421566" y="1036493"/>
            <a:ext cx="2083200" cy="2274600"/>
          </a:xfrm>
          <a:prstGeom prst="rect">
            <a:avLst/>
          </a:prstGeom>
          <a:solidFill>
            <a:schemeClr val="accent2"/>
          </a:solidFill>
          <a:ln>
            <a:noFill/>
          </a:ln>
        </p:spPr>
      </p:sp>
      <p:sp>
        <p:nvSpPr>
          <p:cNvPr id="596" name="Google Shape;596;p95"/>
          <p:cNvSpPr/>
          <p:nvPr>
            <p:ph idx="5" type="pic"/>
          </p:nvPr>
        </p:nvSpPr>
        <p:spPr>
          <a:xfrm>
            <a:off x="4634465" y="1036493"/>
            <a:ext cx="2083200" cy="2274600"/>
          </a:xfrm>
          <a:prstGeom prst="rect">
            <a:avLst/>
          </a:prstGeom>
          <a:solidFill>
            <a:schemeClr val="accent2"/>
          </a:solidFill>
          <a:ln>
            <a:noFill/>
          </a:ln>
        </p:spPr>
      </p:sp>
      <p:sp>
        <p:nvSpPr>
          <p:cNvPr id="597" name="Google Shape;597;p95"/>
          <p:cNvSpPr/>
          <p:nvPr>
            <p:ph idx="6" type="pic"/>
          </p:nvPr>
        </p:nvSpPr>
        <p:spPr>
          <a:xfrm>
            <a:off x="6827431" y="1036493"/>
            <a:ext cx="2083200" cy="2274600"/>
          </a:xfrm>
          <a:prstGeom prst="rect">
            <a:avLst/>
          </a:prstGeom>
          <a:solidFill>
            <a:schemeClr val="accent2"/>
          </a:solidFill>
          <a:ln>
            <a:noFill/>
          </a:ln>
        </p:spPr>
      </p:sp>
      <p:sp>
        <p:nvSpPr>
          <p:cNvPr id="598" name="Google Shape;598;p95"/>
          <p:cNvSpPr txBox="1"/>
          <p:nvPr>
            <p:ph idx="7" type="body"/>
          </p:nvPr>
        </p:nvSpPr>
        <p:spPr>
          <a:xfrm>
            <a:off x="228600" y="3425118"/>
            <a:ext cx="20835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599" name="Google Shape;599;p95"/>
          <p:cNvSpPr txBox="1"/>
          <p:nvPr>
            <p:ph idx="8" type="body"/>
          </p:nvPr>
        </p:nvSpPr>
        <p:spPr>
          <a:xfrm>
            <a:off x="228600" y="3813971"/>
            <a:ext cx="2083500" cy="733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0" name="Google Shape;600;p95"/>
          <p:cNvSpPr txBox="1"/>
          <p:nvPr>
            <p:ph idx="9" type="body"/>
          </p:nvPr>
        </p:nvSpPr>
        <p:spPr>
          <a:xfrm>
            <a:off x="2421566" y="3813972"/>
            <a:ext cx="2089800" cy="7395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1" name="Google Shape;601;p95"/>
          <p:cNvSpPr txBox="1"/>
          <p:nvPr>
            <p:ph idx="13" type="body"/>
          </p:nvPr>
        </p:nvSpPr>
        <p:spPr>
          <a:xfrm>
            <a:off x="4634465" y="3813971"/>
            <a:ext cx="2079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2" name="Google Shape;602;p95"/>
          <p:cNvSpPr txBox="1"/>
          <p:nvPr>
            <p:ph idx="14" type="body"/>
          </p:nvPr>
        </p:nvSpPr>
        <p:spPr>
          <a:xfrm>
            <a:off x="6827431" y="3813972"/>
            <a:ext cx="2085600" cy="727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700"/>
              <a:buFont typeface="Verizon NHG TX"/>
              <a:buNone/>
              <a:defRPr i="0" sz="7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3" name="Google Shape;603;p95"/>
          <p:cNvSpPr txBox="1"/>
          <p:nvPr>
            <p:ph idx="15" type="body"/>
          </p:nvPr>
        </p:nvSpPr>
        <p:spPr>
          <a:xfrm>
            <a:off x="2426494" y="3425118"/>
            <a:ext cx="20847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4" name="Google Shape;604;p95"/>
          <p:cNvSpPr txBox="1"/>
          <p:nvPr>
            <p:ph idx="16" type="body"/>
          </p:nvPr>
        </p:nvSpPr>
        <p:spPr>
          <a:xfrm>
            <a:off x="4626769" y="3425118"/>
            <a:ext cx="20871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05" name="Google Shape;605;p95"/>
          <p:cNvSpPr txBox="1"/>
          <p:nvPr>
            <p:ph idx="17" type="body"/>
          </p:nvPr>
        </p:nvSpPr>
        <p:spPr>
          <a:xfrm>
            <a:off x="6827044" y="3425118"/>
            <a:ext cx="2085900" cy="3192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900"/>
              <a:buFont typeface="Verizon NHG TX"/>
              <a:buNone/>
              <a:defRPr b="1" i="0" sz="9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g structure - White">
  <p:cSld name="Org structure - White">
    <p:bg>
      <p:bgPr>
        <a:solidFill>
          <a:schemeClr val="lt1"/>
        </a:solidFill>
      </p:bgPr>
    </p:bg>
    <p:spTree>
      <p:nvGrpSpPr>
        <p:cNvPr id="606" name="Shape 606"/>
        <p:cNvGrpSpPr/>
        <p:nvPr/>
      </p:nvGrpSpPr>
      <p:grpSpPr>
        <a:xfrm>
          <a:off x="0" y="0"/>
          <a:ext cx="0" cy="0"/>
          <a:chOff x="0" y="0"/>
          <a:chExt cx="0" cy="0"/>
        </a:xfrm>
      </p:grpSpPr>
      <p:sp>
        <p:nvSpPr>
          <p:cNvPr id="607" name="Google Shape;607;p96"/>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08" name="Google Shape;608;p9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09" name="Google Shape;609;p96"/>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0" name="Google Shape;610;p9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1" name="Google Shape;611;p9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2" name="Google Shape;612;p96"/>
          <p:cNvSpPr txBox="1"/>
          <p:nvPr>
            <p:ph idx="3"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table slide - White">
  <p:cSld name="Basic table slide - White">
    <p:bg>
      <p:bgPr>
        <a:solidFill>
          <a:schemeClr val="lt1"/>
        </a:solidFill>
      </p:bgPr>
    </p:bg>
    <p:spTree>
      <p:nvGrpSpPr>
        <p:cNvPr id="613" name="Shape 613"/>
        <p:cNvGrpSpPr/>
        <p:nvPr/>
      </p:nvGrpSpPr>
      <p:grpSpPr>
        <a:xfrm>
          <a:off x="0" y="0"/>
          <a:ext cx="0" cy="0"/>
          <a:chOff x="0" y="0"/>
          <a:chExt cx="0" cy="0"/>
        </a:xfrm>
      </p:grpSpPr>
      <p:pic>
        <p:nvPicPr>
          <p:cNvPr id="614" name="Google Shape;614;p9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15" name="Google Shape;615;p9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16" name="Google Shape;616;p9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17" name="Google Shape;617;p97"/>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8" name="Google Shape;618;p97"/>
          <p:cNvSpPr txBox="1"/>
          <p:nvPr>
            <p:ph idx="2" type="body"/>
          </p:nvPr>
        </p:nvSpPr>
        <p:spPr>
          <a:xfrm>
            <a:off x="228599" y="359209"/>
            <a:ext cx="4282500" cy="466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19" name="Google Shape;619;p97"/>
          <p:cNvSpPr txBox="1"/>
          <p:nvPr>
            <p:ph idx="3" type="body"/>
          </p:nvPr>
        </p:nvSpPr>
        <p:spPr>
          <a:xfrm>
            <a:off x="228600" y="2132075"/>
            <a:ext cx="20835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0" name="Google Shape;620;p97"/>
          <p:cNvSpPr txBox="1"/>
          <p:nvPr>
            <p:ph idx="4" type="body"/>
          </p:nvPr>
        </p:nvSpPr>
        <p:spPr>
          <a:xfrm>
            <a:off x="228600" y="1828800"/>
            <a:ext cx="20835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1" name="Google Shape;621;p97"/>
          <p:cNvSpPr txBox="1"/>
          <p:nvPr>
            <p:ph idx="5" type="body"/>
          </p:nvPr>
        </p:nvSpPr>
        <p:spPr>
          <a:xfrm>
            <a:off x="2426494" y="2132075"/>
            <a:ext cx="20847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2" name="Google Shape;622;p97"/>
          <p:cNvSpPr txBox="1"/>
          <p:nvPr>
            <p:ph idx="6" type="body"/>
          </p:nvPr>
        </p:nvSpPr>
        <p:spPr>
          <a:xfrm>
            <a:off x="2426494" y="1828800"/>
            <a:ext cx="20847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3" name="Google Shape;623;p97"/>
          <p:cNvSpPr txBox="1"/>
          <p:nvPr>
            <p:ph idx="7" type="body"/>
          </p:nvPr>
        </p:nvSpPr>
        <p:spPr>
          <a:xfrm>
            <a:off x="4626769" y="2132075"/>
            <a:ext cx="20871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4" name="Google Shape;624;p97"/>
          <p:cNvSpPr txBox="1"/>
          <p:nvPr>
            <p:ph idx="8" type="body"/>
          </p:nvPr>
        </p:nvSpPr>
        <p:spPr>
          <a:xfrm>
            <a:off x="4626769" y="1828800"/>
            <a:ext cx="20871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1200"/>
              <a:buFont typeface="Verizon NHG TX"/>
              <a:buNone/>
              <a:defRPr b="1" i="0" sz="12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5" name="Google Shape;625;p97"/>
          <p:cNvSpPr txBox="1"/>
          <p:nvPr>
            <p:ph idx="9" type="body"/>
          </p:nvPr>
        </p:nvSpPr>
        <p:spPr>
          <a:xfrm>
            <a:off x="6827044" y="2132075"/>
            <a:ext cx="2085900" cy="2123400"/>
          </a:xfrm>
          <a:prstGeom prst="rect">
            <a:avLst/>
          </a:prstGeom>
          <a:noFill/>
          <a:ln>
            <a:noFill/>
          </a:ln>
        </p:spPr>
        <p:txBody>
          <a:bodyPr anchorCtr="0" anchor="t" bIns="0" lIns="0" spcFirstLastPara="1" rIns="0" wrap="square" tIns="0">
            <a:normAutofit/>
          </a:bodyPr>
          <a:lstStyle>
            <a:lvl1pPr indent="-285750" lvl="0" marL="457200" marR="0" algn="l">
              <a:lnSpc>
                <a:spcPct val="100000"/>
              </a:lnSpc>
              <a:spcBef>
                <a:spcPts val="0"/>
              </a:spcBef>
              <a:spcAft>
                <a:spcPts val="0"/>
              </a:spcAft>
              <a:buClr>
                <a:schemeClr val="accent5"/>
              </a:buClr>
              <a:buSzPts val="900"/>
              <a:buFont typeface="Verizon NHG TX"/>
              <a:buChar char="•"/>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9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6" name="Google Shape;626;p97"/>
          <p:cNvSpPr txBox="1"/>
          <p:nvPr>
            <p:ph idx="13" type="body"/>
          </p:nvPr>
        </p:nvSpPr>
        <p:spPr>
          <a:xfrm>
            <a:off x="6827044" y="1828800"/>
            <a:ext cx="2085900" cy="207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1200"/>
              <a:buFont typeface="Verizon NHG TX"/>
              <a:buNone/>
              <a:defRPr b="1" i="0" sz="12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27" name="Google Shape;627;p97"/>
          <p:cNvSpPr txBox="1"/>
          <p:nvPr>
            <p:ph idx="14"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register - White">
  <p:cSld name="Action register - White">
    <p:bg>
      <p:bgPr>
        <a:solidFill>
          <a:schemeClr val="lt1"/>
        </a:solidFill>
      </p:bgPr>
    </p:bg>
    <p:spTree>
      <p:nvGrpSpPr>
        <p:cNvPr id="628" name="Shape 628"/>
        <p:cNvGrpSpPr/>
        <p:nvPr/>
      </p:nvGrpSpPr>
      <p:grpSpPr>
        <a:xfrm>
          <a:off x="0" y="0"/>
          <a:ext cx="0" cy="0"/>
          <a:chOff x="0" y="0"/>
          <a:chExt cx="0" cy="0"/>
        </a:xfrm>
      </p:grpSpPr>
      <p:sp>
        <p:nvSpPr>
          <p:cNvPr id="629" name="Google Shape;629;p98"/>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0" name="Google Shape;630;p9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1" name="Google Shape;631;p98"/>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2" name="Google Shape;632;p9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3" name="Google Shape;633;p9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ntent slide - White">
  <p:cSld name="Highlighted content slide - White">
    <p:bg>
      <p:bgPr>
        <a:solidFill>
          <a:schemeClr val="lt1"/>
        </a:solidFill>
      </p:bgPr>
    </p:bg>
    <p:spTree>
      <p:nvGrpSpPr>
        <p:cNvPr id="634" name="Shape 634"/>
        <p:cNvGrpSpPr/>
        <p:nvPr/>
      </p:nvGrpSpPr>
      <p:grpSpPr>
        <a:xfrm>
          <a:off x="0" y="0"/>
          <a:ext cx="0" cy="0"/>
          <a:chOff x="0" y="0"/>
          <a:chExt cx="0" cy="0"/>
        </a:xfrm>
      </p:grpSpPr>
      <p:sp>
        <p:nvSpPr>
          <p:cNvPr id="635" name="Google Shape;635;p99"/>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36" name="Google Shape;636;p9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37" name="Google Shape;637;p99"/>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38" name="Google Shape;638;p9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39" name="Google Shape;639;p9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0" name="Google Shape;640;p99"/>
          <p:cNvSpPr txBox="1"/>
          <p:nvPr>
            <p:ph idx="3" type="body"/>
          </p:nvPr>
        </p:nvSpPr>
        <p:spPr>
          <a:xfrm>
            <a:off x="228600" y="1036861"/>
            <a:ext cx="1352400" cy="30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thly calendar table - white">
  <p:cSld name="Monthly calendar table - white">
    <p:bg>
      <p:bgPr>
        <a:solidFill>
          <a:schemeClr val="lt1"/>
        </a:solidFill>
      </p:bgPr>
    </p:bg>
    <p:spTree>
      <p:nvGrpSpPr>
        <p:cNvPr id="641" name="Shape 641"/>
        <p:cNvGrpSpPr/>
        <p:nvPr/>
      </p:nvGrpSpPr>
      <p:grpSpPr>
        <a:xfrm>
          <a:off x="0" y="0"/>
          <a:ext cx="0" cy="0"/>
          <a:chOff x="0" y="0"/>
          <a:chExt cx="0" cy="0"/>
        </a:xfrm>
      </p:grpSpPr>
      <p:pic>
        <p:nvPicPr>
          <p:cNvPr id="642" name="Google Shape;642;p10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43" name="Google Shape;643;p10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44" name="Google Shape;644;p10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45" name="Google Shape;645;p100"/>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6" name="Google Shape;646;p100"/>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47" name="Google Shape;647;p100"/>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llout table - White">
  <p:cSld name="Rollout table - White">
    <p:bg>
      <p:bgPr>
        <a:solidFill>
          <a:schemeClr val="lt2"/>
        </a:solidFill>
      </p:bgPr>
    </p:bg>
    <p:spTree>
      <p:nvGrpSpPr>
        <p:cNvPr id="648" name="Shape 648"/>
        <p:cNvGrpSpPr/>
        <p:nvPr/>
      </p:nvGrpSpPr>
      <p:grpSpPr>
        <a:xfrm>
          <a:off x="0" y="0"/>
          <a:ext cx="0" cy="0"/>
          <a:chOff x="0" y="0"/>
          <a:chExt cx="0" cy="0"/>
        </a:xfrm>
      </p:grpSpPr>
      <p:pic>
        <p:nvPicPr>
          <p:cNvPr id="649" name="Google Shape;649;p10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0" name="Google Shape;650;p10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51" name="Google Shape;651;p10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52" name="Google Shape;652;p101"/>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3" name="Google Shape;653;p101"/>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4" name="Google Shape;654;p101"/>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rvey balls - White">
  <p:cSld name="Harvey balls - White">
    <p:bg>
      <p:bgPr>
        <a:solidFill>
          <a:schemeClr val="lt1"/>
        </a:solidFill>
      </p:bgPr>
    </p:bg>
    <p:spTree>
      <p:nvGrpSpPr>
        <p:cNvPr id="655" name="Shape 655"/>
        <p:cNvGrpSpPr/>
        <p:nvPr/>
      </p:nvGrpSpPr>
      <p:grpSpPr>
        <a:xfrm>
          <a:off x="0" y="0"/>
          <a:ext cx="0" cy="0"/>
          <a:chOff x="0" y="0"/>
          <a:chExt cx="0" cy="0"/>
        </a:xfrm>
      </p:grpSpPr>
      <p:sp>
        <p:nvSpPr>
          <p:cNvPr id="656" name="Google Shape;656;p102"/>
          <p:cNvSpPr txBox="1"/>
          <p:nvPr>
            <p:ph idx="1" type="body"/>
          </p:nvPr>
        </p:nvSpPr>
        <p:spPr>
          <a:xfrm>
            <a:off x="228600" y="228600"/>
            <a:ext cx="64854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657" name="Google Shape;657;p10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58" name="Google Shape;658;p102"/>
          <p:cNvSpPr txBox="1"/>
          <p:nvPr>
            <p:ph idx="2" type="body"/>
          </p:nvPr>
        </p:nvSpPr>
        <p:spPr>
          <a:xfrm>
            <a:off x="228599" y="359209"/>
            <a:ext cx="64854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59" name="Google Shape;659;p10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0" name="Google Shape;660;p10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slide - White">
  <p:cSld name="Timeline slide - White">
    <p:bg>
      <p:bgPr>
        <a:solidFill>
          <a:schemeClr val="lt1"/>
        </a:solidFill>
      </p:bgPr>
    </p:bg>
    <p:spTree>
      <p:nvGrpSpPr>
        <p:cNvPr id="661" name="Shape 661"/>
        <p:cNvGrpSpPr/>
        <p:nvPr/>
      </p:nvGrpSpPr>
      <p:grpSpPr>
        <a:xfrm>
          <a:off x="0" y="0"/>
          <a:ext cx="0" cy="0"/>
          <a:chOff x="0" y="0"/>
          <a:chExt cx="0" cy="0"/>
        </a:xfrm>
      </p:grpSpPr>
      <p:pic>
        <p:nvPicPr>
          <p:cNvPr id="662" name="Google Shape;662;p10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63" name="Google Shape;663;p10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64" name="Google Shape;664;p10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65" name="Google Shape;665;p103"/>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6" name="Google Shape;666;p103"/>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67" name="Google Shape;667;p103"/>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ed columns - White">
  <p:cSld name="Highlighted columns - White">
    <p:bg>
      <p:bgPr>
        <a:solidFill>
          <a:schemeClr val="lt1"/>
        </a:solidFill>
      </p:bgPr>
    </p:bg>
    <p:spTree>
      <p:nvGrpSpPr>
        <p:cNvPr id="668" name="Shape 668"/>
        <p:cNvGrpSpPr/>
        <p:nvPr/>
      </p:nvGrpSpPr>
      <p:grpSpPr>
        <a:xfrm>
          <a:off x="0" y="0"/>
          <a:ext cx="0" cy="0"/>
          <a:chOff x="0" y="0"/>
          <a:chExt cx="0" cy="0"/>
        </a:xfrm>
      </p:grpSpPr>
      <p:pic>
        <p:nvPicPr>
          <p:cNvPr id="669" name="Google Shape;669;p10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0" name="Google Shape;670;p10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1" name="Google Shape;671;p10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2" name="Google Shape;672;p10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3" name="Google Shape;673;p10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74" name="Google Shape;674;p104"/>
          <p:cNvSpPr txBox="1"/>
          <p:nvPr>
            <p:ph idx="3" type="body"/>
          </p:nvPr>
        </p:nvSpPr>
        <p:spPr>
          <a:xfrm>
            <a:off x="4623562" y="242633"/>
            <a:ext cx="4289400" cy="671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 White">
  <p:cSld name="Bar chart - White">
    <p:bg>
      <p:bgPr>
        <a:solidFill>
          <a:schemeClr val="lt1"/>
        </a:solidFill>
      </p:bgPr>
    </p:bg>
    <p:spTree>
      <p:nvGrpSpPr>
        <p:cNvPr id="675" name="Shape 675"/>
        <p:cNvGrpSpPr/>
        <p:nvPr/>
      </p:nvGrpSpPr>
      <p:grpSpPr>
        <a:xfrm>
          <a:off x="0" y="0"/>
          <a:ext cx="0" cy="0"/>
          <a:chOff x="0" y="0"/>
          <a:chExt cx="0" cy="0"/>
        </a:xfrm>
      </p:grpSpPr>
      <p:pic>
        <p:nvPicPr>
          <p:cNvPr id="676" name="Google Shape;676;p10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77" name="Google Shape;677;p10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78" name="Google Shape;678;p10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79" name="Google Shape;679;p105"/>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0" name="Google Shape;680;p105"/>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81" name="Google Shape;681;p105"/>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2" name="Google Shape;682;p105"/>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83" name="Google Shape;683;p105"/>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rizontal bar chart - White">
  <p:cSld name="Horizontal bar chart - White">
    <p:bg>
      <p:bgPr>
        <a:solidFill>
          <a:schemeClr val="lt1"/>
        </a:solidFill>
      </p:bgPr>
    </p:bg>
    <p:spTree>
      <p:nvGrpSpPr>
        <p:cNvPr id="684" name="Shape 684"/>
        <p:cNvGrpSpPr/>
        <p:nvPr/>
      </p:nvGrpSpPr>
      <p:grpSpPr>
        <a:xfrm>
          <a:off x="0" y="0"/>
          <a:ext cx="0" cy="0"/>
          <a:chOff x="0" y="0"/>
          <a:chExt cx="0" cy="0"/>
        </a:xfrm>
      </p:grpSpPr>
      <p:pic>
        <p:nvPicPr>
          <p:cNvPr id="685" name="Google Shape;685;p106"/>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86" name="Google Shape;686;p106"/>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87" name="Google Shape;687;p106"/>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88" name="Google Shape;688;p106"/>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89" name="Google Shape;689;p106"/>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0" name="Google Shape;690;p106"/>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1" name="Google Shape;691;p106"/>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692" name="Google Shape;692;p106"/>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atter chart - White">
  <p:cSld name="Scatter chart - White">
    <p:bg>
      <p:bgPr>
        <a:solidFill>
          <a:schemeClr val="lt1"/>
        </a:solidFill>
      </p:bgPr>
    </p:bg>
    <p:spTree>
      <p:nvGrpSpPr>
        <p:cNvPr id="693" name="Shape 693"/>
        <p:cNvGrpSpPr/>
        <p:nvPr/>
      </p:nvGrpSpPr>
      <p:grpSpPr>
        <a:xfrm>
          <a:off x="0" y="0"/>
          <a:ext cx="0" cy="0"/>
          <a:chOff x="0" y="0"/>
          <a:chExt cx="0" cy="0"/>
        </a:xfrm>
      </p:grpSpPr>
      <p:pic>
        <p:nvPicPr>
          <p:cNvPr id="694" name="Google Shape;694;p107"/>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695" name="Google Shape;695;p107"/>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696" name="Google Shape;696;p107"/>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697" name="Google Shape;697;p107"/>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698" name="Google Shape;698;p107"/>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699" name="Google Shape;699;p107"/>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0" name="Google Shape;700;p107"/>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1" name="Google Shape;701;p107"/>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chart - White">
  <p:cSld name="Pie chart - White">
    <p:bg>
      <p:bgPr>
        <a:solidFill>
          <a:schemeClr val="lt1"/>
        </a:solidFill>
      </p:bgPr>
    </p:bg>
    <p:spTree>
      <p:nvGrpSpPr>
        <p:cNvPr id="702" name="Shape 702"/>
        <p:cNvGrpSpPr/>
        <p:nvPr/>
      </p:nvGrpSpPr>
      <p:grpSpPr>
        <a:xfrm>
          <a:off x="0" y="0"/>
          <a:ext cx="0" cy="0"/>
          <a:chOff x="0" y="0"/>
          <a:chExt cx="0" cy="0"/>
        </a:xfrm>
      </p:grpSpPr>
      <p:pic>
        <p:nvPicPr>
          <p:cNvPr id="703" name="Google Shape;703;p108"/>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04" name="Google Shape;704;p108"/>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05" name="Google Shape;705;p108"/>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06" name="Google Shape;706;p108"/>
          <p:cNvSpPr txBox="1"/>
          <p:nvPr>
            <p:ph idx="1" type="body"/>
          </p:nvPr>
        </p:nvSpPr>
        <p:spPr>
          <a:xfrm>
            <a:off x="228600" y="4229100"/>
            <a:ext cx="28170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07" name="Google Shape;707;p108"/>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08" name="Google Shape;708;p108"/>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09" name="Google Shape;709;p108"/>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0" name="Google Shape;710;p108"/>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chart - White">
  <p:cSld name="Line chart - White">
    <p:bg>
      <p:bgPr>
        <a:solidFill>
          <a:schemeClr val="lt1"/>
        </a:solidFill>
      </p:bgPr>
    </p:bg>
    <p:spTree>
      <p:nvGrpSpPr>
        <p:cNvPr id="711" name="Shape 711"/>
        <p:cNvGrpSpPr/>
        <p:nvPr/>
      </p:nvGrpSpPr>
      <p:grpSpPr>
        <a:xfrm>
          <a:off x="0" y="0"/>
          <a:ext cx="0" cy="0"/>
          <a:chOff x="0" y="0"/>
          <a:chExt cx="0" cy="0"/>
        </a:xfrm>
      </p:grpSpPr>
      <p:pic>
        <p:nvPicPr>
          <p:cNvPr id="712" name="Google Shape;712;p109"/>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13" name="Google Shape;713;p109"/>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14" name="Google Shape;714;p109"/>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15" name="Google Shape;715;p109"/>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16" name="Google Shape;716;p109"/>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17" name="Google Shape;717;p109"/>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8" name="Google Shape;718;p109"/>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19" name="Google Shape;719;p109"/>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pyramid diagram - White">
  <p:cSld name="Text and pyramid diagram - White">
    <p:bg>
      <p:bgPr>
        <a:solidFill>
          <a:schemeClr val="lt1"/>
        </a:solidFill>
      </p:bgPr>
    </p:bg>
    <p:spTree>
      <p:nvGrpSpPr>
        <p:cNvPr id="720" name="Shape 720"/>
        <p:cNvGrpSpPr/>
        <p:nvPr/>
      </p:nvGrpSpPr>
      <p:grpSpPr>
        <a:xfrm>
          <a:off x="0" y="0"/>
          <a:ext cx="0" cy="0"/>
          <a:chOff x="0" y="0"/>
          <a:chExt cx="0" cy="0"/>
        </a:xfrm>
      </p:grpSpPr>
      <p:pic>
        <p:nvPicPr>
          <p:cNvPr id="721" name="Google Shape;721;p110"/>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22" name="Google Shape;722;p110"/>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23" name="Google Shape;723;p110"/>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24" name="Google Shape;724;p110"/>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25" name="Google Shape;725;p110"/>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26" name="Google Shape;726;p110"/>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7" name="Google Shape;727;p110"/>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28" name="Google Shape;728;p110"/>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radial chart - White">
  <p:cSld name="Text and radial chart - White">
    <p:bg>
      <p:bgPr>
        <a:solidFill>
          <a:schemeClr val="lt1"/>
        </a:solidFill>
      </p:bgPr>
    </p:bg>
    <p:spTree>
      <p:nvGrpSpPr>
        <p:cNvPr id="729" name="Shape 729"/>
        <p:cNvGrpSpPr/>
        <p:nvPr/>
      </p:nvGrpSpPr>
      <p:grpSpPr>
        <a:xfrm>
          <a:off x="0" y="0"/>
          <a:ext cx="0" cy="0"/>
          <a:chOff x="0" y="0"/>
          <a:chExt cx="0" cy="0"/>
        </a:xfrm>
      </p:grpSpPr>
      <p:pic>
        <p:nvPicPr>
          <p:cNvPr id="730" name="Google Shape;730;p111"/>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31" name="Google Shape;731;p111"/>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32" name="Google Shape;732;p111"/>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33" name="Google Shape;733;p111"/>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34" name="Google Shape;734;p111"/>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35" name="Google Shape;735;p111"/>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6" name="Google Shape;736;p111"/>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37" name="Google Shape;737;p111"/>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nn diagram chart - White">
  <p:cSld name="Venn diagram chart - White">
    <p:bg>
      <p:bgPr>
        <a:solidFill>
          <a:schemeClr val="lt1"/>
        </a:solidFill>
      </p:bgPr>
    </p:bg>
    <p:spTree>
      <p:nvGrpSpPr>
        <p:cNvPr id="738" name="Shape 738"/>
        <p:cNvGrpSpPr/>
        <p:nvPr/>
      </p:nvGrpSpPr>
      <p:grpSpPr>
        <a:xfrm>
          <a:off x="0" y="0"/>
          <a:ext cx="0" cy="0"/>
          <a:chOff x="0" y="0"/>
          <a:chExt cx="0" cy="0"/>
        </a:xfrm>
      </p:grpSpPr>
      <p:pic>
        <p:nvPicPr>
          <p:cNvPr id="739" name="Google Shape;739;p112"/>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0" name="Google Shape;740;p112"/>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41" name="Google Shape;741;p112"/>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42" name="Google Shape;742;p112"/>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43" name="Google Shape;743;p112"/>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44" name="Google Shape;744;p112"/>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5" name="Google Shape;745;p112"/>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46" name="Google Shape;746;p112"/>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cked venn diagram chart - White'">
  <p:cSld name="Stacked venn diagram chart - White'">
    <p:bg>
      <p:bgPr>
        <a:solidFill>
          <a:schemeClr val="lt1"/>
        </a:solidFill>
      </p:bgPr>
    </p:bg>
    <p:spTree>
      <p:nvGrpSpPr>
        <p:cNvPr id="747" name="Shape 747"/>
        <p:cNvGrpSpPr/>
        <p:nvPr/>
      </p:nvGrpSpPr>
      <p:grpSpPr>
        <a:xfrm>
          <a:off x="0" y="0"/>
          <a:ext cx="0" cy="0"/>
          <a:chOff x="0" y="0"/>
          <a:chExt cx="0" cy="0"/>
        </a:xfrm>
      </p:grpSpPr>
      <p:pic>
        <p:nvPicPr>
          <p:cNvPr id="748" name="Google Shape;748;p113"/>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49" name="Google Shape;749;p113"/>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50" name="Google Shape;750;p113"/>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51" name="Google Shape;751;p113"/>
          <p:cNvSpPr txBox="1"/>
          <p:nvPr>
            <p:ph idx="1" type="body"/>
          </p:nvPr>
        </p:nvSpPr>
        <p:spPr>
          <a:xfrm>
            <a:off x="228601" y="4229100"/>
            <a:ext cx="1690500" cy="4227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0"/>
              </a:spcBef>
              <a:spcAft>
                <a:spcPts val="0"/>
              </a:spcAft>
              <a:buClr>
                <a:schemeClr val="accent5"/>
              </a:buClr>
              <a:buSzPts val="600"/>
              <a:buFont typeface="Verizon NHG TX"/>
              <a:buNone/>
              <a:defRPr i="0" sz="6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cxnSp>
        <p:nvCxnSpPr>
          <p:cNvPr id="752" name="Google Shape;752;p113"/>
          <p:cNvCxnSpPr/>
          <p:nvPr/>
        </p:nvCxnSpPr>
        <p:spPr>
          <a:xfrm>
            <a:off x="226219" y="4142474"/>
            <a:ext cx="1705200" cy="0"/>
          </a:xfrm>
          <a:prstGeom prst="straightConnector1">
            <a:avLst/>
          </a:prstGeom>
          <a:noFill/>
          <a:ln cap="flat" cmpd="sng" w="9525">
            <a:solidFill>
              <a:srgbClr val="7F7F7F"/>
            </a:solidFill>
            <a:prstDash val="solid"/>
            <a:miter lim="800000"/>
            <a:headEnd len="sm" w="sm" type="none"/>
            <a:tailEnd len="sm" w="sm" type="none"/>
          </a:ln>
        </p:spPr>
      </p:cxnSp>
      <p:sp>
        <p:nvSpPr>
          <p:cNvPr id="753" name="Google Shape;753;p113"/>
          <p:cNvSpPr txBox="1"/>
          <p:nvPr>
            <p:ph idx="2"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4" name="Google Shape;754;p113"/>
          <p:cNvSpPr txBox="1"/>
          <p:nvPr>
            <p:ph idx="3"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55" name="Google Shape;755;p113"/>
          <p:cNvSpPr txBox="1"/>
          <p:nvPr>
            <p:ph idx="4" type="body"/>
          </p:nvPr>
        </p:nvSpPr>
        <p:spPr>
          <a:xfrm>
            <a:off x="228145" y="1028700"/>
            <a:ext cx="3551100" cy="3083700"/>
          </a:xfrm>
          <a:prstGeom prst="rect">
            <a:avLst/>
          </a:prstGeom>
          <a:noFill/>
          <a:ln>
            <a:noFill/>
          </a:ln>
        </p:spPr>
        <p:txBody>
          <a:bodyPr anchorCtr="0" anchor="t" bIns="0" lIns="0" spcFirstLastPara="1" rIns="0" wrap="square" tIns="0">
            <a:normAutofit/>
          </a:bodyPr>
          <a:lstStyle>
            <a:lvl1pPr indent="-228600" lvl="0" marL="457200" marR="0" algn="l">
              <a:lnSpc>
                <a:spcPct val="90000"/>
              </a:lnSpc>
              <a:spcBef>
                <a:spcPts val="800"/>
              </a:spcBef>
              <a:spcAft>
                <a:spcPts val="0"/>
              </a:spcAft>
              <a:buClr>
                <a:schemeClr val="dk1"/>
              </a:buClr>
              <a:buSzPts val="1000"/>
              <a:buFont typeface="Verizon NHG TX"/>
              <a:buNone/>
              <a:defRPr b="1" i="0" sz="10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5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90000"/>
              </a:lnSpc>
              <a:spcBef>
                <a:spcPts val="9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list - White">
  <p:cSld name="Big number list - White">
    <p:bg>
      <p:bgPr>
        <a:solidFill>
          <a:schemeClr val="lt1"/>
        </a:solidFill>
      </p:bgPr>
    </p:bg>
    <p:spTree>
      <p:nvGrpSpPr>
        <p:cNvPr id="756" name="Shape 756"/>
        <p:cNvGrpSpPr/>
        <p:nvPr/>
      </p:nvGrpSpPr>
      <p:grpSpPr>
        <a:xfrm>
          <a:off x="0" y="0"/>
          <a:ext cx="0" cy="0"/>
          <a:chOff x="0" y="0"/>
          <a:chExt cx="0" cy="0"/>
        </a:xfrm>
      </p:grpSpPr>
      <p:sp>
        <p:nvSpPr>
          <p:cNvPr id="757" name="Google Shape;757;p114"/>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58" name="Google Shape;758;p114"/>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59" name="Google Shape;759;p114"/>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0" name="Google Shape;760;p114"/>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1" name="Google Shape;761;p114"/>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graphic slide - White">
  <p:cSld name="Numbers graphic slide - White">
    <p:bg>
      <p:bgPr>
        <a:solidFill>
          <a:schemeClr val="lt1"/>
        </a:solidFill>
      </p:bgPr>
    </p:bg>
    <p:spTree>
      <p:nvGrpSpPr>
        <p:cNvPr id="762" name="Shape 762"/>
        <p:cNvGrpSpPr/>
        <p:nvPr/>
      </p:nvGrpSpPr>
      <p:grpSpPr>
        <a:xfrm>
          <a:off x="0" y="0"/>
          <a:ext cx="0" cy="0"/>
          <a:chOff x="0" y="0"/>
          <a:chExt cx="0" cy="0"/>
        </a:xfrm>
      </p:grpSpPr>
      <p:sp>
        <p:nvSpPr>
          <p:cNvPr id="763" name="Google Shape;763;p115"/>
          <p:cNvSpPr txBox="1"/>
          <p:nvPr>
            <p:ph idx="1" type="body"/>
          </p:nvPr>
        </p:nvSpPr>
        <p:spPr>
          <a:xfrm>
            <a:off x="228601" y="228600"/>
            <a:ext cx="4282500" cy="1158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pic>
        <p:nvPicPr>
          <p:cNvPr id="764" name="Google Shape;764;p115"/>
          <p:cNvPicPr preferRelativeResize="0"/>
          <p:nvPr/>
        </p:nvPicPr>
        <p:blipFill rotWithShape="1">
          <a:blip r:embed="rId2">
            <a:alphaModFix/>
          </a:blip>
          <a:srcRect b="0" l="0" r="0" t="0"/>
          <a:stretch/>
        </p:blipFill>
        <p:spPr>
          <a:xfrm>
            <a:off x="229133" y="4768923"/>
            <a:ext cx="627382" cy="140459"/>
          </a:xfrm>
          <a:prstGeom prst="rect">
            <a:avLst/>
          </a:prstGeom>
          <a:noFill/>
          <a:ln>
            <a:noFill/>
          </a:ln>
        </p:spPr>
      </p:pic>
      <p:sp>
        <p:nvSpPr>
          <p:cNvPr id="765" name="Google Shape;765;p115"/>
          <p:cNvSpPr txBox="1"/>
          <p:nvPr>
            <p:ph idx="2" type="body"/>
          </p:nvPr>
        </p:nvSpPr>
        <p:spPr>
          <a:xfrm>
            <a:off x="228599" y="359209"/>
            <a:ext cx="4282500" cy="5553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6" name="Google Shape;766;p115"/>
          <p:cNvSpPr txBox="1"/>
          <p:nvPr/>
        </p:nvSpPr>
        <p:spPr>
          <a:xfrm>
            <a:off x="2625367" y="4800600"/>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a:solidFill>
                  <a:schemeClr val="dk1"/>
                </a:solidFill>
                <a:latin typeface="Verizon NHG TX"/>
                <a:ea typeface="Verizon NHG TX"/>
                <a:cs typeface="Verizon NHG TX"/>
                <a:sym typeface="Verizon NHG TX"/>
              </a:rPr>
              <a:t>Verizon confidential and proprietary. Unauthorized disclosure, reproduction or other use prohibited.</a:t>
            </a:r>
            <a:endParaRPr sz="1000">
              <a:latin typeface="Verizon NHG TX"/>
              <a:ea typeface="Verizon NHG TX"/>
              <a:cs typeface="Verizon NHG TX"/>
              <a:sym typeface="Verizon NHG TX"/>
            </a:endParaRPr>
          </a:p>
        </p:txBody>
      </p:sp>
      <p:sp>
        <p:nvSpPr>
          <p:cNvPr id="767" name="Google Shape;767;p115"/>
          <p:cNvSpPr txBox="1"/>
          <p:nvPr/>
        </p:nvSpPr>
        <p:spPr>
          <a:xfrm>
            <a:off x="8642255" y="4759509"/>
            <a:ext cx="272700" cy="1539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fld id="{00000000-1234-1234-1234-123412341234}" type="slidenum">
              <a:rPr b="1" i="0" lang="en" sz="1000">
                <a:solidFill>
                  <a:schemeClr val="accent1"/>
                </a:solidFill>
                <a:latin typeface="Verizon NHG TX"/>
                <a:ea typeface="Verizon NHG TX"/>
                <a:cs typeface="Verizon NHG TX"/>
                <a:sym typeface="Verizon NHG TX"/>
              </a:rPr>
              <a:t>‹#›</a:t>
            </a:fld>
            <a:endParaRPr b="1" i="0" sz="1000">
              <a:solidFill>
                <a:schemeClr val="accent1"/>
              </a:solidFill>
              <a:latin typeface="Verizon NHG TX"/>
              <a:ea typeface="Verizon NHG TX"/>
              <a:cs typeface="Verizon NHG TX"/>
              <a:sym typeface="Verizon NHG TX"/>
            </a:endParaRPr>
          </a:p>
        </p:txBody>
      </p:sp>
      <p:sp>
        <p:nvSpPr>
          <p:cNvPr id="768" name="Google Shape;768;p115"/>
          <p:cNvSpPr txBox="1"/>
          <p:nvPr>
            <p:ph idx="3" type="body"/>
          </p:nvPr>
        </p:nvSpPr>
        <p:spPr>
          <a:xfrm>
            <a:off x="226219" y="2136748"/>
            <a:ext cx="28194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69" name="Google Shape;769;p115"/>
          <p:cNvSpPr txBox="1"/>
          <p:nvPr>
            <p:ph idx="4" type="body"/>
          </p:nvPr>
        </p:nvSpPr>
        <p:spPr>
          <a:xfrm>
            <a:off x="2262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0" name="Google Shape;770;p115"/>
          <p:cNvSpPr txBox="1"/>
          <p:nvPr>
            <p:ph idx="5" type="body"/>
          </p:nvPr>
        </p:nvSpPr>
        <p:spPr>
          <a:xfrm>
            <a:off x="3161619" y="2136748"/>
            <a:ext cx="28167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1" name="Google Shape;771;p115"/>
          <p:cNvSpPr txBox="1"/>
          <p:nvPr>
            <p:ph idx="6" type="body"/>
          </p:nvPr>
        </p:nvSpPr>
        <p:spPr>
          <a:xfrm>
            <a:off x="3161619" y="10287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2" name="Google Shape;772;p115"/>
          <p:cNvSpPr txBox="1"/>
          <p:nvPr>
            <p:ph idx="7" type="body"/>
          </p:nvPr>
        </p:nvSpPr>
        <p:spPr>
          <a:xfrm>
            <a:off x="6102803" y="2136748"/>
            <a:ext cx="2810100" cy="377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3" name="Google Shape;773;p115"/>
          <p:cNvSpPr txBox="1"/>
          <p:nvPr>
            <p:ph idx="8" type="body"/>
          </p:nvPr>
        </p:nvSpPr>
        <p:spPr>
          <a:xfrm>
            <a:off x="6102804" y="10287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4" name="Google Shape;774;p115"/>
          <p:cNvSpPr txBox="1"/>
          <p:nvPr>
            <p:ph idx="9" type="body"/>
          </p:nvPr>
        </p:nvSpPr>
        <p:spPr>
          <a:xfrm>
            <a:off x="226219" y="3736949"/>
            <a:ext cx="28194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5" name="Google Shape;775;p115"/>
          <p:cNvSpPr txBox="1"/>
          <p:nvPr>
            <p:ph idx="13" type="body"/>
          </p:nvPr>
        </p:nvSpPr>
        <p:spPr>
          <a:xfrm>
            <a:off x="2262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6" name="Google Shape;776;p115"/>
          <p:cNvSpPr txBox="1"/>
          <p:nvPr>
            <p:ph idx="14" type="body"/>
          </p:nvPr>
        </p:nvSpPr>
        <p:spPr>
          <a:xfrm>
            <a:off x="3161619" y="3736949"/>
            <a:ext cx="28167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7" name="Google Shape;777;p115"/>
          <p:cNvSpPr txBox="1"/>
          <p:nvPr>
            <p:ph idx="15" type="body"/>
          </p:nvPr>
        </p:nvSpPr>
        <p:spPr>
          <a:xfrm>
            <a:off x="3161619" y="2628900"/>
            <a:ext cx="28194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8" name="Google Shape;778;p115"/>
          <p:cNvSpPr txBox="1"/>
          <p:nvPr>
            <p:ph idx="16" type="body"/>
          </p:nvPr>
        </p:nvSpPr>
        <p:spPr>
          <a:xfrm>
            <a:off x="6102803" y="3736949"/>
            <a:ext cx="2810100" cy="3756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5"/>
              </a:buClr>
              <a:buSzPts val="900"/>
              <a:buFont typeface="Verizon NHG TX"/>
              <a:buNone/>
              <a:defRPr i="0" sz="900" u="none" cap="none" strike="noStrike">
                <a:solidFill>
                  <a:schemeClr val="accent5"/>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
        <p:nvSpPr>
          <p:cNvPr id="779" name="Google Shape;779;p115"/>
          <p:cNvSpPr txBox="1"/>
          <p:nvPr>
            <p:ph idx="17" type="body"/>
          </p:nvPr>
        </p:nvSpPr>
        <p:spPr>
          <a:xfrm>
            <a:off x="6102804" y="2628900"/>
            <a:ext cx="2810100" cy="10227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0"/>
              </a:spcBef>
              <a:spcAft>
                <a:spcPts val="0"/>
              </a:spcAft>
              <a:buClr>
                <a:schemeClr val="accent1"/>
              </a:buClr>
              <a:buSzPts val="8100"/>
              <a:buFont typeface="Verizon NHG TX"/>
              <a:buNone/>
              <a:defRPr b="1" i="0" sz="8100" u="none" cap="none" strike="noStrike">
                <a:solidFill>
                  <a:schemeClr val="accent1"/>
                </a:solidFill>
                <a:latin typeface="Verizon NHG TX"/>
                <a:ea typeface="Verizon NHG TX"/>
                <a:cs typeface="Verizon NHG TX"/>
                <a:sym typeface="Verizon NHG TX"/>
              </a:defRPr>
            </a:lvl1pPr>
            <a:lvl2pPr indent="-228600" lvl="1" marL="914400" marR="0" algn="l">
              <a:lnSpc>
                <a:spcPct val="90000"/>
              </a:lnSpc>
              <a:spcBef>
                <a:spcPts val="400"/>
              </a:spcBef>
              <a:spcAft>
                <a:spcPts val="0"/>
              </a:spcAft>
              <a:buClr>
                <a:schemeClr val="lt1"/>
              </a:buClr>
              <a:buSzPts val="1800"/>
              <a:buFont typeface="Verizon NHG TX"/>
              <a:buNone/>
              <a:defRPr i="0" sz="1800" u="none" cap="none" strike="noStrike">
                <a:solidFill>
                  <a:schemeClr val="lt1"/>
                </a:solidFill>
                <a:latin typeface="Verizon NHG TX"/>
                <a:ea typeface="Verizon NHG TX"/>
                <a:cs typeface="Verizon NHG TX"/>
                <a:sym typeface="Verizon NHG TX"/>
              </a:defRPr>
            </a:lvl2pPr>
            <a:lvl3pPr indent="-228600" lvl="2" marL="1371600" marR="0" algn="l">
              <a:lnSpc>
                <a:spcPct val="90000"/>
              </a:lnSpc>
              <a:spcBef>
                <a:spcPts val="400"/>
              </a:spcBef>
              <a:spcAft>
                <a:spcPts val="0"/>
              </a:spcAft>
              <a:buClr>
                <a:schemeClr val="lt1"/>
              </a:buClr>
              <a:buSzPts val="1500"/>
              <a:buFont typeface="Verizon NHG TX"/>
              <a:buNone/>
              <a:defRPr i="0" sz="1500" u="none" cap="none" strike="noStrike">
                <a:solidFill>
                  <a:schemeClr val="lt1"/>
                </a:solidFill>
                <a:latin typeface="Verizon NHG TX"/>
                <a:ea typeface="Verizon NHG TX"/>
                <a:cs typeface="Verizon NHG TX"/>
                <a:sym typeface="Verizon NHG TX"/>
              </a:defRPr>
            </a:lvl3pPr>
            <a:lvl4pPr indent="-228600" lvl="3" marL="18288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4pPr>
            <a:lvl5pPr indent="-228600" lvl="4" marL="2286000" marR="0" algn="l">
              <a:lnSpc>
                <a:spcPct val="90000"/>
              </a:lnSpc>
              <a:spcBef>
                <a:spcPts val="400"/>
              </a:spcBef>
              <a:spcAft>
                <a:spcPts val="0"/>
              </a:spcAft>
              <a:buClr>
                <a:schemeClr val="lt1"/>
              </a:buClr>
              <a:buSzPts val="1400"/>
              <a:buFont typeface="Verizon NHG TX"/>
              <a:buNone/>
              <a:defRPr i="0" sz="1400" u="none" cap="none" strike="noStrike">
                <a:solidFill>
                  <a:schemeClr val="lt1"/>
                </a:solidFill>
                <a:latin typeface="Verizon NHG TX"/>
                <a:ea typeface="Verizon NHG TX"/>
                <a:cs typeface="Verizon NHG TX"/>
                <a:sym typeface="Verizon NHG TX"/>
              </a:defRPr>
            </a:lvl5pPr>
            <a:lvl6pPr indent="-317500" lvl="5" marL="27432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6pPr>
            <a:lvl7pPr indent="-317500" lvl="6" marL="32004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7pPr>
            <a:lvl8pPr indent="-317500" lvl="7" marL="36576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8pPr>
            <a:lvl9pPr indent="-317500" lvl="8" marL="4114800" marR="0" algn="l">
              <a:lnSpc>
                <a:spcPct val="90000"/>
              </a:lnSpc>
              <a:spcBef>
                <a:spcPts val="400"/>
              </a:spcBef>
              <a:spcAft>
                <a:spcPts val="0"/>
              </a:spcAft>
              <a:buClr>
                <a:schemeClr val="dk1"/>
              </a:buClr>
              <a:buSzPts val="1400"/>
              <a:buFont typeface="Verizon NHG TX"/>
              <a:buChar char="•"/>
              <a:defRPr i="0" sz="1400" u="none" cap="none" strike="noStrike">
                <a:solidFill>
                  <a:schemeClr val="dk1"/>
                </a:solidFill>
                <a:latin typeface="Verizon NHG TX"/>
                <a:ea typeface="Verizon NHG TX"/>
                <a:cs typeface="Verizon NHG TX"/>
                <a:sym typeface="Verizon NHG TX"/>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Stone">
  <p:cSld name="Ender 1 - Stone">
    <p:bg>
      <p:bgPr>
        <a:solidFill>
          <a:srgbClr val="F3EDE0"/>
        </a:solidFill>
      </p:bgPr>
    </p:bg>
    <p:spTree>
      <p:nvGrpSpPr>
        <p:cNvPr id="780" name="Shape 780"/>
        <p:cNvGrpSpPr/>
        <p:nvPr/>
      </p:nvGrpSpPr>
      <p:grpSpPr>
        <a:xfrm>
          <a:off x="0" y="0"/>
          <a:ext cx="0" cy="0"/>
          <a:chOff x="0" y="0"/>
          <a:chExt cx="0" cy="0"/>
        </a:xfrm>
      </p:grpSpPr>
      <p:pic>
        <p:nvPicPr>
          <p:cNvPr id="781" name="Google Shape;781;p116"/>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White">
  <p:cSld name="Ender 1 - White">
    <p:bg>
      <p:bgPr>
        <a:solidFill>
          <a:srgbClr val="FFFFFF"/>
        </a:solidFill>
      </p:bgPr>
    </p:bg>
    <p:spTree>
      <p:nvGrpSpPr>
        <p:cNvPr id="782" name="Shape 782"/>
        <p:cNvGrpSpPr/>
        <p:nvPr/>
      </p:nvGrpSpPr>
      <p:grpSpPr>
        <a:xfrm>
          <a:off x="0" y="0"/>
          <a:ext cx="0" cy="0"/>
          <a:chOff x="0" y="0"/>
          <a:chExt cx="0" cy="0"/>
        </a:xfrm>
      </p:grpSpPr>
      <p:pic>
        <p:nvPicPr>
          <p:cNvPr id="783" name="Google Shape;783;p117"/>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1 - Black">
  <p:cSld name="Ender 1 - Black">
    <p:bg>
      <p:bgPr>
        <a:solidFill>
          <a:srgbClr val="000000"/>
        </a:solidFill>
      </p:bgPr>
    </p:bg>
    <p:spTree>
      <p:nvGrpSpPr>
        <p:cNvPr id="784" name="Shape 784"/>
        <p:cNvGrpSpPr/>
        <p:nvPr/>
      </p:nvGrpSpPr>
      <p:grpSpPr>
        <a:xfrm>
          <a:off x="0" y="0"/>
          <a:ext cx="0" cy="0"/>
          <a:chOff x="0" y="0"/>
          <a:chExt cx="0" cy="0"/>
        </a:xfrm>
      </p:grpSpPr>
      <p:pic>
        <p:nvPicPr>
          <p:cNvPr id="785" name="Google Shape;785;p118"/>
          <p:cNvPicPr preferRelativeResize="0"/>
          <p:nvPr/>
        </p:nvPicPr>
        <p:blipFill rotWithShape="1">
          <a:blip r:embed="rId2">
            <a:alphaModFix/>
          </a:blip>
          <a:srcRect b="0" l="0" r="0" t="0"/>
          <a:stretch/>
        </p:blipFill>
        <p:spPr>
          <a:xfrm>
            <a:off x="-1168136" y="1563624"/>
            <a:ext cx="11294941" cy="4620013"/>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Stone">
  <p:cSld name="Ender 2 - Stone">
    <p:bg>
      <p:bgPr>
        <a:solidFill>
          <a:srgbClr val="F3EDE0"/>
        </a:solidFill>
      </p:bgPr>
    </p:bg>
    <p:spTree>
      <p:nvGrpSpPr>
        <p:cNvPr id="786" name="Shape 786"/>
        <p:cNvGrpSpPr/>
        <p:nvPr/>
      </p:nvGrpSpPr>
      <p:grpSpPr>
        <a:xfrm>
          <a:off x="0" y="0"/>
          <a:ext cx="0" cy="0"/>
          <a:chOff x="0" y="0"/>
          <a:chExt cx="0" cy="0"/>
        </a:xfrm>
      </p:grpSpPr>
      <p:pic>
        <p:nvPicPr>
          <p:cNvPr id="787" name="Google Shape;787;p119"/>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White">
  <p:cSld name="Ender 2 - White">
    <p:bg>
      <p:bgPr>
        <a:solidFill>
          <a:srgbClr val="FFFFFF"/>
        </a:solidFill>
      </p:bgPr>
    </p:bg>
    <p:spTree>
      <p:nvGrpSpPr>
        <p:cNvPr id="788" name="Shape 788"/>
        <p:cNvGrpSpPr/>
        <p:nvPr/>
      </p:nvGrpSpPr>
      <p:grpSpPr>
        <a:xfrm>
          <a:off x="0" y="0"/>
          <a:ext cx="0" cy="0"/>
          <a:chOff x="0" y="0"/>
          <a:chExt cx="0" cy="0"/>
        </a:xfrm>
      </p:grpSpPr>
      <p:pic>
        <p:nvPicPr>
          <p:cNvPr id="789" name="Google Shape;789;p120"/>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er 2 - Black">
  <p:cSld name="Ender 2 - Black">
    <p:bg>
      <p:bgPr>
        <a:solidFill>
          <a:srgbClr val="000000"/>
        </a:solidFill>
      </p:bgPr>
    </p:bg>
    <p:spTree>
      <p:nvGrpSpPr>
        <p:cNvPr id="790" name="Shape 790"/>
        <p:cNvGrpSpPr/>
        <p:nvPr/>
      </p:nvGrpSpPr>
      <p:grpSpPr>
        <a:xfrm>
          <a:off x="0" y="0"/>
          <a:ext cx="0" cy="0"/>
          <a:chOff x="0" y="0"/>
          <a:chExt cx="0" cy="0"/>
        </a:xfrm>
      </p:grpSpPr>
      <p:pic>
        <p:nvPicPr>
          <p:cNvPr id="791" name="Google Shape;791;p121"/>
          <p:cNvPicPr preferRelativeResize="0"/>
          <p:nvPr/>
        </p:nvPicPr>
        <p:blipFill rotWithShape="1">
          <a:blip r:embed="rId2">
            <a:alphaModFix/>
          </a:blip>
          <a:srcRect b="0" l="0" r="0" t="0"/>
          <a:stretch/>
        </p:blipFill>
        <p:spPr>
          <a:xfrm>
            <a:off x="3494556" y="1582535"/>
            <a:ext cx="2128484" cy="1946454"/>
          </a:xfrm>
          <a:prstGeom prst="rect">
            <a:avLst/>
          </a:prstGeom>
          <a:noFill/>
          <a:ln>
            <a:noFill/>
          </a:ln>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_Secondary Cover - White">
  <p:cSld name="Secondary Cover - White">
    <p:bg>
      <p:bgPr>
        <a:solidFill>
          <a:schemeClr val="lt1"/>
        </a:solidFill>
      </p:bgPr>
    </p:bg>
    <p:spTree>
      <p:nvGrpSpPr>
        <p:cNvPr id="797" name="Shape 797"/>
        <p:cNvGrpSpPr/>
        <p:nvPr/>
      </p:nvGrpSpPr>
      <p:grpSpPr>
        <a:xfrm>
          <a:off x="0" y="0"/>
          <a:ext cx="0" cy="0"/>
          <a:chOff x="0" y="0"/>
          <a:chExt cx="0" cy="0"/>
        </a:xfrm>
      </p:grpSpPr>
      <p:sp>
        <p:nvSpPr>
          <p:cNvPr id="798" name="Google Shape;798;p123"/>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9" name="Google Shape;799;p123"/>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18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00" name="Google Shape;800;p123"/>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descr="A red letter v with a yellow light&#10;&#10;Description automatically generated" id="801" name="Google Shape;801;p123"/>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Info Slide">
  <p:cSld name="Info Slide">
    <p:spTree>
      <p:nvGrpSpPr>
        <p:cNvPr id="802" name="Shape 802"/>
        <p:cNvGrpSpPr/>
        <p:nvPr/>
      </p:nvGrpSpPr>
      <p:grpSpPr>
        <a:xfrm>
          <a:off x="0" y="0"/>
          <a:ext cx="0" cy="0"/>
          <a:chOff x="0" y="0"/>
          <a:chExt cx="0" cy="0"/>
        </a:xfrm>
      </p:grpSpPr>
      <p:sp>
        <p:nvSpPr>
          <p:cNvPr id="803" name="Google Shape;803;p124"/>
          <p:cNvSpPr/>
          <p:nvPr/>
        </p:nvSpPr>
        <p:spPr>
          <a:xfrm>
            <a:off x="2749794" y="4741252"/>
            <a:ext cx="36531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4" name="Google Shape;804;p124"/>
          <p:cNvSpPr txBox="1"/>
          <p:nvPr>
            <p:ph idx="12" type="sldNum"/>
          </p:nvPr>
        </p:nvSpPr>
        <p:spPr>
          <a:xfrm>
            <a:off x="8317509" y="4736592"/>
            <a:ext cx="352500" cy="92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05" name="Google Shape;805;p124"/>
          <p:cNvSpPr/>
          <p:nvPr/>
        </p:nvSpPr>
        <p:spPr>
          <a:xfrm>
            <a:off x="6126956" y="469106"/>
            <a:ext cx="2543100" cy="207300"/>
          </a:xfrm>
          <a:prstGeom prst="roundRect">
            <a:avLst>
              <a:gd fmla="val 16667" name="adj"/>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lt1"/>
                </a:solidFill>
                <a:latin typeface="Verizon NHG TX"/>
                <a:ea typeface="Verizon NHG TX"/>
                <a:cs typeface="Verizon NHG TX"/>
                <a:sym typeface="Verizon NHG TX"/>
              </a:rPr>
              <a:t>Read this info slide. This is not a template.</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Safe Harbor statement">
  <p:cSld name="Safe Harbor statement_1">
    <p:spTree>
      <p:nvGrpSpPr>
        <p:cNvPr id="806" name="Shape 806"/>
        <p:cNvGrpSpPr/>
        <p:nvPr/>
      </p:nvGrpSpPr>
      <p:grpSpPr>
        <a:xfrm>
          <a:off x="0" y="0"/>
          <a:ext cx="0" cy="0"/>
          <a:chOff x="0" y="0"/>
          <a:chExt cx="0" cy="0"/>
        </a:xfrm>
      </p:grpSpPr>
      <p:sp>
        <p:nvSpPr>
          <p:cNvPr id="807" name="Google Shape;807;p125"/>
          <p:cNvSpPr txBox="1"/>
          <p:nvPr>
            <p:ph type="title"/>
          </p:nvPr>
        </p:nvSpPr>
        <p:spPr>
          <a:xfrm>
            <a:off x="473864" y="438912"/>
            <a:ext cx="4656300" cy="399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None/>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08" name="Google Shape;808;p125"/>
          <p:cNvSpPr/>
          <p:nvPr/>
        </p:nvSpPr>
        <p:spPr>
          <a:xfrm>
            <a:off x="473869" y="4267200"/>
            <a:ext cx="8196300" cy="3966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9" name="Google Shape;809;p12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10" name="Google Shape;810;p125"/>
          <p:cNvSpPr txBox="1"/>
          <p:nvPr>
            <p:ph idx="1" type="body"/>
          </p:nvPr>
        </p:nvSpPr>
        <p:spPr>
          <a:xfrm>
            <a:off x="473869" y="1188244"/>
            <a:ext cx="8196300" cy="301230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0"/>
              </a:spcBef>
              <a:spcAft>
                <a:spcPts val="0"/>
              </a:spcAft>
              <a:buClr>
                <a:schemeClr val="dk1"/>
              </a:buClr>
              <a:buSzPts val="800"/>
              <a:buNone/>
              <a:defRPr b="0" sz="8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1" name="Google Shape;811;p125"/>
          <p:cNvSpPr txBox="1"/>
          <p:nvPr>
            <p:ph idx="2" type="body"/>
          </p:nvPr>
        </p:nvSpPr>
        <p:spPr>
          <a:xfrm>
            <a:off x="473869" y="4343401"/>
            <a:ext cx="8196300" cy="320100"/>
          </a:xfrm>
          <a:prstGeom prst="rect">
            <a:avLst/>
          </a:prstGeom>
          <a:noFill/>
          <a:ln>
            <a:noFill/>
          </a:ln>
        </p:spPr>
        <p:txBody>
          <a:bodyPr anchorCtr="0" anchor="t" bIns="0" lIns="0" spcFirstLastPara="1" rIns="0" wrap="square" tIns="0">
            <a:noAutofit/>
          </a:bodyPr>
          <a:lstStyle>
            <a:lvl1pPr indent="-228600" lvl="0" marL="457200" algn="ctr">
              <a:lnSpc>
                <a:spcPct val="116666"/>
              </a:lnSpc>
              <a:spcBef>
                <a:spcPts val="0"/>
              </a:spcBef>
              <a:spcAft>
                <a:spcPts val="0"/>
              </a:spcAft>
              <a:buClr>
                <a:schemeClr val="dk1"/>
              </a:buClr>
              <a:buSzPts val="900"/>
              <a:buNone/>
              <a:defRPr b="0" sz="900"/>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_Primary Cover - White">
  <p:cSld name="Primary Cover - White">
    <p:bg>
      <p:bgPr>
        <a:solidFill>
          <a:schemeClr val="lt1"/>
        </a:solidFill>
      </p:bgPr>
    </p:bg>
    <p:spTree>
      <p:nvGrpSpPr>
        <p:cNvPr id="812" name="Shape 812"/>
        <p:cNvGrpSpPr/>
        <p:nvPr/>
      </p:nvGrpSpPr>
      <p:grpSpPr>
        <a:xfrm>
          <a:off x="0" y="0"/>
          <a:ext cx="0" cy="0"/>
          <a:chOff x="0" y="0"/>
          <a:chExt cx="0" cy="0"/>
        </a:xfrm>
      </p:grpSpPr>
      <p:sp>
        <p:nvSpPr>
          <p:cNvPr id="813" name="Google Shape;813;p126"/>
          <p:cNvSpPr/>
          <p:nvPr/>
        </p:nvSpPr>
        <p:spPr>
          <a:xfrm>
            <a:off x="178044" y="4668716"/>
            <a:ext cx="6554700" cy="3099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14" name="Google Shape;814;p126"/>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1"/>
              </a:buClr>
              <a:buSzPts val="1800"/>
              <a:buFont typeface="Verizon NHG DS"/>
              <a:buNone/>
              <a:defRPr i="0" sz="1800">
                <a:solidFill>
                  <a:schemeClr val="dk1"/>
                </a:solidFill>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Clr>
                <a:schemeClr val="dk1"/>
              </a:buClr>
              <a:buSzPts val="900"/>
              <a:buChar char="•"/>
              <a:defRPr sz="900"/>
            </a:lvl6pPr>
            <a:lvl7pPr indent="-285750" lvl="6" marL="3200400" algn="l">
              <a:lnSpc>
                <a:spcPct val="100000"/>
              </a:lnSpc>
              <a:spcBef>
                <a:spcPts val="0"/>
              </a:spcBef>
              <a:spcAft>
                <a:spcPts val="0"/>
              </a:spcAft>
              <a:buClr>
                <a:schemeClr val="dk1"/>
              </a:buClr>
              <a:buSzPts val="900"/>
              <a:buChar char="•"/>
              <a:defRPr sz="900"/>
            </a:lvl7pPr>
            <a:lvl8pPr indent="-285750" lvl="7" marL="3657600" algn="l">
              <a:lnSpc>
                <a:spcPct val="100000"/>
              </a:lnSpc>
              <a:spcBef>
                <a:spcPts val="0"/>
              </a:spcBef>
              <a:spcAft>
                <a:spcPts val="0"/>
              </a:spcAft>
              <a:buClr>
                <a:schemeClr val="dk1"/>
              </a:buClr>
              <a:buSzPts val="900"/>
              <a:buChar char="•"/>
              <a:defRPr sz="900"/>
            </a:lvl8pPr>
            <a:lvl9pPr indent="-285750" lvl="8" marL="4114800" algn="l">
              <a:lnSpc>
                <a:spcPct val="100000"/>
              </a:lnSpc>
              <a:spcBef>
                <a:spcPts val="0"/>
              </a:spcBef>
              <a:spcAft>
                <a:spcPts val="0"/>
              </a:spcAft>
              <a:buClr>
                <a:schemeClr val="dk1"/>
              </a:buClr>
              <a:buSzPts val="900"/>
              <a:buChar char="•"/>
              <a:defRPr sz="900"/>
            </a:lvl9pPr>
          </a:lstStyle>
          <a:p/>
        </p:txBody>
      </p:sp>
      <p:sp>
        <p:nvSpPr>
          <p:cNvPr id="815" name="Google Shape;815;p126"/>
          <p:cNvSpPr txBox="1"/>
          <p:nvPr>
            <p:ph type="title"/>
          </p:nvPr>
        </p:nvSpPr>
        <p:spPr>
          <a:xfrm>
            <a:off x="455425"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pic>
        <p:nvPicPr>
          <p:cNvPr id="816" name="Google Shape;816;p126"/>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17" name="Google Shape;817;p126"/>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_Primary Cover - Black">
  <p:cSld name="Primary Cover - Black">
    <p:bg>
      <p:bgPr>
        <a:solidFill>
          <a:schemeClr val="dk1"/>
        </a:solidFill>
      </p:bgPr>
    </p:bg>
    <p:spTree>
      <p:nvGrpSpPr>
        <p:cNvPr id="818" name="Shape 818"/>
        <p:cNvGrpSpPr/>
        <p:nvPr/>
      </p:nvGrpSpPr>
      <p:grpSpPr>
        <a:xfrm>
          <a:off x="0" y="0"/>
          <a:ext cx="0" cy="0"/>
          <a:chOff x="0" y="0"/>
          <a:chExt cx="0" cy="0"/>
        </a:xfrm>
      </p:grpSpPr>
      <p:sp>
        <p:nvSpPr>
          <p:cNvPr id="819" name="Google Shape;819;p127"/>
          <p:cNvSpPr/>
          <p:nvPr/>
        </p:nvSpPr>
        <p:spPr>
          <a:xfrm>
            <a:off x="178044" y="4668716"/>
            <a:ext cx="67788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0" name="Google Shape;820;p127"/>
          <p:cNvSpPr txBox="1"/>
          <p:nvPr>
            <p:ph idx="1" type="body"/>
          </p:nvPr>
        </p:nvSpPr>
        <p:spPr>
          <a:xfrm>
            <a:off x="457200" y="2615184"/>
            <a:ext cx="6801000" cy="606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1" name="Google Shape;821;p127"/>
          <p:cNvSpPr txBox="1"/>
          <p:nvPr>
            <p:ph type="title"/>
          </p:nvPr>
        </p:nvSpPr>
        <p:spPr>
          <a:xfrm>
            <a:off x="457200" y="374904"/>
            <a:ext cx="61152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id="822" name="Google Shape;822;p127"/>
          <p:cNvPicPr preferRelativeResize="0"/>
          <p:nvPr/>
        </p:nvPicPr>
        <p:blipFill rotWithShape="1">
          <a:blip r:embed="rId2">
            <a:alphaModFix/>
          </a:blip>
          <a:srcRect b="43502" l="12071" r="12109" t="23207"/>
          <a:stretch/>
        </p:blipFill>
        <p:spPr>
          <a:xfrm>
            <a:off x="7589475" y="4280635"/>
            <a:ext cx="1080648" cy="246510"/>
          </a:xfrm>
          <a:prstGeom prst="rect">
            <a:avLst/>
          </a:prstGeom>
          <a:noFill/>
          <a:ln>
            <a:noFill/>
          </a:ln>
        </p:spPr>
      </p:pic>
      <p:pic>
        <p:nvPicPr>
          <p:cNvPr descr="A red letter v with a yellow light&#10;&#10;Description automatically generated" id="823" name="Google Shape;823;p127"/>
          <p:cNvPicPr preferRelativeResize="0"/>
          <p:nvPr/>
        </p:nvPicPr>
        <p:blipFill rotWithShape="1">
          <a:blip r:embed="rId3">
            <a:alphaModFix/>
          </a:blip>
          <a:srcRect b="0" l="0" r="0" t="0"/>
          <a:stretch/>
        </p:blipFill>
        <p:spPr>
          <a:xfrm>
            <a:off x="329184" y="4005072"/>
            <a:ext cx="841246" cy="786838"/>
          </a:xfrm>
          <a:prstGeom prst="rect">
            <a:avLst/>
          </a:prstGeom>
          <a:noFill/>
          <a:ln>
            <a:noFill/>
          </a:ln>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_Secondary Cover - Black">
  <p:cSld name="Secondary Cover - Black">
    <p:bg>
      <p:bgPr>
        <a:solidFill>
          <a:schemeClr val="dk1"/>
        </a:solidFill>
      </p:bgPr>
    </p:bg>
    <p:spTree>
      <p:nvGrpSpPr>
        <p:cNvPr id="824" name="Shape 824"/>
        <p:cNvGrpSpPr/>
        <p:nvPr/>
      </p:nvGrpSpPr>
      <p:grpSpPr>
        <a:xfrm>
          <a:off x="0" y="0"/>
          <a:ext cx="0" cy="0"/>
          <a:chOff x="0" y="0"/>
          <a:chExt cx="0" cy="0"/>
        </a:xfrm>
      </p:grpSpPr>
      <p:sp>
        <p:nvSpPr>
          <p:cNvPr id="825" name="Google Shape;825;p128"/>
          <p:cNvSpPr txBox="1"/>
          <p:nvPr>
            <p:ph idx="1" type="body"/>
          </p:nvPr>
        </p:nvSpPr>
        <p:spPr>
          <a:xfrm>
            <a:off x="6703219" y="3406501"/>
            <a:ext cx="1967100" cy="5874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18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26" name="Google Shape;826;p128"/>
          <p:cNvSpPr/>
          <p:nvPr/>
        </p:nvSpPr>
        <p:spPr>
          <a:xfrm>
            <a:off x="178044" y="4668716"/>
            <a:ext cx="62844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27" name="Google Shape;827;p12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letter v with a yellow light&#10;&#10;Description automatically generated" id="828" name="Google Shape;828;p128"/>
          <p:cNvPicPr preferRelativeResize="0"/>
          <p:nvPr/>
        </p:nvPicPr>
        <p:blipFill rotWithShape="1">
          <a:blip r:embed="rId2">
            <a:alphaModFix/>
          </a:blip>
          <a:srcRect b="0" l="0" r="0" t="0"/>
          <a:stretch/>
        </p:blipFill>
        <p:spPr>
          <a:xfrm>
            <a:off x="182880" y="182880"/>
            <a:ext cx="2020823" cy="1890123"/>
          </a:xfrm>
          <a:prstGeom prst="rect">
            <a:avLst/>
          </a:prstGeom>
          <a:noFill/>
          <a:ln>
            <a:noFill/>
          </a:ln>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Secondary Cover with logo - White">
  <p:cSld name="Divider - White">
    <p:bg>
      <p:bgPr>
        <a:solidFill>
          <a:schemeClr val="lt1"/>
        </a:solidFill>
      </p:bgPr>
    </p:bg>
    <p:spTree>
      <p:nvGrpSpPr>
        <p:cNvPr id="829" name="Shape 829"/>
        <p:cNvGrpSpPr/>
        <p:nvPr/>
      </p:nvGrpSpPr>
      <p:grpSpPr>
        <a:xfrm>
          <a:off x="0" y="0"/>
          <a:ext cx="0" cy="0"/>
          <a:chOff x="0" y="0"/>
          <a:chExt cx="0" cy="0"/>
        </a:xfrm>
      </p:grpSpPr>
      <p:sp>
        <p:nvSpPr>
          <p:cNvPr id="830" name="Google Shape;830;p129"/>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18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31" name="Google Shape;831;p129"/>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5000"/>
              <a:buFont typeface="Arial"/>
              <a:buNone/>
              <a:defRPr sz="5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2" name="Google Shape;832;p129"/>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33" name="Google Shape;833;p129"/>
          <p:cNvSpPr/>
          <p:nvPr/>
        </p:nvSpPr>
        <p:spPr>
          <a:xfrm>
            <a:off x="70550" y="4663700"/>
            <a:ext cx="9073500" cy="463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34" name="Google Shape;834;p129"/>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35" name="Google Shape;835;p129"/>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_Secondary Cover with logo - Black">
  <p:cSld name="Divider - White_2">
    <p:bg>
      <p:bgPr>
        <a:solidFill>
          <a:schemeClr val="dk1"/>
        </a:solidFill>
      </p:bgPr>
    </p:bg>
    <p:spTree>
      <p:nvGrpSpPr>
        <p:cNvPr id="836" name="Shape 836"/>
        <p:cNvGrpSpPr/>
        <p:nvPr/>
      </p:nvGrpSpPr>
      <p:grpSpPr>
        <a:xfrm>
          <a:off x="0" y="0"/>
          <a:ext cx="0" cy="0"/>
          <a:chOff x="0" y="0"/>
          <a:chExt cx="0" cy="0"/>
        </a:xfrm>
      </p:grpSpPr>
      <p:sp>
        <p:nvSpPr>
          <p:cNvPr id="837" name="Google Shape;837;p130"/>
          <p:cNvSpPr txBox="1"/>
          <p:nvPr>
            <p:ph idx="1" type="body"/>
          </p:nvPr>
        </p:nvSpPr>
        <p:spPr>
          <a:xfrm>
            <a:off x="457200" y="2615184"/>
            <a:ext cx="4046700" cy="1314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18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
        <p:nvSpPr>
          <p:cNvPr id="838" name="Google Shape;838;p130"/>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39" name="Google Shape;839;p130"/>
          <p:cNvSpPr txBox="1"/>
          <p:nvPr>
            <p:ph idx="12"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40" name="Google Shape;840;p130"/>
          <p:cNvSpPr/>
          <p:nvPr/>
        </p:nvSpPr>
        <p:spPr>
          <a:xfrm>
            <a:off x="70550" y="4663700"/>
            <a:ext cx="9073500" cy="463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sp>
        <p:nvSpPr>
          <p:cNvPr id="841" name="Google Shape;841;p130"/>
          <p:cNvSpPr/>
          <p:nvPr>
            <p:ph idx="2" type="pic"/>
          </p:nvPr>
        </p:nvSpPr>
        <p:spPr>
          <a:xfrm>
            <a:off x="7286600" y="4417475"/>
            <a:ext cx="1383600" cy="312000"/>
          </a:xfrm>
          <a:prstGeom prst="rect">
            <a:avLst/>
          </a:prstGeom>
          <a:solidFill>
            <a:srgbClr val="F2F2F2"/>
          </a:solidFill>
          <a:ln>
            <a:noFill/>
          </a:ln>
        </p:spPr>
      </p:sp>
      <p:pic>
        <p:nvPicPr>
          <p:cNvPr descr="A red and black logo&#10;&#10;Description automatically generated" id="842" name="Google Shape;842;p130"/>
          <p:cNvPicPr preferRelativeResize="0"/>
          <p:nvPr/>
        </p:nvPicPr>
        <p:blipFill rotWithShape="1">
          <a:blip r:embed="rId2">
            <a:alphaModFix/>
          </a:blip>
          <a:srcRect b="0" l="0" r="0" t="0"/>
          <a:stretch/>
        </p:blipFill>
        <p:spPr>
          <a:xfrm>
            <a:off x="475488" y="4416552"/>
            <a:ext cx="1389887" cy="311686"/>
          </a:xfrm>
          <a:prstGeom prst="rect">
            <a:avLst/>
          </a:prstGeom>
          <a:noFill/>
          <a:ln>
            <a:noFill/>
          </a:ln>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Divider - White">
  <p:cSld name="Divider - White_1">
    <p:bg>
      <p:bgPr>
        <a:solidFill>
          <a:schemeClr val="lt1"/>
        </a:solidFill>
      </p:bgPr>
    </p:bg>
    <p:spTree>
      <p:nvGrpSpPr>
        <p:cNvPr id="843" name="Shape 843"/>
        <p:cNvGrpSpPr/>
        <p:nvPr/>
      </p:nvGrpSpPr>
      <p:grpSpPr>
        <a:xfrm>
          <a:off x="0" y="0"/>
          <a:ext cx="0" cy="0"/>
          <a:chOff x="0" y="0"/>
          <a:chExt cx="0" cy="0"/>
        </a:xfrm>
      </p:grpSpPr>
      <p:sp>
        <p:nvSpPr>
          <p:cNvPr id="844" name="Google Shape;844;p131"/>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2400"/>
              <a:buFont typeface="Verizon NHG DS"/>
              <a:buNone/>
              <a:defRPr i="0" sz="2400">
                <a:latin typeface="Verizon NHG DS"/>
                <a:ea typeface="Verizon NHG DS"/>
                <a:cs typeface="Verizon NHG DS"/>
                <a:sym typeface="Verizon NHG DS"/>
              </a:defRPr>
            </a:lvl1pPr>
            <a:lvl2pPr indent="-228600" lvl="1" marL="914400" algn="l">
              <a:lnSpc>
                <a:spcPct val="100000"/>
              </a:lnSpc>
              <a:spcBef>
                <a:spcPts val="0"/>
              </a:spcBef>
              <a:spcAft>
                <a:spcPts val="0"/>
              </a:spcAft>
              <a:buSzPts val="900"/>
              <a:buNone/>
              <a:defRPr/>
            </a:lvl2pPr>
            <a:lvl3pPr indent="-228600" lvl="2" marL="1371600" algn="l">
              <a:lnSpc>
                <a:spcPct val="100000"/>
              </a:lnSpc>
              <a:spcBef>
                <a:spcPts val="0"/>
              </a:spcBef>
              <a:spcAft>
                <a:spcPts val="0"/>
              </a:spcAft>
              <a:buSzPts val="900"/>
              <a:buNone/>
              <a:defRPr/>
            </a:lvl3pPr>
            <a:lvl4pPr indent="-228600" lvl="3" marL="1828800" algn="l">
              <a:lnSpc>
                <a:spcPct val="100000"/>
              </a:lnSpc>
              <a:spcBef>
                <a:spcPts val="0"/>
              </a:spcBef>
              <a:spcAft>
                <a:spcPts val="0"/>
              </a:spcAft>
              <a:buSzPts val="900"/>
              <a:buNone/>
              <a:defRPr/>
            </a:lvl4pPr>
            <a:lvl5pPr indent="-228600" lvl="4" marL="2286000" algn="l">
              <a:lnSpc>
                <a:spcPct val="100000"/>
              </a:lnSpc>
              <a:spcBef>
                <a:spcPts val="0"/>
              </a:spcBef>
              <a:spcAft>
                <a:spcPts val="0"/>
              </a:spcAft>
              <a:buSzPts val="900"/>
              <a:buNone/>
              <a:defRPr/>
            </a:lvl5pPr>
            <a:lvl6pPr indent="-285750" lvl="5" marL="2743200" algn="l">
              <a:lnSpc>
                <a:spcPct val="100000"/>
              </a:lnSpc>
              <a:spcBef>
                <a:spcPts val="0"/>
              </a:spcBef>
              <a:spcAft>
                <a:spcPts val="0"/>
              </a:spcAft>
              <a:buSzPts val="900"/>
              <a:buChar char="•"/>
              <a:defRPr sz="900"/>
            </a:lvl6pPr>
            <a:lvl7pPr indent="-285750" lvl="6" marL="3200400" algn="l">
              <a:lnSpc>
                <a:spcPct val="100000"/>
              </a:lnSpc>
              <a:spcBef>
                <a:spcPts val="0"/>
              </a:spcBef>
              <a:spcAft>
                <a:spcPts val="0"/>
              </a:spcAft>
              <a:buSzPts val="900"/>
              <a:buChar char="•"/>
              <a:defRPr sz="900"/>
            </a:lvl7pPr>
            <a:lvl8pPr indent="-285750" lvl="7" marL="3657600" algn="l">
              <a:lnSpc>
                <a:spcPct val="100000"/>
              </a:lnSpc>
              <a:spcBef>
                <a:spcPts val="0"/>
              </a:spcBef>
              <a:spcAft>
                <a:spcPts val="0"/>
              </a:spcAft>
              <a:buSzPts val="900"/>
              <a:buChar char="•"/>
              <a:defRPr sz="900"/>
            </a:lvl8pPr>
            <a:lvl9pPr indent="-285750" lvl="8" marL="4114800" algn="l">
              <a:lnSpc>
                <a:spcPct val="100000"/>
              </a:lnSpc>
              <a:spcBef>
                <a:spcPts val="0"/>
              </a:spcBef>
              <a:spcAft>
                <a:spcPts val="0"/>
              </a:spcAft>
              <a:buSzPts val="900"/>
              <a:buChar char="•"/>
              <a:defRPr sz="900"/>
            </a:lvl9pPr>
          </a:lstStyle>
          <a:p/>
        </p:txBody>
      </p:sp>
      <p:sp>
        <p:nvSpPr>
          <p:cNvPr id="845" name="Google Shape;845;p131"/>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46" name="Google Shape;846;p131"/>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_Divider - Black">
  <p:cSld name="Divider - Black">
    <p:bg>
      <p:bgPr>
        <a:solidFill>
          <a:schemeClr val="dk1"/>
        </a:solidFill>
      </p:bgPr>
    </p:bg>
    <p:spTree>
      <p:nvGrpSpPr>
        <p:cNvPr id="847" name="Shape 847"/>
        <p:cNvGrpSpPr/>
        <p:nvPr/>
      </p:nvGrpSpPr>
      <p:grpSpPr>
        <a:xfrm>
          <a:off x="0" y="0"/>
          <a:ext cx="0" cy="0"/>
          <a:chOff x="0" y="0"/>
          <a:chExt cx="0" cy="0"/>
        </a:xfrm>
      </p:grpSpPr>
      <p:sp>
        <p:nvSpPr>
          <p:cNvPr id="848" name="Google Shape;848;p132"/>
          <p:cNvSpPr txBox="1"/>
          <p:nvPr>
            <p:ph type="title"/>
          </p:nvPr>
        </p:nvSpPr>
        <p:spPr>
          <a:xfrm>
            <a:off x="457200" y="374904"/>
            <a:ext cx="6801000" cy="13254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849" name="Google Shape;849;p132"/>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Arial"/>
                <a:ea typeface="Arial"/>
                <a:cs typeface="Arial"/>
                <a:sym typeface="Arial"/>
              </a:rPr>
              <a:t>Verizon confidential and proprietary. Unauthorized disclosure, reproduction or other use prohibited.</a:t>
            </a:r>
            <a:endParaRPr b="0" i="0" sz="1100" u="none" cap="none" strike="noStrike">
              <a:solidFill>
                <a:srgbClr val="000000"/>
              </a:solidFill>
              <a:latin typeface="Arial"/>
              <a:ea typeface="Arial"/>
              <a:cs typeface="Arial"/>
              <a:sym typeface="Arial"/>
            </a:endParaRPr>
          </a:p>
        </p:txBody>
      </p:sp>
      <p:sp>
        <p:nvSpPr>
          <p:cNvPr id="850" name="Google Shape;850;p132"/>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1" name="Google Shape;851;p132"/>
          <p:cNvSpPr txBox="1"/>
          <p:nvPr>
            <p:ph idx="1" type="body"/>
          </p:nvPr>
        </p:nvSpPr>
        <p:spPr>
          <a:xfrm>
            <a:off x="457200" y="938803"/>
            <a:ext cx="4046700" cy="37944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Clr>
                <a:schemeClr val="lt1"/>
              </a:buClr>
              <a:buSzPts val="2400"/>
              <a:buFont typeface="Verizon NHG DS"/>
              <a:buNone/>
              <a:defRPr i="0" sz="2400">
                <a:solidFill>
                  <a:schemeClr val="lt1"/>
                </a:solidFill>
                <a:latin typeface="Verizon NHG DS"/>
                <a:ea typeface="Verizon NHG DS"/>
                <a:cs typeface="Verizon NHG DS"/>
                <a:sym typeface="Verizon NHG DS"/>
              </a:defRPr>
            </a:lvl1pPr>
            <a:lvl2pPr indent="-228600" lvl="1" marL="914400" algn="l">
              <a:lnSpc>
                <a:spcPct val="100000"/>
              </a:lnSpc>
              <a:spcBef>
                <a:spcPts val="0"/>
              </a:spcBef>
              <a:spcAft>
                <a:spcPts val="0"/>
              </a:spcAft>
              <a:buClr>
                <a:schemeClr val="lt1"/>
              </a:buClr>
              <a:buSzPts val="900"/>
              <a:buNone/>
              <a:defRPr>
                <a:solidFill>
                  <a:schemeClr val="lt1"/>
                </a:solidFill>
              </a:defRPr>
            </a:lvl2pPr>
            <a:lvl3pPr indent="-228600" lvl="2" marL="1371600" algn="l">
              <a:lnSpc>
                <a:spcPct val="100000"/>
              </a:lnSpc>
              <a:spcBef>
                <a:spcPts val="0"/>
              </a:spcBef>
              <a:spcAft>
                <a:spcPts val="0"/>
              </a:spcAft>
              <a:buClr>
                <a:schemeClr val="lt1"/>
              </a:buClr>
              <a:buSzPts val="900"/>
              <a:buNone/>
              <a:defRPr>
                <a:solidFill>
                  <a:schemeClr val="lt1"/>
                </a:solidFill>
              </a:defRPr>
            </a:lvl3pPr>
            <a:lvl4pPr indent="-228600" lvl="3" marL="1828800" algn="l">
              <a:lnSpc>
                <a:spcPct val="100000"/>
              </a:lnSpc>
              <a:spcBef>
                <a:spcPts val="0"/>
              </a:spcBef>
              <a:spcAft>
                <a:spcPts val="0"/>
              </a:spcAft>
              <a:buClr>
                <a:schemeClr val="lt1"/>
              </a:buClr>
              <a:buSzPts val="900"/>
              <a:buNone/>
              <a:defRPr>
                <a:solidFill>
                  <a:schemeClr val="lt1"/>
                </a:solidFill>
              </a:defRPr>
            </a:lvl4pPr>
            <a:lvl5pPr indent="-228600" lvl="4" marL="2286000" algn="l">
              <a:lnSpc>
                <a:spcPct val="100000"/>
              </a:lnSpc>
              <a:spcBef>
                <a:spcPts val="0"/>
              </a:spcBef>
              <a:spcAft>
                <a:spcPts val="0"/>
              </a:spcAft>
              <a:buClr>
                <a:schemeClr val="lt1"/>
              </a:buClr>
              <a:buSzPts val="900"/>
              <a:buNone/>
              <a:defRPr>
                <a:solidFill>
                  <a:schemeClr val="lt1"/>
                </a:solidFill>
              </a:defRPr>
            </a:lvl5pPr>
            <a:lvl6pPr indent="-285750" lvl="5" marL="2743200" algn="l">
              <a:lnSpc>
                <a:spcPct val="100000"/>
              </a:lnSpc>
              <a:spcBef>
                <a:spcPts val="0"/>
              </a:spcBef>
              <a:spcAft>
                <a:spcPts val="0"/>
              </a:spcAft>
              <a:buClr>
                <a:schemeClr val="lt1"/>
              </a:buClr>
              <a:buSzPts val="900"/>
              <a:buChar char="•"/>
              <a:defRPr sz="900">
                <a:solidFill>
                  <a:schemeClr val="lt1"/>
                </a:solidFill>
              </a:defRPr>
            </a:lvl6pPr>
            <a:lvl7pPr indent="-285750" lvl="6" marL="3200400" algn="l">
              <a:lnSpc>
                <a:spcPct val="100000"/>
              </a:lnSpc>
              <a:spcBef>
                <a:spcPts val="0"/>
              </a:spcBef>
              <a:spcAft>
                <a:spcPts val="0"/>
              </a:spcAft>
              <a:buClr>
                <a:schemeClr val="lt1"/>
              </a:buClr>
              <a:buSzPts val="900"/>
              <a:buChar char="•"/>
              <a:defRPr sz="900">
                <a:solidFill>
                  <a:schemeClr val="lt1"/>
                </a:solidFill>
              </a:defRPr>
            </a:lvl7pPr>
            <a:lvl8pPr indent="-285750" lvl="7" marL="3657600" algn="l">
              <a:lnSpc>
                <a:spcPct val="100000"/>
              </a:lnSpc>
              <a:spcBef>
                <a:spcPts val="0"/>
              </a:spcBef>
              <a:spcAft>
                <a:spcPts val="0"/>
              </a:spcAft>
              <a:buClr>
                <a:schemeClr val="lt1"/>
              </a:buClr>
              <a:buSzPts val="900"/>
              <a:buChar char="•"/>
              <a:defRPr sz="900">
                <a:solidFill>
                  <a:schemeClr val="lt1"/>
                </a:solidFill>
              </a:defRPr>
            </a:lvl8pPr>
            <a:lvl9pPr indent="-285750" lvl="8" marL="4114800" algn="l">
              <a:lnSpc>
                <a:spcPct val="100000"/>
              </a:lnSpc>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_Large statement - White">
  <p:cSld name="Large statement or Divider - White">
    <p:bg>
      <p:bgPr>
        <a:solidFill>
          <a:schemeClr val="lt1"/>
        </a:solidFill>
      </p:bgPr>
    </p:bg>
    <p:spTree>
      <p:nvGrpSpPr>
        <p:cNvPr id="852" name="Shape 852"/>
        <p:cNvGrpSpPr/>
        <p:nvPr/>
      </p:nvGrpSpPr>
      <p:grpSpPr>
        <a:xfrm>
          <a:off x="0" y="0"/>
          <a:ext cx="0" cy="0"/>
          <a:chOff x="0" y="0"/>
          <a:chExt cx="0" cy="0"/>
        </a:xfrm>
      </p:grpSpPr>
      <p:sp>
        <p:nvSpPr>
          <p:cNvPr id="853" name="Google Shape;853;p13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54" name="Google Shape;854;p133"/>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dk2"/>
              </a:buClr>
              <a:buSzPts val="5000"/>
              <a:buFont typeface="Arial"/>
              <a:buNone/>
              <a:defRPr sz="50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grpSp>
        <p:nvGrpSpPr>
          <p:cNvPr id="855" name="Google Shape;855;p133"/>
          <p:cNvGrpSpPr/>
          <p:nvPr/>
        </p:nvGrpSpPr>
        <p:grpSpPr>
          <a:xfrm>
            <a:off x="0" y="0"/>
            <a:ext cx="9144000" cy="5143500"/>
            <a:chOff x="0" y="0"/>
            <a:chExt cx="9144000" cy="5143500"/>
          </a:xfrm>
        </p:grpSpPr>
        <p:sp>
          <p:nvSpPr>
            <p:cNvPr id="856" name="Google Shape;856;p133"/>
            <p:cNvSpPr/>
            <p:nvPr/>
          </p:nvSpPr>
          <p:spPr>
            <a:xfrm>
              <a:off x="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7" name="Google Shape;857;p133"/>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8" name="Google Shape;858;p133"/>
            <p:cNvSpPr/>
            <p:nvPr/>
          </p:nvSpPr>
          <p:spPr>
            <a:xfrm rot="5400000">
              <a:off x="4514550" y="-4492350"/>
              <a:ext cx="137100" cy="91218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59" name="Google Shape;859;p133"/>
            <p:cNvSpPr/>
            <p:nvPr/>
          </p:nvSpPr>
          <p:spPr>
            <a:xfrm rot="5400000">
              <a:off x="4525500" y="525000"/>
              <a:ext cx="137100" cy="90999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 Red">
    <p:bg>
      <p:bgPr>
        <a:solidFill>
          <a:schemeClr val="dk2"/>
        </a:solidFill>
      </p:bgPr>
    </p:bg>
    <p:spTree>
      <p:nvGrpSpPr>
        <p:cNvPr id="860" name="Shape 860"/>
        <p:cNvGrpSpPr/>
        <p:nvPr/>
      </p:nvGrpSpPr>
      <p:grpSpPr>
        <a:xfrm>
          <a:off x="0" y="0"/>
          <a:ext cx="0" cy="0"/>
          <a:chOff x="0" y="0"/>
          <a:chExt cx="0" cy="0"/>
        </a:xfrm>
      </p:grpSpPr>
      <p:sp>
        <p:nvSpPr>
          <p:cNvPr id="861" name="Google Shape;861;p13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2" name="Google Shape;862;p134"/>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3" name="Google Shape;863;p134"/>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4" name="Google Shape;864;p134"/>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pic>
        <p:nvPicPr>
          <p:cNvPr descr="A red and black logo&#10;&#10;Description automatically generated" id="865" name="Google Shape;865;p134"/>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Large statement - Black">
  <p:cSld name="Large statement or Divider - Black">
    <p:bg>
      <p:bgPr>
        <a:solidFill>
          <a:schemeClr val="dk1"/>
        </a:solidFill>
      </p:bgPr>
    </p:bg>
    <p:spTree>
      <p:nvGrpSpPr>
        <p:cNvPr id="866" name="Shape 866"/>
        <p:cNvGrpSpPr/>
        <p:nvPr/>
      </p:nvGrpSpPr>
      <p:grpSpPr>
        <a:xfrm>
          <a:off x="0" y="0"/>
          <a:ext cx="0" cy="0"/>
          <a:chOff x="0" y="0"/>
          <a:chExt cx="0" cy="0"/>
        </a:xfrm>
      </p:grpSpPr>
      <p:sp>
        <p:nvSpPr>
          <p:cNvPr id="867" name="Google Shape;867;p13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68" name="Google Shape;868;p13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chemeClr val="lt1"/>
              </a:solidFill>
              <a:latin typeface="Verizon NHG TX"/>
              <a:ea typeface="Verizon NHG TX"/>
              <a:cs typeface="Verizon NHG TX"/>
              <a:sym typeface="Verizon NHG TX"/>
            </a:endParaRPr>
          </a:p>
        </p:txBody>
      </p:sp>
      <p:sp>
        <p:nvSpPr>
          <p:cNvPr id="869" name="Google Shape;869;p135"/>
          <p:cNvSpPr txBox="1"/>
          <p:nvPr>
            <p:ph idx="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70" name="Google Shape;870;p135"/>
          <p:cNvSpPr txBox="1"/>
          <p:nvPr>
            <p:ph type="title"/>
          </p:nvPr>
        </p:nvSpPr>
        <p:spPr>
          <a:xfrm>
            <a:off x="135400" y="143375"/>
            <a:ext cx="8873100" cy="4412700"/>
          </a:xfrm>
          <a:prstGeom prst="rect">
            <a:avLst/>
          </a:prstGeom>
          <a:noFill/>
          <a:ln>
            <a:noFill/>
          </a:ln>
        </p:spPr>
        <p:txBody>
          <a:bodyPr anchorCtr="0" anchor="ctr" bIns="0" lIns="0" spcFirstLastPara="1" rIns="0" wrap="square" tIns="0">
            <a:noAutofit/>
          </a:bodyPr>
          <a:lstStyle>
            <a:lvl1pPr lvl="0" algn="ctr">
              <a:lnSpc>
                <a:spcPct val="90000"/>
              </a:lnSpc>
              <a:spcBef>
                <a:spcPts val="0"/>
              </a:spcBef>
              <a:spcAft>
                <a:spcPts val="0"/>
              </a:spcAft>
              <a:buClr>
                <a:schemeClr val="lt2"/>
              </a:buClr>
              <a:buSzPts val="5000"/>
              <a:buFont typeface="Arial"/>
              <a:buNone/>
              <a:defRPr sz="50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Divider w/ Copy - Yellow">
  <p:cSld name="Divider w/ Copy - Yellow">
    <p:bg>
      <p:bgPr>
        <a:solidFill>
          <a:schemeClr val="lt1"/>
        </a:solidFill>
      </p:bgPr>
    </p:bg>
    <p:spTree>
      <p:nvGrpSpPr>
        <p:cNvPr id="871" name="Shape 871"/>
        <p:cNvGrpSpPr/>
        <p:nvPr/>
      </p:nvGrpSpPr>
      <p:grpSpPr>
        <a:xfrm>
          <a:off x="0" y="0"/>
          <a:ext cx="0" cy="0"/>
          <a:chOff x="0" y="0"/>
          <a:chExt cx="0" cy="0"/>
        </a:xfrm>
      </p:grpSpPr>
      <p:sp>
        <p:nvSpPr>
          <p:cNvPr id="872" name="Google Shape;872;p136"/>
          <p:cNvSpPr/>
          <p:nvPr/>
        </p:nvSpPr>
        <p:spPr>
          <a:xfrm>
            <a:off x="0" y="0"/>
            <a:ext cx="4581300" cy="51435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3" name="Google Shape;873;p136"/>
          <p:cNvSpPr/>
          <p:nvPr/>
        </p:nvSpPr>
        <p:spPr>
          <a:xfrm>
            <a:off x="4581298" y="4728064"/>
            <a:ext cx="2017800" cy="1977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4" name="Google Shape;874;p136"/>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2000"/>
              <a:buFont typeface="Verizon NHG DS"/>
              <a:buNone/>
              <a:defRPr i="0" sz="2000">
                <a:solidFill>
                  <a:schemeClr val="dk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2pPr>
            <a:lvl3pPr indent="-228600" lvl="2" marL="13716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3pPr>
            <a:lvl4pPr indent="-228600" lvl="3" marL="18288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4pPr>
            <a:lvl5pPr indent="-228600" lvl="4" marL="2286000" algn="l">
              <a:lnSpc>
                <a:spcPct val="100000"/>
              </a:lnSpc>
              <a:spcBef>
                <a:spcPts val="400"/>
              </a:spcBef>
              <a:spcAft>
                <a:spcPts val="0"/>
              </a:spcAft>
              <a:buClr>
                <a:schemeClr val="dk2"/>
              </a:buClr>
              <a:buSzPts val="900"/>
              <a:buFont typeface="Verizon NHG DS"/>
              <a:buNone/>
              <a:defRPr b="1">
                <a:solidFill>
                  <a:schemeClr val="dk2"/>
                </a:solidFill>
                <a:latin typeface="Verizon NHG DS"/>
                <a:ea typeface="Verizon NHG DS"/>
                <a:cs typeface="Verizon NHG DS"/>
                <a:sym typeface="Verizon NHG DS"/>
              </a:defRPr>
            </a:lvl5pPr>
            <a:lvl6pPr indent="-285750" lvl="5" marL="27432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6pPr>
            <a:lvl7pPr indent="-285750" lvl="6" marL="32004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7pPr>
            <a:lvl8pPr indent="-285750" lvl="7" marL="36576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8pPr>
            <a:lvl9pPr indent="-285750" lvl="8" marL="4114800" algn="l">
              <a:lnSpc>
                <a:spcPct val="100000"/>
              </a:lnSpc>
              <a:spcBef>
                <a:spcPts val="400"/>
              </a:spcBef>
              <a:spcAft>
                <a:spcPts val="0"/>
              </a:spcAft>
              <a:buClr>
                <a:schemeClr val="dk2"/>
              </a:buClr>
              <a:buSzPts val="900"/>
              <a:buFont typeface="Verizon NHG DS"/>
              <a:buChar char="•"/>
              <a:defRPr b="1" sz="900">
                <a:solidFill>
                  <a:schemeClr val="dk2"/>
                </a:solidFill>
                <a:latin typeface="Verizon NHG DS"/>
                <a:ea typeface="Verizon NHG DS"/>
                <a:cs typeface="Verizon NHG DS"/>
                <a:sym typeface="Verizon NHG DS"/>
              </a:defRPr>
            </a:lvl9pPr>
          </a:lstStyle>
          <a:p/>
        </p:txBody>
      </p:sp>
      <p:sp>
        <p:nvSpPr>
          <p:cNvPr id="875" name="Google Shape;875;p136"/>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876" name="Google Shape;876;p13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grpSp>
        <p:nvGrpSpPr>
          <p:cNvPr id="877" name="Google Shape;877;p136"/>
          <p:cNvGrpSpPr/>
          <p:nvPr/>
        </p:nvGrpSpPr>
        <p:grpSpPr>
          <a:xfrm>
            <a:off x="4503450" y="0"/>
            <a:ext cx="4640550" cy="5143500"/>
            <a:chOff x="4503450" y="0"/>
            <a:chExt cx="4640550" cy="5143500"/>
          </a:xfrm>
        </p:grpSpPr>
        <p:sp>
          <p:nvSpPr>
            <p:cNvPr id="878" name="Google Shape;878;p136"/>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79" name="Google Shape;879;p136"/>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0" name="Google Shape;880;p136"/>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1" name="Google Shape;881;p136"/>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882" name="Google Shape;882;p136"/>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883" name="Google Shape;883;p136"/>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Divider w/ Copy - Red">
  <p:cSld name="Divider w/ Copy - Red">
    <p:bg>
      <p:bgPr>
        <a:solidFill>
          <a:schemeClr val="lt2"/>
        </a:solidFill>
      </p:bgPr>
    </p:bg>
    <p:spTree>
      <p:nvGrpSpPr>
        <p:cNvPr id="884" name="Shape 884"/>
        <p:cNvGrpSpPr/>
        <p:nvPr/>
      </p:nvGrpSpPr>
      <p:grpSpPr>
        <a:xfrm>
          <a:off x="0" y="0"/>
          <a:ext cx="0" cy="0"/>
          <a:chOff x="0" y="0"/>
          <a:chExt cx="0" cy="0"/>
        </a:xfrm>
      </p:grpSpPr>
      <p:sp>
        <p:nvSpPr>
          <p:cNvPr id="885" name="Google Shape;885;p137"/>
          <p:cNvSpPr/>
          <p:nvPr/>
        </p:nvSpPr>
        <p:spPr>
          <a:xfrm>
            <a:off x="2716823"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6" name="Google Shape;886;p137"/>
          <p:cNvSpPr/>
          <p:nvPr/>
        </p:nvSpPr>
        <p:spPr>
          <a:xfrm>
            <a:off x="4567428" y="0"/>
            <a:ext cx="4576500"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87" name="Google Shape;887;p137"/>
          <p:cNvSpPr txBox="1"/>
          <p:nvPr>
            <p:ph idx="1" type="body"/>
          </p:nvPr>
        </p:nvSpPr>
        <p:spPr>
          <a:xfrm>
            <a:off x="5120640" y="2743200"/>
            <a:ext cx="3552900" cy="14835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lt2"/>
              </a:buClr>
              <a:buSzPts val="2000"/>
              <a:buFont typeface="Verizon NHG DS"/>
              <a:buNone/>
              <a:defRPr i="0" sz="2000">
                <a:solidFill>
                  <a:schemeClr val="lt2"/>
                </a:solidFill>
                <a:latin typeface="Verizon NHG DS"/>
                <a:ea typeface="Verizon NHG DS"/>
                <a:cs typeface="Verizon NHG DS"/>
                <a:sym typeface="Verizon NHG DS"/>
              </a:defRPr>
            </a:lvl1pPr>
            <a:lvl2pPr indent="-228600" lvl="1" marL="914400" algn="l">
              <a:lnSpc>
                <a:spcPct val="100000"/>
              </a:lnSpc>
              <a:spcBef>
                <a:spcPts val="400"/>
              </a:spcBef>
              <a:spcAft>
                <a:spcPts val="0"/>
              </a:spcAft>
              <a:buClr>
                <a:schemeClr val="lt2"/>
              </a:buClr>
              <a:buSzPts val="900"/>
              <a:buNone/>
              <a:defRPr b="1">
                <a:solidFill>
                  <a:schemeClr val="lt2"/>
                </a:solidFill>
              </a:defRPr>
            </a:lvl2pPr>
            <a:lvl3pPr indent="-228600" lvl="2" marL="1371600" algn="l">
              <a:lnSpc>
                <a:spcPct val="100000"/>
              </a:lnSpc>
              <a:spcBef>
                <a:spcPts val="400"/>
              </a:spcBef>
              <a:spcAft>
                <a:spcPts val="0"/>
              </a:spcAft>
              <a:buClr>
                <a:schemeClr val="lt2"/>
              </a:buClr>
              <a:buSzPts val="900"/>
              <a:buNone/>
              <a:defRPr b="1">
                <a:solidFill>
                  <a:schemeClr val="lt2"/>
                </a:solidFill>
              </a:defRPr>
            </a:lvl3pPr>
            <a:lvl4pPr indent="-228600" lvl="3" marL="1828800" algn="l">
              <a:lnSpc>
                <a:spcPct val="100000"/>
              </a:lnSpc>
              <a:spcBef>
                <a:spcPts val="400"/>
              </a:spcBef>
              <a:spcAft>
                <a:spcPts val="0"/>
              </a:spcAft>
              <a:buClr>
                <a:schemeClr val="lt2"/>
              </a:buClr>
              <a:buSzPts val="900"/>
              <a:buNone/>
              <a:defRPr b="1">
                <a:solidFill>
                  <a:schemeClr val="lt2"/>
                </a:solidFill>
              </a:defRPr>
            </a:lvl4pPr>
            <a:lvl5pPr indent="-228600" lvl="4" marL="2286000" algn="l">
              <a:lnSpc>
                <a:spcPct val="100000"/>
              </a:lnSpc>
              <a:spcBef>
                <a:spcPts val="400"/>
              </a:spcBef>
              <a:spcAft>
                <a:spcPts val="0"/>
              </a:spcAft>
              <a:buClr>
                <a:schemeClr val="lt2"/>
              </a:buClr>
              <a:buSzPts val="900"/>
              <a:buNone/>
              <a:defRPr b="1">
                <a:solidFill>
                  <a:schemeClr val="lt2"/>
                </a:solidFill>
              </a:defRPr>
            </a:lvl5pPr>
            <a:lvl6pPr indent="-285750" lvl="5" marL="2743200" algn="l">
              <a:lnSpc>
                <a:spcPct val="90000"/>
              </a:lnSpc>
              <a:spcBef>
                <a:spcPts val="400"/>
              </a:spcBef>
              <a:spcAft>
                <a:spcPts val="0"/>
              </a:spcAft>
              <a:buClr>
                <a:schemeClr val="lt2"/>
              </a:buClr>
              <a:buSzPts val="900"/>
              <a:buChar char="•"/>
              <a:defRPr b="1" sz="900">
                <a:solidFill>
                  <a:schemeClr val="lt2"/>
                </a:solidFill>
              </a:defRPr>
            </a:lvl6pPr>
            <a:lvl7pPr indent="-285750" lvl="6" marL="3200400" algn="l">
              <a:lnSpc>
                <a:spcPct val="90000"/>
              </a:lnSpc>
              <a:spcBef>
                <a:spcPts val="400"/>
              </a:spcBef>
              <a:spcAft>
                <a:spcPts val="0"/>
              </a:spcAft>
              <a:buClr>
                <a:schemeClr val="lt2"/>
              </a:buClr>
              <a:buSzPts val="900"/>
              <a:buChar char="•"/>
              <a:defRPr b="1" sz="900">
                <a:solidFill>
                  <a:schemeClr val="lt2"/>
                </a:solidFill>
              </a:defRPr>
            </a:lvl7pPr>
            <a:lvl8pPr indent="-285750" lvl="7" marL="3657600" algn="l">
              <a:lnSpc>
                <a:spcPct val="90000"/>
              </a:lnSpc>
              <a:spcBef>
                <a:spcPts val="400"/>
              </a:spcBef>
              <a:spcAft>
                <a:spcPts val="0"/>
              </a:spcAft>
              <a:buClr>
                <a:schemeClr val="lt2"/>
              </a:buClr>
              <a:buSzPts val="900"/>
              <a:buChar char="•"/>
              <a:defRPr b="1" sz="900">
                <a:solidFill>
                  <a:schemeClr val="lt2"/>
                </a:solidFill>
              </a:defRPr>
            </a:lvl8pPr>
            <a:lvl9pPr indent="-285750" lvl="8" marL="4114800" algn="l">
              <a:lnSpc>
                <a:spcPct val="90000"/>
              </a:lnSpc>
              <a:spcBef>
                <a:spcPts val="400"/>
              </a:spcBef>
              <a:spcAft>
                <a:spcPts val="0"/>
              </a:spcAft>
              <a:buClr>
                <a:schemeClr val="lt2"/>
              </a:buClr>
              <a:buSzPts val="900"/>
              <a:buChar char="•"/>
              <a:defRPr b="1" sz="900">
                <a:solidFill>
                  <a:schemeClr val="lt2"/>
                </a:solidFill>
              </a:defRPr>
            </a:lvl9pPr>
          </a:lstStyle>
          <a:p/>
        </p:txBody>
      </p:sp>
      <p:sp>
        <p:nvSpPr>
          <p:cNvPr id="888" name="Google Shape;888;p137"/>
          <p:cNvSpPr txBox="1"/>
          <p:nvPr>
            <p:ph type="title"/>
          </p:nvPr>
        </p:nvSpPr>
        <p:spPr>
          <a:xfrm>
            <a:off x="473869" y="410155"/>
            <a:ext cx="3571800" cy="38937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3600"/>
              <a:buFont typeface="Arial"/>
              <a:buNone/>
              <a:defRPr sz="36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9" name="Google Shape;889;p137"/>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Divider w/ Image - Stone">
  <p:cSld name="Divider w/ Image - Stone">
    <p:bg>
      <p:bgPr>
        <a:solidFill>
          <a:schemeClr val="lt2"/>
        </a:solidFill>
      </p:bgPr>
    </p:bg>
    <p:spTree>
      <p:nvGrpSpPr>
        <p:cNvPr id="890" name="Shape 890"/>
        <p:cNvGrpSpPr/>
        <p:nvPr/>
      </p:nvGrpSpPr>
      <p:grpSpPr>
        <a:xfrm>
          <a:off x="0" y="0"/>
          <a:ext cx="0" cy="0"/>
          <a:chOff x="0" y="0"/>
          <a:chExt cx="0" cy="0"/>
        </a:xfrm>
      </p:grpSpPr>
      <p:sp>
        <p:nvSpPr>
          <p:cNvPr id="891" name="Google Shape;891;p138"/>
          <p:cNvSpPr/>
          <p:nvPr/>
        </p:nvSpPr>
        <p:spPr>
          <a:xfrm>
            <a:off x="2716823" y="4728064"/>
            <a:ext cx="2017800" cy="1977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2" name="Google Shape;892;p138"/>
          <p:cNvSpPr/>
          <p:nvPr>
            <p:ph idx="2" type="pic"/>
          </p:nvPr>
        </p:nvSpPr>
        <p:spPr>
          <a:xfrm>
            <a:off x="4510683" y="0"/>
            <a:ext cx="4632900" cy="5143500"/>
          </a:xfrm>
          <a:prstGeom prst="rect">
            <a:avLst/>
          </a:prstGeom>
          <a:solidFill>
            <a:schemeClr val="lt1"/>
          </a:solidFill>
          <a:ln>
            <a:noFill/>
          </a:ln>
        </p:spPr>
      </p:sp>
      <p:sp>
        <p:nvSpPr>
          <p:cNvPr id="893" name="Google Shape;893;p138"/>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4" name="Google Shape;894;p13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895" name="Google Shape;895;p138"/>
          <p:cNvSpPr txBox="1"/>
          <p:nvPr>
            <p:ph idx="1" type="body"/>
          </p:nvPr>
        </p:nvSpPr>
        <p:spPr>
          <a:xfrm>
            <a:off x="473869" y="2628900"/>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a:lvl1pPr>
            <a:lvl2pPr indent="-228600" lvl="1" marL="914400" algn="l">
              <a:lnSpc>
                <a:spcPct val="100000"/>
              </a:lnSpc>
              <a:spcBef>
                <a:spcPts val="400"/>
              </a:spcBef>
              <a:spcAft>
                <a:spcPts val="0"/>
              </a:spcAft>
              <a:buClr>
                <a:schemeClr val="dk1"/>
              </a:buClr>
              <a:buSzPts val="1400"/>
              <a:buNone/>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400"/>
              </a:spcBef>
              <a:spcAft>
                <a:spcPts val="0"/>
              </a:spcAft>
              <a:buClr>
                <a:schemeClr val="dk1"/>
              </a:buClr>
              <a:buSzPts val="1400"/>
              <a:buChar char="-"/>
              <a:defRPr/>
            </a:lvl4pPr>
            <a:lvl5pPr indent="-317500" lvl="4" marL="2286000" algn="l">
              <a:lnSpc>
                <a:spcPct val="100000"/>
              </a:lnSpc>
              <a:spcBef>
                <a:spcPts val="400"/>
              </a:spcBef>
              <a:spcAft>
                <a:spcPts val="0"/>
              </a:spcAft>
              <a:buClr>
                <a:schemeClr val="dk1"/>
              </a:buClr>
              <a:buSzPts val="1400"/>
              <a:buChar char="-"/>
              <a:defRPr/>
            </a:lvl5pPr>
            <a:lvl6pPr indent="-285750" lvl="5" marL="2743200" algn="l">
              <a:lnSpc>
                <a:spcPct val="90000"/>
              </a:lnSpc>
              <a:spcBef>
                <a:spcPts val="400"/>
              </a:spcBef>
              <a:spcAft>
                <a:spcPts val="0"/>
              </a:spcAft>
              <a:buClr>
                <a:schemeClr val="dk1"/>
              </a:buClr>
              <a:buSzPts val="900"/>
              <a:buChar char="•"/>
              <a:defRPr sz="900"/>
            </a:lvl6pPr>
            <a:lvl7pPr indent="-285750" lvl="6" marL="3200400" algn="l">
              <a:lnSpc>
                <a:spcPct val="90000"/>
              </a:lnSpc>
              <a:spcBef>
                <a:spcPts val="400"/>
              </a:spcBef>
              <a:spcAft>
                <a:spcPts val="0"/>
              </a:spcAft>
              <a:buClr>
                <a:schemeClr val="dk1"/>
              </a:buClr>
              <a:buSzPts val="900"/>
              <a:buChar char="•"/>
              <a:defRPr sz="9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grpSp>
        <p:nvGrpSpPr>
          <p:cNvPr id="896" name="Google Shape;896;p138"/>
          <p:cNvGrpSpPr/>
          <p:nvPr/>
        </p:nvGrpSpPr>
        <p:grpSpPr>
          <a:xfrm>
            <a:off x="4503450" y="0"/>
            <a:ext cx="4640550" cy="5143500"/>
            <a:chOff x="4503450" y="0"/>
            <a:chExt cx="4640550" cy="5143500"/>
          </a:xfrm>
        </p:grpSpPr>
        <p:sp>
          <p:nvSpPr>
            <p:cNvPr id="897" name="Google Shape;897;p138"/>
            <p:cNvSpPr/>
            <p:nvPr/>
          </p:nvSpPr>
          <p:spPr>
            <a:xfrm>
              <a:off x="450345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8" name="Google Shape;898;p138"/>
            <p:cNvSpPr/>
            <p:nvPr/>
          </p:nvSpPr>
          <p:spPr>
            <a:xfrm>
              <a:off x="9006900" y="0"/>
              <a:ext cx="1371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99" name="Google Shape;899;p138"/>
            <p:cNvSpPr/>
            <p:nvPr/>
          </p:nvSpPr>
          <p:spPr>
            <a:xfrm rot="5400000">
              <a:off x="6755250" y="-22516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0" name="Google Shape;900;p138"/>
            <p:cNvSpPr/>
            <p:nvPr/>
          </p:nvSpPr>
          <p:spPr>
            <a:xfrm rot="5400000">
              <a:off x="6755250" y="2754750"/>
              <a:ext cx="137100" cy="46404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901" name="Google Shape;901;p138"/>
          <p:cNvSpPr/>
          <p:nvPr/>
        </p:nvSpPr>
        <p:spPr>
          <a:xfrm>
            <a:off x="2485648" y="4728064"/>
            <a:ext cx="2017800" cy="1977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Divider w/ Image - Red">
  <p:cSld name="Divider w/ Image - Red">
    <p:bg>
      <p:bgPr>
        <a:solidFill>
          <a:schemeClr val="dk2"/>
        </a:solidFill>
      </p:bgPr>
    </p:bg>
    <p:spTree>
      <p:nvGrpSpPr>
        <p:cNvPr id="902" name="Shape 902"/>
        <p:cNvGrpSpPr/>
        <p:nvPr/>
      </p:nvGrpSpPr>
      <p:grpSpPr>
        <a:xfrm>
          <a:off x="0" y="0"/>
          <a:ext cx="0" cy="0"/>
          <a:chOff x="0" y="0"/>
          <a:chExt cx="0" cy="0"/>
        </a:xfrm>
      </p:grpSpPr>
      <p:sp>
        <p:nvSpPr>
          <p:cNvPr id="903" name="Google Shape;903;p139"/>
          <p:cNvSpPr/>
          <p:nvPr/>
        </p:nvSpPr>
        <p:spPr>
          <a:xfrm>
            <a:off x="2716823" y="4728064"/>
            <a:ext cx="2017800" cy="1977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4" name="Google Shape;904;p139"/>
          <p:cNvSpPr/>
          <p:nvPr>
            <p:ph idx="2" type="pic"/>
          </p:nvPr>
        </p:nvSpPr>
        <p:spPr>
          <a:xfrm>
            <a:off x="4510683" y="0"/>
            <a:ext cx="4632900" cy="5143500"/>
          </a:xfrm>
          <a:prstGeom prst="rect">
            <a:avLst/>
          </a:prstGeom>
          <a:solidFill>
            <a:schemeClr val="lt1"/>
          </a:solidFill>
          <a:ln>
            <a:noFill/>
          </a:ln>
        </p:spPr>
      </p:sp>
      <p:sp>
        <p:nvSpPr>
          <p:cNvPr id="905" name="Google Shape;905;p13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06" name="Google Shape;906;p139"/>
          <p:cNvSpPr txBox="1"/>
          <p:nvPr>
            <p:ph type="title"/>
          </p:nvPr>
        </p:nvSpPr>
        <p:spPr>
          <a:xfrm>
            <a:off x="473869" y="1908572"/>
            <a:ext cx="3343200" cy="606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3600"/>
              <a:buFont typeface="Arial"/>
              <a:buNone/>
              <a:defRPr sz="36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07" name="Google Shape;907;p139"/>
          <p:cNvSpPr txBox="1"/>
          <p:nvPr>
            <p:ph idx="1" type="body"/>
          </p:nvPr>
        </p:nvSpPr>
        <p:spPr>
          <a:xfrm>
            <a:off x="473869" y="2634095"/>
            <a:ext cx="3343200" cy="694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85750" lvl="2" marL="1371600" algn="l">
              <a:lnSpc>
                <a:spcPct val="100000"/>
              </a:lnSpc>
              <a:spcBef>
                <a:spcPts val="400"/>
              </a:spcBef>
              <a:spcAft>
                <a:spcPts val="0"/>
              </a:spcAft>
              <a:buClr>
                <a:schemeClr val="lt1"/>
              </a:buClr>
              <a:buSzPts val="900"/>
              <a:buChar char="•"/>
              <a:defRPr>
                <a:solidFill>
                  <a:schemeClr val="lt1"/>
                </a:solidFill>
              </a:defRPr>
            </a:lvl3pPr>
            <a:lvl4pPr indent="-285750" lvl="3" marL="1828800" algn="l">
              <a:lnSpc>
                <a:spcPct val="100000"/>
              </a:lnSpc>
              <a:spcBef>
                <a:spcPts val="400"/>
              </a:spcBef>
              <a:spcAft>
                <a:spcPts val="0"/>
              </a:spcAft>
              <a:buClr>
                <a:schemeClr val="lt1"/>
              </a:buClr>
              <a:buSzPts val="900"/>
              <a:buChar char="-"/>
              <a:defRPr>
                <a:solidFill>
                  <a:schemeClr val="lt1"/>
                </a:solidFill>
              </a:defRPr>
            </a:lvl4pPr>
            <a:lvl5pPr indent="-285750" lvl="4" marL="2286000" algn="l">
              <a:lnSpc>
                <a:spcPct val="100000"/>
              </a:lnSpc>
              <a:spcBef>
                <a:spcPts val="400"/>
              </a:spcBef>
              <a:spcAft>
                <a:spcPts val="0"/>
              </a:spcAft>
              <a:buClr>
                <a:schemeClr val="lt1"/>
              </a:buClr>
              <a:buSzPts val="900"/>
              <a:buChar char="-"/>
              <a:defRPr>
                <a:solidFill>
                  <a:schemeClr val="lt1"/>
                </a:solidFill>
              </a:defRPr>
            </a:lvl5pPr>
            <a:lvl6pPr indent="-285750" lvl="5" marL="2743200" algn="l">
              <a:lnSpc>
                <a:spcPct val="90000"/>
              </a:lnSpc>
              <a:spcBef>
                <a:spcPts val="400"/>
              </a:spcBef>
              <a:spcAft>
                <a:spcPts val="0"/>
              </a:spcAft>
              <a:buClr>
                <a:schemeClr val="lt1"/>
              </a:buClr>
              <a:buSzPts val="900"/>
              <a:buChar char="•"/>
              <a:defRPr sz="900">
                <a:solidFill>
                  <a:schemeClr val="lt1"/>
                </a:solidFill>
              </a:defRPr>
            </a:lvl6pPr>
            <a:lvl7pPr indent="-285750" lvl="6" marL="3200400" algn="l">
              <a:lnSpc>
                <a:spcPct val="90000"/>
              </a:lnSpc>
              <a:spcBef>
                <a:spcPts val="400"/>
              </a:spcBef>
              <a:spcAft>
                <a:spcPts val="0"/>
              </a:spcAft>
              <a:buClr>
                <a:schemeClr val="lt1"/>
              </a:buClr>
              <a:buSzPts val="900"/>
              <a:buChar char="•"/>
              <a:defRPr sz="9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pic>
        <p:nvPicPr>
          <p:cNvPr descr="A red and black logo&#10;&#10;Description automatically generated" id="908" name="Google Shape;908;p139"/>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Agenda/TOC - White">
  <p:cSld name="Agenda/TOC - White">
    <p:spTree>
      <p:nvGrpSpPr>
        <p:cNvPr id="909" name="Shape 909"/>
        <p:cNvGrpSpPr/>
        <p:nvPr/>
      </p:nvGrpSpPr>
      <p:grpSpPr>
        <a:xfrm>
          <a:off x="0" y="0"/>
          <a:ext cx="0" cy="0"/>
          <a:chOff x="0" y="0"/>
          <a:chExt cx="0" cy="0"/>
        </a:xfrm>
      </p:grpSpPr>
      <p:sp>
        <p:nvSpPr>
          <p:cNvPr id="910" name="Google Shape;910;p140"/>
          <p:cNvSpPr txBox="1"/>
          <p:nvPr>
            <p:ph type="title"/>
          </p:nvPr>
        </p:nvSpPr>
        <p:spPr>
          <a:xfrm>
            <a:off x="473869" y="411669"/>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11" name="Google Shape;911;p14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Agenda/TOC Alt - White">
  <p:cSld name="Agenda/TOC Alt - White">
    <p:spTree>
      <p:nvGrpSpPr>
        <p:cNvPr id="912" name="Shape 912"/>
        <p:cNvGrpSpPr/>
        <p:nvPr/>
      </p:nvGrpSpPr>
      <p:grpSpPr>
        <a:xfrm>
          <a:off x="0" y="0"/>
          <a:ext cx="0" cy="0"/>
          <a:chOff x="0" y="0"/>
          <a:chExt cx="0" cy="0"/>
        </a:xfrm>
      </p:grpSpPr>
      <p:sp>
        <p:nvSpPr>
          <p:cNvPr id="913" name="Google Shape;913;p141"/>
          <p:cNvSpPr txBox="1"/>
          <p:nvPr>
            <p:ph idx="1" type="body"/>
          </p:nvPr>
        </p:nvSpPr>
        <p:spPr>
          <a:xfrm>
            <a:off x="473875" y="804668"/>
            <a:ext cx="33432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4" name="Google Shape;914;p141"/>
          <p:cNvSpPr txBox="1"/>
          <p:nvPr>
            <p:ph idx="2" type="body"/>
          </p:nvPr>
        </p:nvSpPr>
        <p:spPr>
          <a:xfrm>
            <a:off x="4626775" y="804668"/>
            <a:ext cx="3351600" cy="39318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15" name="Google Shape;915;p14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6" name="Google Shape;916;p141"/>
          <p:cNvSpPr txBox="1"/>
          <p:nvPr>
            <p:ph type="title"/>
          </p:nvPr>
        </p:nvSpPr>
        <p:spPr>
          <a:xfrm>
            <a:off x="475488"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Ideals/Principles - White">
  <p:cSld name="Ideals/Principles - White">
    <p:bg>
      <p:bgPr>
        <a:solidFill>
          <a:srgbClr val="FFFFFF"/>
        </a:solidFill>
      </p:bgPr>
    </p:bg>
    <p:spTree>
      <p:nvGrpSpPr>
        <p:cNvPr id="917" name="Shape 917"/>
        <p:cNvGrpSpPr/>
        <p:nvPr/>
      </p:nvGrpSpPr>
      <p:grpSpPr>
        <a:xfrm>
          <a:off x="0" y="0"/>
          <a:ext cx="0" cy="0"/>
          <a:chOff x="0" y="0"/>
          <a:chExt cx="0" cy="0"/>
        </a:xfrm>
      </p:grpSpPr>
      <p:sp>
        <p:nvSpPr>
          <p:cNvPr id="918" name="Google Shape;918;p14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19" name="Google Shape;919;p142"/>
          <p:cNvSpPr txBox="1"/>
          <p:nvPr>
            <p:ph type="title"/>
          </p:nvPr>
        </p:nvSpPr>
        <p:spPr>
          <a:xfrm>
            <a:off x="473869" y="411480"/>
            <a:ext cx="7504500" cy="6048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2"/>
              </a:buClr>
              <a:buSzPts val="3600"/>
              <a:buFont typeface="Arial"/>
              <a:buNone/>
              <a:defRPr sz="3600">
                <a:solidFill>
                  <a:schemeClr val="dk2"/>
                </a:solidFill>
              </a:defRPr>
            </a:lvl1pPr>
            <a:lvl2pPr lvl="1" algn="l">
              <a:lnSpc>
                <a:spcPct val="100000"/>
              </a:lnSpc>
              <a:spcBef>
                <a:spcPts val="0"/>
              </a:spcBef>
              <a:spcAft>
                <a:spcPts val="0"/>
              </a:spcAft>
              <a:buClr>
                <a:schemeClr val="dk2"/>
              </a:buClr>
              <a:buSzPts val="1100"/>
              <a:buNone/>
              <a:defRPr>
                <a:solidFill>
                  <a:schemeClr val="dk2"/>
                </a:solidFill>
              </a:defRPr>
            </a:lvl2pPr>
            <a:lvl3pPr lvl="2" algn="l">
              <a:lnSpc>
                <a:spcPct val="100000"/>
              </a:lnSpc>
              <a:spcBef>
                <a:spcPts val="0"/>
              </a:spcBef>
              <a:spcAft>
                <a:spcPts val="0"/>
              </a:spcAft>
              <a:buClr>
                <a:schemeClr val="dk2"/>
              </a:buClr>
              <a:buSzPts val="1100"/>
              <a:buNone/>
              <a:defRPr>
                <a:solidFill>
                  <a:schemeClr val="dk2"/>
                </a:solidFill>
              </a:defRPr>
            </a:lvl3pPr>
            <a:lvl4pPr lvl="3" algn="l">
              <a:lnSpc>
                <a:spcPct val="100000"/>
              </a:lnSpc>
              <a:spcBef>
                <a:spcPts val="0"/>
              </a:spcBef>
              <a:spcAft>
                <a:spcPts val="0"/>
              </a:spcAft>
              <a:buClr>
                <a:schemeClr val="dk2"/>
              </a:buClr>
              <a:buSzPts val="1100"/>
              <a:buNone/>
              <a:defRPr>
                <a:solidFill>
                  <a:schemeClr val="dk2"/>
                </a:solidFill>
              </a:defRPr>
            </a:lvl4pPr>
            <a:lvl5pPr lvl="4" algn="l">
              <a:lnSpc>
                <a:spcPct val="100000"/>
              </a:lnSpc>
              <a:spcBef>
                <a:spcPts val="0"/>
              </a:spcBef>
              <a:spcAft>
                <a:spcPts val="0"/>
              </a:spcAft>
              <a:buClr>
                <a:schemeClr val="dk2"/>
              </a:buClr>
              <a:buSzPts val="1100"/>
              <a:buNone/>
              <a:defRPr>
                <a:solidFill>
                  <a:schemeClr val="dk2"/>
                </a:solidFill>
              </a:defRPr>
            </a:lvl5pPr>
            <a:lvl6pPr lvl="5" algn="l">
              <a:lnSpc>
                <a:spcPct val="100000"/>
              </a:lnSpc>
              <a:spcBef>
                <a:spcPts val="0"/>
              </a:spcBef>
              <a:spcAft>
                <a:spcPts val="0"/>
              </a:spcAft>
              <a:buClr>
                <a:schemeClr val="dk2"/>
              </a:buClr>
              <a:buSzPts val="1100"/>
              <a:buNone/>
              <a:defRPr>
                <a:solidFill>
                  <a:schemeClr val="dk2"/>
                </a:solidFill>
              </a:defRPr>
            </a:lvl6pPr>
            <a:lvl7pPr lvl="6" algn="l">
              <a:lnSpc>
                <a:spcPct val="100000"/>
              </a:lnSpc>
              <a:spcBef>
                <a:spcPts val="0"/>
              </a:spcBef>
              <a:spcAft>
                <a:spcPts val="0"/>
              </a:spcAft>
              <a:buClr>
                <a:schemeClr val="dk2"/>
              </a:buClr>
              <a:buSzPts val="1100"/>
              <a:buNone/>
              <a:defRPr>
                <a:solidFill>
                  <a:schemeClr val="dk2"/>
                </a:solidFill>
              </a:defRPr>
            </a:lvl7pPr>
            <a:lvl8pPr lvl="7" algn="l">
              <a:lnSpc>
                <a:spcPct val="100000"/>
              </a:lnSpc>
              <a:spcBef>
                <a:spcPts val="0"/>
              </a:spcBef>
              <a:spcAft>
                <a:spcPts val="0"/>
              </a:spcAft>
              <a:buClr>
                <a:schemeClr val="dk2"/>
              </a:buClr>
              <a:buSzPts val="1100"/>
              <a:buNone/>
              <a:defRPr>
                <a:solidFill>
                  <a:schemeClr val="dk2"/>
                </a:solidFill>
              </a:defRPr>
            </a:lvl8pPr>
            <a:lvl9pPr lvl="8" algn="l">
              <a:lnSpc>
                <a:spcPct val="100000"/>
              </a:lnSpc>
              <a:spcBef>
                <a:spcPts val="0"/>
              </a:spcBef>
              <a:spcAft>
                <a:spcPts val="0"/>
              </a:spcAft>
              <a:buClr>
                <a:schemeClr val="dk2"/>
              </a:buClr>
              <a:buSzPts val="1100"/>
              <a:buNone/>
              <a:defRPr>
                <a:solidFill>
                  <a:schemeClr val="dk2"/>
                </a:solidFill>
              </a:defRPr>
            </a:lvl9pPr>
          </a:lstStyle>
          <a:p/>
        </p:txBody>
      </p:sp>
      <p:sp>
        <p:nvSpPr>
          <p:cNvPr id="920" name="Google Shape;920;p142"/>
          <p:cNvSpPr txBox="1"/>
          <p:nvPr>
            <p:ph idx="1" type="body"/>
          </p:nvPr>
        </p:nvSpPr>
        <p:spPr>
          <a:xfrm>
            <a:off x="473875" y="804668"/>
            <a:ext cx="6117300" cy="3921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0"/>
              </a:spcBef>
              <a:spcAft>
                <a:spcPts val="0"/>
              </a:spcAft>
              <a:buSzPts val="3600"/>
              <a:buFont typeface="Verizon NHG DS"/>
              <a:buNone/>
              <a:defRPr i="0" sz="3600">
                <a:latin typeface="Verizon NHG DS"/>
                <a:ea typeface="Verizon NHG DS"/>
                <a:cs typeface="Verizon NHG DS"/>
                <a:sym typeface="Verizon NHG DS"/>
              </a:defRPr>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Basic text content - White">
  <p:cSld name="Bullet point and optional partner 2 - White">
    <p:bg>
      <p:bgPr>
        <a:solidFill>
          <a:schemeClr val="lt1"/>
        </a:solidFill>
      </p:bgPr>
    </p:bg>
    <p:spTree>
      <p:nvGrpSpPr>
        <p:cNvPr id="921" name="Shape 921"/>
        <p:cNvGrpSpPr/>
        <p:nvPr/>
      </p:nvGrpSpPr>
      <p:grpSpPr>
        <a:xfrm>
          <a:off x="0" y="0"/>
          <a:ext cx="0" cy="0"/>
          <a:chOff x="0" y="0"/>
          <a:chExt cx="0" cy="0"/>
        </a:xfrm>
      </p:grpSpPr>
      <p:sp>
        <p:nvSpPr>
          <p:cNvPr id="922" name="Google Shape;922;p143"/>
          <p:cNvSpPr/>
          <p:nvPr>
            <p:ph idx="2" type="pic"/>
          </p:nvPr>
        </p:nvSpPr>
        <p:spPr>
          <a:xfrm>
            <a:off x="7394975" y="469103"/>
            <a:ext cx="1275000" cy="675600"/>
          </a:xfrm>
          <a:prstGeom prst="rect">
            <a:avLst/>
          </a:prstGeom>
          <a:solidFill>
            <a:srgbClr val="F2F2F2"/>
          </a:solidFill>
          <a:ln>
            <a:noFill/>
          </a:ln>
        </p:spPr>
      </p:sp>
      <p:sp>
        <p:nvSpPr>
          <p:cNvPr id="923" name="Google Shape;923;p143"/>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4" name="Google Shape;924;p143"/>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25" name="Google Shape;925;p143"/>
          <p:cNvSpPr txBox="1"/>
          <p:nvPr>
            <p:ph type="title"/>
          </p:nvPr>
        </p:nvSpPr>
        <p:spPr>
          <a:xfrm>
            <a:off x="473870" y="437625"/>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Basic text content with eyebrow - White">
  <p:cSld name="Bullet point and optional partner 2 - White_2">
    <p:bg>
      <p:bgPr>
        <a:solidFill>
          <a:schemeClr val="lt1"/>
        </a:solidFill>
      </p:bgPr>
    </p:bg>
    <p:spTree>
      <p:nvGrpSpPr>
        <p:cNvPr id="926" name="Shape 926"/>
        <p:cNvGrpSpPr/>
        <p:nvPr/>
      </p:nvGrpSpPr>
      <p:grpSpPr>
        <a:xfrm>
          <a:off x="0" y="0"/>
          <a:ext cx="0" cy="0"/>
          <a:chOff x="0" y="0"/>
          <a:chExt cx="0" cy="0"/>
        </a:xfrm>
      </p:grpSpPr>
      <p:sp>
        <p:nvSpPr>
          <p:cNvPr id="927" name="Google Shape;927;p144"/>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28" name="Google Shape;928;p144"/>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29" name="Google Shape;929;p144"/>
          <p:cNvSpPr txBox="1"/>
          <p:nvPr>
            <p:ph idx="2" type="body"/>
          </p:nvPr>
        </p:nvSpPr>
        <p:spPr>
          <a:xfrm>
            <a:off x="476251" y="274320"/>
            <a:ext cx="6112500" cy="1365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800"/>
              <a:buNone/>
              <a:defRPr b="0" i="0" sz="8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285750" lvl="5" marL="2743200" algn="l">
              <a:lnSpc>
                <a:spcPct val="90000"/>
              </a:lnSpc>
              <a:spcBef>
                <a:spcPts val="400"/>
              </a:spcBef>
              <a:spcAft>
                <a:spcPts val="0"/>
              </a:spcAft>
              <a:buSzPts val="900"/>
              <a:buChar char="•"/>
              <a:defRPr sz="900"/>
            </a:lvl6pPr>
            <a:lvl7pPr indent="-285750" lvl="6" marL="3200400" algn="l">
              <a:lnSpc>
                <a:spcPct val="90000"/>
              </a:lnSpc>
              <a:spcBef>
                <a:spcPts val="400"/>
              </a:spcBef>
              <a:spcAft>
                <a:spcPts val="0"/>
              </a:spcAft>
              <a:buSzPts val="900"/>
              <a:buChar char="•"/>
              <a:defRPr sz="900"/>
            </a:lvl7pPr>
            <a:lvl8pPr indent="-285750" lvl="7" marL="3657600" algn="l">
              <a:lnSpc>
                <a:spcPct val="90000"/>
              </a:lnSpc>
              <a:spcBef>
                <a:spcPts val="400"/>
              </a:spcBef>
              <a:spcAft>
                <a:spcPts val="0"/>
              </a:spcAft>
              <a:buSzPts val="900"/>
              <a:buChar char="•"/>
              <a:defRPr sz="900"/>
            </a:lvl8pPr>
            <a:lvl9pPr indent="-285750" lvl="8" marL="4114800" algn="l">
              <a:lnSpc>
                <a:spcPct val="90000"/>
              </a:lnSpc>
              <a:spcBef>
                <a:spcPts val="400"/>
              </a:spcBef>
              <a:spcAft>
                <a:spcPts val="0"/>
              </a:spcAft>
              <a:buSzPts val="900"/>
              <a:buChar char="•"/>
              <a:defRPr sz="900"/>
            </a:lvl9pPr>
          </a:lstStyle>
          <a:p/>
        </p:txBody>
      </p:sp>
      <p:sp>
        <p:nvSpPr>
          <p:cNvPr id="930" name="Google Shape;930;p144"/>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Basic text content - Black">
  <p:cSld name="Bullet point and optional partner 2 - White_1">
    <p:bg>
      <p:bgPr>
        <a:solidFill>
          <a:schemeClr val="dk1"/>
        </a:solidFill>
      </p:bgPr>
    </p:bg>
    <p:spTree>
      <p:nvGrpSpPr>
        <p:cNvPr id="931" name="Shape 931"/>
        <p:cNvGrpSpPr/>
        <p:nvPr/>
      </p:nvGrpSpPr>
      <p:grpSpPr>
        <a:xfrm>
          <a:off x="0" y="0"/>
          <a:ext cx="0" cy="0"/>
          <a:chOff x="0" y="0"/>
          <a:chExt cx="0" cy="0"/>
        </a:xfrm>
      </p:grpSpPr>
      <p:sp>
        <p:nvSpPr>
          <p:cNvPr id="932" name="Google Shape;932;p14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3" name="Google Shape;933;p145"/>
          <p:cNvSpPr txBox="1"/>
          <p:nvPr>
            <p:ph idx="1" type="body"/>
          </p:nvPr>
        </p:nvSpPr>
        <p:spPr>
          <a:xfrm>
            <a:off x="473869" y="1371600"/>
            <a:ext cx="54864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1100"/>
              <a:buNone/>
              <a:defRPr sz="1100">
                <a:solidFill>
                  <a:schemeClr val="lt1"/>
                </a:solidFill>
              </a:defRPr>
            </a:lvl1pPr>
            <a:lvl2pPr indent="-228600" lvl="1" marL="914400" algn="l">
              <a:lnSpc>
                <a:spcPct val="100000"/>
              </a:lnSpc>
              <a:spcBef>
                <a:spcPts val="900"/>
              </a:spcBef>
              <a:spcAft>
                <a:spcPts val="0"/>
              </a:spcAft>
              <a:buClr>
                <a:schemeClr val="lt1"/>
              </a:buClr>
              <a:buSzPts val="1100"/>
              <a:buNone/>
              <a:defRPr sz="1100">
                <a:solidFill>
                  <a:schemeClr val="lt1"/>
                </a:solidFill>
              </a:defRPr>
            </a:lvl2pPr>
            <a:lvl3pPr indent="-298450" lvl="2" marL="1371600" algn="l">
              <a:lnSpc>
                <a:spcPct val="100000"/>
              </a:lnSpc>
              <a:spcBef>
                <a:spcPts val="400"/>
              </a:spcBef>
              <a:spcAft>
                <a:spcPts val="0"/>
              </a:spcAft>
              <a:buClr>
                <a:schemeClr val="lt1"/>
              </a:buClr>
              <a:buSzPts val="1100"/>
              <a:buChar char="•"/>
              <a:defRPr sz="1100">
                <a:solidFill>
                  <a:schemeClr val="lt1"/>
                </a:solidFill>
              </a:defRPr>
            </a:lvl3pPr>
            <a:lvl4pPr indent="-298450" lvl="3" marL="1828800" algn="l">
              <a:lnSpc>
                <a:spcPct val="100000"/>
              </a:lnSpc>
              <a:spcBef>
                <a:spcPts val="200"/>
              </a:spcBef>
              <a:spcAft>
                <a:spcPts val="0"/>
              </a:spcAft>
              <a:buClr>
                <a:schemeClr val="lt1"/>
              </a:buClr>
              <a:buSzPts val="1100"/>
              <a:buChar char="⁃"/>
              <a:defRPr sz="1100">
                <a:solidFill>
                  <a:schemeClr val="lt1"/>
                </a:solidFill>
              </a:defRPr>
            </a:lvl4pPr>
            <a:lvl5pPr indent="-298450" lvl="4" marL="2286000" algn="l">
              <a:lnSpc>
                <a:spcPct val="100000"/>
              </a:lnSpc>
              <a:spcBef>
                <a:spcPts val="100"/>
              </a:spcBef>
              <a:spcAft>
                <a:spcPts val="0"/>
              </a:spcAft>
              <a:buClr>
                <a:schemeClr val="lt1"/>
              </a:buClr>
              <a:buSzPts val="1100"/>
              <a:buChar char="⁃"/>
              <a:defRPr sz="1100">
                <a:solidFill>
                  <a:schemeClr val="lt1"/>
                </a:solidFill>
              </a:defRPr>
            </a:lvl5pPr>
            <a:lvl6pPr indent="-285750" lvl="5" marL="2743200" algn="l">
              <a:lnSpc>
                <a:spcPct val="100000"/>
              </a:lnSpc>
              <a:spcBef>
                <a:spcPts val="100"/>
              </a:spcBef>
              <a:spcAft>
                <a:spcPts val="0"/>
              </a:spcAft>
              <a:buClr>
                <a:schemeClr val="lt1"/>
              </a:buClr>
              <a:buSzPts val="900"/>
              <a:buChar char="⁃"/>
              <a:defRPr sz="900">
                <a:solidFill>
                  <a:schemeClr val="lt1"/>
                </a:solidFill>
              </a:defRPr>
            </a:lvl6pPr>
            <a:lvl7pPr indent="-279400" lvl="6" marL="3200400" algn="l">
              <a:lnSpc>
                <a:spcPct val="100000"/>
              </a:lnSpc>
              <a:spcBef>
                <a:spcPts val="0"/>
              </a:spcBef>
              <a:spcAft>
                <a:spcPts val="0"/>
              </a:spcAft>
              <a:buClr>
                <a:schemeClr val="lt1"/>
              </a:buClr>
              <a:buSzPts val="800"/>
              <a:buChar char="•"/>
              <a:defRPr sz="800">
                <a:solidFill>
                  <a:schemeClr val="lt1"/>
                </a:solidFill>
              </a:defRPr>
            </a:lvl7pPr>
            <a:lvl8pPr indent="-285750" lvl="7" marL="3657600" algn="l">
              <a:lnSpc>
                <a:spcPct val="90000"/>
              </a:lnSpc>
              <a:spcBef>
                <a:spcPts val="400"/>
              </a:spcBef>
              <a:spcAft>
                <a:spcPts val="0"/>
              </a:spcAft>
              <a:buClr>
                <a:schemeClr val="lt1"/>
              </a:buClr>
              <a:buSzPts val="900"/>
              <a:buChar char="•"/>
              <a:defRPr sz="900">
                <a:solidFill>
                  <a:schemeClr val="lt1"/>
                </a:solidFill>
              </a:defRPr>
            </a:lvl8pPr>
            <a:lvl9pPr indent="-285750" lvl="8" marL="4114800" algn="l">
              <a:lnSpc>
                <a:spcPct val="90000"/>
              </a:lnSpc>
              <a:spcBef>
                <a:spcPts val="400"/>
              </a:spcBef>
              <a:spcAft>
                <a:spcPts val="0"/>
              </a:spcAft>
              <a:buClr>
                <a:schemeClr val="lt1"/>
              </a:buClr>
              <a:buSzPts val="900"/>
              <a:buChar char="•"/>
              <a:defRPr sz="900">
                <a:solidFill>
                  <a:schemeClr val="lt1"/>
                </a:solidFill>
              </a:defRPr>
            </a:lvl9pPr>
          </a:lstStyle>
          <a:p/>
        </p:txBody>
      </p:sp>
      <p:sp>
        <p:nvSpPr>
          <p:cNvPr id="934" name="Google Shape;934;p145"/>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Arial"/>
              <a:buNone/>
              <a:defRPr sz="2100">
                <a:solidFill>
                  <a:schemeClr val="lt2"/>
                </a:solidFill>
              </a:defRPr>
            </a:lvl1pPr>
            <a:lvl2pPr lvl="1" algn="l">
              <a:lnSpc>
                <a:spcPct val="100000"/>
              </a:lnSpc>
              <a:spcBef>
                <a:spcPts val="0"/>
              </a:spcBef>
              <a:spcAft>
                <a:spcPts val="0"/>
              </a:spcAft>
              <a:buClr>
                <a:schemeClr val="lt2"/>
              </a:buClr>
              <a:buSzPts val="1100"/>
              <a:buNone/>
              <a:defRPr>
                <a:solidFill>
                  <a:schemeClr val="lt2"/>
                </a:solidFill>
              </a:defRPr>
            </a:lvl2pPr>
            <a:lvl3pPr lvl="2" algn="l">
              <a:lnSpc>
                <a:spcPct val="100000"/>
              </a:lnSpc>
              <a:spcBef>
                <a:spcPts val="0"/>
              </a:spcBef>
              <a:spcAft>
                <a:spcPts val="0"/>
              </a:spcAft>
              <a:buClr>
                <a:schemeClr val="lt2"/>
              </a:buClr>
              <a:buSzPts val="1100"/>
              <a:buNone/>
              <a:defRPr>
                <a:solidFill>
                  <a:schemeClr val="lt2"/>
                </a:solidFill>
              </a:defRPr>
            </a:lvl3pPr>
            <a:lvl4pPr lvl="3" algn="l">
              <a:lnSpc>
                <a:spcPct val="100000"/>
              </a:lnSpc>
              <a:spcBef>
                <a:spcPts val="0"/>
              </a:spcBef>
              <a:spcAft>
                <a:spcPts val="0"/>
              </a:spcAft>
              <a:buClr>
                <a:schemeClr val="lt2"/>
              </a:buClr>
              <a:buSzPts val="1100"/>
              <a:buNone/>
              <a:defRPr>
                <a:solidFill>
                  <a:schemeClr val="lt2"/>
                </a:solidFill>
              </a:defRPr>
            </a:lvl4pPr>
            <a:lvl5pPr lvl="4" algn="l">
              <a:lnSpc>
                <a:spcPct val="100000"/>
              </a:lnSpc>
              <a:spcBef>
                <a:spcPts val="0"/>
              </a:spcBef>
              <a:spcAft>
                <a:spcPts val="0"/>
              </a:spcAft>
              <a:buClr>
                <a:schemeClr val="lt2"/>
              </a:buClr>
              <a:buSzPts val="1100"/>
              <a:buNone/>
              <a:defRPr>
                <a:solidFill>
                  <a:schemeClr val="lt2"/>
                </a:solidFill>
              </a:defRPr>
            </a:lvl5pPr>
            <a:lvl6pPr lvl="5" algn="l">
              <a:lnSpc>
                <a:spcPct val="100000"/>
              </a:lnSpc>
              <a:spcBef>
                <a:spcPts val="0"/>
              </a:spcBef>
              <a:spcAft>
                <a:spcPts val="0"/>
              </a:spcAft>
              <a:buClr>
                <a:schemeClr val="lt2"/>
              </a:buClr>
              <a:buSzPts val="1100"/>
              <a:buNone/>
              <a:defRPr>
                <a:solidFill>
                  <a:schemeClr val="lt2"/>
                </a:solidFill>
              </a:defRPr>
            </a:lvl6pPr>
            <a:lvl7pPr lvl="6" algn="l">
              <a:lnSpc>
                <a:spcPct val="100000"/>
              </a:lnSpc>
              <a:spcBef>
                <a:spcPts val="0"/>
              </a:spcBef>
              <a:spcAft>
                <a:spcPts val="0"/>
              </a:spcAft>
              <a:buClr>
                <a:schemeClr val="lt2"/>
              </a:buClr>
              <a:buSzPts val="1100"/>
              <a:buNone/>
              <a:defRPr>
                <a:solidFill>
                  <a:schemeClr val="lt2"/>
                </a:solidFill>
              </a:defRPr>
            </a:lvl7pPr>
            <a:lvl8pPr lvl="7" algn="l">
              <a:lnSpc>
                <a:spcPct val="100000"/>
              </a:lnSpc>
              <a:spcBef>
                <a:spcPts val="0"/>
              </a:spcBef>
              <a:spcAft>
                <a:spcPts val="0"/>
              </a:spcAft>
              <a:buClr>
                <a:schemeClr val="lt2"/>
              </a:buClr>
              <a:buSzPts val="1100"/>
              <a:buNone/>
              <a:defRPr>
                <a:solidFill>
                  <a:schemeClr val="lt2"/>
                </a:solidFill>
              </a:defRPr>
            </a:lvl8pPr>
            <a:lvl9pPr lvl="8" algn="l">
              <a:lnSpc>
                <a:spcPct val="100000"/>
              </a:lnSpc>
              <a:spcBef>
                <a:spcPts val="0"/>
              </a:spcBef>
              <a:spcAft>
                <a:spcPts val="0"/>
              </a:spcAft>
              <a:buClr>
                <a:schemeClr val="lt2"/>
              </a:buClr>
              <a:buSzPts val="1100"/>
              <a:buNone/>
              <a:defRPr>
                <a:solidFill>
                  <a:schemeClr val="lt2"/>
                </a:solidFill>
              </a:defRPr>
            </a:lvl9pPr>
          </a:lstStyle>
          <a:p/>
        </p:txBody>
      </p:sp>
      <p:sp>
        <p:nvSpPr>
          <p:cNvPr id="935" name="Google Shape;935;p145"/>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wo column text content - White">
  <p:cSld name="Bullet point and optional partner 2 - White_2_1">
    <p:bg>
      <p:bgPr>
        <a:solidFill>
          <a:schemeClr val="lt1"/>
        </a:solidFill>
      </p:bgPr>
    </p:bg>
    <p:spTree>
      <p:nvGrpSpPr>
        <p:cNvPr id="936" name="Shape 936"/>
        <p:cNvGrpSpPr/>
        <p:nvPr/>
      </p:nvGrpSpPr>
      <p:grpSpPr>
        <a:xfrm>
          <a:off x="0" y="0"/>
          <a:ext cx="0" cy="0"/>
          <a:chOff x="0" y="0"/>
          <a:chExt cx="0" cy="0"/>
        </a:xfrm>
      </p:grpSpPr>
      <p:sp>
        <p:nvSpPr>
          <p:cNvPr id="937" name="Google Shape;937;p14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38" name="Google Shape;938;p146"/>
          <p:cNvSpPr txBox="1"/>
          <p:nvPr>
            <p:ph idx="1" type="body"/>
          </p:nvPr>
        </p:nvSpPr>
        <p:spPr>
          <a:xfrm>
            <a:off x="473869"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
        <p:nvSpPr>
          <p:cNvPr id="939" name="Google Shape;939;p146"/>
          <p:cNvSpPr txBox="1"/>
          <p:nvPr>
            <p:ph type="title"/>
          </p:nvPr>
        </p:nvSpPr>
        <p:spPr>
          <a:xfrm>
            <a:off x="473870" y="438912"/>
            <a:ext cx="61152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0" name="Google Shape;940;p146"/>
          <p:cNvSpPr txBox="1"/>
          <p:nvPr>
            <p:ph idx="2" type="body"/>
          </p:nvPr>
        </p:nvSpPr>
        <p:spPr>
          <a:xfrm>
            <a:off x="4562856" y="1371600"/>
            <a:ext cx="3758100" cy="3090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285750" lvl="7" marL="3657600" algn="l">
              <a:lnSpc>
                <a:spcPct val="90000"/>
              </a:lnSpc>
              <a:spcBef>
                <a:spcPts val="400"/>
              </a:spcBef>
              <a:spcAft>
                <a:spcPts val="0"/>
              </a:spcAft>
              <a:buClr>
                <a:schemeClr val="dk1"/>
              </a:buClr>
              <a:buSzPts val="900"/>
              <a:buChar char="•"/>
              <a:defRPr sz="900"/>
            </a:lvl8pPr>
            <a:lvl9pPr indent="-285750" lvl="8" marL="4114800" algn="l">
              <a:lnSpc>
                <a:spcPct val="90000"/>
              </a:lnSpc>
              <a:spcBef>
                <a:spcPts val="400"/>
              </a:spcBef>
              <a:spcAft>
                <a:spcPts val="0"/>
              </a:spcAft>
              <a:buClr>
                <a:schemeClr val="dk1"/>
              </a:buClr>
              <a:buSzPts val="900"/>
              <a:buChar char="•"/>
              <a:defRPr sz="900"/>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Three column picture - White">
  <p:cSld name="Three column picture - White">
    <p:bg>
      <p:bgPr>
        <a:solidFill>
          <a:schemeClr val="lt1"/>
        </a:solidFill>
      </p:bgPr>
    </p:bg>
    <p:spTree>
      <p:nvGrpSpPr>
        <p:cNvPr id="941" name="Shape 941"/>
        <p:cNvGrpSpPr/>
        <p:nvPr/>
      </p:nvGrpSpPr>
      <p:grpSpPr>
        <a:xfrm>
          <a:off x="0" y="0"/>
          <a:ext cx="0" cy="0"/>
          <a:chOff x="0" y="0"/>
          <a:chExt cx="0" cy="0"/>
        </a:xfrm>
      </p:grpSpPr>
      <p:sp>
        <p:nvSpPr>
          <p:cNvPr id="942" name="Google Shape;942;p14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43" name="Google Shape;943;p14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4" name="Google Shape;944;p147"/>
          <p:cNvSpPr txBox="1"/>
          <p:nvPr>
            <p:ph idx="1" type="body"/>
          </p:nvPr>
        </p:nvSpPr>
        <p:spPr>
          <a:xfrm>
            <a:off x="473869" y="1371600"/>
            <a:ext cx="1819800" cy="2283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5" name="Google Shape;945;p147"/>
          <p:cNvSpPr txBox="1"/>
          <p:nvPr>
            <p:ph idx="2" type="body"/>
          </p:nvPr>
        </p:nvSpPr>
        <p:spPr>
          <a:xfrm>
            <a:off x="2555081"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6" name="Google Shape;946;p147"/>
          <p:cNvSpPr txBox="1"/>
          <p:nvPr>
            <p:ph idx="3" type="body"/>
          </p:nvPr>
        </p:nvSpPr>
        <p:spPr>
          <a:xfrm>
            <a:off x="4629150"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7" name="Google Shape;947;p147"/>
          <p:cNvSpPr txBox="1"/>
          <p:nvPr>
            <p:ph idx="4" type="body"/>
          </p:nvPr>
        </p:nvSpPr>
        <p:spPr>
          <a:xfrm>
            <a:off x="6704409" y="3529584"/>
            <a:ext cx="1965900" cy="1072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800"/>
              <a:buNone/>
              <a:defRPr sz="800"/>
            </a:lvl1pPr>
            <a:lvl2pPr indent="-228600" lvl="1" marL="914400" algn="l">
              <a:lnSpc>
                <a:spcPct val="100000"/>
              </a:lnSpc>
              <a:spcBef>
                <a:spcPts val="900"/>
              </a:spcBef>
              <a:spcAft>
                <a:spcPts val="0"/>
              </a:spcAft>
              <a:buClr>
                <a:schemeClr val="dk1"/>
              </a:buClr>
              <a:buSzPts val="800"/>
              <a:buNone/>
              <a:defRPr sz="800"/>
            </a:lvl2pPr>
            <a:lvl3pPr indent="-279400" lvl="2" marL="1371600" algn="l">
              <a:lnSpc>
                <a:spcPct val="100000"/>
              </a:lnSpc>
              <a:spcBef>
                <a:spcPts val="400"/>
              </a:spcBef>
              <a:spcAft>
                <a:spcPts val="0"/>
              </a:spcAft>
              <a:buClr>
                <a:schemeClr val="dk1"/>
              </a:buClr>
              <a:buSzPts val="800"/>
              <a:buChar char="•"/>
              <a:defRPr sz="8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100"/>
              </a:spcBef>
              <a:spcAft>
                <a:spcPts val="0"/>
              </a:spcAft>
              <a:buClr>
                <a:schemeClr val="dk1"/>
              </a:buClr>
              <a:buSzPts val="800"/>
              <a:buChar char="⁃"/>
              <a:defRPr sz="8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48" name="Google Shape;948;p147"/>
          <p:cNvSpPr/>
          <p:nvPr>
            <p:ph idx="5" type="pic"/>
          </p:nvPr>
        </p:nvSpPr>
        <p:spPr>
          <a:xfrm>
            <a:off x="2555075" y="1367250"/>
            <a:ext cx="1965900" cy="2061000"/>
          </a:xfrm>
          <a:prstGeom prst="rect">
            <a:avLst/>
          </a:prstGeom>
          <a:solidFill>
            <a:srgbClr val="F2F2F2"/>
          </a:solidFill>
          <a:ln>
            <a:noFill/>
          </a:ln>
        </p:spPr>
      </p:sp>
      <p:sp>
        <p:nvSpPr>
          <p:cNvPr id="949" name="Google Shape;949;p147"/>
          <p:cNvSpPr/>
          <p:nvPr>
            <p:ph idx="6" type="pic"/>
          </p:nvPr>
        </p:nvSpPr>
        <p:spPr>
          <a:xfrm>
            <a:off x="4629738" y="1367250"/>
            <a:ext cx="1965900" cy="2061000"/>
          </a:xfrm>
          <a:prstGeom prst="rect">
            <a:avLst/>
          </a:prstGeom>
          <a:solidFill>
            <a:srgbClr val="F2F2F2"/>
          </a:solidFill>
          <a:ln>
            <a:noFill/>
          </a:ln>
        </p:spPr>
      </p:sp>
      <p:sp>
        <p:nvSpPr>
          <p:cNvPr id="950" name="Google Shape;950;p147"/>
          <p:cNvSpPr/>
          <p:nvPr>
            <p:ph idx="7" type="pic"/>
          </p:nvPr>
        </p:nvSpPr>
        <p:spPr>
          <a:xfrm>
            <a:off x="6704413" y="1367250"/>
            <a:ext cx="1965900" cy="2061000"/>
          </a:xfrm>
          <a:prstGeom prst="rect">
            <a:avLst/>
          </a:prstGeom>
          <a:solidFill>
            <a:srgbClr val="F2F2F2"/>
          </a:solidFill>
          <a:ln>
            <a:noFill/>
          </a:ln>
        </p:spPr>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Text with picture - White">
  <p:cSld name="Text and right picture - White">
    <p:bg>
      <p:bgPr>
        <a:solidFill>
          <a:schemeClr val="lt1"/>
        </a:solidFill>
      </p:bgPr>
    </p:bg>
    <p:spTree>
      <p:nvGrpSpPr>
        <p:cNvPr id="951" name="Shape 951"/>
        <p:cNvGrpSpPr/>
        <p:nvPr/>
      </p:nvGrpSpPr>
      <p:grpSpPr>
        <a:xfrm>
          <a:off x="0" y="0"/>
          <a:ext cx="0" cy="0"/>
          <a:chOff x="0" y="0"/>
          <a:chExt cx="0" cy="0"/>
        </a:xfrm>
      </p:grpSpPr>
      <p:sp>
        <p:nvSpPr>
          <p:cNvPr id="952" name="Google Shape;952;p148"/>
          <p:cNvSpPr txBox="1"/>
          <p:nvPr>
            <p:ph idx="1" type="body"/>
          </p:nvPr>
        </p:nvSpPr>
        <p:spPr>
          <a:xfrm>
            <a:off x="4630339" y="4242816"/>
            <a:ext cx="40398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3" name="Google Shape;953;p14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54" name="Google Shape;954;p148"/>
          <p:cNvSpPr txBox="1"/>
          <p:nvPr>
            <p:ph idx="2" type="body"/>
          </p:nvPr>
        </p:nvSpPr>
        <p:spPr>
          <a:xfrm>
            <a:off x="473870" y="1371600"/>
            <a:ext cx="39318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100"/>
              <a:buNone/>
              <a:defRPr sz="1100"/>
            </a:lvl1pPr>
            <a:lvl2pPr indent="-228600" lvl="1" marL="914400" algn="l">
              <a:lnSpc>
                <a:spcPct val="100000"/>
              </a:lnSpc>
              <a:spcBef>
                <a:spcPts val="9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100"/>
              </a:spcBef>
              <a:spcAft>
                <a:spcPts val="0"/>
              </a:spcAft>
              <a:buClr>
                <a:schemeClr val="dk1"/>
              </a:buClr>
              <a:buSzPts val="1100"/>
              <a:buChar char="⁃"/>
              <a:defRPr sz="11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55" name="Google Shape;955;p148"/>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6" name="Google Shape;956;p148"/>
          <p:cNvSpPr/>
          <p:nvPr>
            <p:ph idx="3" type="pic"/>
          </p:nvPr>
        </p:nvSpPr>
        <p:spPr>
          <a:xfrm>
            <a:off x="4687458" y="1371600"/>
            <a:ext cx="3931800" cy="26793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Text with big picture - White">
  <p:cSld name="Text and right picture BIG - White">
    <p:bg>
      <p:bgPr>
        <a:solidFill>
          <a:schemeClr val="lt1"/>
        </a:solidFill>
      </p:bgPr>
    </p:bg>
    <p:spTree>
      <p:nvGrpSpPr>
        <p:cNvPr id="957" name="Shape 957"/>
        <p:cNvGrpSpPr/>
        <p:nvPr/>
      </p:nvGrpSpPr>
      <p:grpSpPr>
        <a:xfrm>
          <a:off x="0" y="0"/>
          <a:ext cx="0" cy="0"/>
          <a:chOff x="0" y="0"/>
          <a:chExt cx="0" cy="0"/>
        </a:xfrm>
      </p:grpSpPr>
      <p:sp>
        <p:nvSpPr>
          <p:cNvPr id="958" name="Google Shape;958;p149"/>
          <p:cNvSpPr txBox="1"/>
          <p:nvPr>
            <p:ph idx="1" type="body"/>
          </p:nvPr>
        </p:nvSpPr>
        <p:spPr>
          <a:xfrm>
            <a:off x="473870" y="4354043"/>
            <a:ext cx="25146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59" name="Google Shape;959;p14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0" name="Google Shape;960;p149"/>
          <p:cNvSpPr txBox="1"/>
          <p:nvPr>
            <p:ph idx="2" type="body"/>
          </p:nvPr>
        </p:nvSpPr>
        <p:spPr>
          <a:xfrm>
            <a:off x="473870" y="1371600"/>
            <a:ext cx="25146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100"/>
              <a:buNone/>
              <a:defRPr sz="1100"/>
            </a:lvl1pPr>
            <a:lvl2pPr indent="-228600" lvl="1" marL="914400" algn="l">
              <a:lnSpc>
                <a:spcPct val="100000"/>
              </a:lnSpc>
              <a:spcBef>
                <a:spcPts val="900"/>
              </a:spcBef>
              <a:spcAft>
                <a:spcPts val="0"/>
              </a:spcAft>
              <a:buSzPts val="1100"/>
              <a:buNone/>
              <a:defRPr sz="1100"/>
            </a:lvl2pPr>
            <a:lvl3pPr indent="-298450" lvl="2" marL="1371600" algn="l">
              <a:lnSpc>
                <a:spcPct val="100000"/>
              </a:lnSpc>
              <a:spcBef>
                <a:spcPts val="400"/>
              </a:spcBef>
              <a:spcAft>
                <a:spcPts val="0"/>
              </a:spcAft>
              <a:buSzPts val="1100"/>
              <a:buChar char="•"/>
              <a:defRPr sz="1100"/>
            </a:lvl3pPr>
            <a:lvl4pPr indent="-298450" lvl="3" marL="1828800" algn="l">
              <a:lnSpc>
                <a:spcPct val="100000"/>
              </a:lnSpc>
              <a:spcBef>
                <a:spcPts val="200"/>
              </a:spcBef>
              <a:spcAft>
                <a:spcPts val="0"/>
              </a:spcAft>
              <a:buSzPts val="1100"/>
              <a:buChar char="⁃"/>
              <a:defRPr sz="1100"/>
            </a:lvl4pPr>
            <a:lvl5pPr indent="-298450" lvl="4" marL="2286000" algn="l">
              <a:lnSpc>
                <a:spcPct val="100000"/>
              </a:lnSpc>
              <a:spcBef>
                <a:spcPts val="100"/>
              </a:spcBef>
              <a:spcAft>
                <a:spcPts val="0"/>
              </a:spcAft>
              <a:buSzPts val="1100"/>
              <a:buChar char="⁃"/>
              <a:defRPr sz="11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61" name="Google Shape;961;p149"/>
          <p:cNvSpPr txBox="1"/>
          <p:nvPr>
            <p:ph type="title"/>
          </p:nvPr>
        </p:nvSpPr>
        <p:spPr>
          <a:xfrm>
            <a:off x="473870" y="438912"/>
            <a:ext cx="26466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2" name="Google Shape;962;p149"/>
          <p:cNvSpPr/>
          <p:nvPr>
            <p:ph idx="3" type="pic"/>
          </p:nvPr>
        </p:nvSpPr>
        <p:spPr>
          <a:xfrm>
            <a:off x="3378558" y="512064"/>
            <a:ext cx="5239500" cy="4041600"/>
          </a:xfrm>
          <a:prstGeom prst="rect">
            <a:avLst/>
          </a:prstGeom>
          <a:solidFill>
            <a:srgbClr val="F2F2F2"/>
          </a:solidFill>
          <a:ln cap="flat" cmpd="sng" w="76200">
            <a:solidFill>
              <a:schemeClr val="accent1"/>
            </a:solidFill>
            <a:prstDash val="solid"/>
            <a:miter lim="800000"/>
            <a:headEnd len="sm" w="sm" type="none"/>
            <a:tailEnd len="sm" w="sm" type="none"/>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Text with picture 1/2 - Stone">
  <p:cSld name="Text and right picture 1/2 - Stone">
    <p:bg>
      <p:bgPr>
        <a:solidFill>
          <a:schemeClr val="lt1"/>
        </a:solidFill>
      </p:bgPr>
    </p:bg>
    <p:spTree>
      <p:nvGrpSpPr>
        <p:cNvPr id="963" name="Shape 963"/>
        <p:cNvGrpSpPr/>
        <p:nvPr/>
      </p:nvGrpSpPr>
      <p:grpSpPr>
        <a:xfrm>
          <a:off x="0" y="0"/>
          <a:ext cx="0" cy="0"/>
          <a:chOff x="0" y="0"/>
          <a:chExt cx="0" cy="0"/>
        </a:xfrm>
      </p:grpSpPr>
      <p:sp>
        <p:nvSpPr>
          <p:cNvPr id="964" name="Google Shape;964;p150"/>
          <p:cNvSpPr/>
          <p:nvPr/>
        </p:nvSpPr>
        <p:spPr>
          <a:xfrm>
            <a:off x="-1" y="2578298"/>
            <a:ext cx="9144000" cy="25653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65" name="Google Shape;965;p150"/>
          <p:cNvSpPr txBox="1"/>
          <p:nvPr>
            <p:ph idx="1" type="body"/>
          </p:nvPr>
        </p:nvSpPr>
        <p:spPr>
          <a:xfrm>
            <a:off x="4626770" y="4197096"/>
            <a:ext cx="4043400" cy="2076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sp>
        <p:nvSpPr>
          <p:cNvPr id="966" name="Google Shape;966;p15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67" name="Google Shape;967;p150"/>
          <p:cNvSpPr txBox="1"/>
          <p:nvPr>
            <p:ph idx="2" type="body"/>
          </p:nvPr>
        </p:nvSpPr>
        <p:spPr>
          <a:xfrm>
            <a:off x="473869" y="1371600"/>
            <a:ext cx="3474600" cy="127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8" name="Google Shape;968;p150"/>
          <p:cNvSpPr txBox="1"/>
          <p:nvPr>
            <p:ph idx="3" type="body"/>
          </p:nvPr>
        </p:nvSpPr>
        <p:spPr>
          <a:xfrm>
            <a:off x="473869" y="2815016"/>
            <a:ext cx="3474600" cy="1485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69" name="Google Shape;969;p150"/>
          <p:cNvSpPr txBox="1"/>
          <p:nvPr/>
        </p:nvSpPr>
        <p:spPr>
          <a:xfrm>
            <a:off x="2625367" y="4761251"/>
            <a:ext cx="3693900" cy="924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b="0" i="0" sz="1100" u="none" cap="none" strike="noStrike">
              <a:solidFill>
                <a:srgbClr val="000000"/>
              </a:solidFill>
              <a:latin typeface="Verizon NHG TX"/>
              <a:ea typeface="Verizon NHG TX"/>
              <a:cs typeface="Verizon NHG TX"/>
              <a:sym typeface="Verizon NHG TX"/>
            </a:endParaRPr>
          </a:p>
        </p:txBody>
      </p:sp>
      <p:sp>
        <p:nvSpPr>
          <p:cNvPr id="970" name="Google Shape;970;p15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1" name="Google Shape;971;p150"/>
          <p:cNvSpPr/>
          <p:nvPr>
            <p:ph idx="4" type="pic"/>
          </p:nvPr>
        </p:nvSpPr>
        <p:spPr>
          <a:xfrm>
            <a:off x="4626775" y="1371600"/>
            <a:ext cx="4043400" cy="2755200"/>
          </a:xfrm>
          <a:prstGeom prst="rect">
            <a:avLst/>
          </a:prstGeom>
          <a:solidFill>
            <a:srgbClr val="F2F2F2"/>
          </a:solidFill>
          <a:ln>
            <a:noFill/>
          </a:ln>
        </p:spPr>
      </p:sp>
      <p:pic>
        <p:nvPicPr>
          <p:cNvPr descr="A red and black logo&#10;&#10;Description automatically generated" id="972" name="Google Shape;972;p150"/>
          <p:cNvPicPr preferRelativeResize="0"/>
          <p:nvPr/>
        </p:nvPicPr>
        <p:blipFill rotWithShape="1">
          <a:blip r:embed="rId2">
            <a:alphaModFix/>
          </a:blip>
          <a:srcRect b="0" l="0" r="0" t="0"/>
          <a:stretch/>
        </p:blipFill>
        <p:spPr>
          <a:xfrm>
            <a:off x="374904" y="4636008"/>
            <a:ext cx="850390" cy="347839"/>
          </a:xfrm>
          <a:prstGeom prst="rect">
            <a:avLst/>
          </a:prstGeom>
          <a:noFill/>
          <a:ln>
            <a:noFill/>
          </a:ln>
        </p:spPr>
      </p:pic>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Title with content - White">
  <p:cSld name="Title and Content">
    <p:bg>
      <p:bgPr>
        <a:solidFill>
          <a:schemeClr val="lt1"/>
        </a:solidFill>
      </p:bgPr>
    </p:bg>
    <p:spTree>
      <p:nvGrpSpPr>
        <p:cNvPr id="973" name="Shape 973"/>
        <p:cNvGrpSpPr/>
        <p:nvPr/>
      </p:nvGrpSpPr>
      <p:grpSpPr>
        <a:xfrm>
          <a:off x="0" y="0"/>
          <a:ext cx="0" cy="0"/>
          <a:chOff x="0" y="0"/>
          <a:chExt cx="0" cy="0"/>
        </a:xfrm>
      </p:grpSpPr>
      <p:sp>
        <p:nvSpPr>
          <p:cNvPr id="974" name="Google Shape;974;p151"/>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5" name="Google Shape;975;p151"/>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Six-piece information - White">
  <p:cSld name="Six-piece information">
    <p:spTree>
      <p:nvGrpSpPr>
        <p:cNvPr id="976" name="Shape 976"/>
        <p:cNvGrpSpPr/>
        <p:nvPr/>
      </p:nvGrpSpPr>
      <p:grpSpPr>
        <a:xfrm>
          <a:off x="0" y="0"/>
          <a:ext cx="0" cy="0"/>
          <a:chOff x="0" y="0"/>
          <a:chExt cx="0" cy="0"/>
        </a:xfrm>
      </p:grpSpPr>
      <p:sp>
        <p:nvSpPr>
          <p:cNvPr id="977" name="Google Shape;977;p15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978" name="Google Shape;978;p152"/>
          <p:cNvSpPr txBox="1"/>
          <p:nvPr>
            <p:ph idx="1" type="body"/>
          </p:nvPr>
        </p:nvSpPr>
        <p:spPr>
          <a:xfrm>
            <a:off x="470297"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9" name="Google Shape;979;p152"/>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0" name="Google Shape;980;p152"/>
          <p:cNvSpPr txBox="1"/>
          <p:nvPr>
            <p:ph idx="2" type="body"/>
          </p:nvPr>
        </p:nvSpPr>
        <p:spPr>
          <a:xfrm>
            <a:off x="3248025"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1" name="Google Shape;981;p152"/>
          <p:cNvSpPr txBox="1"/>
          <p:nvPr>
            <p:ph idx="3" type="body"/>
          </p:nvPr>
        </p:nvSpPr>
        <p:spPr>
          <a:xfrm>
            <a:off x="6012656" y="1333780"/>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2" name="Google Shape;982;p152"/>
          <p:cNvSpPr txBox="1"/>
          <p:nvPr>
            <p:ph idx="4" type="body"/>
          </p:nvPr>
        </p:nvSpPr>
        <p:spPr>
          <a:xfrm>
            <a:off x="470297"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3" name="Google Shape;983;p152"/>
          <p:cNvSpPr txBox="1"/>
          <p:nvPr>
            <p:ph idx="5" type="body"/>
          </p:nvPr>
        </p:nvSpPr>
        <p:spPr>
          <a:xfrm>
            <a:off x="3248025"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84" name="Google Shape;984;p152"/>
          <p:cNvSpPr txBox="1"/>
          <p:nvPr>
            <p:ph idx="6" type="body"/>
          </p:nvPr>
        </p:nvSpPr>
        <p:spPr>
          <a:xfrm>
            <a:off x="6012656" y="2862072"/>
            <a:ext cx="2545800" cy="12633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400"/>
              </a:spcBef>
              <a:spcAft>
                <a:spcPts val="0"/>
              </a:spcAft>
              <a:buClr>
                <a:schemeClr val="dk1"/>
              </a:buClr>
              <a:buSzPts val="1100"/>
              <a:buNone/>
              <a:defRPr sz="1100"/>
            </a:lvl2pPr>
            <a:lvl3pPr indent="-298450" lvl="2" marL="1371600" algn="l">
              <a:lnSpc>
                <a:spcPct val="100000"/>
              </a:lnSpc>
              <a:spcBef>
                <a:spcPts val="400"/>
              </a:spcBef>
              <a:spcAft>
                <a:spcPts val="0"/>
              </a:spcAft>
              <a:buClr>
                <a:schemeClr val="dk1"/>
              </a:buClr>
              <a:buSzPts val="1100"/>
              <a:buChar char="•"/>
              <a:defRPr sz="1100"/>
            </a:lvl3pPr>
            <a:lvl4pPr indent="-298450" lvl="3" marL="1828800" algn="l">
              <a:lnSpc>
                <a:spcPct val="100000"/>
              </a:lnSpc>
              <a:spcBef>
                <a:spcPts val="400"/>
              </a:spcBef>
              <a:spcAft>
                <a:spcPts val="0"/>
              </a:spcAft>
              <a:buClr>
                <a:schemeClr val="dk1"/>
              </a:buClr>
              <a:buSzPts val="1100"/>
              <a:buChar char="-"/>
              <a:defRPr sz="1100"/>
            </a:lvl4pPr>
            <a:lvl5pPr indent="-298450" lvl="4" marL="2286000" algn="l">
              <a:lnSpc>
                <a:spcPct val="10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hree-image - Red">
  <p:cSld name="Six-image - Stone">
    <p:bg>
      <p:bgPr>
        <a:solidFill>
          <a:schemeClr val="lt1"/>
        </a:solidFill>
      </p:bgPr>
    </p:bg>
    <p:spTree>
      <p:nvGrpSpPr>
        <p:cNvPr id="985" name="Shape 985"/>
        <p:cNvGrpSpPr/>
        <p:nvPr/>
      </p:nvGrpSpPr>
      <p:grpSpPr>
        <a:xfrm>
          <a:off x="0" y="0"/>
          <a:ext cx="0" cy="0"/>
          <a:chOff x="0" y="0"/>
          <a:chExt cx="0" cy="0"/>
        </a:xfrm>
      </p:grpSpPr>
      <p:sp>
        <p:nvSpPr>
          <p:cNvPr id="986" name="Google Shape;986;p153"/>
          <p:cNvSpPr/>
          <p:nvPr/>
        </p:nvSpPr>
        <p:spPr>
          <a:xfrm>
            <a:off x="2555075" y="0"/>
            <a:ext cx="6588900" cy="5154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7" name="Google Shape;987;p153"/>
          <p:cNvSpPr/>
          <p:nvPr>
            <p:ph idx="2" type="pic"/>
          </p:nvPr>
        </p:nvSpPr>
        <p:spPr>
          <a:xfrm>
            <a:off x="2555075" y="0"/>
            <a:ext cx="2186700" cy="2577000"/>
          </a:xfrm>
          <a:prstGeom prst="rect">
            <a:avLst/>
          </a:prstGeom>
          <a:solidFill>
            <a:srgbClr val="F2F2F2"/>
          </a:solidFill>
          <a:ln>
            <a:noFill/>
          </a:ln>
        </p:spPr>
      </p:sp>
      <p:sp>
        <p:nvSpPr>
          <p:cNvPr id="988" name="Google Shape;988;p153"/>
          <p:cNvSpPr/>
          <p:nvPr>
            <p:ph idx="3" type="pic"/>
          </p:nvPr>
        </p:nvSpPr>
        <p:spPr>
          <a:xfrm>
            <a:off x="6974125" y="0"/>
            <a:ext cx="2186700" cy="2577000"/>
          </a:xfrm>
          <a:prstGeom prst="rect">
            <a:avLst/>
          </a:prstGeom>
          <a:solidFill>
            <a:srgbClr val="F2F2F2"/>
          </a:solidFill>
          <a:ln>
            <a:noFill/>
          </a:ln>
        </p:spPr>
      </p:sp>
      <p:sp>
        <p:nvSpPr>
          <p:cNvPr id="989" name="Google Shape;989;p153"/>
          <p:cNvSpPr/>
          <p:nvPr>
            <p:ph idx="4" type="pic"/>
          </p:nvPr>
        </p:nvSpPr>
        <p:spPr>
          <a:xfrm>
            <a:off x="4741775" y="2577000"/>
            <a:ext cx="2232300" cy="2577000"/>
          </a:xfrm>
          <a:prstGeom prst="rect">
            <a:avLst/>
          </a:prstGeom>
          <a:solidFill>
            <a:srgbClr val="F2F2F2"/>
          </a:solidFill>
          <a:ln>
            <a:noFill/>
          </a:ln>
        </p:spPr>
      </p:sp>
      <p:sp>
        <p:nvSpPr>
          <p:cNvPr id="990" name="Google Shape;990;p153"/>
          <p:cNvSpPr txBox="1"/>
          <p:nvPr>
            <p:ph idx="1" type="body"/>
          </p:nvPr>
        </p:nvSpPr>
        <p:spPr>
          <a:xfrm>
            <a:off x="2679192"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1" name="Google Shape;991;p153"/>
          <p:cNvSpPr txBox="1"/>
          <p:nvPr>
            <p:ph idx="5"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900"/>
              <a:buNone/>
              <a:defRPr sz="900"/>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2" name="Google Shape;992;p153"/>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3" name="Google Shape;993;p153"/>
          <p:cNvSpPr txBox="1"/>
          <p:nvPr>
            <p:ph idx="6" type="body"/>
          </p:nvPr>
        </p:nvSpPr>
        <p:spPr>
          <a:xfrm>
            <a:off x="7088021" y="2697480"/>
            <a:ext cx="1689600" cy="3201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4" name="Google Shape;994;p153"/>
          <p:cNvSpPr txBox="1"/>
          <p:nvPr>
            <p:ph idx="7" type="body"/>
          </p:nvPr>
        </p:nvSpPr>
        <p:spPr>
          <a:xfrm>
            <a:off x="4882896" y="2139696"/>
            <a:ext cx="1691700" cy="3201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lt1"/>
              </a:buClr>
              <a:buSzPts val="900"/>
              <a:buNone/>
              <a:defRPr i="0" sz="900">
                <a:solidFill>
                  <a:schemeClr val="lt1"/>
                </a:solidFill>
              </a:defRPr>
            </a:lvl1pPr>
            <a:lvl2pPr indent="-228600" lvl="1" marL="914400" algn="l">
              <a:lnSpc>
                <a:spcPct val="100000"/>
              </a:lnSpc>
              <a:spcBef>
                <a:spcPts val="400"/>
              </a:spcBef>
              <a:spcAft>
                <a:spcPts val="0"/>
              </a:spcAft>
              <a:buClr>
                <a:schemeClr val="lt1"/>
              </a:buClr>
              <a:buSzPts val="900"/>
              <a:buNone/>
              <a:defRPr>
                <a:solidFill>
                  <a:schemeClr val="lt1"/>
                </a:solidFill>
              </a:defRPr>
            </a:lvl2pPr>
            <a:lvl3pPr indent="-228600" lvl="2" marL="1371600" algn="l">
              <a:lnSpc>
                <a:spcPct val="100000"/>
              </a:lnSpc>
              <a:spcBef>
                <a:spcPts val="400"/>
              </a:spcBef>
              <a:spcAft>
                <a:spcPts val="0"/>
              </a:spcAft>
              <a:buClr>
                <a:schemeClr val="lt1"/>
              </a:buClr>
              <a:buSzPts val="900"/>
              <a:buNone/>
              <a:defRPr>
                <a:solidFill>
                  <a:schemeClr val="lt1"/>
                </a:solidFill>
              </a:defRPr>
            </a:lvl3pPr>
            <a:lvl4pPr indent="-228600" lvl="3" marL="1828800" algn="l">
              <a:lnSpc>
                <a:spcPct val="100000"/>
              </a:lnSpc>
              <a:spcBef>
                <a:spcPts val="400"/>
              </a:spcBef>
              <a:spcAft>
                <a:spcPts val="0"/>
              </a:spcAft>
              <a:buClr>
                <a:schemeClr val="lt1"/>
              </a:buClr>
              <a:buSzPts val="900"/>
              <a:buNone/>
              <a:defRPr>
                <a:solidFill>
                  <a:schemeClr val="lt1"/>
                </a:solidFill>
              </a:defRPr>
            </a:lvl4pPr>
            <a:lvl5pPr indent="-228600" lvl="4" marL="2286000" algn="l">
              <a:lnSpc>
                <a:spcPct val="100000"/>
              </a:lnSpc>
              <a:spcBef>
                <a:spcPts val="400"/>
              </a:spcBef>
              <a:spcAft>
                <a:spcPts val="0"/>
              </a:spcAft>
              <a:buClr>
                <a:schemeClr val="lt1"/>
              </a:buClr>
              <a:buSzPts val="900"/>
              <a:buNone/>
              <a:defRPr>
                <a:solidFill>
                  <a:schemeClr val="lt1"/>
                </a:solidFill>
              </a:defRPr>
            </a:lvl5pPr>
            <a:lvl6pPr indent="-317500" lvl="5" marL="2743200" algn="l">
              <a:lnSpc>
                <a:spcPct val="90000"/>
              </a:lnSpc>
              <a:spcBef>
                <a:spcPts val="400"/>
              </a:spcBef>
              <a:spcAft>
                <a:spcPts val="0"/>
              </a:spcAft>
              <a:buClr>
                <a:schemeClr val="lt1"/>
              </a:buClr>
              <a:buSzPts val="1400"/>
              <a:buChar char="•"/>
              <a:defRPr>
                <a:solidFill>
                  <a:schemeClr val="lt1"/>
                </a:solidFill>
              </a:defRPr>
            </a:lvl6pPr>
            <a:lvl7pPr indent="-317500" lvl="6" marL="3200400" algn="l">
              <a:lnSpc>
                <a:spcPct val="90000"/>
              </a:lnSpc>
              <a:spcBef>
                <a:spcPts val="400"/>
              </a:spcBef>
              <a:spcAft>
                <a:spcPts val="0"/>
              </a:spcAft>
              <a:buClr>
                <a:schemeClr val="lt1"/>
              </a:buClr>
              <a:buSzPts val="1400"/>
              <a:buChar char="•"/>
              <a:defRPr>
                <a:solidFill>
                  <a:schemeClr val="lt1"/>
                </a:solidFill>
              </a:defRPr>
            </a:lvl7pPr>
            <a:lvl8pPr indent="-317500" lvl="7" marL="3657600" algn="l">
              <a:lnSpc>
                <a:spcPct val="90000"/>
              </a:lnSpc>
              <a:spcBef>
                <a:spcPts val="400"/>
              </a:spcBef>
              <a:spcAft>
                <a:spcPts val="0"/>
              </a:spcAft>
              <a:buClr>
                <a:schemeClr val="lt1"/>
              </a:buClr>
              <a:buSzPts val="1400"/>
              <a:buChar char="•"/>
              <a:defRPr>
                <a:solidFill>
                  <a:schemeClr val="lt1"/>
                </a:solidFill>
              </a:defRPr>
            </a:lvl8pPr>
            <a:lvl9pPr indent="-317500" lvl="8" marL="4114800" algn="l">
              <a:lnSpc>
                <a:spcPct val="90000"/>
              </a:lnSpc>
              <a:spcBef>
                <a:spcPts val="400"/>
              </a:spcBef>
              <a:spcAft>
                <a:spcPts val="0"/>
              </a:spcAft>
              <a:buClr>
                <a:schemeClr val="lt1"/>
              </a:buClr>
              <a:buSzPts val="1400"/>
              <a:buChar char="•"/>
              <a:defRPr>
                <a:solidFill>
                  <a:schemeClr val="lt1"/>
                </a:solidFill>
              </a:defRPr>
            </a:lvl9pPr>
          </a:lstStyle>
          <a:p/>
        </p:txBody>
      </p:sp>
      <p:sp>
        <p:nvSpPr>
          <p:cNvPr id="995" name="Google Shape;995;p153"/>
          <p:cNvSpPr txBox="1"/>
          <p:nvPr>
            <p:ph idx="12" type="sldNum"/>
          </p:nvPr>
        </p:nvSpPr>
        <p:spPr>
          <a:xfrm>
            <a:off x="8317509" y="4733270"/>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lt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hree-image - Yellow">
  <p:cSld name="Six-image - Yellow">
    <p:bg>
      <p:bgPr>
        <a:solidFill>
          <a:schemeClr val="lt1"/>
        </a:solidFill>
      </p:bgPr>
    </p:bg>
    <p:spTree>
      <p:nvGrpSpPr>
        <p:cNvPr id="996" name="Shape 996"/>
        <p:cNvGrpSpPr/>
        <p:nvPr/>
      </p:nvGrpSpPr>
      <p:grpSpPr>
        <a:xfrm>
          <a:off x="0" y="0"/>
          <a:ext cx="0" cy="0"/>
          <a:chOff x="0" y="0"/>
          <a:chExt cx="0" cy="0"/>
        </a:xfrm>
      </p:grpSpPr>
      <p:sp>
        <p:nvSpPr>
          <p:cNvPr id="997" name="Google Shape;997;p154"/>
          <p:cNvSpPr/>
          <p:nvPr/>
        </p:nvSpPr>
        <p:spPr>
          <a:xfrm>
            <a:off x="2555081" y="0"/>
            <a:ext cx="6588900" cy="5143500"/>
          </a:xfrm>
          <a:prstGeom prst="rect">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98" name="Google Shape;998;p154"/>
          <p:cNvSpPr txBox="1"/>
          <p:nvPr>
            <p:ph idx="1" type="body"/>
          </p:nvPr>
        </p:nvSpPr>
        <p:spPr>
          <a:xfrm>
            <a:off x="4855464" y="2706624"/>
            <a:ext cx="1956900" cy="35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999" name="Google Shape;999;p154"/>
          <p:cNvSpPr txBox="1"/>
          <p:nvPr>
            <p:ph idx="12" type="sldNum"/>
          </p:nvPr>
        </p:nvSpPr>
        <p:spPr>
          <a:xfrm>
            <a:off x="8317509" y="4725915"/>
            <a:ext cx="352500" cy="1692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00" name="Google Shape;1000;p154"/>
          <p:cNvSpPr txBox="1"/>
          <p:nvPr>
            <p:ph idx="2" type="body"/>
          </p:nvPr>
        </p:nvSpPr>
        <p:spPr>
          <a:xfrm>
            <a:off x="473869" y="1371600"/>
            <a:ext cx="1783200" cy="32004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1" name="Google Shape;1001;p154"/>
          <p:cNvSpPr txBox="1"/>
          <p:nvPr>
            <p:ph type="title"/>
          </p:nvPr>
        </p:nvSpPr>
        <p:spPr>
          <a:xfrm>
            <a:off x="473870" y="438912"/>
            <a:ext cx="19551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2" name="Google Shape;1002;p154"/>
          <p:cNvSpPr txBox="1"/>
          <p:nvPr>
            <p:ph idx="3" type="body"/>
          </p:nvPr>
        </p:nvSpPr>
        <p:spPr>
          <a:xfrm>
            <a:off x="705002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3" name="Google Shape;1003;p154"/>
          <p:cNvSpPr txBox="1"/>
          <p:nvPr>
            <p:ph idx="4" type="body"/>
          </p:nvPr>
        </p:nvSpPr>
        <p:spPr>
          <a:xfrm>
            <a:off x="2660904" y="2157984"/>
            <a:ext cx="1983600" cy="365700"/>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SzPts val="900"/>
              <a:buNone/>
              <a:defRPr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04" name="Google Shape;1004;p154"/>
          <p:cNvSpPr txBox="1"/>
          <p:nvPr>
            <p:ph idx="5" type="sldNum"/>
          </p:nvPr>
        </p:nvSpPr>
        <p:spPr>
          <a:xfrm>
            <a:off x="8317509" y="4733270"/>
            <a:ext cx="352500" cy="1230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05" name="Google Shape;1005;p154"/>
          <p:cNvSpPr/>
          <p:nvPr>
            <p:ph idx="6" type="pic"/>
          </p:nvPr>
        </p:nvSpPr>
        <p:spPr>
          <a:xfrm>
            <a:off x="2555075" y="2569200"/>
            <a:ext cx="2186700" cy="2577000"/>
          </a:xfrm>
          <a:prstGeom prst="rect">
            <a:avLst/>
          </a:prstGeom>
          <a:solidFill>
            <a:srgbClr val="F2F2F2"/>
          </a:solidFill>
          <a:ln>
            <a:noFill/>
          </a:ln>
        </p:spPr>
      </p:sp>
      <p:sp>
        <p:nvSpPr>
          <p:cNvPr id="1006" name="Google Shape;1006;p154"/>
          <p:cNvSpPr/>
          <p:nvPr>
            <p:ph idx="7" type="pic"/>
          </p:nvPr>
        </p:nvSpPr>
        <p:spPr>
          <a:xfrm>
            <a:off x="6974125" y="2569200"/>
            <a:ext cx="2186700" cy="2577000"/>
          </a:xfrm>
          <a:prstGeom prst="rect">
            <a:avLst/>
          </a:prstGeom>
          <a:solidFill>
            <a:srgbClr val="F2F2F2"/>
          </a:solidFill>
          <a:ln>
            <a:noFill/>
          </a:ln>
        </p:spPr>
      </p:sp>
      <p:sp>
        <p:nvSpPr>
          <p:cNvPr id="1007" name="Google Shape;1007;p154"/>
          <p:cNvSpPr/>
          <p:nvPr>
            <p:ph idx="8" type="pic"/>
          </p:nvPr>
        </p:nvSpPr>
        <p:spPr>
          <a:xfrm>
            <a:off x="4741775" y="0"/>
            <a:ext cx="2232300" cy="2569200"/>
          </a:xfrm>
          <a:prstGeom prst="rect">
            <a:avLst/>
          </a:prstGeom>
          <a:solidFill>
            <a:srgbClr val="F2F2F2"/>
          </a:solidFill>
          <a:ln>
            <a:noFill/>
          </a:ln>
        </p:spPr>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4-image with description - White">
  <p:cSld name="4-image w/ description - White">
    <p:bg>
      <p:bgPr>
        <a:solidFill>
          <a:schemeClr val="lt1"/>
        </a:solidFill>
      </p:bgPr>
    </p:bg>
    <p:spTree>
      <p:nvGrpSpPr>
        <p:cNvPr id="1008" name="Shape 1008"/>
        <p:cNvGrpSpPr/>
        <p:nvPr/>
      </p:nvGrpSpPr>
      <p:grpSpPr>
        <a:xfrm>
          <a:off x="0" y="0"/>
          <a:ext cx="0" cy="0"/>
          <a:chOff x="0" y="0"/>
          <a:chExt cx="0" cy="0"/>
        </a:xfrm>
      </p:grpSpPr>
      <p:sp>
        <p:nvSpPr>
          <p:cNvPr id="1009" name="Google Shape;1009;p155"/>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10" name="Google Shape;1010;p155"/>
          <p:cNvSpPr txBox="1"/>
          <p:nvPr>
            <p:ph idx="1" type="body"/>
          </p:nvPr>
        </p:nvSpPr>
        <p:spPr>
          <a:xfrm>
            <a:off x="4644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1" name="Google Shape;1011;p155"/>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2" name="Google Shape;1012;p155"/>
          <p:cNvSpPr txBox="1"/>
          <p:nvPr>
            <p:ph idx="2" type="body"/>
          </p:nvPr>
        </p:nvSpPr>
        <p:spPr>
          <a:xfrm>
            <a:off x="2547996"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3" name="Google Shape;1013;p155"/>
          <p:cNvSpPr txBox="1"/>
          <p:nvPr>
            <p:ph idx="3" type="body"/>
          </p:nvPr>
        </p:nvSpPr>
        <p:spPr>
          <a:xfrm>
            <a:off x="4631567"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4" name="Google Shape;1014;p155"/>
          <p:cNvSpPr txBox="1"/>
          <p:nvPr>
            <p:ph idx="4" type="body"/>
          </p:nvPr>
        </p:nvSpPr>
        <p:spPr>
          <a:xfrm>
            <a:off x="6715125" y="3291840"/>
            <a:ext cx="1955100" cy="113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Clr>
                <a:schemeClr val="dk1"/>
              </a:buClr>
              <a:buSzPts val="900"/>
              <a:buNone/>
              <a:defRPr sz="900"/>
            </a:lvl2pPr>
            <a:lvl3pPr indent="-285750" lvl="2" marL="1371600" algn="l">
              <a:lnSpc>
                <a:spcPct val="100000"/>
              </a:lnSpc>
              <a:spcBef>
                <a:spcPts val="400"/>
              </a:spcBef>
              <a:spcAft>
                <a:spcPts val="0"/>
              </a:spcAft>
              <a:buClr>
                <a:schemeClr val="dk1"/>
              </a:buClr>
              <a:buSzPts val="900"/>
              <a:buChar char="•"/>
              <a:defRPr sz="9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100"/>
              </a:spcBef>
              <a:spcAft>
                <a:spcPts val="0"/>
              </a:spcAft>
              <a:buClr>
                <a:schemeClr val="dk1"/>
              </a:buClr>
              <a:buSzPts val="900"/>
              <a:buChar char="⁃"/>
              <a:defRPr sz="900"/>
            </a:lvl5pPr>
            <a:lvl6pPr indent="-285750" lvl="5" marL="2743200" algn="l">
              <a:lnSpc>
                <a:spcPct val="100000"/>
              </a:lnSpc>
              <a:spcBef>
                <a:spcPts val="100"/>
              </a:spcBef>
              <a:spcAft>
                <a:spcPts val="0"/>
              </a:spcAft>
              <a:buClr>
                <a:schemeClr val="dk1"/>
              </a:buClr>
              <a:buSzPts val="900"/>
              <a:buChar char="⁃"/>
              <a:defRPr sz="900"/>
            </a:lvl6pPr>
            <a:lvl7pPr indent="-279400" lvl="6" marL="3200400" algn="l">
              <a:lnSpc>
                <a:spcPct val="100000"/>
              </a:lnSpc>
              <a:spcBef>
                <a:spcPts val="0"/>
              </a:spcBef>
              <a:spcAft>
                <a:spcPts val="0"/>
              </a:spcAft>
              <a:buClr>
                <a:schemeClr val="dk1"/>
              </a:buClr>
              <a:buSzPts val="800"/>
              <a:buChar char="•"/>
              <a:defRPr sz="800"/>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5" name="Google Shape;1015;p155"/>
          <p:cNvSpPr/>
          <p:nvPr>
            <p:ph idx="5" type="pic"/>
          </p:nvPr>
        </p:nvSpPr>
        <p:spPr>
          <a:xfrm>
            <a:off x="464425" y="1137000"/>
            <a:ext cx="1964700" cy="2097900"/>
          </a:xfrm>
          <a:prstGeom prst="rect">
            <a:avLst/>
          </a:prstGeom>
          <a:solidFill>
            <a:srgbClr val="F2F2F2"/>
          </a:solidFill>
          <a:ln>
            <a:noFill/>
          </a:ln>
        </p:spPr>
      </p:sp>
      <p:sp>
        <p:nvSpPr>
          <p:cNvPr id="1016" name="Google Shape;1016;p155"/>
          <p:cNvSpPr/>
          <p:nvPr>
            <p:ph idx="6" type="pic"/>
          </p:nvPr>
        </p:nvSpPr>
        <p:spPr>
          <a:xfrm>
            <a:off x="2547996" y="1137000"/>
            <a:ext cx="1964700" cy="2097900"/>
          </a:xfrm>
          <a:prstGeom prst="rect">
            <a:avLst/>
          </a:prstGeom>
          <a:solidFill>
            <a:srgbClr val="F2F2F2"/>
          </a:solidFill>
          <a:ln>
            <a:noFill/>
          </a:ln>
        </p:spPr>
      </p:sp>
      <p:sp>
        <p:nvSpPr>
          <p:cNvPr id="1017" name="Google Shape;1017;p155"/>
          <p:cNvSpPr/>
          <p:nvPr>
            <p:ph idx="7" type="pic"/>
          </p:nvPr>
        </p:nvSpPr>
        <p:spPr>
          <a:xfrm>
            <a:off x="4631567" y="1137000"/>
            <a:ext cx="1964700" cy="2097900"/>
          </a:xfrm>
          <a:prstGeom prst="rect">
            <a:avLst/>
          </a:prstGeom>
          <a:solidFill>
            <a:srgbClr val="F2F2F2"/>
          </a:solidFill>
          <a:ln>
            <a:noFill/>
          </a:ln>
        </p:spPr>
      </p:sp>
      <p:sp>
        <p:nvSpPr>
          <p:cNvPr id="1018" name="Google Shape;1018;p155"/>
          <p:cNvSpPr/>
          <p:nvPr>
            <p:ph idx="8" type="pic"/>
          </p:nvPr>
        </p:nvSpPr>
        <p:spPr>
          <a:xfrm>
            <a:off x="6715125" y="1137000"/>
            <a:ext cx="1964700" cy="2097900"/>
          </a:xfrm>
          <a:prstGeom prst="rect">
            <a:avLst/>
          </a:prstGeom>
          <a:solidFill>
            <a:srgbClr val="F2F2F2"/>
          </a:solidFill>
          <a:ln>
            <a:noFill/>
          </a:ln>
        </p:spPr>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Basic table slide">
  <p:cSld name="Basic table slide">
    <p:bg>
      <p:bgPr>
        <a:solidFill>
          <a:schemeClr val="lt1"/>
        </a:solidFill>
      </p:bgPr>
    </p:bg>
    <p:spTree>
      <p:nvGrpSpPr>
        <p:cNvPr id="1019" name="Shape 1019"/>
        <p:cNvGrpSpPr/>
        <p:nvPr/>
      </p:nvGrpSpPr>
      <p:grpSpPr>
        <a:xfrm>
          <a:off x="0" y="0"/>
          <a:ext cx="0" cy="0"/>
          <a:chOff x="0" y="0"/>
          <a:chExt cx="0" cy="0"/>
        </a:xfrm>
      </p:grpSpPr>
      <p:sp>
        <p:nvSpPr>
          <p:cNvPr id="1020" name="Google Shape;1020;p156"/>
          <p:cNvSpPr txBox="1"/>
          <p:nvPr>
            <p:ph idx="1"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1" name="Google Shape;1021;p156"/>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2" name="Google Shape;1022;p156"/>
          <p:cNvSpPr txBox="1"/>
          <p:nvPr>
            <p:ph idx="2" type="body"/>
          </p:nvPr>
        </p:nvSpPr>
        <p:spPr>
          <a:xfrm>
            <a:off x="473869"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3" name="Google Shape;1023;p156"/>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4" name="Google Shape;1024;p156"/>
          <p:cNvSpPr txBox="1"/>
          <p:nvPr>
            <p:ph idx="3" type="body"/>
          </p:nvPr>
        </p:nvSpPr>
        <p:spPr>
          <a:xfrm>
            <a:off x="25717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5" name="Google Shape;1025;p156"/>
          <p:cNvSpPr txBox="1"/>
          <p:nvPr>
            <p:ph idx="4" type="body"/>
          </p:nvPr>
        </p:nvSpPr>
        <p:spPr>
          <a:xfrm>
            <a:off x="4629150"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1400"/>
              <a:buNone/>
              <a:defRPr sz="1400">
                <a:solidFill>
                  <a:schemeClr val="dk2"/>
                </a:solidFill>
              </a:defRPr>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26" name="Google Shape;1026;p156"/>
          <p:cNvSpPr txBox="1"/>
          <p:nvPr>
            <p:ph idx="5" type="body"/>
          </p:nvPr>
        </p:nvSpPr>
        <p:spPr>
          <a:xfrm>
            <a:off x="6715125" y="1563960"/>
            <a:ext cx="1955100" cy="2279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0"/>
              <a:buNone/>
              <a:defRPr sz="14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Left content slide">
  <p:cSld name="Left content slide">
    <p:bg>
      <p:bgPr>
        <a:solidFill>
          <a:schemeClr val="lt1"/>
        </a:solidFill>
      </p:bgPr>
    </p:bg>
    <p:spTree>
      <p:nvGrpSpPr>
        <p:cNvPr id="1027" name="Shape 1027"/>
        <p:cNvGrpSpPr/>
        <p:nvPr/>
      </p:nvGrpSpPr>
      <p:grpSpPr>
        <a:xfrm>
          <a:off x="0" y="0"/>
          <a:ext cx="0" cy="0"/>
          <a:chOff x="0" y="0"/>
          <a:chExt cx="0" cy="0"/>
        </a:xfrm>
      </p:grpSpPr>
      <p:sp>
        <p:nvSpPr>
          <p:cNvPr id="1028" name="Google Shape;1028;p157"/>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29" name="Google Shape;1029;p157"/>
          <p:cNvSpPr txBox="1"/>
          <p:nvPr>
            <p:ph idx="1" type="body"/>
          </p:nvPr>
        </p:nvSpPr>
        <p:spPr>
          <a:xfrm>
            <a:off x="473870" y="1371600"/>
            <a:ext cx="1355100" cy="3083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0" name="Google Shape;1030;p157"/>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Title + Content with Description">
  <p:cSld name="Title + Content with Description">
    <p:bg>
      <p:bgPr>
        <a:solidFill>
          <a:schemeClr val="lt1"/>
        </a:solidFill>
      </p:bgPr>
    </p:bg>
    <p:spTree>
      <p:nvGrpSpPr>
        <p:cNvPr id="1031" name="Shape 1031"/>
        <p:cNvGrpSpPr/>
        <p:nvPr/>
      </p:nvGrpSpPr>
      <p:grpSpPr>
        <a:xfrm>
          <a:off x="0" y="0"/>
          <a:ext cx="0" cy="0"/>
          <a:chOff x="0" y="0"/>
          <a:chExt cx="0" cy="0"/>
        </a:xfrm>
      </p:grpSpPr>
      <p:sp>
        <p:nvSpPr>
          <p:cNvPr id="1032" name="Google Shape;1032;p158"/>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33" name="Google Shape;1033;p158"/>
          <p:cNvSpPr txBox="1"/>
          <p:nvPr>
            <p:ph idx="1" type="body"/>
          </p:nvPr>
        </p:nvSpPr>
        <p:spPr>
          <a:xfrm>
            <a:off x="473868" y="1371600"/>
            <a:ext cx="5486400" cy="3446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a:lvl1pPr>
            <a:lvl2pPr indent="-228600" lvl="1" marL="914400" algn="l">
              <a:lnSpc>
                <a:spcPct val="100000"/>
              </a:lnSpc>
              <a:spcBef>
                <a:spcPts val="400"/>
              </a:spcBef>
              <a:spcAft>
                <a:spcPts val="0"/>
              </a:spcAft>
              <a:buSzPts val="900"/>
              <a:buNone/>
              <a:defRPr/>
            </a:lvl2pPr>
            <a:lvl3pPr indent="-285750" lvl="2" marL="1371600" algn="l">
              <a:lnSpc>
                <a:spcPct val="100000"/>
              </a:lnSpc>
              <a:spcBef>
                <a:spcPts val="400"/>
              </a:spcBef>
              <a:spcAft>
                <a:spcPts val="0"/>
              </a:spcAft>
              <a:buSzPts val="900"/>
              <a:buChar char="•"/>
              <a:defRPr/>
            </a:lvl3pPr>
            <a:lvl4pPr indent="-285750" lvl="3" marL="1828800" algn="l">
              <a:lnSpc>
                <a:spcPct val="100000"/>
              </a:lnSpc>
              <a:spcBef>
                <a:spcPts val="400"/>
              </a:spcBef>
              <a:spcAft>
                <a:spcPts val="0"/>
              </a:spcAft>
              <a:buSzPts val="900"/>
              <a:buChar char="-"/>
              <a:defRPr/>
            </a:lvl4pPr>
            <a:lvl5pPr indent="-285750" lvl="4" marL="2286000" algn="l">
              <a:lnSpc>
                <a:spcPct val="100000"/>
              </a:lnSpc>
              <a:spcBef>
                <a:spcPts val="400"/>
              </a:spcBef>
              <a:spcAft>
                <a:spcPts val="0"/>
              </a:spcAft>
              <a:buSzPts val="900"/>
              <a:buChar char="-"/>
              <a:defRPr/>
            </a:lvl5pPr>
            <a:lvl6pPr indent="-285750" lvl="5" marL="2743200" algn="l">
              <a:lnSpc>
                <a:spcPct val="90000"/>
              </a:lnSpc>
              <a:spcBef>
                <a:spcPts val="400"/>
              </a:spcBef>
              <a:spcAft>
                <a:spcPts val="0"/>
              </a:spcAft>
              <a:buSzPts val="900"/>
              <a:buChar char="-"/>
              <a:defRPr sz="900"/>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4" name="Google Shape;1034;p158"/>
          <p:cNvSpPr txBox="1"/>
          <p:nvPr>
            <p:ph idx="2" type="body"/>
          </p:nvPr>
        </p:nvSpPr>
        <p:spPr>
          <a:xfrm>
            <a:off x="4626770" y="469107"/>
            <a:ext cx="4043400" cy="6048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i="0" sz="900"/>
            </a:lvl1pPr>
            <a:lvl2pPr indent="-228600" lvl="1" marL="914400" algn="l">
              <a:lnSpc>
                <a:spcPct val="100000"/>
              </a:lnSpc>
              <a:spcBef>
                <a:spcPts val="400"/>
              </a:spcBef>
              <a:spcAft>
                <a:spcPts val="0"/>
              </a:spcAft>
              <a:buSzPts val="900"/>
              <a:buNone/>
              <a:defRPr/>
            </a:lvl2pPr>
            <a:lvl3pPr indent="-228600" lvl="2" marL="1371600" algn="l">
              <a:lnSpc>
                <a:spcPct val="100000"/>
              </a:lnSpc>
              <a:spcBef>
                <a:spcPts val="400"/>
              </a:spcBef>
              <a:spcAft>
                <a:spcPts val="0"/>
              </a:spcAft>
              <a:buSzPts val="900"/>
              <a:buNone/>
              <a:defRPr/>
            </a:lvl3pPr>
            <a:lvl4pPr indent="-228600" lvl="3" marL="1828800" algn="l">
              <a:lnSpc>
                <a:spcPct val="100000"/>
              </a:lnSpc>
              <a:spcBef>
                <a:spcPts val="400"/>
              </a:spcBef>
              <a:spcAft>
                <a:spcPts val="0"/>
              </a:spcAft>
              <a:buSzPts val="900"/>
              <a:buNone/>
              <a:defRPr/>
            </a:lvl4pPr>
            <a:lvl5pPr indent="-228600" lvl="4" marL="2286000" algn="l">
              <a:lnSpc>
                <a:spcPct val="100000"/>
              </a:lnSpc>
              <a:spcBef>
                <a:spcPts val="400"/>
              </a:spcBef>
              <a:spcAft>
                <a:spcPts val="0"/>
              </a:spcAft>
              <a:buSzPts val="900"/>
              <a:buNone/>
              <a:defRPr/>
            </a:lvl5pPr>
            <a:lvl6pPr indent="-317500" lvl="5" marL="2743200" algn="l">
              <a:lnSpc>
                <a:spcPct val="90000"/>
              </a:lnSpc>
              <a:spcBef>
                <a:spcPts val="400"/>
              </a:spcBef>
              <a:spcAft>
                <a:spcPts val="0"/>
              </a:spcAft>
              <a:buSzPts val="1400"/>
              <a:buChar char="•"/>
              <a:defRPr/>
            </a:lvl6pPr>
            <a:lvl7pPr indent="-317500" lvl="6" marL="3200400" algn="l">
              <a:lnSpc>
                <a:spcPct val="90000"/>
              </a:lnSpc>
              <a:spcBef>
                <a:spcPts val="400"/>
              </a:spcBef>
              <a:spcAft>
                <a:spcPts val="0"/>
              </a:spcAft>
              <a:buSzPts val="1400"/>
              <a:buChar char="•"/>
              <a:defRPr/>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35" name="Google Shape;1035;p158"/>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Title, Content, Chart">
  <p:cSld name="Title, Content, Chart">
    <p:bg>
      <p:bgPr>
        <a:solidFill>
          <a:schemeClr val="lt1"/>
        </a:solidFill>
      </p:bgPr>
    </p:bg>
    <p:spTree>
      <p:nvGrpSpPr>
        <p:cNvPr id="1036" name="Shape 1036"/>
        <p:cNvGrpSpPr/>
        <p:nvPr/>
      </p:nvGrpSpPr>
      <p:grpSpPr>
        <a:xfrm>
          <a:off x="0" y="0"/>
          <a:ext cx="0" cy="0"/>
          <a:chOff x="0" y="0"/>
          <a:chExt cx="0" cy="0"/>
        </a:xfrm>
      </p:grpSpPr>
      <p:sp>
        <p:nvSpPr>
          <p:cNvPr id="1037" name="Google Shape;1037;p159"/>
          <p:cNvSpPr txBox="1"/>
          <p:nvPr>
            <p:ph idx="1" type="body"/>
          </p:nvPr>
        </p:nvSpPr>
        <p:spPr>
          <a:xfrm>
            <a:off x="473869" y="4161138"/>
            <a:ext cx="2817000" cy="4227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600"/>
              <a:buNone/>
              <a:defRPr b="0" i="0" sz="600"/>
            </a:lvl1pPr>
            <a:lvl2pPr indent="-228600" lvl="1" marL="914400" algn="l">
              <a:lnSpc>
                <a:spcPct val="100000"/>
              </a:lnSpc>
              <a:spcBef>
                <a:spcPts val="400"/>
              </a:spcBef>
              <a:spcAft>
                <a:spcPts val="0"/>
              </a:spcAft>
              <a:buSzPts val="600"/>
              <a:buNone/>
              <a:defRPr sz="600"/>
            </a:lvl2pPr>
            <a:lvl3pPr indent="-228600" lvl="2" marL="1371600" algn="l">
              <a:lnSpc>
                <a:spcPct val="100000"/>
              </a:lnSpc>
              <a:spcBef>
                <a:spcPts val="400"/>
              </a:spcBef>
              <a:spcAft>
                <a:spcPts val="0"/>
              </a:spcAft>
              <a:buSzPts val="600"/>
              <a:buNone/>
              <a:defRPr sz="600"/>
            </a:lvl3pPr>
            <a:lvl4pPr indent="-228600" lvl="3" marL="1828800" algn="l">
              <a:lnSpc>
                <a:spcPct val="100000"/>
              </a:lnSpc>
              <a:spcBef>
                <a:spcPts val="400"/>
              </a:spcBef>
              <a:spcAft>
                <a:spcPts val="0"/>
              </a:spcAft>
              <a:buSzPts val="600"/>
              <a:buNone/>
              <a:defRPr sz="600"/>
            </a:lvl4pPr>
            <a:lvl5pPr indent="-228600" lvl="4" marL="2286000" algn="l">
              <a:lnSpc>
                <a:spcPct val="100000"/>
              </a:lnSpc>
              <a:spcBef>
                <a:spcPts val="400"/>
              </a:spcBef>
              <a:spcAft>
                <a:spcPts val="0"/>
              </a:spcAft>
              <a:buSzPts val="600"/>
              <a:buNone/>
              <a:defRPr sz="600"/>
            </a:lvl5pPr>
            <a:lvl6pPr indent="-266700" lvl="5" marL="2743200" algn="l">
              <a:lnSpc>
                <a:spcPct val="90000"/>
              </a:lnSpc>
              <a:spcBef>
                <a:spcPts val="400"/>
              </a:spcBef>
              <a:spcAft>
                <a:spcPts val="0"/>
              </a:spcAft>
              <a:buSzPts val="600"/>
              <a:buChar char="•"/>
              <a:defRPr sz="600"/>
            </a:lvl6pPr>
            <a:lvl7pPr indent="-266700" lvl="6" marL="3200400" algn="l">
              <a:lnSpc>
                <a:spcPct val="90000"/>
              </a:lnSpc>
              <a:spcBef>
                <a:spcPts val="400"/>
              </a:spcBef>
              <a:spcAft>
                <a:spcPts val="0"/>
              </a:spcAft>
              <a:buSzPts val="600"/>
              <a:buChar char="•"/>
              <a:defRPr sz="600"/>
            </a:lvl7pPr>
            <a:lvl8pPr indent="-266700" lvl="7" marL="3657600" algn="l">
              <a:lnSpc>
                <a:spcPct val="90000"/>
              </a:lnSpc>
              <a:spcBef>
                <a:spcPts val="400"/>
              </a:spcBef>
              <a:spcAft>
                <a:spcPts val="0"/>
              </a:spcAft>
              <a:buSzPts val="600"/>
              <a:buChar char="•"/>
              <a:defRPr sz="600"/>
            </a:lvl8pPr>
            <a:lvl9pPr indent="-266700" lvl="8" marL="4114800" algn="l">
              <a:lnSpc>
                <a:spcPct val="90000"/>
              </a:lnSpc>
              <a:spcBef>
                <a:spcPts val="400"/>
              </a:spcBef>
              <a:spcAft>
                <a:spcPts val="0"/>
              </a:spcAft>
              <a:buSzPts val="600"/>
              <a:buChar char="•"/>
              <a:defRPr sz="600"/>
            </a:lvl9pPr>
          </a:lstStyle>
          <a:p/>
        </p:txBody>
      </p:sp>
      <p:cxnSp>
        <p:nvCxnSpPr>
          <p:cNvPr id="1038" name="Google Shape;1038;p159"/>
          <p:cNvCxnSpPr/>
          <p:nvPr/>
        </p:nvCxnSpPr>
        <p:spPr>
          <a:xfrm>
            <a:off x="471488" y="4074512"/>
            <a:ext cx="1705200" cy="0"/>
          </a:xfrm>
          <a:prstGeom prst="straightConnector1">
            <a:avLst/>
          </a:prstGeom>
          <a:noFill/>
          <a:ln cap="flat" cmpd="sng" w="9525">
            <a:solidFill>
              <a:schemeClr val="dk1"/>
            </a:solidFill>
            <a:prstDash val="solid"/>
            <a:miter lim="800000"/>
            <a:headEnd len="sm" w="sm" type="none"/>
            <a:tailEnd len="sm" w="sm" type="none"/>
          </a:ln>
        </p:spPr>
      </p:cxnSp>
      <p:sp>
        <p:nvSpPr>
          <p:cNvPr id="1039" name="Google Shape;1039;p159"/>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0" name="Google Shape;1040;p159"/>
          <p:cNvSpPr txBox="1"/>
          <p:nvPr>
            <p:ph idx="2" type="body"/>
          </p:nvPr>
        </p:nvSpPr>
        <p:spPr>
          <a:xfrm>
            <a:off x="475488" y="1371600"/>
            <a:ext cx="2816400" cy="27552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1" name="Google Shape;1041;p159"/>
          <p:cNvSpPr txBox="1"/>
          <p:nvPr>
            <p:ph type="title"/>
          </p:nvPr>
        </p:nvSpPr>
        <p:spPr>
          <a:xfrm>
            <a:off x="473870" y="438912"/>
            <a:ext cx="40467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Numbers graphic slide">
  <p:cSld name="Numbers graphic slide">
    <p:spTree>
      <p:nvGrpSpPr>
        <p:cNvPr id="1042" name="Shape 1042"/>
        <p:cNvGrpSpPr/>
        <p:nvPr/>
      </p:nvGrpSpPr>
      <p:grpSpPr>
        <a:xfrm>
          <a:off x="0" y="0"/>
          <a:ext cx="0" cy="0"/>
          <a:chOff x="0" y="0"/>
          <a:chExt cx="0" cy="0"/>
        </a:xfrm>
      </p:grpSpPr>
      <p:sp>
        <p:nvSpPr>
          <p:cNvPr id="1043" name="Google Shape;1043;p160"/>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1044" name="Google Shape;1044;p160"/>
          <p:cNvSpPr txBox="1"/>
          <p:nvPr>
            <p:ph idx="1" type="body"/>
          </p:nvPr>
        </p:nvSpPr>
        <p:spPr>
          <a:xfrm>
            <a:off x="47387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5" name="Google Shape;1045;p160"/>
          <p:cNvSpPr txBox="1"/>
          <p:nvPr>
            <p:ph idx="2" type="body"/>
          </p:nvPr>
        </p:nvSpPr>
        <p:spPr>
          <a:xfrm>
            <a:off x="47386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6" name="Google Shape;1046;p160"/>
          <p:cNvSpPr txBox="1"/>
          <p:nvPr>
            <p:ph type="title"/>
          </p:nvPr>
        </p:nvSpPr>
        <p:spPr>
          <a:xfrm>
            <a:off x="473870" y="438912"/>
            <a:ext cx="7504500" cy="454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Arial"/>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7" name="Google Shape;1047;p160"/>
          <p:cNvSpPr txBox="1"/>
          <p:nvPr>
            <p:ph idx="3" type="body"/>
          </p:nvPr>
        </p:nvSpPr>
        <p:spPr>
          <a:xfrm>
            <a:off x="3257550"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48" name="Google Shape;1048;p160"/>
          <p:cNvSpPr txBox="1"/>
          <p:nvPr>
            <p:ph idx="4" type="body"/>
          </p:nvPr>
        </p:nvSpPr>
        <p:spPr>
          <a:xfrm>
            <a:off x="3257549"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49" name="Google Shape;1049;p160"/>
          <p:cNvSpPr txBox="1"/>
          <p:nvPr>
            <p:ph idx="5" type="body"/>
          </p:nvPr>
        </p:nvSpPr>
        <p:spPr>
          <a:xfrm>
            <a:off x="6013107" y="1112744"/>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0" name="Google Shape;1050;p160"/>
          <p:cNvSpPr txBox="1"/>
          <p:nvPr>
            <p:ph idx="6" type="body"/>
          </p:nvPr>
        </p:nvSpPr>
        <p:spPr>
          <a:xfrm>
            <a:off x="6013106" y="2213966"/>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1" name="Google Shape;1051;p160"/>
          <p:cNvSpPr txBox="1"/>
          <p:nvPr>
            <p:ph idx="7" type="body"/>
          </p:nvPr>
        </p:nvSpPr>
        <p:spPr>
          <a:xfrm>
            <a:off x="47387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2" name="Google Shape;1052;p160"/>
          <p:cNvSpPr txBox="1"/>
          <p:nvPr>
            <p:ph idx="8" type="body"/>
          </p:nvPr>
        </p:nvSpPr>
        <p:spPr>
          <a:xfrm>
            <a:off x="47386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3" name="Google Shape;1053;p160"/>
          <p:cNvSpPr txBox="1"/>
          <p:nvPr>
            <p:ph idx="9" type="body"/>
          </p:nvPr>
        </p:nvSpPr>
        <p:spPr>
          <a:xfrm>
            <a:off x="3257550"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4" name="Google Shape;1054;p160"/>
          <p:cNvSpPr txBox="1"/>
          <p:nvPr>
            <p:ph idx="13" type="body"/>
          </p:nvPr>
        </p:nvSpPr>
        <p:spPr>
          <a:xfrm>
            <a:off x="3257549"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
        <p:nvSpPr>
          <p:cNvPr id="1055" name="Google Shape;1055;p160"/>
          <p:cNvSpPr txBox="1"/>
          <p:nvPr>
            <p:ph idx="14" type="body"/>
          </p:nvPr>
        </p:nvSpPr>
        <p:spPr>
          <a:xfrm>
            <a:off x="6013107" y="2857500"/>
            <a:ext cx="2646600" cy="10227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Clr>
                <a:schemeClr val="dk2"/>
              </a:buClr>
              <a:buSzPts val="7500"/>
              <a:buFont typeface="Verizon NHG DS"/>
              <a:buNone/>
              <a:defRPr i="0" sz="7500">
                <a:solidFill>
                  <a:schemeClr val="dk2"/>
                </a:solidFill>
                <a:latin typeface="Verizon NHG DS"/>
                <a:ea typeface="Verizon NHG DS"/>
                <a:cs typeface="Verizon NHG DS"/>
                <a:sym typeface="Verizon NHG DS"/>
              </a:defRPr>
            </a:lvl1pPr>
            <a:lvl2pPr indent="-228600" lvl="1" marL="9144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2pPr>
            <a:lvl3pPr indent="-228600" lvl="2" marL="13716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3pPr>
            <a:lvl4pPr indent="-228600" lvl="3" marL="18288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4pPr>
            <a:lvl5pPr indent="-228600" lvl="4" marL="2286000" algn="l">
              <a:lnSpc>
                <a:spcPct val="90000"/>
              </a:lnSpc>
              <a:spcBef>
                <a:spcPts val="0"/>
              </a:spcBef>
              <a:spcAft>
                <a:spcPts val="0"/>
              </a:spcAft>
              <a:buClr>
                <a:schemeClr val="lt1"/>
              </a:buClr>
              <a:buSzPts val="900"/>
              <a:buFont typeface="Verizon NHG DS"/>
              <a:buNone/>
              <a:defRPr>
                <a:solidFill>
                  <a:schemeClr val="lt1"/>
                </a:solidFill>
                <a:latin typeface="Verizon NHG DS"/>
                <a:ea typeface="Verizon NHG DS"/>
                <a:cs typeface="Verizon NHG DS"/>
                <a:sym typeface="Verizon NHG DS"/>
              </a:defRPr>
            </a:lvl5pPr>
            <a:lvl6pPr indent="-317500" lvl="5" marL="27432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6pPr>
            <a:lvl7pPr indent="-317500" lvl="6" marL="32004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7pPr>
            <a:lvl8pPr indent="-317500" lvl="7" marL="36576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8pPr>
            <a:lvl9pPr indent="-317500" lvl="8" marL="4114800" algn="l">
              <a:lnSpc>
                <a:spcPct val="90000"/>
              </a:lnSpc>
              <a:spcBef>
                <a:spcPts val="0"/>
              </a:spcBef>
              <a:spcAft>
                <a:spcPts val="0"/>
              </a:spcAft>
              <a:buClr>
                <a:schemeClr val="dk1"/>
              </a:buClr>
              <a:buSzPts val="1400"/>
              <a:buFont typeface="Verizon NHG DS"/>
              <a:buChar char="•"/>
              <a:defRPr>
                <a:latin typeface="Verizon NHG DS"/>
                <a:ea typeface="Verizon NHG DS"/>
                <a:cs typeface="Verizon NHG DS"/>
                <a:sym typeface="Verizon NHG DS"/>
              </a:defRPr>
            </a:lvl9pPr>
          </a:lstStyle>
          <a:p/>
        </p:txBody>
      </p:sp>
      <p:sp>
        <p:nvSpPr>
          <p:cNvPr id="1056" name="Google Shape;1056;p160"/>
          <p:cNvSpPr txBox="1"/>
          <p:nvPr>
            <p:ph idx="15" type="body"/>
          </p:nvPr>
        </p:nvSpPr>
        <p:spPr>
          <a:xfrm>
            <a:off x="6013106" y="3958722"/>
            <a:ext cx="2448600" cy="384900"/>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900"/>
              <a:buNone/>
              <a:defRPr b="0" sz="900"/>
            </a:lvl1pPr>
            <a:lvl2pPr indent="-228600" lvl="1" marL="914400" algn="l">
              <a:lnSpc>
                <a:spcPct val="100000"/>
              </a:lnSpc>
              <a:spcBef>
                <a:spcPts val="900"/>
              </a:spcBef>
              <a:spcAft>
                <a:spcPts val="0"/>
              </a:spcAft>
              <a:buSzPts val="900"/>
              <a:buNone/>
              <a:defRPr sz="900"/>
            </a:lvl2pPr>
            <a:lvl3pPr indent="-285750" lvl="2" marL="1371600" algn="l">
              <a:lnSpc>
                <a:spcPct val="100000"/>
              </a:lnSpc>
              <a:spcBef>
                <a:spcPts val="400"/>
              </a:spcBef>
              <a:spcAft>
                <a:spcPts val="0"/>
              </a:spcAft>
              <a:buSzPts val="900"/>
              <a:buChar char="•"/>
              <a:defRPr sz="900"/>
            </a:lvl3pPr>
            <a:lvl4pPr indent="-285750" lvl="3" marL="1828800" algn="l">
              <a:lnSpc>
                <a:spcPct val="100000"/>
              </a:lnSpc>
              <a:spcBef>
                <a:spcPts val="200"/>
              </a:spcBef>
              <a:spcAft>
                <a:spcPts val="0"/>
              </a:spcAft>
              <a:buSzPts val="900"/>
              <a:buChar char="⁃"/>
              <a:defRPr sz="900"/>
            </a:lvl4pPr>
            <a:lvl5pPr indent="-285750" lvl="4" marL="2286000" algn="l">
              <a:lnSpc>
                <a:spcPct val="100000"/>
              </a:lnSpc>
              <a:spcBef>
                <a:spcPts val="100"/>
              </a:spcBef>
              <a:spcAft>
                <a:spcPts val="0"/>
              </a:spcAft>
              <a:buSzPts val="900"/>
              <a:buChar char="⁃"/>
              <a:defRPr sz="900"/>
            </a:lvl5pPr>
            <a:lvl6pPr indent="-285750" lvl="5" marL="2743200" algn="l">
              <a:lnSpc>
                <a:spcPct val="100000"/>
              </a:lnSpc>
              <a:spcBef>
                <a:spcPts val="100"/>
              </a:spcBef>
              <a:spcAft>
                <a:spcPts val="0"/>
              </a:spcAft>
              <a:buSzPts val="900"/>
              <a:buChar char="⁃"/>
              <a:defRPr sz="900"/>
            </a:lvl6pPr>
            <a:lvl7pPr indent="-279400" lvl="6" marL="3200400" algn="l">
              <a:lnSpc>
                <a:spcPct val="100000"/>
              </a:lnSpc>
              <a:spcBef>
                <a:spcPts val="0"/>
              </a:spcBef>
              <a:spcAft>
                <a:spcPts val="0"/>
              </a:spcAft>
              <a:buSzPts val="800"/>
              <a:buChar char="•"/>
              <a:defRPr sz="800"/>
            </a:lvl7pPr>
            <a:lvl8pPr indent="-317500" lvl="7" marL="3657600" algn="l">
              <a:lnSpc>
                <a:spcPct val="90000"/>
              </a:lnSpc>
              <a:spcBef>
                <a:spcPts val="400"/>
              </a:spcBef>
              <a:spcAft>
                <a:spcPts val="0"/>
              </a:spcAft>
              <a:buSzPts val="1400"/>
              <a:buChar char="•"/>
              <a:defRPr/>
            </a:lvl8pPr>
            <a:lvl9pPr indent="-317500" lvl="8" marL="4114800" algn="l">
              <a:lnSpc>
                <a:spcPct val="90000"/>
              </a:lnSpc>
              <a:spcBef>
                <a:spcPts val="400"/>
              </a:spcBef>
              <a:spcAft>
                <a:spcPts val="0"/>
              </a:spcAft>
              <a:buSzPts val="14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Ender 1 - Stone">
  <p:cSld name="Ender 1 - White">
    <p:bg>
      <p:bgPr>
        <a:solidFill>
          <a:schemeClr val="lt1"/>
        </a:solidFill>
      </p:bgPr>
    </p:bg>
    <p:spTree>
      <p:nvGrpSpPr>
        <p:cNvPr id="1057" name="Shape 1057"/>
        <p:cNvGrpSpPr/>
        <p:nvPr/>
      </p:nvGrpSpPr>
      <p:grpSpPr>
        <a:xfrm>
          <a:off x="0" y="0"/>
          <a:ext cx="0" cy="0"/>
          <a:chOff x="0" y="0"/>
          <a:chExt cx="0" cy="0"/>
        </a:xfrm>
      </p:grpSpPr>
      <p:sp>
        <p:nvSpPr>
          <p:cNvPr id="1058" name="Google Shape;1058;p161"/>
          <p:cNvSpPr/>
          <p:nvPr/>
        </p:nvSpPr>
        <p:spPr>
          <a:xfrm>
            <a:off x="217609" y="4711944"/>
            <a:ext cx="6185400" cy="22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59" name="Google Shape;1059;p161"/>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Ender 1 - Black">
  <p:cSld name="Ender 1 - Black">
    <p:bg>
      <p:bgPr>
        <a:solidFill>
          <a:srgbClr val="000000"/>
        </a:solidFill>
      </p:bgPr>
    </p:bg>
    <p:spTree>
      <p:nvGrpSpPr>
        <p:cNvPr id="1060" name="Shape 1060"/>
        <p:cNvGrpSpPr/>
        <p:nvPr/>
      </p:nvGrpSpPr>
      <p:grpSpPr>
        <a:xfrm>
          <a:off x="0" y="0"/>
          <a:ext cx="0" cy="0"/>
          <a:chOff x="0" y="0"/>
          <a:chExt cx="0" cy="0"/>
        </a:xfrm>
      </p:grpSpPr>
      <p:sp>
        <p:nvSpPr>
          <p:cNvPr id="1061" name="Google Shape;1061;p162"/>
          <p:cNvSpPr/>
          <p:nvPr/>
        </p:nvSpPr>
        <p:spPr>
          <a:xfrm>
            <a:off x="217609" y="4741252"/>
            <a:ext cx="6185400" cy="224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2" name="Google Shape;1062;p162"/>
          <p:cNvSpPr/>
          <p:nvPr/>
        </p:nvSpPr>
        <p:spPr>
          <a:xfrm>
            <a:off x="178044" y="4668716"/>
            <a:ext cx="8241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and black logo&#10;&#10;Description automatically generated" id="1063" name="Google Shape;1063;p162"/>
          <p:cNvPicPr preferRelativeResize="0"/>
          <p:nvPr/>
        </p:nvPicPr>
        <p:blipFill rotWithShape="1">
          <a:blip r:embed="rId2">
            <a:alphaModFix/>
          </a:blip>
          <a:srcRect b="0" l="0" r="0" t="0"/>
          <a:stretch/>
        </p:blipFill>
        <p:spPr>
          <a:xfrm>
            <a:off x="475488" y="2852928"/>
            <a:ext cx="8193023" cy="1837306"/>
          </a:xfrm>
          <a:prstGeom prst="rect">
            <a:avLst/>
          </a:prstGeom>
          <a:noFill/>
          <a:ln>
            <a:noFill/>
          </a:ln>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Ender 2 - Stone">
  <p:cSld name="Ender 2 - White">
    <p:bg>
      <p:bgPr>
        <a:solidFill>
          <a:schemeClr val="lt1"/>
        </a:solidFill>
      </p:bgPr>
    </p:bg>
    <p:spTree>
      <p:nvGrpSpPr>
        <p:cNvPr id="1064" name="Shape 1064"/>
        <p:cNvGrpSpPr/>
        <p:nvPr/>
      </p:nvGrpSpPr>
      <p:grpSpPr>
        <a:xfrm>
          <a:off x="0" y="0"/>
          <a:ext cx="0" cy="0"/>
          <a:chOff x="0" y="0"/>
          <a:chExt cx="0" cy="0"/>
        </a:xfrm>
      </p:grpSpPr>
      <p:sp>
        <p:nvSpPr>
          <p:cNvPr id="1065" name="Google Shape;1065;p163"/>
          <p:cNvSpPr/>
          <p:nvPr/>
        </p:nvSpPr>
        <p:spPr>
          <a:xfrm>
            <a:off x="217600" y="4591324"/>
            <a:ext cx="6185400" cy="3741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6" name="Google Shape;1066;p163"/>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Ender 2 - Black">
  <p:cSld name="Ender 2 - Black">
    <p:bg>
      <p:bgPr>
        <a:solidFill>
          <a:srgbClr val="000000"/>
        </a:solidFill>
      </p:bgPr>
    </p:bg>
    <p:spTree>
      <p:nvGrpSpPr>
        <p:cNvPr id="1067" name="Shape 1067"/>
        <p:cNvGrpSpPr/>
        <p:nvPr/>
      </p:nvGrpSpPr>
      <p:grpSpPr>
        <a:xfrm>
          <a:off x="0" y="0"/>
          <a:ext cx="0" cy="0"/>
          <a:chOff x="0" y="0"/>
          <a:chExt cx="0" cy="0"/>
        </a:xfrm>
      </p:grpSpPr>
      <p:sp>
        <p:nvSpPr>
          <p:cNvPr id="1068" name="Google Shape;1068;p164"/>
          <p:cNvSpPr/>
          <p:nvPr/>
        </p:nvSpPr>
        <p:spPr>
          <a:xfrm>
            <a:off x="178044" y="4668716"/>
            <a:ext cx="987600" cy="3099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red letter v with a yellow light&#10;&#10;Description automatically generated" id="1069" name="Google Shape;1069;p164"/>
          <p:cNvPicPr preferRelativeResize="0"/>
          <p:nvPr/>
        </p:nvPicPr>
        <p:blipFill rotWithShape="1">
          <a:blip r:embed="rId2">
            <a:alphaModFix/>
          </a:blip>
          <a:srcRect b="0" l="0" r="0" t="0"/>
          <a:stretch/>
        </p:blipFill>
        <p:spPr>
          <a:xfrm>
            <a:off x="3044952" y="1143000"/>
            <a:ext cx="3059982" cy="2862072"/>
          </a:xfrm>
          <a:prstGeom prst="rect">
            <a:avLst/>
          </a:prstGeom>
          <a:noFill/>
          <a:ln>
            <a:noFill/>
          </a:ln>
        </p:spPr>
      </p:pic>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70" name="Shape 1070"/>
        <p:cNvGrpSpPr/>
        <p:nvPr/>
      </p:nvGrpSpPr>
      <p:grpSpPr>
        <a:xfrm>
          <a:off x="0" y="0"/>
          <a:ext cx="0" cy="0"/>
          <a:chOff x="0" y="0"/>
          <a:chExt cx="0" cy="0"/>
        </a:xfrm>
      </p:grpSpPr>
      <p:sp>
        <p:nvSpPr>
          <p:cNvPr id="1071" name="Google Shape;1071;p165"/>
          <p:cNvSpPr txBox="1"/>
          <p:nvPr>
            <p:ph type="title"/>
          </p:nvPr>
        </p:nvSpPr>
        <p:spPr>
          <a:xfrm>
            <a:off x="457200" y="205979"/>
            <a:ext cx="8229600" cy="5334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Clr>
                <a:schemeClr val="dk1"/>
              </a:buClr>
              <a:buSzPts val="2700"/>
              <a:buFont typeface="Calibri"/>
              <a:buNone/>
              <a:defRPr sz="27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2" name="Google Shape;1072;p165"/>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3" name="Google Shape;1073;p165"/>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4" name="Shape 1074"/>
        <p:cNvGrpSpPr/>
        <p:nvPr/>
      </p:nvGrpSpPr>
      <p:grpSpPr>
        <a:xfrm>
          <a:off x="0" y="0"/>
          <a:ext cx="0" cy="0"/>
          <a:chOff x="0" y="0"/>
          <a:chExt cx="0" cy="0"/>
        </a:xfrm>
      </p:grpSpPr>
      <p:sp>
        <p:nvSpPr>
          <p:cNvPr id="1075" name="Google Shape;1075;p166"/>
          <p:cNvSpPr txBox="1"/>
          <p:nvPr>
            <p:ph idx="10" type="dt"/>
          </p:nvPr>
        </p:nvSpPr>
        <p:spPr>
          <a:xfrm>
            <a:off x="457200" y="4767263"/>
            <a:ext cx="2133600" cy="273900"/>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6" name="Google Shape;1076;p166"/>
          <p:cNvSpPr txBox="1"/>
          <p:nvPr>
            <p:ph idx="11" type="ftr"/>
          </p:nvPr>
        </p:nvSpPr>
        <p:spPr>
          <a:xfrm>
            <a:off x="3124200" y="4767263"/>
            <a:ext cx="2895600" cy="273900"/>
          </a:xfrm>
          <a:prstGeom prst="rect">
            <a:avLst/>
          </a:prstGeom>
          <a:noFill/>
          <a:ln>
            <a:noFill/>
          </a:ln>
        </p:spPr>
        <p:txBody>
          <a:bodyPr anchorCtr="0" anchor="ctr" bIns="45700" lIns="0" spcFirstLastPara="1" rIns="0" wrap="square" tIns="4570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1077" name="Google Shape;1077;p166"/>
          <p:cNvSpPr txBox="1"/>
          <p:nvPr>
            <p:ph idx="12" type="sldNum"/>
          </p:nvPr>
        </p:nvSpPr>
        <p:spPr>
          <a:xfrm>
            <a:off x="6553200" y="4767263"/>
            <a:ext cx="2133600" cy="273900"/>
          </a:xfrm>
          <a:prstGeom prst="rect">
            <a:avLst/>
          </a:prstGeom>
          <a:noFill/>
          <a:ln>
            <a:noFill/>
          </a:ln>
        </p:spPr>
        <p:txBody>
          <a:bodyPr anchorCtr="0" anchor="ctr" bIns="45700" lIns="0" spcFirstLastPara="1" rIns="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78" name="Shape 1078"/>
        <p:cNvGrpSpPr/>
        <p:nvPr/>
      </p:nvGrpSpPr>
      <p:grpSpPr>
        <a:xfrm>
          <a:off x="0" y="0"/>
          <a:ext cx="0" cy="0"/>
          <a:chOff x="0" y="0"/>
          <a:chExt cx="0" cy="0"/>
        </a:xfrm>
      </p:grpSpPr>
      <p:sp>
        <p:nvSpPr>
          <p:cNvPr id="1079" name="Google Shape;1079;p167"/>
          <p:cNvSpPr txBox="1"/>
          <p:nvPr>
            <p:ph type="title"/>
          </p:nvPr>
        </p:nvSpPr>
        <p:spPr>
          <a:xfrm>
            <a:off x="457200" y="247650"/>
            <a:ext cx="7086600" cy="685800"/>
          </a:xfrm>
          <a:prstGeom prst="rect">
            <a:avLst/>
          </a:prstGeom>
          <a:noFill/>
          <a:ln>
            <a:noFill/>
          </a:ln>
        </p:spPr>
        <p:txBody>
          <a:bodyPr anchorCtr="0" anchor="t"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0" name="Google Shape;1080;p167"/>
          <p:cNvSpPr txBox="1"/>
          <p:nvPr>
            <p:ph idx="1" type="body"/>
          </p:nvPr>
        </p:nvSpPr>
        <p:spPr>
          <a:xfrm>
            <a:off x="457200" y="590550"/>
            <a:ext cx="8229600" cy="38481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900"/>
              </a:spcBef>
              <a:spcAft>
                <a:spcPts val="0"/>
              </a:spcAft>
              <a:buClr>
                <a:schemeClr val="dk1"/>
              </a:buClr>
              <a:buSzPts val="1800"/>
              <a:buNone/>
              <a:defRPr/>
            </a:lvl1pPr>
            <a:lvl2pPr indent="-228600" lvl="1" marL="914400" algn="l">
              <a:lnSpc>
                <a:spcPct val="100000"/>
              </a:lnSpc>
              <a:spcBef>
                <a:spcPts val="900"/>
              </a:spcBef>
              <a:spcAft>
                <a:spcPts val="0"/>
              </a:spcAft>
              <a:buClr>
                <a:schemeClr val="dk1"/>
              </a:buClr>
              <a:buSzPts val="1800"/>
              <a:buNone/>
              <a:defRPr/>
            </a:lvl2pPr>
            <a:lvl3pPr indent="-342900" lvl="2" marL="1371600" algn="l">
              <a:lnSpc>
                <a:spcPct val="100000"/>
              </a:lnSpc>
              <a:spcBef>
                <a:spcPts val="600"/>
              </a:spcBef>
              <a:spcAft>
                <a:spcPts val="0"/>
              </a:spcAft>
              <a:buClr>
                <a:schemeClr val="dk1"/>
              </a:buClr>
              <a:buSzPts val="1800"/>
              <a:buChar char="•"/>
              <a:defRPr/>
            </a:lvl3pPr>
            <a:lvl4pPr indent="-342900" lvl="3" marL="1828800" algn="l">
              <a:lnSpc>
                <a:spcPct val="100000"/>
              </a:lnSpc>
              <a:spcBef>
                <a:spcPts val="600"/>
              </a:spcBef>
              <a:spcAft>
                <a:spcPts val="0"/>
              </a:spcAft>
              <a:buClr>
                <a:schemeClr val="dk1"/>
              </a:buClr>
              <a:buSzPts val="1800"/>
              <a:buChar char="-"/>
              <a:defRPr/>
            </a:lvl4pPr>
            <a:lvl5pPr indent="-342900" lvl="4" marL="2286000" algn="l">
              <a:lnSpc>
                <a:spcPct val="100000"/>
              </a:lnSpc>
              <a:spcBef>
                <a:spcPts val="600"/>
              </a:spcBef>
              <a:spcAft>
                <a:spcPts val="0"/>
              </a:spcAft>
              <a:buClr>
                <a:schemeClr val="dk1"/>
              </a:buClr>
              <a:buSzPts val="1800"/>
              <a:buChar char="-"/>
              <a:defRPr/>
            </a:lvl5pPr>
            <a:lvl6pPr indent="-342900" lvl="5" marL="2743200" algn="l">
              <a:lnSpc>
                <a:spcPct val="100000"/>
              </a:lnSpc>
              <a:spcBef>
                <a:spcPts val="600"/>
              </a:spcBef>
              <a:spcAft>
                <a:spcPts val="0"/>
              </a:spcAft>
              <a:buClr>
                <a:schemeClr val="dk1"/>
              </a:buClr>
              <a:buSzPts val="1800"/>
              <a:buChar char="•"/>
              <a:defRPr/>
            </a:lvl6pPr>
            <a:lvl7pPr indent="-342900" lvl="6" marL="3200400" algn="l">
              <a:lnSpc>
                <a:spcPct val="100000"/>
              </a:lnSpc>
              <a:spcBef>
                <a:spcPts val="600"/>
              </a:spcBef>
              <a:spcAft>
                <a:spcPts val="0"/>
              </a:spcAft>
              <a:buClr>
                <a:schemeClr val="dk1"/>
              </a:buClr>
              <a:buSzPts val="1800"/>
              <a:buChar char="•"/>
              <a:defRPr/>
            </a:lvl7pPr>
            <a:lvl8pPr indent="-342900" lvl="7" marL="3657600" algn="l">
              <a:lnSpc>
                <a:spcPct val="100000"/>
              </a:lnSpc>
              <a:spcBef>
                <a:spcPts val="600"/>
              </a:spcBef>
              <a:spcAft>
                <a:spcPts val="0"/>
              </a:spcAft>
              <a:buClr>
                <a:schemeClr val="dk1"/>
              </a:buClr>
              <a:buSzPts val="1800"/>
              <a:buChar char="•"/>
              <a:defRPr/>
            </a:lvl8pPr>
            <a:lvl9pPr indent="-342900" lvl="8" marL="4114800" algn="l">
              <a:lnSpc>
                <a:spcPct val="100000"/>
              </a:lnSpc>
              <a:spcBef>
                <a:spcPts val="600"/>
              </a:spcBef>
              <a:spcAft>
                <a:spcPts val="0"/>
              </a:spcAft>
              <a:buClr>
                <a:schemeClr val="dk1"/>
              </a:buClr>
              <a:buSzPts val="1800"/>
              <a:buChar char="•"/>
              <a:defRPr/>
            </a:lvl9pPr>
          </a:lstStyle>
          <a:p/>
        </p:txBody>
      </p:sp>
      <p:sp>
        <p:nvSpPr>
          <p:cNvPr id="1081" name="Google Shape;1081;p167"/>
          <p:cNvSpPr txBox="1"/>
          <p:nvPr>
            <p:ph idx="12" type="sldNum"/>
          </p:nvPr>
        </p:nvSpPr>
        <p:spPr>
          <a:xfrm>
            <a:off x="8458200" y="4700016"/>
            <a:ext cx="228600" cy="107700"/>
          </a:xfrm>
          <a:prstGeom prst="rect">
            <a:avLst/>
          </a:prstGeom>
          <a:noFill/>
          <a:ln>
            <a:noFill/>
          </a:ln>
        </p:spPr>
        <p:txBody>
          <a:bodyPr anchorCtr="0" anchor="b" bIns="0" lIns="0" spcFirstLastPara="1" rIns="0" wrap="square" tIns="0">
            <a:noAutofit/>
          </a:bodyPr>
          <a:lstStyle>
            <a:lvl1pPr indent="0" lvl="0" marL="0" algn="r">
              <a:spcBef>
                <a:spcPts val="0"/>
              </a:spcBef>
              <a:buNone/>
              <a:defRPr b="1" sz="700">
                <a:solidFill>
                  <a:schemeClr val="dk1"/>
                </a:solidFill>
                <a:latin typeface="Verizon NHG DS"/>
                <a:ea typeface="Verizon NHG DS"/>
                <a:cs typeface="Verizon NHG DS"/>
                <a:sym typeface="Verizon NHG DS"/>
              </a:defRPr>
            </a:lvl1pPr>
            <a:lvl2pPr indent="0" lvl="1" marL="0" algn="r">
              <a:spcBef>
                <a:spcPts val="0"/>
              </a:spcBef>
              <a:buNone/>
              <a:defRPr b="1" sz="700">
                <a:solidFill>
                  <a:schemeClr val="dk1"/>
                </a:solidFill>
                <a:latin typeface="Verizon NHG DS"/>
                <a:ea typeface="Verizon NHG DS"/>
                <a:cs typeface="Verizon NHG DS"/>
                <a:sym typeface="Verizon NHG DS"/>
              </a:defRPr>
            </a:lvl2pPr>
            <a:lvl3pPr indent="0" lvl="2" marL="0" algn="r">
              <a:spcBef>
                <a:spcPts val="0"/>
              </a:spcBef>
              <a:buNone/>
              <a:defRPr b="1" sz="700">
                <a:solidFill>
                  <a:schemeClr val="dk1"/>
                </a:solidFill>
                <a:latin typeface="Verizon NHG DS"/>
                <a:ea typeface="Verizon NHG DS"/>
                <a:cs typeface="Verizon NHG DS"/>
                <a:sym typeface="Verizon NHG DS"/>
              </a:defRPr>
            </a:lvl3pPr>
            <a:lvl4pPr indent="0" lvl="3" marL="0" algn="r">
              <a:spcBef>
                <a:spcPts val="0"/>
              </a:spcBef>
              <a:buNone/>
              <a:defRPr b="1" sz="700">
                <a:solidFill>
                  <a:schemeClr val="dk1"/>
                </a:solidFill>
                <a:latin typeface="Verizon NHG DS"/>
                <a:ea typeface="Verizon NHG DS"/>
                <a:cs typeface="Verizon NHG DS"/>
                <a:sym typeface="Verizon NHG DS"/>
              </a:defRPr>
            </a:lvl4pPr>
            <a:lvl5pPr indent="0" lvl="4" marL="0" algn="r">
              <a:spcBef>
                <a:spcPts val="0"/>
              </a:spcBef>
              <a:buNone/>
              <a:defRPr b="1" sz="700">
                <a:solidFill>
                  <a:schemeClr val="dk1"/>
                </a:solidFill>
                <a:latin typeface="Verizon NHG DS"/>
                <a:ea typeface="Verizon NHG DS"/>
                <a:cs typeface="Verizon NHG DS"/>
                <a:sym typeface="Verizon NHG DS"/>
              </a:defRPr>
            </a:lvl5pPr>
            <a:lvl6pPr indent="0" lvl="5" marL="0" algn="r">
              <a:spcBef>
                <a:spcPts val="0"/>
              </a:spcBef>
              <a:buNone/>
              <a:defRPr b="1" sz="700">
                <a:solidFill>
                  <a:schemeClr val="dk1"/>
                </a:solidFill>
                <a:latin typeface="Verizon NHG DS"/>
                <a:ea typeface="Verizon NHG DS"/>
                <a:cs typeface="Verizon NHG DS"/>
                <a:sym typeface="Verizon NHG DS"/>
              </a:defRPr>
            </a:lvl6pPr>
            <a:lvl7pPr indent="0" lvl="6" marL="0" algn="r">
              <a:spcBef>
                <a:spcPts val="0"/>
              </a:spcBef>
              <a:buNone/>
              <a:defRPr b="1" sz="700">
                <a:solidFill>
                  <a:schemeClr val="dk1"/>
                </a:solidFill>
                <a:latin typeface="Verizon NHG DS"/>
                <a:ea typeface="Verizon NHG DS"/>
                <a:cs typeface="Verizon NHG DS"/>
                <a:sym typeface="Verizon NHG DS"/>
              </a:defRPr>
            </a:lvl7pPr>
            <a:lvl8pPr indent="0" lvl="7" marL="0" algn="r">
              <a:spcBef>
                <a:spcPts val="0"/>
              </a:spcBef>
              <a:buNone/>
              <a:defRPr b="1" sz="700">
                <a:solidFill>
                  <a:schemeClr val="dk1"/>
                </a:solidFill>
                <a:latin typeface="Verizon NHG DS"/>
                <a:ea typeface="Verizon NHG DS"/>
                <a:cs typeface="Verizon NHG DS"/>
                <a:sym typeface="Verizon NHG DS"/>
              </a:defRPr>
            </a:lvl8pPr>
            <a:lvl9pPr indent="0" lvl="8" mar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0.xml"/><Relationship Id="rId42" Type="http://schemas.openxmlformats.org/officeDocument/2006/relationships/slideLayout" Target="../slideLayouts/slideLayout52.xml"/><Relationship Id="rId41" Type="http://schemas.openxmlformats.org/officeDocument/2006/relationships/slideLayout" Target="../slideLayouts/slideLayout51.xml"/><Relationship Id="rId44" Type="http://schemas.openxmlformats.org/officeDocument/2006/relationships/slideLayout" Target="../slideLayouts/slideLayout54.xml"/><Relationship Id="rId43" Type="http://schemas.openxmlformats.org/officeDocument/2006/relationships/slideLayout" Target="../slideLayouts/slideLayout53.xml"/><Relationship Id="rId46" Type="http://schemas.openxmlformats.org/officeDocument/2006/relationships/slideLayout" Target="../slideLayouts/slideLayout56.xml"/><Relationship Id="rId45" Type="http://schemas.openxmlformats.org/officeDocument/2006/relationships/slideLayout" Target="../slideLayouts/slideLayout55.xml"/><Relationship Id="rId1" Type="http://schemas.openxmlformats.org/officeDocument/2006/relationships/image" Target="../media/image44.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48" Type="http://schemas.openxmlformats.org/officeDocument/2006/relationships/slideLayout" Target="../slideLayouts/slideLayout58.xml"/><Relationship Id="rId47" Type="http://schemas.openxmlformats.org/officeDocument/2006/relationships/slideLayout" Target="../slideLayouts/slideLayout57.xml"/><Relationship Id="rId49" Type="http://schemas.openxmlformats.org/officeDocument/2006/relationships/slideLayout" Target="../slideLayouts/slideLayout5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1" Type="http://schemas.openxmlformats.org/officeDocument/2006/relationships/slideLayout" Target="../slideLayouts/slideLayout41.xml"/><Relationship Id="rId30" Type="http://schemas.openxmlformats.org/officeDocument/2006/relationships/slideLayout" Target="../slideLayouts/slideLayout40.xml"/><Relationship Id="rId33" Type="http://schemas.openxmlformats.org/officeDocument/2006/relationships/slideLayout" Target="../slideLayouts/slideLayout43.xml"/><Relationship Id="rId32" Type="http://schemas.openxmlformats.org/officeDocument/2006/relationships/slideLayout" Target="../slideLayouts/slideLayout42.xml"/><Relationship Id="rId35" Type="http://schemas.openxmlformats.org/officeDocument/2006/relationships/slideLayout" Target="../slideLayouts/slideLayout45.xml"/><Relationship Id="rId34" Type="http://schemas.openxmlformats.org/officeDocument/2006/relationships/slideLayout" Target="../slideLayouts/slideLayout44.xml"/><Relationship Id="rId37" Type="http://schemas.openxmlformats.org/officeDocument/2006/relationships/slideLayout" Target="../slideLayouts/slideLayout47.xml"/><Relationship Id="rId36" Type="http://schemas.openxmlformats.org/officeDocument/2006/relationships/slideLayout" Target="../slideLayouts/slideLayout46.xml"/><Relationship Id="rId39" Type="http://schemas.openxmlformats.org/officeDocument/2006/relationships/slideLayout" Target="../slideLayouts/slideLayout49.xml"/><Relationship Id="rId38" Type="http://schemas.openxmlformats.org/officeDocument/2006/relationships/slideLayout" Target="../slideLayouts/slideLayout48.xml"/><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29" Type="http://schemas.openxmlformats.org/officeDocument/2006/relationships/slideLayout" Target="../slideLayouts/slideLayout39.xml"/><Relationship Id="rId51" Type="http://schemas.openxmlformats.org/officeDocument/2006/relationships/slideLayout" Target="../slideLayouts/slideLayout61.xml"/><Relationship Id="rId50" Type="http://schemas.openxmlformats.org/officeDocument/2006/relationships/slideLayout" Target="../slideLayouts/slideLayout60.xml"/><Relationship Id="rId53" Type="http://schemas.openxmlformats.org/officeDocument/2006/relationships/theme" Target="../theme/theme2.xml"/><Relationship Id="rId52" Type="http://schemas.openxmlformats.org/officeDocument/2006/relationships/slideLayout" Target="../slideLayouts/slideLayout6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02.xml"/><Relationship Id="rId42" Type="http://schemas.openxmlformats.org/officeDocument/2006/relationships/slideLayout" Target="../slideLayouts/slideLayout104.xml"/><Relationship Id="rId41" Type="http://schemas.openxmlformats.org/officeDocument/2006/relationships/slideLayout" Target="../slideLayouts/slideLayout103.xml"/><Relationship Id="rId44" Type="http://schemas.openxmlformats.org/officeDocument/2006/relationships/slideLayout" Target="../slideLayouts/slideLayout106.xml"/><Relationship Id="rId43" Type="http://schemas.openxmlformats.org/officeDocument/2006/relationships/slideLayout" Target="../slideLayouts/slideLayout105.xml"/><Relationship Id="rId46" Type="http://schemas.openxmlformats.org/officeDocument/2006/relationships/slideLayout" Target="../slideLayouts/slideLayout108.xml"/><Relationship Id="rId45" Type="http://schemas.openxmlformats.org/officeDocument/2006/relationships/slideLayout" Target="../slideLayouts/slideLayout107.xml"/><Relationship Id="rId1" Type="http://schemas.openxmlformats.org/officeDocument/2006/relationships/slideLayout" Target="../slideLayouts/slideLayout63.xml"/><Relationship Id="rId2" Type="http://schemas.openxmlformats.org/officeDocument/2006/relationships/slideLayout" Target="../slideLayouts/slideLayout64.xml"/><Relationship Id="rId3" Type="http://schemas.openxmlformats.org/officeDocument/2006/relationships/slideLayout" Target="../slideLayouts/slideLayout65.xml"/><Relationship Id="rId4" Type="http://schemas.openxmlformats.org/officeDocument/2006/relationships/slideLayout" Target="../slideLayouts/slideLayout66.xml"/><Relationship Id="rId9" Type="http://schemas.openxmlformats.org/officeDocument/2006/relationships/slideLayout" Target="../slideLayouts/slideLayout71.xml"/><Relationship Id="rId48" Type="http://schemas.openxmlformats.org/officeDocument/2006/relationships/slideLayout" Target="../slideLayouts/slideLayout110.xml"/><Relationship Id="rId47" Type="http://schemas.openxmlformats.org/officeDocument/2006/relationships/slideLayout" Target="../slideLayouts/slideLayout109.xml"/><Relationship Id="rId49" Type="http://schemas.openxmlformats.org/officeDocument/2006/relationships/slideLayout" Target="../slideLayouts/slideLayout111.xml"/><Relationship Id="rId5" Type="http://schemas.openxmlformats.org/officeDocument/2006/relationships/slideLayout" Target="../slideLayouts/slideLayout67.xml"/><Relationship Id="rId6" Type="http://schemas.openxmlformats.org/officeDocument/2006/relationships/slideLayout" Target="../slideLayouts/slideLayout68.xml"/><Relationship Id="rId7" Type="http://schemas.openxmlformats.org/officeDocument/2006/relationships/slideLayout" Target="../slideLayouts/slideLayout69.xml"/><Relationship Id="rId8" Type="http://schemas.openxmlformats.org/officeDocument/2006/relationships/slideLayout" Target="../slideLayouts/slideLayout70.xml"/><Relationship Id="rId31" Type="http://schemas.openxmlformats.org/officeDocument/2006/relationships/slideLayout" Target="../slideLayouts/slideLayout93.xml"/><Relationship Id="rId30" Type="http://schemas.openxmlformats.org/officeDocument/2006/relationships/slideLayout" Target="../slideLayouts/slideLayout92.xml"/><Relationship Id="rId33" Type="http://schemas.openxmlformats.org/officeDocument/2006/relationships/slideLayout" Target="../slideLayouts/slideLayout95.xml"/><Relationship Id="rId32" Type="http://schemas.openxmlformats.org/officeDocument/2006/relationships/slideLayout" Target="../slideLayouts/slideLayout94.xml"/><Relationship Id="rId35" Type="http://schemas.openxmlformats.org/officeDocument/2006/relationships/slideLayout" Target="../slideLayouts/slideLayout97.xml"/><Relationship Id="rId34" Type="http://schemas.openxmlformats.org/officeDocument/2006/relationships/slideLayout" Target="../slideLayouts/slideLayout96.xml"/><Relationship Id="rId37" Type="http://schemas.openxmlformats.org/officeDocument/2006/relationships/slideLayout" Target="../slideLayouts/slideLayout99.xml"/><Relationship Id="rId36" Type="http://schemas.openxmlformats.org/officeDocument/2006/relationships/slideLayout" Target="../slideLayouts/slideLayout98.xml"/><Relationship Id="rId39" Type="http://schemas.openxmlformats.org/officeDocument/2006/relationships/slideLayout" Target="../slideLayouts/slideLayout101.xml"/><Relationship Id="rId38" Type="http://schemas.openxmlformats.org/officeDocument/2006/relationships/slideLayout" Target="../slideLayouts/slideLayout100.xml"/><Relationship Id="rId20" Type="http://schemas.openxmlformats.org/officeDocument/2006/relationships/slideLayout" Target="../slideLayouts/slideLayout82.xml"/><Relationship Id="rId22" Type="http://schemas.openxmlformats.org/officeDocument/2006/relationships/slideLayout" Target="../slideLayouts/slideLayout84.xml"/><Relationship Id="rId21" Type="http://schemas.openxmlformats.org/officeDocument/2006/relationships/slideLayout" Target="../slideLayouts/slideLayout83.xml"/><Relationship Id="rId24" Type="http://schemas.openxmlformats.org/officeDocument/2006/relationships/slideLayout" Target="../slideLayouts/slideLayout86.xml"/><Relationship Id="rId23" Type="http://schemas.openxmlformats.org/officeDocument/2006/relationships/slideLayout" Target="../slideLayouts/slideLayout85.xml"/><Relationship Id="rId26" Type="http://schemas.openxmlformats.org/officeDocument/2006/relationships/slideLayout" Target="../slideLayouts/slideLayout88.xml"/><Relationship Id="rId25" Type="http://schemas.openxmlformats.org/officeDocument/2006/relationships/slideLayout" Target="../slideLayouts/slideLayout87.xml"/><Relationship Id="rId28" Type="http://schemas.openxmlformats.org/officeDocument/2006/relationships/slideLayout" Target="../slideLayouts/slideLayout90.xml"/><Relationship Id="rId27" Type="http://schemas.openxmlformats.org/officeDocument/2006/relationships/slideLayout" Target="../slideLayouts/slideLayout89.xml"/><Relationship Id="rId29" Type="http://schemas.openxmlformats.org/officeDocument/2006/relationships/slideLayout" Target="../slideLayouts/slideLayout91.xml"/><Relationship Id="rId51" Type="http://schemas.openxmlformats.org/officeDocument/2006/relationships/slideLayout" Target="../slideLayouts/slideLayout113.xml"/><Relationship Id="rId50" Type="http://schemas.openxmlformats.org/officeDocument/2006/relationships/slideLayout" Target="../slideLayouts/slideLayout112.xml"/><Relationship Id="rId53" Type="http://schemas.openxmlformats.org/officeDocument/2006/relationships/slideLayout" Target="../slideLayouts/slideLayout115.xml"/><Relationship Id="rId52" Type="http://schemas.openxmlformats.org/officeDocument/2006/relationships/slideLayout" Target="../slideLayouts/slideLayout114.xml"/><Relationship Id="rId11" Type="http://schemas.openxmlformats.org/officeDocument/2006/relationships/slideLayout" Target="../slideLayouts/slideLayout73.xml"/><Relationship Id="rId55" Type="http://schemas.openxmlformats.org/officeDocument/2006/relationships/slideLayout" Target="../slideLayouts/slideLayout117.xml"/><Relationship Id="rId10" Type="http://schemas.openxmlformats.org/officeDocument/2006/relationships/slideLayout" Target="../slideLayouts/slideLayout72.xml"/><Relationship Id="rId54" Type="http://schemas.openxmlformats.org/officeDocument/2006/relationships/slideLayout" Target="../slideLayouts/slideLayout116.xml"/><Relationship Id="rId13" Type="http://schemas.openxmlformats.org/officeDocument/2006/relationships/slideLayout" Target="../slideLayouts/slideLayout75.xml"/><Relationship Id="rId57" Type="http://schemas.openxmlformats.org/officeDocument/2006/relationships/theme" Target="../theme/theme4.xml"/><Relationship Id="rId12" Type="http://schemas.openxmlformats.org/officeDocument/2006/relationships/slideLayout" Target="../slideLayouts/slideLayout74.xml"/><Relationship Id="rId56" Type="http://schemas.openxmlformats.org/officeDocument/2006/relationships/slideLayout" Target="../slideLayouts/slideLayout118.xml"/><Relationship Id="rId15" Type="http://schemas.openxmlformats.org/officeDocument/2006/relationships/slideLayout" Target="../slideLayouts/slideLayout77.xml"/><Relationship Id="rId14" Type="http://schemas.openxmlformats.org/officeDocument/2006/relationships/slideLayout" Target="../slideLayouts/slideLayout76.xml"/><Relationship Id="rId17" Type="http://schemas.openxmlformats.org/officeDocument/2006/relationships/slideLayout" Target="../slideLayouts/slideLayout79.xml"/><Relationship Id="rId16" Type="http://schemas.openxmlformats.org/officeDocument/2006/relationships/slideLayout" Target="../slideLayouts/slideLayout78.xml"/><Relationship Id="rId19" Type="http://schemas.openxmlformats.org/officeDocument/2006/relationships/slideLayout" Target="../slideLayouts/slideLayout81.xml"/><Relationship Id="rId18" Type="http://schemas.openxmlformats.org/officeDocument/2006/relationships/slideLayout" Target="../slideLayouts/slideLayout80.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57.xml"/><Relationship Id="rId42" Type="http://schemas.openxmlformats.org/officeDocument/2006/relationships/slideLayout" Target="../slideLayouts/slideLayout159.xml"/><Relationship Id="rId41" Type="http://schemas.openxmlformats.org/officeDocument/2006/relationships/slideLayout" Target="../slideLayouts/slideLayout158.xml"/><Relationship Id="rId44" Type="http://schemas.openxmlformats.org/officeDocument/2006/relationships/slideLayout" Target="../slideLayouts/slideLayout161.xml"/><Relationship Id="rId43" Type="http://schemas.openxmlformats.org/officeDocument/2006/relationships/slideLayout" Target="../slideLayouts/slideLayout160.xml"/><Relationship Id="rId46" Type="http://schemas.openxmlformats.org/officeDocument/2006/relationships/slideLayout" Target="../slideLayouts/slideLayout163.xml"/><Relationship Id="rId45" Type="http://schemas.openxmlformats.org/officeDocument/2006/relationships/slideLayout" Target="../slideLayouts/slideLayout162.xml"/><Relationship Id="rId1" Type="http://schemas.openxmlformats.org/officeDocument/2006/relationships/image" Target="../media/image48.png"/><Relationship Id="rId2" Type="http://schemas.openxmlformats.org/officeDocument/2006/relationships/slideLayout" Target="../slideLayouts/slideLayout119.xml"/><Relationship Id="rId3" Type="http://schemas.openxmlformats.org/officeDocument/2006/relationships/slideLayout" Target="../slideLayouts/slideLayout120.xml"/><Relationship Id="rId4" Type="http://schemas.openxmlformats.org/officeDocument/2006/relationships/slideLayout" Target="../slideLayouts/slideLayout121.xml"/><Relationship Id="rId9" Type="http://schemas.openxmlformats.org/officeDocument/2006/relationships/slideLayout" Target="../slideLayouts/slideLayout126.xml"/><Relationship Id="rId47" Type="http://schemas.openxmlformats.org/officeDocument/2006/relationships/theme" Target="../theme/theme3.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31" Type="http://schemas.openxmlformats.org/officeDocument/2006/relationships/slideLayout" Target="../slideLayouts/slideLayout148.xml"/><Relationship Id="rId30" Type="http://schemas.openxmlformats.org/officeDocument/2006/relationships/slideLayout" Target="../slideLayouts/slideLayout147.xml"/><Relationship Id="rId33" Type="http://schemas.openxmlformats.org/officeDocument/2006/relationships/slideLayout" Target="../slideLayouts/slideLayout150.xml"/><Relationship Id="rId32" Type="http://schemas.openxmlformats.org/officeDocument/2006/relationships/slideLayout" Target="../slideLayouts/slideLayout149.xml"/><Relationship Id="rId35" Type="http://schemas.openxmlformats.org/officeDocument/2006/relationships/slideLayout" Target="../slideLayouts/slideLayout152.xml"/><Relationship Id="rId34" Type="http://schemas.openxmlformats.org/officeDocument/2006/relationships/slideLayout" Target="../slideLayouts/slideLayout151.xml"/><Relationship Id="rId37" Type="http://schemas.openxmlformats.org/officeDocument/2006/relationships/slideLayout" Target="../slideLayouts/slideLayout154.xml"/><Relationship Id="rId36" Type="http://schemas.openxmlformats.org/officeDocument/2006/relationships/slideLayout" Target="../slideLayouts/slideLayout153.xml"/><Relationship Id="rId39" Type="http://schemas.openxmlformats.org/officeDocument/2006/relationships/slideLayout" Target="../slideLayouts/slideLayout156.xml"/><Relationship Id="rId38" Type="http://schemas.openxmlformats.org/officeDocument/2006/relationships/slideLayout" Target="../slideLayouts/slideLayout155.xml"/><Relationship Id="rId20" Type="http://schemas.openxmlformats.org/officeDocument/2006/relationships/slideLayout" Target="../slideLayouts/slideLayout137.xml"/><Relationship Id="rId22" Type="http://schemas.openxmlformats.org/officeDocument/2006/relationships/slideLayout" Target="../slideLayouts/slideLayout139.xml"/><Relationship Id="rId21" Type="http://schemas.openxmlformats.org/officeDocument/2006/relationships/slideLayout" Target="../slideLayouts/slideLayout138.xml"/><Relationship Id="rId24" Type="http://schemas.openxmlformats.org/officeDocument/2006/relationships/slideLayout" Target="../slideLayouts/slideLayout141.xml"/><Relationship Id="rId23" Type="http://schemas.openxmlformats.org/officeDocument/2006/relationships/slideLayout" Target="../slideLayouts/slideLayout140.xml"/><Relationship Id="rId26" Type="http://schemas.openxmlformats.org/officeDocument/2006/relationships/slideLayout" Target="../slideLayouts/slideLayout143.xml"/><Relationship Id="rId25" Type="http://schemas.openxmlformats.org/officeDocument/2006/relationships/slideLayout" Target="../slideLayouts/slideLayout142.xml"/><Relationship Id="rId28" Type="http://schemas.openxmlformats.org/officeDocument/2006/relationships/slideLayout" Target="../slideLayouts/slideLayout145.xml"/><Relationship Id="rId27" Type="http://schemas.openxmlformats.org/officeDocument/2006/relationships/slideLayout" Target="../slideLayouts/slideLayout144.xml"/><Relationship Id="rId29" Type="http://schemas.openxmlformats.org/officeDocument/2006/relationships/slideLayout" Target="../slideLayouts/slideLayout146.xml"/><Relationship Id="rId11" Type="http://schemas.openxmlformats.org/officeDocument/2006/relationships/slideLayout" Target="../slideLayouts/slideLayout128.xml"/><Relationship Id="rId10" Type="http://schemas.openxmlformats.org/officeDocument/2006/relationships/slideLayout" Target="../slideLayouts/slideLayout127.xml"/><Relationship Id="rId13" Type="http://schemas.openxmlformats.org/officeDocument/2006/relationships/slideLayout" Target="../slideLayouts/slideLayout130.xml"/><Relationship Id="rId12" Type="http://schemas.openxmlformats.org/officeDocument/2006/relationships/slideLayout" Target="../slideLayouts/slideLayout129.xml"/><Relationship Id="rId15" Type="http://schemas.openxmlformats.org/officeDocument/2006/relationships/slideLayout" Target="../slideLayouts/slideLayout132.xml"/><Relationship Id="rId14" Type="http://schemas.openxmlformats.org/officeDocument/2006/relationships/slideLayout" Target="../slideLayouts/slideLayout131.xml"/><Relationship Id="rId17" Type="http://schemas.openxmlformats.org/officeDocument/2006/relationships/slideLayout" Target="../slideLayouts/slideLayout134.xml"/><Relationship Id="rId16" Type="http://schemas.openxmlformats.org/officeDocument/2006/relationships/slideLayout" Target="../slideLayouts/slideLayout133.xml"/><Relationship Id="rId19" Type="http://schemas.openxmlformats.org/officeDocument/2006/relationships/slideLayout" Target="../slideLayouts/slideLayout136.xml"/><Relationship Id="rId18" Type="http://schemas.openxmlformats.org/officeDocument/2006/relationships/slideLayout" Target="../slideLayouts/slideLayout1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nvSpPr>
        <p:spPr>
          <a:xfrm>
            <a:off x="2625367" y="4761251"/>
            <a:ext cx="3693900" cy="9240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i="0" lang="en" sz="600" u="none" cap="none" strike="noStrike">
                <a:solidFill>
                  <a:schemeClr val="dk1"/>
                </a:solidFill>
                <a:latin typeface="Verizon NHG TX"/>
                <a:ea typeface="Verizon NHG TX"/>
                <a:cs typeface="Verizon NHG TX"/>
                <a:sym typeface="Verizon NHG TX"/>
              </a:rPr>
              <a:t>Verizon confidential and proprietary. Unauthorized disclosure, reproduction or other use prohibited.</a:t>
            </a:r>
            <a:endParaRPr sz="1100">
              <a:latin typeface="Verizon NHG TX"/>
              <a:ea typeface="Verizon NHG TX"/>
              <a:cs typeface="Verizon NHG TX"/>
              <a:sym typeface="Verizon NHG TX"/>
            </a:endParaRPr>
          </a:p>
        </p:txBody>
      </p:sp>
      <p:sp>
        <p:nvSpPr>
          <p:cNvPr id="52" name="Google Shape;52;p13"/>
          <p:cNvSpPr txBox="1"/>
          <p:nvPr>
            <p:ph type="title"/>
          </p:nvPr>
        </p:nvSpPr>
        <p:spPr>
          <a:xfrm>
            <a:off x="473869" y="469106"/>
            <a:ext cx="7951200" cy="531900"/>
          </a:xfrm>
          <a:prstGeom prst="rect">
            <a:avLst/>
          </a:prstGeom>
          <a:noFill/>
          <a:ln>
            <a:noFill/>
          </a:ln>
        </p:spPr>
        <p:txBody>
          <a:bodyPr anchorCtr="0" anchor="t" bIns="0" lIns="0" spcFirstLastPara="1" rIns="0" wrap="square" tIns="0">
            <a:normAutofit/>
          </a:bodyPr>
          <a:lstStyle>
            <a:lvl1pPr lvl="0" marR="0" algn="l">
              <a:lnSpc>
                <a:spcPct val="90000"/>
              </a:lnSpc>
              <a:spcBef>
                <a:spcPts val="0"/>
              </a:spcBef>
              <a:spcAft>
                <a:spcPts val="0"/>
              </a:spcAft>
              <a:buClr>
                <a:schemeClr val="dk1"/>
              </a:buClr>
              <a:buSzPts val="2100"/>
              <a:buFont typeface="Verizon NHG TX"/>
              <a:buNone/>
              <a:defRPr b="1" i="0" sz="2100" u="none" cap="none" strike="noStrike">
                <a:solidFill>
                  <a:schemeClr val="dk1"/>
                </a:solidFill>
                <a:latin typeface="Verizon NHG TX"/>
                <a:ea typeface="Verizon NHG TX"/>
                <a:cs typeface="Verizon NHG TX"/>
                <a:sym typeface="Verizon NHG TX"/>
              </a:defRPr>
            </a:lvl1pPr>
            <a:lvl2pPr lvl="1">
              <a:spcBef>
                <a:spcPts val="0"/>
              </a:spcBef>
              <a:spcAft>
                <a:spcPts val="0"/>
              </a:spcAft>
              <a:buSzPts val="1100"/>
              <a:buFont typeface="Verizon NHG TX"/>
              <a:buNone/>
              <a:defRPr sz="1400">
                <a:latin typeface="Verizon NHG TX"/>
                <a:ea typeface="Verizon NHG TX"/>
                <a:cs typeface="Verizon NHG TX"/>
                <a:sym typeface="Verizon NHG TX"/>
              </a:defRPr>
            </a:lvl2pPr>
            <a:lvl3pPr lvl="2">
              <a:spcBef>
                <a:spcPts val="0"/>
              </a:spcBef>
              <a:spcAft>
                <a:spcPts val="0"/>
              </a:spcAft>
              <a:buSzPts val="1100"/>
              <a:buFont typeface="Verizon NHG TX"/>
              <a:buNone/>
              <a:defRPr sz="1400">
                <a:latin typeface="Verizon NHG TX"/>
                <a:ea typeface="Verizon NHG TX"/>
                <a:cs typeface="Verizon NHG TX"/>
                <a:sym typeface="Verizon NHG TX"/>
              </a:defRPr>
            </a:lvl3pPr>
            <a:lvl4pPr lvl="3">
              <a:spcBef>
                <a:spcPts val="0"/>
              </a:spcBef>
              <a:spcAft>
                <a:spcPts val="0"/>
              </a:spcAft>
              <a:buSzPts val="1100"/>
              <a:buFont typeface="Verizon NHG TX"/>
              <a:buNone/>
              <a:defRPr sz="1400">
                <a:latin typeface="Verizon NHG TX"/>
                <a:ea typeface="Verizon NHG TX"/>
                <a:cs typeface="Verizon NHG TX"/>
                <a:sym typeface="Verizon NHG TX"/>
              </a:defRPr>
            </a:lvl4pPr>
            <a:lvl5pPr lvl="4">
              <a:spcBef>
                <a:spcPts val="0"/>
              </a:spcBef>
              <a:spcAft>
                <a:spcPts val="0"/>
              </a:spcAft>
              <a:buSzPts val="1100"/>
              <a:buFont typeface="Verizon NHG TX"/>
              <a:buNone/>
              <a:defRPr sz="1400">
                <a:latin typeface="Verizon NHG TX"/>
                <a:ea typeface="Verizon NHG TX"/>
                <a:cs typeface="Verizon NHG TX"/>
                <a:sym typeface="Verizon NHG TX"/>
              </a:defRPr>
            </a:lvl5pPr>
            <a:lvl6pPr lvl="5">
              <a:spcBef>
                <a:spcPts val="0"/>
              </a:spcBef>
              <a:spcAft>
                <a:spcPts val="0"/>
              </a:spcAft>
              <a:buSzPts val="1100"/>
              <a:buFont typeface="Verizon NHG TX"/>
              <a:buNone/>
              <a:defRPr sz="1400">
                <a:latin typeface="Verizon NHG TX"/>
                <a:ea typeface="Verizon NHG TX"/>
                <a:cs typeface="Verizon NHG TX"/>
                <a:sym typeface="Verizon NHG TX"/>
              </a:defRPr>
            </a:lvl6pPr>
            <a:lvl7pPr lvl="6">
              <a:spcBef>
                <a:spcPts val="0"/>
              </a:spcBef>
              <a:spcAft>
                <a:spcPts val="0"/>
              </a:spcAft>
              <a:buSzPts val="1100"/>
              <a:buFont typeface="Verizon NHG TX"/>
              <a:buNone/>
              <a:defRPr sz="1400">
                <a:latin typeface="Verizon NHG TX"/>
                <a:ea typeface="Verizon NHG TX"/>
                <a:cs typeface="Verizon NHG TX"/>
                <a:sym typeface="Verizon NHG TX"/>
              </a:defRPr>
            </a:lvl7pPr>
            <a:lvl8pPr lvl="7">
              <a:spcBef>
                <a:spcPts val="0"/>
              </a:spcBef>
              <a:spcAft>
                <a:spcPts val="0"/>
              </a:spcAft>
              <a:buSzPts val="1100"/>
              <a:buFont typeface="Verizon NHG TX"/>
              <a:buNone/>
              <a:defRPr sz="1400">
                <a:latin typeface="Verizon NHG TX"/>
                <a:ea typeface="Verizon NHG TX"/>
                <a:cs typeface="Verizon NHG TX"/>
                <a:sym typeface="Verizon NHG TX"/>
              </a:defRPr>
            </a:lvl8pPr>
            <a:lvl9pPr lvl="8">
              <a:spcBef>
                <a:spcPts val="0"/>
              </a:spcBef>
              <a:spcAft>
                <a:spcPts val="0"/>
              </a:spcAft>
              <a:buSzPts val="1100"/>
              <a:buFont typeface="Verizon NHG TX"/>
              <a:buNone/>
              <a:defRPr sz="1400">
                <a:latin typeface="Verizon NHG TX"/>
                <a:ea typeface="Verizon NHG TX"/>
                <a:cs typeface="Verizon NHG TX"/>
                <a:sym typeface="Verizon NHG TX"/>
              </a:defRPr>
            </a:lvl9pPr>
          </a:lstStyle>
          <a:p/>
        </p:txBody>
      </p:sp>
      <p:sp>
        <p:nvSpPr>
          <p:cNvPr id="53" name="Google Shape;53;p13"/>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lvl1pPr indent="0" lvl="0" marL="0" marR="0" algn="r">
              <a:spcBef>
                <a:spcPts val="0"/>
              </a:spcBef>
              <a:buNone/>
              <a:defRPr i="0" sz="1100" u="none" cap="none" strike="noStrike">
                <a:solidFill>
                  <a:schemeClr val="dk1"/>
                </a:solidFill>
                <a:latin typeface="Verizon NHG TX"/>
                <a:ea typeface="Verizon NHG TX"/>
                <a:cs typeface="Verizon NHG TX"/>
                <a:sym typeface="Verizon NHG TX"/>
              </a:defRPr>
            </a:lvl1pPr>
            <a:lvl2pPr indent="0" lvl="1" marL="0" marR="0" algn="r">
              <a:spcBef>
                <a:spcPts val="0"/>
              </a:spcBef>
              <a:buNone/>
              <a:defRPr i="0" sz="1100" u="none" cap="none" strike="noStrike">
                <a:solidFill>
                  <a:schemeClr val="dk1"/>
                </a:solidFill>
                <a:latin typeface="Verizon NHG TX"/>
                <a:ea typeface="Verizon NHG TX"/>
                <a:cs typeface="Verizon NHG TX"/>
                <a:sym typeface="Verizon NHG TX"/>
              </a:defRPr>
            </a:lvl2pPr>
            <a:lvl3pPr indent="0" lvl="2" marL="0" marR="0" algn="r">
              <a:spcBef>
                <a:spcPts val="0"/>
              </a:spcBef>
              <a:buNone/>
              <a:defRPr i="0" sz="1100" u="none" cap="none" strike="noStrike">
                <a:solidFill>
                  <a:schemeClr val="dk1"/>
                </a:solidFill>
                <a:latin typeface="Verizon NHG TX"/>
                <a:ea typeface="Verizon NHG TX"/>
                <a:cs typeface="Verizon NHG TX"/>
                <a:sym typeface="Verizon NHG TX"/>
              </a:defRPr>
            </a:lvl3pPr>
            <a:lvl4pPr indent="0" lvl="3" marL="0" marR="0" algn="r">
              <a:spcBef>
                <a:spcPts val="0"/>
              </a:spcBef>
              <a:buNone/>
              <a:defRPr i="0" sz="1100" u="none" cap="none" strike="noStrike">
                <a:solidFill>
                  <a:schemeClr val="dk1"/>
                </a:solidFill>
                <a:latin typeface="Verizon NHG TX"/>
                <a:ea typeface="Verizon NHG TX"/>
                <a:cs typeface="Verizon NHG TX"/>
                <a:sym typeface="Verizon NHG TX"/>
              </a:defRPr>
            </a:lvl4pPr>
            <a:lvl5pPr indent="0" lvl="4" marL="0" marR="0" algn="r">
              <a:spcBef>
                <a:spcPts val="0"/>
              </a:spcBef>
              <a:buNone/>
              <a:defRPr i="0" sz="1100" u="none" cap="none" strike="noStrike">
                <a:solidFill>
                  <a:schemeClr val="dk1"/>
                </a:solidFill>
                <a:latin typeface="Verizon NHG TX"/>
                <a:ea typeface="Verizon NHG TX"/>
                <a:cs typeface="Verizon NHG TX"/>
                <a:sym typeface="Verizon NHG TX"/>
              </a:defRPr>
            </a:lvl5pPr>
            <a:lvl6pPr indent="0" lvl="5" marL="0" marR="0" algn="r">
              <a:spcBef>
                <a:spcPts val="0"/>
              </a:spcBef>
              <a:buNone/>
              <a:defRPr i="0" sz="1100" u="none" cap="none" strike="noStrike">
                <a:solidFill>
                  <a:schemeClr val="dk1"/>
                </a:solidFill>
                <a:latin typeface="Verizon NHG TX"/>
                <a:ea typeface="Verizon NHG TX"/>
                <a:cs typeface="Verizon NHG TX"/>
                <a:sym typeface="Verizon NHG TX"/>
              </a:defRPr>
            </a:lvl6pPr>
            <a:lvl7pPr indent="0" lvl="6" marL="0" marR="0" algn="r">
              <a:spcBef>
                <a:spcPts val="0"/>
              </a:spcBef>
              <a:buNone/>
              <a:defRPr i="0" sz="1100" u="none" cap="none" strike="noStrike">
                <a:solidFill>
                  <a:schemeClr val="dk1"/>
                </a:solidFill>
                <a:latin typeface="Verizon NHG TX"/>
                <a:ea typeface="Verizon NHG TX"/>
                <a:cs typeface="Verizon NHG TX"/>
                <a:sym typeface="Verizon NHG TX"/>
              </a:defRPr>
            </a:lvl7pPr>
            <a:lvl8pPr indent="0" lvl="7" marL="0" marR="0" algn="r">
              <a:spcBef>
                <a:spcPts val="0"/>
              </a:spcBef>
              <a:buNone/>
              <a:defRPr i="0" sz="1100" u="none" cap="none" strike="noStrike">
                <a:solidFill>
                  <a:schemeClr val="dk1"/>
                </a:solidFill>
                <a:latin typeface="Verizon NHG TX"/>
                <a:ea typeface="Verizon NHG TX"/>
                <a:cs typeface="Verizon NHG TX"/>
                <a:sym typeface="Verizon NHG TX"/>
              </a:defRPr>
            </a:lvl8pPr>
            <a:lvl9pPr indent="0" lvl="8" marL="0" marR="0" algn="r">
              <a:spcBef>
                <a:spcPts val="0"/>
              </a:spcBef>
              <a:buNone/>
              <a:defRPr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3"/>
          <p:cNvPicPr preferRelativeResize="0"/>
          <p:nvPr/>
        </p:nvPicPr>
        <p:blipFill rotWithShape="1">
          <a:blip r:embed="rId1">
            <a:alphaModFix/>
          </a:blip>
          <a:srcRect b="0" l="0" r="0" t="0"/>
          <a:stretch/>
        </p:blipFill>
        <p:spPr>
          <a:xfrm>
            <a:off x="372624" y="4632722"/>
            <a:ext cx="841577" cy="344233"/>
          </a:xfrm>
          <a:prstGeom prst="rect">
            <a:avLst/>
          </a:prstGeom>
          <a:noFill/>
          <a:ln>
            <a:noFill/>
          </a:ln>
        </p:spPr>
      </p:pic>
      <p:sp>
        <p:nvSpPr>
          <p:cNvPr id="55" name="Google Shape;55;p13"/>
          <p:cNvSpPr txBox="1"/>
          <p:nvPr>
            <p:ph idx="1" type="body"/>
          </p:nvPr>
        </p:nvSpPr>
        <p:spPr>
          <a:xfrm>
            <a:off x="473869" y="1188244"/>
            <a:ext cx="7951200" cy="3263400"/>
          </a:xfrm>
          <a:prstGeom prst="rect">
            <a:avLst/>
          </a:prstGeom>
          <a:noFill/>
          <a:ln>
            <a:noFill/>
          </a:ln>
        </p:spPr>
        <p:txBody>
          <a:bodyPr anchorCtr="0" anchor="t" bIns="0" lIns="0" spcFirstLastPara="1" rIns="0" wrap="square" tIns="0">
            <a:norm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i="0" sz="900" u="none" cap="none" strike="noStrike">
                <a:solidFill>
                  <a:schemeClr val="dk1"/>
                </a:solidFill>
                <a:latin typeface="Verizon NHG TX"/>
                <a:ea typeface="Verizon NHG TX"/>
                <a:cs typeface="Verizon NHG TX"/>
                <a:sym typeface="Verizon NHG TX"/>
              </a:defRPr>
            </a:lvl9pPr>
          </a:lstStyle>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88" r:id="rId31"/>
    <p:sldLayoutId id="2147483689" r:id="rId32"/>
    <p:sldLayoutId id="2147483690" r:id="rId33"/>
    <p:sldLayoutId id="2147483691" r:id="rId34"/>
    <p:sldLayoutId id="2147483692" r:id="rId35"/>
    <p:sldLayoutId id="2147483693" r:id="rId36"/>
    <p:sldLayoutId id="2147483694" r:id="rId37"/>
    <p:sldLayoutId id="2147483695" r:id="rId38"/>
    <p:sldLayoutId id="2147483696" r:id="rId39"/>
    <p:sldLayoutId id="2147483697" r:id="rId40"/>
    <p:sldLayoutId id="2147483698" r:id="rId41"/>
    <p:sldLayoutId id="2147483699" r:id="rId42"/>
    <p:sldLayoutId id="2147483700" r:id="rId43"/>
    <p:sldLayoutId id="2147483701" r:id="rId44"/>
    <p:sldLayoutId id="2147483702" r:id="rId45"/>
    <p:sldLayoutId id="2147483703" r:id="rId46"/>
    <p:sldLayoutId id="2147483704" r:id="rId47"/>
    <p:sldLayoutId id="2147483705" r:id="rId48"/>
    <p:sldLayoutId id="2147483706" r:id="rId49"/>
    <p:sldLayoutId id="2147483707" r:id="rId50"/>
    <p:sldLayoutId id="2147483708" r:id="rId51"/>
    <p:sldLayoutId id="2147483709" r:id="rId5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533">
          <p15:clr>
            <a:srgbClr val="C35EA4"/>
          </p15:clr>
        </p15:guide>
        <p15:guide id="3" pos="607">
          <p15:clr>
            <a:srgbClr val="C35EA4"/>
          </p15:clr>
        </p15:guide>
        <p15:guide id="4" pos="996">
          <p15:clr>
            <a:srgbClr val="C35EA4"/>
          </p15:clr>
        </p15:guide>
        <p15:guide id="5" pos="1067">
          <p15:clr>
            <a:srgbClr val="C35EA4"/>
          </p15:clr>
        </p15:guide>
        <p15:guide id="6" pos="1457">
          <p15:clr>
            <a:srgbClr val="C35EA4"/>
          </p15:clr>
        </p15:guide>
        <p15:guide id="7" pos="1529">
          <p15:clr>
            <a:srgbClr val="C35EA4"/>
          </p15:clr>
        </p15:guide>
        <p15:guide id="8" pos="1919">
          <p15:clr>
            <a:srgbClr val="C35EA4"/>
          </p15:clr>
        </p15:guide>
        <p15:guide id="9" pos="1992">
          <p15:clr>
            <a:srgbClr val="C35EA4"/>
          </p15:clr>
        </p15:guide>
        <p15:guide id="10" pos="2381">
          <p15:clr>
            <a:srgbClr val="C35EA4"/>
          </p15:clr>
        </p15:guide>
        <p15:guide id="11" pos="2453">
          <p15:clr>
            <a:srgbClr val="C35EA4"/>
          </p15:clr>
        </p15:guide>
        <p15:guide id="12" orient="horz" pos="1656">
          <p15:clr>
            <a:srgbClr val="C35EA4"/>
          </p15:clr>
        </p15:guide>
        <p15:guide id="13" pos="2842">
          <p15:clr>
            <a:srgbClr val="C35EA4"/>
          </p15:clr>
        </p15:guide>
        <p15:guide id="14" pos="2915">
          <p15:clr>
            <a:srgbClr val="C35EA4"/>
          </p15:clr>
        </p15:guide>
        <p15:guide id="15" pos="3305">
          <p15:clr>
            <a:srgbClr val="C35EA4"/>
          </p15:clr>
        </p15:guide>
        <p15:guide id="16" pos="3377">
          <p15:clr>
            <a:srgbClr val="C35EA4"/>
          </p15:clr>
        </p15:guide>
        <p15:guide id="17" pos="3766">
          <p15:clr>
            <a:srgbClr val="C35EA4"/>
          </p15:clr>
        </p15:guide>
        <p15:guide id="18" pos="3840">
          <p15:clr>
            <a:srgbClr val="C35EA4"/>
          </p15:clr>
        </p15:guide>
        <p15:guide id="19" pos="4229">
          <p15:clr>
            <a:srgbClr val="C35EA4"/>
          </p15:clr>
        </p15:guide>
        <p15:guide id="20" pos="4301">
          <p15:clr>
            <a:srgbClr val="C35EA4"/>
          </p15:clr>
        </p15:guide>
        <p15:guide id="21" pos="4691">
          <p15:clr>
            <a:srgbClr val="C35EA4"/>
          </p15:clr>
        </p15:guide>
        <p15:guide id="22" pos="4763">
          <p15:clr>
            <a:srgbClr val="C35EA4"/>
          </p15:clr>
        </p15:guide>
        <p15:guide id="23" pos="5151">
          <p15:clr>
            <a:srgbClr val="C35EA4"/>
          </p15:clr>
        </p15:guide>
        <p15:guide id="24" pos="5224">
          <p15:clr>
            <a:srgbClr val="C35EA4"/>
          </p15:clr>
        </p15:guide>
        <p15:guide id="25" orient="horz" pos="1152">
          <p15:clr>
            <a:srgbClr val="C35EA4"/>
          </p15:clr>
        </p15:guide>
        <p15:guide id="26" orient="horz" pos="1080">
          <p15:clr>
            <a:srgbClr val="C35EA4"/>
          </p15:clr>
        </p15:guide>
        <p15:guide id="27" orient="horz" pos="648">
          <p15:clr>
            <a:srgbClr val="C35EA4"/>
          </p15:clr>
        </p15:guide>
        <p15:guide id="28" orient="horz" pos="576">
          <p15:clr>
            <a:srgbClr val="C35EA4"/>
          </p15:clr>
        </p15:guide>
        <p15:guide id="29" orient="horz" pos="2087">
          <p15:clr>
            <a:srgbClr val="C35EA4"/>
          </p15:clr>
        </p15:guide>
        <p15:guide id="30" orient="horz" pos="2160">
          <p15:clr>
            <a:srgbClr val="C35EA4"/>
          </p15:clr>
        </p15:guide>
        <p15:guide id="31" orient="horz" pos="2591">
          <p15:clr>
            <a:srgbClr val="C35EA4"/>
          </p15:clr>
        </p15:guide>
        <p15:guide id="32" orient="horz" pos="2664">
          <p15:clr>
            <a:srgbClr val="C35EA4"/>
          </p15:clr>
        </p15:guide>
        <p15:guide id="33" orient="horz" pos="144">
          <p15:clr>
            <a:srgbClr val="5ACBF0"/>
          </p15:clr>
        </p15:guide>
        <p15:guide id="34" orient="horz" pos="3095">
          <p15:clr>
            <a:srgbClr val="5ACBF0"/>
          </p15:clr>
        </p15:guide>
        <p15:guide id="35" pos="143">
          <p15:clr>
            <a:srgbClr val="5ACBF0"/>
          </p15:clr>
        </p15:guide>
        <p15:guide id="36" pos="5615">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2" name="Shape 792"/>
        <p:cNvGrpSpPr/>
        <p:nvPr/>
      </p:nvGrpSpPr>
      <p:grpSpPr>
        <a:xfrm>
          <a:off x="0" y="0"/>
          <a:ext cx="0" cy="0"/>
          <a:chOff x="0" y="0"/>
          <a:chExt cx="0" cy="0"/>
        </a:xfrm>
      </p:grpSpPr>
      <p:sp>
        <p:nvSpPr>
          <p:cNvPr id="793" name="Google Shape;793;p122"/>
          <p:cNvSpPr txBox="1"/>
          <p:nvPr>
            <p:ph type="title"/>
          </p:nvPr>
        </p:nvSpPr>
        <p:spPr>
          <a:xfrm>
            <a:off x="473869" y="438912"/>
            <a:ext cx="7951200" cy="5319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100"/>
              <a:buFont typeface="Verizon NHG DS"/>
              <a:buNone/>
              <a:defRPr b="1" i="0" sz="2100" u="none" cap="none" strike="noStrike">
                <a:solidFill>
                  <a:schemeClr val="dk1"/>
                </a:solidFill>
                <a:latin typeface="Verizon NHG DS"/>
                <a:ea typeface="Verizon NHG DS"/>
                <a:cs typeface="Verizon NHG DS"/>
                <a:sym typeface="Verizon NHG DS"/>
              </a:defRPr>
            </a:lvl1pPr>
            <a:lvl2pPr lvl="1"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2pPr>
            <a:lvl3pPr lvl="2"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3pPr>
            <a:lvl4pPr lvl="3"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4pPr>
            <a:lvl5pPr lvl="4"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5pPr>
            <a:lvl6pPr lvl="5"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6pPr>
            <a:lvl7pPr lvl="6"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7pPr>
            <a:lvl8pPr lvl="7"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8pPr>
            <a:lvl9pPr lvl="8" marR="0" algn="l">
              <a:lnSpc>
                <a:spcPct val="100000"/>
              </a:lnSpc>
              <a:spcBef>
                <a:spcPts val="0"/>
              </a:spcBef>
              <a:spcAft>
                <a:spcPts val="0"/>
              </a:spcAft>
              <a:buClr>
                <a:schemeClr val="dk1"/>
              </a:buClr>
              <a:buSzPts val="1100"/>
              <a:buFont typeface="Verizon NHG DS"/>
              <a:buNone/>
              <a:defRPr b="1" i="0" sz="1400" u="none" cap="none" strike="noStrike">
                <a:solidFill>
                  <a:schemeClr val="dk1"/>
                </a:solidFill>
                <a:latin typeface="Verizon NHG DS"/>
                <a:ea typeface="Verizon NHG DS"/>
                <a:cs typeface="Verizon NHG DS"/>
                <a:sym typeface="Verizon NHG DS"/>
              </a:defRPr>
            </a:lvl9pPr>
          </a:lstStyle>
          <a:p/>
        </p:txBody>
      </p:sp>
      <p:sp>
        <p:nvSpPr>
          <p:cNvPr id="794" name="Google Shape;794;p122"/>
          <p:cNvSpPr txBox="1"/>
          <p:nvPr>
            <p:ph idx="12" type="sldNum"/>
          </p:nvPr>
        </p:nvSpPr>
        <p:spPr>
          <a:xfrm>
            <a:off x="8317509" y="4736592"/>
            <a:ext cx="352500" cy="924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
              <a:t>‹#›</a:t>
            </a:fld>
            <a:endParaRPr/>
          </a:p>
        </p:txBody>
      </p:sp>
      <p:sp>
        <p:nvSpPr>
          <p:cNvPr id="795" name="Google Shape;795;p122"/>
          <p:cNvSpPr txBox="1"/>
          <p:nvPr>
            <p:ph idx="1" type="body"/>
          </p:nvPr>
        </p:nvSpPr>
        <p:spPr>
          <a:xfrm>
            <a:off x="473869" y="1371600"/>
            <a:ext cx="7951200" cy="3263400"/>
          </a:xfrm>
          <a:prstGeom prst="rect">
            <a:avLst/>
          </a:prstGeom>
          <a:noFill/>
          <a:ln>
            <a:noFill/>
          </a:ln>
        </p:spPr>
        <p:txBody>
          <a:bodyPr anchorCtr="0" anchor="t" bIns="0" lIns="0" spcFirstLastPara="1" rIns="0" wrap="square" tIns="0">
            <a:noAutofit/>
          </a:bodyPr>
          <a:lstStyle>
            <a:lvl1pPr indent="-228600" lvl="0" marL="457200" marR="0" algn="l">
              <a:lnSpc>
                <a:spcPct val="100000"/>
              </a:lnSpc>
              <a:spcBef>
                <a:spcPts val="800"/>
              </a:spcBef>
              <a:spcAft>
                <a:spcPts val="0"/>
              </a:spcAft>
              <a:buClr>
                <a:schemeClr val="dk1"/>
              </a:buClr>
              <a:buSzPts val="900"/>
              <a:buFont typeface="Verizon NHG TX"/>
              <a:buNone/>
              <a:defRPr b="1" i="0" sz="900" u="none" cap="none" strike="noStrike">
                <a:solidFill>
                  <a:schemeClr val="dk1"/>
                </a:solidFill>
                <a:latin typeface="Verizon NHG TX"/>
                <a:ea typeface="Verizon NHG TX"/>
                <a:cs typeface="Verizon NHG TX"/>
                <a:sym typeface="Verizon NHG TX"/>
              </a:defRPr>
            </a:lvl1pPr>
            <a:lvl2pPr indent="-228600" lvl="1" marL="914400" marR="0" algn="l">
              <a:lnSpc>
                <a:spcPct val="100000"/>
              </a:lnSpc>
              <a:spcBef>
                <a:spcPts val="400"/>
              </a:spcBef>
              <a:spcAft>
                <a:spcPts val="0"/>
              </a:spcAft>
              <a:buClr>
                <a:schemeClr val="dk1"/>
              </a:buClr>
              <a:buSzPts val="900"/>
              <a:buFont typeface="Verizon NHG TX"/>
              <a:buNone/>
              <a:defRPr b="0" i="0" sz="900" u="none" cap="none" strike="noStrike">
                <a:solidFill>
                  <a:schemeClr val="dk1"/>
                </a:solidFill>
                <a:latin typeface="Verizon NHG TX"/>
                <a:ea typeface="Verizon NHG TX"/>
                <a:cs typeface="Verizon NHG TX"/>
                <a:sym typeface="Verizon NHG TX"/>
              </a:defRPr>
            </a:lvl2pPr>
            <a:lvl3pPr indent="-285750" lvl="2" marL="13716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3pPr>
            <a:lvl4pPr indent="-285750" lvl="3" marL="18288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4pPr>
            <a:lvl5pPr indent="-285750" lvl="4" marL="2286000" marR="0" algn="l">
              <a:lnSpc>
                <a:spcPct val="10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5pPr>
            <a:lvl6pPr indent="-285750" lvl="5" marL="27432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6pPr>
            <a:lvl7pPr indent="-285750" lvl="6" marL="32004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7pPr>
            <a:lvl8pPr indent="-285750" lvl="7" marL="36576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8pPr>
            <a:lvl9pPr indent="-285750" lvl="8" marL="4114800" marR="0" algn="l">
              <a:lnSpc>
                <a:spcPct val="90000"/>
              </a:lnSpc>
              <a:spcBef>
                <a:spcPts val="400"/>
              </a:spcBef>
              <a:spcAft>
                <a:spcPts val="0"/>
              </a:spcAft>
              <a:buClr>
                <a:schemeClr val="dk1"/>
              </a:buClr>
              <a:buSzPts val="900"/>
              <a:buFont typeface="Verizon NHG TX"/>
              <a:buChar char="•"/>
              <a:defRPr b="0" i="0" sz="900" u="none" cap="none" strike="noStrike">
                <a:solidFill>
                  <a:schemeClr val="dk1"/>
                </a:solidFill>
                <a:latin typeface="Verizon NHG TX"/>
                <a:ea typeface="Verizon NHG TX"/>
                <a:cs typeface="Verizon NHG TX"/>
                <a:sym typeface="Verizon NHG TX"/>
              </a:defRPr>
            </a:lvl9pPr>
          </a:lstStyle>
          <a:p/>
        </p:txBody>
      </p:sp>
      <p:pic>
        <p:nvPicPr>
          <p:cNvPr descr="A red and black logo&#10;&#10;Description automatically generated" id="796" name="Google Shape;796;p122"/>
          <p:cNvPicPr preferRelativeResize="0"/>
          <p:nvPr/>
        </p:nvPicPr>
        <p:blipFill rotWithShape="1">
          <a:blip r:embed="rId1">
            <a:alphaModFix/>
          </a:blip>
          <a:srcRect b="0" l="0" r="0" t="0"/>
          <a:stretch/>
        </p:blipFill>
        <p:spPr>
          <a:xfrm>
            <a:off x="374904" y="4636008"/>
            <a:ext cx="850390" cy="34783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3" r:id="rId39"/>
    <p:sldLayoutId id="2147483804" r:id="rId40"/>
    <p:sldLayoutId id="2147483805" r:id="rId41"/>
    <p:sldLayoutId id="2147483806" r:id="rId42"/>
    <p:sldLayoutId id="2147483807" r:id="rId43"/>
    <p:sldLayoutId id="2147483808" r:id="rId44"/>
    <p:sldLayoutId id="2147483809" r:id="rId45"/>
    <p:sldLayoutId id="2147483810"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584">
          <p15:clr>
            <a:srgbClr val="C35EA4"/>
          </p15:clr>
        </p15:guide>
        <p15:guide id="2" pos="659">
          <p15:clr>
            <a:srgbClr val="C35EA4"/>
          </p15:clr>
        </p15:guide>
        <p15:guide id="3" pos="734">
          <p15:clr>
            <a:srgbClr val="C35EA4"/>
          </p15:clr>
        </p15:guide>
        <p15:guide id="4" pos="1098">
          <p15:clr>
            <a:srgbClr val="C35EA4"/>
          </p15:clr>
        </p15:guide>
        <p15:guide id="5" pos="1170">
          <p15:clr>
            <a:srgbClr val="C35EA4"/>
          </p15:clr>
        </p15:guide>
        <p15:guide id="6" pos="1530">
          <p15:clr>
            <a:srgbClr val="C35EA4"/>
          </p15:clr>
        </p15:guide>
        <p15:guide id="7" pos="1609">
          <p15:clr>
            <a:srgbClr val="C35EA4"/>
          </p15:clr>
        </p15:guide>
        <p15:guide id="8" pos="1966">
          <p15:clr>
            <a:srgbClr val="C35EA4"/>
          </p15:clr>
        </p15:guide>
        <p15:guide id="9" pos="2041">
          <p15:clr>
            <a:srgbClr val="C35EA4"/>
          </p15:clr>
        </p15:guide>
        <p15:guide id="10" pos="2405">
          <p15:clr>
            <a:srgbClr val="C35EA4"/>
          </p15:clr>
        </p15:guide>
        <p15:guide id="11" pos="2480">
          <p15:clr>
            <a:srgbClr val="C35EA4"/>
          </p15:clr>
        </p15:guide>
        <p15:guide id="12" orient="horz" pos="1656">
          <p15:clr>
            <a:srgbClr val="C35EA4"/>
          </p15:clr>
        </p15:guide>
        <p15:guide id="13" pos="2848">
          <p15:clr>
            <a:srgbClr val="C35EA4"/>
          </p15:clr>
        </p15:guide>
        <p15:guide id="14" pos="2915">
          <p15:clr>
            <a:srgbClr val="C35EA4"/>
          </p15:clr>
        </p15:guide>
        <p15:guide id="15" pos="3280">
          <p15:clr>
            <a:srgbClr val="C35EA4"/>
          </p15:clr>
        </p15:guide>
        <p15:guide id="16" pos="3352">
          <p15:clr>
            <a:srgbClr val="C35EA4"/>
          </p15:clr>
        </p15:guide>
        <p15:guide id="17" pos="3715">
          <p15:clr>
            <a:srgbClr val="C35EA4"/>
          </p15:clr>
        </p15:guide>
        <p15:guide id="18" pos="3787">
          <p15:clr>
            <a:srgbClr val="C35EA4"/>
          </p15:clr>
        </p15:guide>
        <p15:guide id="19" pos="4151">
          <p15:clr>
            <a:srgbClr val="C35EA4"/>
          </p15:clr>
        </p15:guide>
        <p15:guide id="20" pos="4223">
          <p15:clr>
            <a:srgbClr val="C35EA4"/>
          </p15:clr>
        </p15:guide>
        <p15:guide id="21" pos="4583">
          <p15:clr>
            <a:srgbClr val="C35EA4"/>
          </p15:clr>
        </p15:guide>
        <p15:guide id="22" pos="4658">
          <p15:clr>
            <a:srgbClr val="C35EA4"/>
          </p15:clr>
        </p15:guide>
        <p15:guide id="23" pos="5026">
          <p15:clr>
            <a:srgbClr val="C35EA4"/>
          </p15:clr>
        </p15:guide>
        <p15:guide id="24" pos="5094">
          <p15:clr>
            <a:srgbClr val="C35EA4"/>
          </p15:clr>
        </p15:guide>
        <p15:guide id="25" orient="horz" pos="1202">
          <p15:clr>
            <a:srgbClr val="C35EA4"/>
          </p15:clr>
        </p15:guide>
        <p15:guide id="26" orient="horz" pos="1130">
          <p15:clr>
            <a:srgbClr val="C35EA4"/>
          </p15:clr>
        </p15:guide>
        <p15:guide id="27" orient="horz" pos="749">
          <p15:clr>
            <a:srgbClr val="C35EA4"/>
          </p15:clr>
        </p15:guide>
        <p15:guide id="28" orient="horz" pos="677">
          <p15:clr>
            <a:srgbClr val="C35EA4"/>
          </p15:clr>
        </p15:guide>
        <p15:guide id="29" orient="horz" pos="2038">
          <p15:clr>
            <a:srgbClr val="C35EA4"/>
          </p15:clr>
        </p15:guide>
        <p15:guide id="30" orient="horz" pos="2110">
          <p15:clr>
            <a:srgbClr val="C35EA4"/>
          </p15:clr>
        </p15:guide>
        <p15:guide id="31" orient="horz" pos="2484">
          <p15:clr>
            <a:srgbClr val="C35EA4"/>
          </p15:clr>
        </p15:guide>
        <p15:guide id="32" orient="horz" pos="2560">
          <p15:clr>
            <a:srgbClr val="C35EA4"/>
          </p15:clr>
        </p15:guide>
        <p15:guide id="33" orient="horz" pos="295">
          <p15:clr>
            <a:srgbClr val="5ACBF0"/>
          </p15:clr>
        </p15:guide>
        <p15:guide id="34" orient="horz" pos="2938">
          <p15:clr>
            <a:srgbClr val="5ACBF0"/>
          </p15:clr>
        </p15:guide>
        <p15:guide id="35" pos="299">
          <p15:clr>
            <a:srgbClr val="5ACBF0"/>
          </p15:clr>
        </p15:guide>
        <p15:guide id="36" pos="546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 Id="rId3" Type="http://schemas.openxmlformats.org/officeDocument/2006/relationships/image" Target="../media/image20.jpg"/><Relationship Id="rId4" Type="http://schemas.openxmlformats.org/officeDocument/2006/relationships/image" Target="../media/image22.png"/><Relationship Id="rId5" Type="http://schemas.openxmlformats.org/officeDocument/2006/relationships/image" Target="../media/image35.png"/><Relationship Id="rId6" Type="http://schemas.openxmlformats.org/officeDocument/2006/relationships/image" Target="../media/image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34.png"/><Relationship Id="rId7" Type="http://schemas.openxmlformats.org/officeDocument/2006/relationships/image" Target="../media/image27.png"/><Relationship Id="rId8"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16.xml"/><Relationship Id="rId3" Type="http://schemas.openxmlformats.org/officeDocument/2006/relationships/image" Target="../media/image26.png"/><Relationship Id="rId4" Type="http://schemas.openxmlformats.org/officeDocument/2006/relationships/image" Target="../media/image31.png"/><Relationship Id="rId9" Type="http://schemas.openxmlformats.org/officeDocument/2006/relationships/image" Target="../media/image32.png"/><Relationship Id="rId5" Type="http://schemas.openxmlformats.org/officeDocument/2006/relationships/image" Target="../media/image30.png"/><Relationship Id="rId6" Type="http://schemas.openxmlformats.org/officeDocument/2006/relationships/image" Target="../media/image34.png"/><Relationship Id="rId7" Type="http://schemas.openxmlformats.org/officeDocument/2006/relationships/image" Target="../media/image27.png"/><Relationship Id="rId8"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0.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8"/>
          <p:cNvSpPr txBox="1"/>
          <p:nvPr>
            <p:ph type="title"/>
          </p:nvPr>
        </p:nvSpPr>
        <p:spPr>
          <a:xfrm>
            <a:off x="457200" y="3349229"/>
            <a:ext cx="5424600" cy="13146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5000"/>
              <a:buNone/>
            </a:pPr>
            <a:r>
              <a:rPr lang="en" sz="3300"/>
              <a:t>VDS </a:t>
            </a:r>
            <a:br>
              <a:rPr lang="en" sz="3300"/>
            </a:br>
            <a:r>
              <a:rPr lang="en" sz="3300"/>
              <a:t>Conversational Expansion</a:t>
            </a:r>
            <a:endParaRPr sz="3300"/>
          </a:p>
        </p:txBody>
      </p:sp>
      <p:sp>
        <p:nvSpPr>
          <p:cNvPr id="1088" name="Google Shape;1088;p168"/>
          <p:cNvSpPr txBox="1"/>
          <p:nvPr>
            <p:ph idx="1" type="body"/>
          </p:nvPr>
        </p:nvSpPr>
        <p:spPr>
          <a:xfrm>
            <a:off x="6417581" y="3406500"/>
            <a:ext cx="2253000" cy="587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1800"/>
              <a:buNone/>
            </a:pPr>
            <a:r>
              <a:rPr lang="en"/>
              <a:t>Andrew Pendleton</a:t>
            </a:r>
            <a:endParaRPr/>
          </a:p>
          <a:p>
            <a:pPr indent="0" lvl="0" marL="0" rtl="0" algn="l">
              <a:lnSpc>
                <a:spcPct val="90000"/>
              </a:lnSpc>
              <a:spcBef>
                <a:spcPts val="0"/>
              </a:spcBef>
              <a:spcAft>
                <a:spcPts val="0"/>
              </a:spcAft>
              <a:buSzPts val="1800"/>
              <a:buNone/>
            </a:pPr>
            <a:r>
              <a:rPr lang="en"/>
              <a:t>CX Design Systems</a:t>
            </a:r>
            <a:endParaRPr/>
          </a:p>
          <a:p>
            <a:pPr indent="0" lvl="0" marL="0" rtl="0" algn="l">
              <a:lnSpc>
                <a:spcPct val="90000"/>
              </a:lnSpc>
              <a:spcBef>
                <a:spcPts val="0"/>
              </a:spcBef>
              <a:spcAft>
                <a:spcPts val="0"/>
              </a:spcAft>
              <a:buSzPts val="1800"/>
              <a:buNone/>
            </a:pPr>
            <a:r>
              <a:t/>
            </a:r>
            <a:endParaRPr/>
          </a:p>
        </p:txBody>
      </p:sp>
      <p:sp>
        <p:nvSpPr>
          <p:cNvPr id="1089" name="Google Shape;1089;p168"/>
          <p:cNvSpPr txBox="1"/>
          <p:nvPr>
            <p:ph type="title"/>
          </p:nvPr>
        </p:nvSpPr>
        <p:spPr>
          <a:xfrm>
            <a:off x="3257550" y="491733"/>
            <a:ext cx="5424600" cy="697200"/>
          </a:xfrm>
          <a:prstGeom prst="rect">
            <a:avLst/>
          </a:prstGeom>
          <a:noFill/>
          <a:ln>
            <a:noFill/>
          </a:ln>
        </p:spPr>
        <p:txBody>
          <a:bodyPr anchorCtr="0" anchor="t" bIns="0" lIns="0" spcFirstLastPara="1" rIns="0" wrap="square" tIns="0">
            <a:noAutofit/>
          </a:bodyPr>
          <a:lstStyle/>
          <a:p>
            <a:pPr indent="0" lvl="0" marL="0" rtl="0" algn="r">
              <a:lnSpc>
                <a:spcPct val="90000"/>
              </a:lnSpc>
              <a:spcBef>
                <a:spcPts val="0"/>
              </a:spcBef>
              <a:spcAft>
                <a:spcPts val="0"/>
              </a:spcAft>
              <a:buSzPts val="5000"/>
              <a:buNone/>
            </a:pPr>
            <a:r>
              <a:rPr lang="en">
                <a:solidFill>
                  <a:srgbClr val="F8FF3C"/>
                </a:solidFill>
              </a:rPr>
              <a:t>Master Artifact</a:t>
            </a:r>
            <a:endParaRPr>
              <a:solidFill>
                <a:srgbClr val="F8FF3C"/>
              </a:solidFill>
            </a:endParaRPr>
          </a:p>
        </p:txBody>
      </p:sp>
      <p:sp>
        <p:nvSpPr>
          <p:cNvPr id="1090" name="Google Shape;1090;p168"/>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dk1"/>
                </a:solidFill>
                <a:latin typeface="Verizon NHG TX"/>
                <a:ea typeface="Verizon NHG TX"/>
                <a:cs typeface="Verizon NHG TX"/>
                <a:sym typeface="Verizon NHG TX"/>
              </a:rPr>
              <a:t>Core Product</a:t>
            </a:r>
            <a:endParaRPr b="0" i="0" sz="900" u="none" cap="none" strike="noStrike">
              <a:solidFill>
                <a:schemeClr val="dk1"/>
              </a:solidFill>
              <a:latin typeface="Verizon NHG TX"/>
              <a:ea typeface="Verizon NHG TX"/>
              <a:cs typeface="Verizon NHG TX"/>
              <a:sym typeface="Verizon NHG TX"/>
            </a:endParaRPr>
          </a:p>
        </p:txBody>
      </p:sp>
      <p:sp>
        <p:nvSpPr>
          <p:cNvPr id="1091" name="Google Shape;1091;p168"/>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chemeClr val="lt2"/>
                </a:solidFill>
                <a:latin typeface="Verizon NHG TX"/>
                <a:ea typeface="Verizon NHG TX"/>
                <a:cs typeface="Verizon NHG TX"/>
                <a:sym typeface="Verizon NHG TX"/>
              </a:rPr>
              <a:t>Project</a:t>
            </a:r>
            <a:endParaRPr b="0" i="0" sz="900" u="none" cap="none" strike="noStrike">
              <a:solidFill>
                <a:schemeClr val="lt2"/>
              </a:solidFill>
              <a:latin typeface="Verizon NHG TX"/>
              <a:ea typeface="Verizon NHG TX"/>
              <a:cs typeface="Verizon NHG TX"/>
              <a:sym typeface="Verizon NHG TX"/>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6" name="Shape 1096"/>
        <p:cNvGrpSpPr/>
        <p:nvPr/>
      </p:nvGrpSpPr>
      <p:grpSpPr>
        <a:xfrm>
          <a:off x="0" y="0"/>
          <a:ext cx="0" cy="0"/>
          <a:chOff x="0" y="0"/>
          <a:chExt cx="0" cy="0"/>
        </a:xfrm>
      </p:grpSpPr>
      <p:sp>
        <p:nvSpPr>
          <p:cNvPr id="1097" name="Google Shape;1097;p169"/>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098" name="Google Shape;1098;p169"/>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099" name="Google Shape;1099;p169"/>
          <p:cNvSpPr txBox="1"/>
          <p:nvPr>
            <p:ph idx="4294967295" type="body"/>
          </p:nvPr>
        </p:nvSpPr>
        <p:spPr>
          <a:xfrm>
            <a:off x="228601" y="2286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Verizon Design Systems</a:t>
            </a:r>
            <a:endParaRPr b="0"/>
          </a:p>
        </p:txBody>
      </p:sp>
      <p:sp>
        <p:nvSpPr>
          <p:cNvPr id="1100" name="Google Shape;1100;p169"/>
          <p:cNvSpPr txBox="1"/>
          <p:nvPr/>
        </p:nvSpPr>
        <p:spPr>
          <a:xfrm>
            <a:off x="228600" y="3592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Executive Summary</a:t>
            </a:r>
            <a:r>
              <a:rPr b="1" lang="en" sz="2100">
                <a:latin typeface="Verizon NHG DS"/>
                <a:ea typeface="Verizon NHG DS"/>
                <a:cs typeface="Verizon NHG DS"/>
                <a:sym typeface="Verizon NHG DS"/>
              </a:rPr>
              <a:t> | </a:t>
            </a:r>
            <a:r>
              <a:rPr b="1" lang="en" sz="2100">
                <a:solidFill>
                  <a:srgbClr val="EE001E"/>
                </a:solidFill>
                <a:latin typeface="Verizon NHG DS"/>
                <a:ea typeface="Verizon NHG DS"/>
                <a:cs typeface="Verizon NHG DS"/>
                <a:sym typeface="Verizon NHG DS"/>
              </a:rPr>
              <a:t>Conversational Expansion</a:t>
            </a:r>
            <a:endParaRPr b="1" sz="2100">
              <a:solidFill>
                <a:srgbClr val="EE001E"/>
              </a:solidFill>
              <a:latin typeface="Verizon NHG DS"/>
              <a:ea typeface="Verizon NHG DS"/>
              <a:cs typeface="Verizon NHG DS"/>
              <a:sym typeface="Verizon NHG DS"/>
            </a:endParaRPr>
          </a:p>
        </p:txBody>
      </p:sp>
      <p:grpSp>
        <p:nvGrpSpPr>
          <p:cNvPr id="1101" name="Google Shape;1101;p169"/>
          <p:cNvGrpSpPr/>
          <p:nvPr/>
        </p:nvGrpSpPr>
        <p:grpSpPr>
          <a:xfrm>
            <a:off x="128569" y="1008713"/>
            <a:ext cx="3555300" cy="4001175"/>
            <a:chOff x="171425" y="1344950"/>
            <a:chExt cx="4740400" cy="5334900"/>
          </a:xfrm>
        </p:grpSpPr>
        <p:sp>
          <p:nvSpPr>
            <p:cNvPr id="1102" name="Google Shape;1102;p169"/>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03" name="Google Shape;1103;p169"/>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104" name="Google Shape;1104;p169"/>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sp>
          <p:nvSpPr>
            <p:cNvPr id="1105" name="Google Shape;1105;p169"/>
            <p:cNvSpPr txBox="1"/>
            <p:nvPr/>
          </p:nvSpPr>
          <p:spPr>
            <a:xfrm>
              <a:off x="978800" y="1949761"/>
              <a:ext cx="3919800" cy="11922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800">
                  <a:solidFill>
                    <a:schemeClr val="dk1"/>
                  </a:solidFill>
                  <a:latin typeface="Verizon NHG TX"/>
                  <a:ea typeface="Verizon NHG TX"/>
                  <a:cs typeface="Verizon NHG TX"/>
                  <a:sym typeface="Verizon NHG TX"/>
                </a:rPr>
                <a:t>VDS will take the lead in developing and delivering a comprehensive suite of coded UI components based on the existing VDS Conversational Expansion Pack [CONV]. This means production-ready, VDS-quality assets for all screen-based Assistant UIs, ensuring teams can build fast and consistently, with a planned handoff to the Conversational Dev team for long-term ownership.</a:t>
              </a:r>
              <a:endParaRPr sz="800">
                <a:solidFill>
                  <a:schemeClr val="dk1"/>
                </a:solidFill>
                <a:latin typeface="Verizon NHG TX"/>
                <a:ea typeface="Verizon NHG TX"/>
                <a:cs typeface="Verizon NHG TX"/>
                <a:sym typeface="Verizon NHG TX"/>
              </a:endParaRPr>
            </a:p>
          </p:txBody>
        </p:sp>
        <p:cxnSp>
          <p:nvCxnSpPr>
            <p:cNvPr id="1106" name="Google Shape;1106;p169"/>
            <p:cNvCxnSpPr/>
            <p:nvPr/>
          </p:nvCxnSpPr>
          <p:spPr>
            <a:xfrm>
              <a:off x="171425" y="33447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107" name="Google Shape;1107;p169"/>
            <p:cNvGrpSpPr/>
            <p:nvPr/>
          </p:nvGrpSpPr>
          <p:grpSpPr>
            <a:xfrm>
              <a:off x="978796" y="3512288"/>
              <a:ext cx="3919804" cy="537187"/>
              <a:chOff x="978796" y="3131288"/>
              <a:chExt cx="3919804" cy="537187"/>
            </a:xfrm>
          </p:grpSpPr>
          <p:sp>
            <p:nvSpPr>
              <p:cNvPr id="1108" name="Google Shape;1108;p169"/>
              <p:cNvSpPr txBox="1"/>
              <p:nvPr/>
            </p:nvSpPr>
            <p:spPr>
              <a:xfrm>
                <a:off x="978800" y="33606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Teams building Verizon Assistant screen experiences will get a massive upgrade. Developers gain access to robust, pre-built VDS components, slashing development time and ensuring consistency with design specs. Designers will see their vision for conversational UI flawlessly executed, enabling everyone to focus on innovation and user flow excellence.</a:t>
                </a:r>
                <a:endParaRPr sz="800">
                  <a:solidFill>
                    <a:schemeClr val="dk1"/>
                  </a:solidFill>
                  <a:latin typeface="Verizon NHG TX"/>
                  <a:ea typeface="Verizon NHG TX"/>
                  <a:cs typeface="Verizon NHG TX"/>
                  <a:sym typeface="Verizon NHG TX"/>
                </a:endParaRPr>
              </a:p>
            </p:txBody>
          </p:sp>
          <p:sp>
            <p:nvSpPr>
              <p:cNvPr id="1109" name="Google Shape;1109;p169"/>
              <p:cNvSpPr txBox="1"/>
              <p:nvPr/>
            </p:nvSpPr>
            <p:spPr>
              <a:xfrm>
                <a:off x="978796" y="31312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Customer Impact</a:t>
                </a:r>
                <a:endParaRPr b="1" sz="1100">
                  <a:solidFill>
                    <a:schemeClr val="dk1"/>
                  </a:solidFill>
                  <a:latin typeface="Verizon NHG TX"/>
                  <a:ea typeface="Verizon NHG TX"/>
                  <a:cs typeface="Verizon NHG TX"/>
                  <a:sym typeface="Verizon NHG TX"/>
                </a:endParaRPr>
              </a:p>
            </p:txBody>
          </p:sp>
        </p:grpSp>
        <p:sp>
          <p:nvSpPr>
            <p:cNvPr id="1110" name="Google Shape;1110;p169"/>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111" name="Google Shape;1111;p169"/>
            <p:cNvSpPr txBox="1"/>
            <p:nvPr/>
          </p:nvSpPr>
          <p:spPr>
            <a:xfrm>
              <a:off x="324350" y="3513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grpSp>
          <p:nvGrpSpPr>
            <p:cNvPr id="1112" name="Google Shape;1112;p169"/>
            <p:cNvGrpSpPr/>
            <p:nvPr/>
          </p:nvGrpSpPr>
          <p:grpSpPr>
            <a:xfrm>
              <a:off x="978796" y="5159003"/>
              <a:ext cx="3919804" cy="566572"/>
              <a:chOff x="978796" y="3863603"/>
              <a:chExt cx="3919804" cy="566572"/>
            </a:xfrm>
          </p:grpSpPr>
          <p:sp>
            <p:nvSpPr>
              <p:cNvPr id="1113" name="Google Shape;1113;p169"/>
              <p:cNvSpPr txBox="1"/>
              <p:nvPr/>
            </p:nvSpPr>
            <p:spPr>
              <a:xfrm>
                <a:off x="978800" y="40914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800">
                    <a:solidFill>
                      <a:schemeClr val="dk1"/>
                    </a:solidFill>
                    <a:latin typeface="Verizon NHG TX"/>
                    <a:ea typeface="Verizon NHG TX"/>
                    <a:cs typeface="Verizon NHG TX"/>
                    <a:sym typeface="Verizon NHG TX"/>
                  </a:rPr>
                  <a:t>This investment will transform our Verizon Assistant into a consistently premium and engaging brand touchpoint on all screens. Expect faster deployment of new Assistant features, improved customer interaction quality, and significant development efficiencies. This solidifies Verizon's voice, enhances user trust, and boosts the ROI of our conversational AI strategy</a:t>
                </a:r>
                <a:endParaRPr sz="800">
                  <a:solidFill>
                    <a:schemeClr val="dk1"/>
                  </a:solidFill>
                  <a:latin typeface="Verizon NHG TX"/>
                  <a:ea typeface="Verizon NHG TX"/>
                  <a:cs typeface="Verizon NHG TX"/>
                  <a:sym typeface="Verizon NHG TX"/>
                </a:endParaRPr>
              </a:p>
            </p:txBody>
          </p:sp>
          <p:sp>
            <p:nvSpPr>
              <p:cNvPr id="1114" name="Google Shape;1114;p169"/>
              <p:cNvSpPr txBox="1"/>
              <p:nvPr/>
            </p:nvSpPr>
            <p:spPr>
              <a:xfrm>
                <a:off x="978796" y="38636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Business Impact</a:t>
                </a:r>
                <a:endParaRPr b="1" sz="1100">
                  <a:solidFill>
                    <a:schemeClr val="dk1"/>
                  </a:solidFill>
                  <a:latin typeface="Verizon NHG TX"/>
                  <a:ea typeface="Verizon NHG TX"/>
                  <a:cs typeface="Verizon NHG TX"/>
                  <a:sym typeface="Verizon NHG TX"/>
                </a:endParaRPr>
              </a:p>
            </p:txBody>
          </p:sp>
        </p:grpSp>
        <p:sp>
          <p:nvSpPr>
            <p:cNvPr id="1115" name="Google Shape;1115;p169"/>
            <p:cNvSpPr txBox="1"/>
            <p:nvPr/>
          </p:nvSpPr>
          <p:spPr>
            <a:xfrm>
              <a:off x="324350" y="51801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cxnSp>
          <p:nvCxnSpPr>
            <p:cNvPr id="1116" name="Google Shape;1116;p169"/>
            <p:cNvCxnSpPr/>
            <p:nvPr/>
          </p:nvCxnSpPr>
          <p:spPr>
            <a:xfrm>
              <a:off x="171425" y="50211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117" name="Google Shape;1117;p169"/>
          <p:cNvSpPr/>
          <p:nvPr/>
        </p:nvSpPr>
        <p:spPr>
          <a:xfrm>
            <a:off x="3790275" y="1008713"/>
            <a:ext cx="33228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18" name="Google Shape;1118;p169"/>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North Star</a:t>
            </a:r>
            <a:endParaRPr sz="1200">
              <a:solidFill>
                <a:schemeClr val="dk1"/>
              </a:solidFill>
              <a:latin typeface="Verizon NHG DS"/>
              <a:ea typeface="Verizon NHG DS"/>
              <a:cs typeface="Verizon NHG DS"/>
              <a:sym typeface="Verizon NHG DS"/>
            </a:endParaRPr>
          </a:p>
        </p:txBody>
      </p:sp>
      <p:cxnSp>
        <p:nvCxnSpPr>
          <p:cNvPr id="1119" name="Google Shape;1119;p169"/>
          <p:cNvCxnSpPr/>
          <p:nvPr/>
        </p:nvCxnSpPr>
        <p:spPr>
          <a:xfrm>
            <a:off x="3790275" y="1338488"/>
            <a:ext cx="3334800" cy="0"/>
          </a:xfrm>
          <a:prstGeom prst="straightConnector1">
            <a:avLst/>
          </a:prstGeom>
          <a:noFill/>
          <a:ln cap="flat" cmpd="sng" w="9525">
            <a:solidFill>
              <a:srgbClr val="EE001E"/>
            </a:solidFill>
            <a:prstDash val="solid"/>
            <a:miter lim="800000"/>
            <a:headEnd len="sm" w="sm" type="none"/>
            <a:tailEnd len="sm" w="sm" type="none"/>
          </a:ln>
        </p:spPr>
      </p:cxnSp>
      <p:grpSp>
        <p:nvGrpSpPr>
          <p:cNvPr id="1120" name="Google Shape;1120;p169"/>
          <p:cNvGrpSpPr/>
          <p:nvPr/>
        </p:nvGrpSpPr>
        <p:grpSpPr>
          <a:xfrm>
            <a:off x="6411375" y="2847169"/>
            <a:ext cx="2601225" cy="2162700"/>
            <a:chOff x="8548500" y="3796225"/>
            <a:chExt cx="3468300" cy="2883600"/>
          </a:xfrm>
        </p:grpSpPr>
        <p:sp>
          <p:nvSpPr>
            <p:cNvPr id="1121" name="Google Shape;1121;p169"/>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22" name="Google Shape;1122;p169"/>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123" name="Google Shape;1123;p169"/>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P*Q</a:t>
              </a:r>
              <a:endParaRPr sz="1200">
                <a:solidFill>
                  <a:schemeClr val="dk1"/>
                </a:solidFill>
                <a:latin typeface="Verizon NHG DS"/>
                <a:ea typeface="Verizon NHG DS"/>
                <a:cs typeface="Verizon NHG DS"/>
                <a:sym typeface="Verizon NHG DS"/>
              </a:endParaRPr>
            </a:p>
          </p:txBody>
        </p:sp>
        <p:sp>
          <p:nvSpPr>
            <p:cNvPr id="1124" name="Google Shape;1124;p169"/>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125" name="Google Shape;1125;p169"/>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126" name="Google Shape;1126;p169"/>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127" name="Google Shape;1127;p169"/>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128" name="Google Shape;1128;p169"/>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129" name="Google Shape;1129;p169"/>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$TBDM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130" name="Google Shape;1130;p169"/>
          <p:cNvSpPr/>
          <p:nvPr/>
        </p:nvSpPr>
        <p:spPr>
          <a:xfrm>
            <a:off x="7185625" y="1008721"/>
            <a:ext cx="1821000" cy="11934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1" name="Google Shape;1131;p169"/>
          <p:cNvSpPr txBox="1"/>
          <p:nvPr/>
        </p:nvSpPr>
        <p:spPr>
          <a:xfrm>
            <a:off x="7224927" y="1075800"/>
            <a:ext cx="15795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Leads</a:t>
            </a:r>
            <a:endParaRPr sz="1200">
              <a:solidFill>
                <a:schemeClr val="dk1"/>
              </a:solidFill>
              <a:latin typeface="Verizon NHG DS"/>
              <a:ea typeface="Verizon NHG DS"/>
              <a:cs typeface="Verizon NHG DS"/>
              <a:sym typeface="Verizon NHG DS"/>
            </a:endParaRPr>
          </a:p>
        </p:txBody>
      </p:sp>
      <p:cxnSp>
        <p:nvCxnSpPr>
          <p:cNvPr id="1132" name="Google Shape;1132;p169"/>
          <p:cNvCxnSpPr/>
          <p:nvPr/>
        </p:nvCxnSpPr>
        <p:spPr>
          <a:xfrm>
            <a:off x="7180256" y="1333706"/>
            <a:ext cx="1832100" cy="4800"/>
          </a:xfrm>
          <a:prstGeom prst="straightConnector1">
            <a:avLst/>
          </a:prstGeom>
          <a:noFill/>
          <a:ln cap="flat" cmpd="sng" w="9525">
            <a:solidFill>
              <a:srgbClr val="EE001E"/>
            </a:solidFill>
            <a:prstDash val="solid"/>
            <a:miter lim="800000"/>
            <a:headEnd len="sm" w="sm" type="none"/>
            <a:tailEnd len="sm" w="sm" type="none"/>
          </a:ln>
        </p:spPr>
      </p:cxnSp>
      <p:grpSp>
        <p:nvGrpSpPr>
          <p:cNvPr id="1133" name="Google Shape;1133;p169"/>
          <p:cNvGrpSpPr/>
          <p:nvPr/>
        </p:nvGrpSpPr>
        <p:grpSpPr>
          <a:xfrm>
            <a:off x="3790275" y="2847169"/>
            <a:ext cx="2519006" cy="2162700"/>
            <a:chOff x="5053700" y="3796225"/>
            <a:chExt cx="3358675" cy="2883600"/>
          </a:xfrm>
        </p:grpSpPr>
        <p:sp>
          <p:nvSpPr>
            <p:cNvPr id="1134" name="Google Shape;1134;p169"/>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135" name="Google Shape;1135;p169"/>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KPIs Impacted</a:t>
              </a:r>
              <a:endParaRPr sz="1200">
                <a:solidFill>
                  <a:schemeClr val="dk1"/>
                </a:solidFill>
                <a:latin typeface="Verizon NHG DS"/>
                <a:ea typeface="Verizon NHG DS"/>
                <a:cs typeface="Verizon NHG DS"/>
                <a:sym typeface="Verizon NHG DS"/>
              </a:endParaRPr>
            </a:p>
          </p:txBody>
        </p:sp>
        <p:cxnSp>
          <p:nvCxnSpPr>
            <p:cNvPr id="1136" name="Google Shape;1136;p169"/>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grpSp>
      <p:sp>
        <p:nvSpPr>
          <p:cNvPr id="1137" name="Google Shape;1137;p169"/>
          <p:cNvSpPr txBox="1"/>
          <p:nvPr/>
        </p:nvSpPr>
        <p:spPr>
          <a:xfrm>
            <a:off x="3877350" y="1506875"/>
            <a:ext cx="3118500" cy="207600"/>
          </a:xfrm>
          <a:prstGeom prst="rect">
            <a:avLst/>
          </a:prstGeom>
          <a:noFill/>
          <a:ln>
            <a:noFill/>
          </a:ln>
        </p:spPr>
        <p:txBody>
          <a:bodyPr anchorCtr="0" anchor="t" bIns="34275" lIns="0" spcFirstLastPara="1" rIns="0" wrap="square" tIns="34275">
            <a:noAutofit/>
          </a:bodyPr>
          <a:lstStyle/>
          <a:p>
            <a:pPr indent="0" lvl="0" marL="0" rtl="0" algn="l">
              <a:spcBef>
                <a:spcPts val="400"/>
              </a:spcBef>
              <a:spcAft>
                <a:spcPts val="600"/>
              </a:spcAft>
              <a:buClr>
                <a:schemeClr val="dk1"/>
              </a:buClr>
              <a:buSzPts val="800"/>
              <a:buFont typeface="Arial"/>
              <a:buNone/>
            </a:pPr>
            <a:r>
              <a:rPr lang="en" sz="900">
                <a:solidFill>
                  <a:schemeClr val="dk1"/>
                </a:solidFill>
                <a:latin typeface="Verizon NHG TX"/>
                <a:ea typeface="Verizon NHG TX"/>
                <a:cs typeface="Verizon NHG TX"/>
                <a:sym typeface="Verizon NHG TX"/>
              </a:rPr>
              <a:t>We’d like to empower every screen-based Verizon Assistant interaction with unparalleled quality and consistency. This initiative will deliver a VDS-developed component library that ensures our conversational UI is not just functional, but a truly seamless, on-brand, and delightful experience for customers on any device—mobile, tablet, or desktop.</a:t>
            </a:r>
            <a:endParaRPr sz="800">
              <a:solidFill>
                <a:schemeClr val="dk1"/>
              </a:solidFill>
              <a:latin typeface="Verizon NHG TX"/>
              <a:ea typeface="Verizon NHG TX"/>
              <a:cs typeface="Verizon NHG TX"/>
              <a:sym typeface="Verizon NHG TX"/>
            </a:endParaRPr>
          </a:p>
        </p:txBody>
      </p:sp>
      <p:sp>
        <p:nvSpPr>
          <p:cNvPr id="1138" name="Google Shape;1138;p169"/>
          <p:cNvSpPr txBox="1"/>
          <p:nvPr/>
        </p:nvSpPr>
        <p:spPr>
          <a:xfrm>
            <a:off x="7180256" y="1435050"/>
            <a:ext cx="1821000" cy="7341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Workstream Lead</a:t>
            </a:r>
            <a:endParaRPr sz="8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t/>
            </a:r>
            <a:endParaRPr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b="1" lang="en" sz="900">
                <a:solidFill>
                  <a:schemeClr val="dk1"/>
                </a:solidFill>
                <a:latin typeface="Verizon NHG TX"/>
                <a:ea typeface="Verizon NHG TX"/>
                <a:cs typeface="Verizon NHG TX"/>
                <a:sym typeface="Verizon NHG TX"/>
              </a:rPr>
              <a:t>Andrew Pendleton</a:t>
            </a:r>
            <a:endParaRPr b="1" sz="900">
              <a:solidFill>
                <a:schemeClr val="dk1"/>
              </a:solidFill>
              <a:latin typeface="Verizon NHG TX"/>
              <a:ea typeface="Verizon NHG TX"/>
              <a:cs typeface="Verizon NHG TX"/>
              <a:sym typeface="Verizon NHG TX"/>
            </a:endParaRPr>
          </a:p>
          <a:p>
            <a:pPr indent="0" lvl="0" marL="0" rtl="0" algn="l">
              <a:lnSpc>
                <a:spcPct val="90000"/>
              </a:lnSpc>
              <a:spcBef>
                <a:spcPts val="0"/>
              </a:spcBef>
              <a:spcAft>
                <a:spcPts val="0"/>
              </a:spcAft>
              <a:buNone/>
            </a:pPr>
            <a:r>
              <a:rPr lang="en" sz="800">
                <a:solidFill>
                  <a:schemeClr val="dk1"/>
                </a:solidFill>
                <a:latin typeface="Verizon NHG TX"/>
                <a:ea typeface="Verizon NHG TX"/>
                <a:cs typeface="Verizon NHG TX"/>
                <a:sym typeface="Verizon NHG TX"/>
              </a:rPr>
              <a:t>Initiative Lead</a:t>
            </a:r>
            <a:endParaRPr sz="500">
              <a:latin typeface="Verizon NHG TX"/>
              <a:ea typeface="Verizon NHG TX"/>
              <a:cs typeface="Verizon NHG TX"/>
              <a:sym typeface="Verizon NHG TX"/>
            </a:endParaRPr>
          </a:p>
        </p:txBody>
      </p:sp>
      <p:sp>
        <p:nvSpPr>
          <p:cNvPr id="1139" name="Google Shape;1139;p169"/>
          <p:cNvSpPr/>
          <p:nvPr/>
        </p:nvSpPr>
        <p:spPr>
          <a:xfrm>
            <a:off x="5118037" y="3588749"/>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Digital Interaction Score</a:t>
            </a:r>
            <a:endParaRPr sz="1000">
              <a:solidFill>
                <a:srgbClr val="FFFFFF"/>
              </a:solidFill>
              <a:latin typeface="Verizon NHG TX"/>
              <a:ea typeface="Verizon NHG TX"/>
              <a:cs typeface="Verizon NHG TX"/>
              <a:sym typeface="Verizon NHG TX"/>
            </a:endParaRPr>
          </a:p>
        </p:txBody>
      </p:sp>
      <p:sp>
        <p:nvSpPr>
          <p:cNvPr id="1140" name="Google Shape;1140;p169"/>
          <p:cNvSpPr/>
          <p:nvPr/>
        </p:nvSpPr>
        <p:spPr>
          <a:xfrm>
            <a:off x="3931075" y="3588740"/>
            <a:ext cx="10575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Customer Satisfaction</a:t>
            </a:r>
            <a:endParaRPr sz="1000">
              <a:solidFill>
                <a:srgbClr val="FFFFFF"/>
              </a:solidFill>
              <a:latin typeface="Verizon NHG TX"/>
              <a:ea typeface="Verizon NHG TX"/>
              <a:cs typeface="Verizon NHG TX"/>
              <a:sym typeface="Verizon NHG TX"/>
            </a:endParaRPr>
          </a:p>
        </p:txBody>
      </p:sp>
      <p:sp>
        <p:nvSpPr>
          <p:cNvPr id="1141" name="Google Shape;1141;p169"/>
          <p:cNvSpPr/>
          <p:nvPr/>
        </p:nvSpPr>
        <p:spPr>
          <a:xfrm>
            <a:off x="3931050" y="4132315"/>
            <a:ext cx="2236200" cy="406200"/>
          </a:xfrm>
          <a:prstGeom prst="roundRect">
            <a:avLst>
              <a:gd fmla="val 16667"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FF"/>
                </a:solidFill>
                <a:latin typeface="Verizon NHG TX"/>
                <a:ea typeface="Verizon NHG TX"/>
                <a:cs typeface="Verizon NHG TX"/>
                <a:sym typeface="Verizon NHG TX"/>
              </a:rPr>
              <a:t>Other Cost Savings</a:t>
            </a:r>
            <a:endParaRPr sz="1000">
              <a:solidFill>
                <a:srgbClr val="FFFFFF"/>
              </a:solidFill>
              <a:latin typeface="Verizon NHG TX"/>
              <a:ea typeface="Verizon NHG TX"/>
              <a:cs typeface="Verizon NHG TX"/>
              <a:sym typeface="Verizon NHG TX"/>
            </a:endParaRPr>
          </a:p>
        </p:txBody>
      </p:sp>
      <p:sp>
        <p:nvSpPr>
          <p:cNvPr id="1142" name="Google Shape;1142;p169"/>
          <p:cNvSpPr/>
          <p:nvPr/>
        </p:nvSpPr>
        <p:spPr>
          <a:xfrm>
            <a:off x="7182350" y="2356362"/>
            <a:ext cx="1830000" cy="4044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Quattrocento Sans"/>
              <a:ea typeface="Quattrocento Sans"/>
              <a:cs typeface="Quattrocento Sans"/>
              <a:sym typeface="Quattrocento Sans"/>
            </a:endParaRPr>
          </a:p>
        </p:txBody>
      </p:sp>
      <p:sp>
        <p:nvSpPr>
          <p:cNvPr id="1143" name="Google Shape;1143;p169"/>
          <p:cNvSpPr txBox="1"/>
          <p:nvPr/>
        </p:nvSpPr>
        <p:spPr>
          <a:xfrm>
            <a:off x="7234950" y="2436497"/>
            <a:ext cx="16866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latin typeface="Verizon NHG DS"/>
                <a:ea typeface="Verizon NHG DS"/>
                <a:cs typeface="Verizon NHG DS"/>
                <a:sym typeface="Verizon NHG DS"/>
              </a:rPr>
              <a:t>Scale</a:t>
            </a:r>
            <a:endParaRPr sz="1200">
              <a:solidFill>
                <a:srgbClr val="000000"/>
              </a:solidFill>
              <a:latin typeface="Verizon NHG DS"/>
              <a:ea typeface="Verizon NHG DS"/>
              <a:cs typeface="Verizon NHG DS"/>
              <a:sym typeface="Verizon NHG DS"/>
            </a:endParaRPr>
          </a:p>
        </p:txBody>
      </p:sp>
      <p:sp>
        <p:nvSpPr>
          <p:cNvPr id="1144" name="Google Shape;1144;p169"/>
          <p:cNvSpPr txBox="1"/>
          <p:nvPr/>
        </p:nvSpPr>
        <p:spPr>
          <a:xfrm>
            <a:off x="7660025" y="2349075"/>
            <a:ext cx="5679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Mobile</a:t>
            </a:r>
            <a:endParaRPr sz="900">
              <a:latin typeface="Verizon NHG TX"/>
              <a:ea typeface="Verizon NHG TX"/>
              <a:cs typeface="Verizon NHG TX"/>
              <a:sym typeface="Verizon NHG TX"/>
            </a:endParaRPr>
          </a:p>
        </p:txBody>
      </p:sp>
      <p:sp>
        <p:nvSpPr>
          <p:cNvPr id="1145" name="Google Shape;1145;p169"/>
          <p:cNvSpPr txBox="1"/>
          <p:nvPr/>
        </p:nvSpPr>
        <p:spPr>
          <a:xfrm>
            <a:off x="8156532" y="2379226"/>
            <a:ext cx="444300" cy="2769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Fios</a:t>
            </a:r>
            <a:endParaRPr sz="900">
              <a:latin typeface="Verizon NHG TX"/>
              <a:ea typeface="Verizon NHG TX"/>
              <a:cs typeface="Verizon NHG TX"/>
              <a:sym typeface="Verizon NHG TX"/>
            </a:endParaRPr>
          </a:p>
        </p:txBody>
      </p:sp>
      <p:sp>
        <p:nvSpPr>
          <p:cNvPr id="1146" name="Google Shape;1146;p169"/>
          <p:cNvSpPr txBox="1"/>
          <p:nvPr/>
        </p:nvSpPr>
        <p:spPr>
          <a:xfrm>
            <a:off x="8567976" y="2349075"/>
            <a:ext cx="444300" cy="3372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 sz="900">
                <a:solidFill>
                  <a:srgbClr val="000000"/>
                </a:solidFill>
                <a:latin typeface="Verizon NHG TX"/>
                <a:ea typeface="Verizon NHG TX"/>
                <a:cs typeface="Verizon NHG TX"/>
                <a:sym typeface="Verizon NHG TX"/>
              </a:rPr>
              <a:t>FWA</a:t>
            </a:r>
            <a:endParaRPr sz="900">
              <a:latin typeface="Verizon NHG TX"/>
              <a:ea typeface="Verizon NHG TX"/>
              <a:cs typeface="Verizon NHG TX"/>
              <a:sym typeface="Verizon NHG TX"/>
            </a:endParaRPr>
          </a:p>
        </p:txBody>
      </p:sp>
      <p:sp>
        <p:nvSpPr>
          <p:cNvPr id="1147" name="Google Shape;1147;p169"/>
          <p:cNvSpPr/>
          <p:nvPr/>
        </p:nvSpPr>
        <p:spPr>
          <a:xfrm>
            <a:off x="7760475" y="2591477"/>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8" name="Google Shape;1148;p169"/>
          <p:cNvSpPr/>
          <p:nvPr/>
        </p:nvSpPr>
        <p:spPr>
          <a:xfrm>
            <a:off x="8193834" y="2593228"/>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49" name="Google Shape;1149;p169"/>
          <p:cNvSpPr/>
          <p:nvPr/>
        </p:nvSpPr>
        <p:spPr>
          <a:xfrm>
            <a:off x="8605276" y="2593219"/>
            <a:ext cx="369600" cy="73800"/>
          </a:xfrm>
          <a:prstGeom prst="rect">
            <a:avLst/>
          </a:prstGeom>
          <a:solidFill>
            <a:srgbClr val="D9D9D9"/>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0" name="Google Shape;1150;p169"/>
          <p:cNvSpPr/>
          <p:nvPr/>
        </p:nvSpPr>
        <p:spPr>
          <a:xfrm>
            <a:off x="7760475" y="2591477"/>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1" name="Google Shape;1151;p169"/>
          <p:cNvSpPr/>
          <p:nvPr/>
        </p:nvSpPr>
        <p:spPr>
          <a:xfrm>
            <a:off x="8193834" y="2593228"/>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
        <p:nvSpPr>
          <p:cNvPr id="1152" name="Google Shape;1152;p169"/>
          <p:cNvSpPr/>
          <p:nvPr/>
        </p:nvSpPr>
        <p:spPr>
          <a:xfrm>
            <a:off x="8605276" y="2593219"/>
            <a:ext cx="369600" cy="73800"/>
          </a:xfrm>
          <a:prstGeom prst="rect">
            <a:avLst/>
          </a:prstGeom>
          <a:solidFill>
            <a:srgbClr val="EE001E"/>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rgbClr val="FFFFFF"/>
              </a:solidFill>
              <a:latin typeface="Verizon NHG TX"/>
              <a:ea typeface="Verizon NHG TX"/>
              <a:cs typeface="Verizon NHG TX"/>
              <a:sym typeface="Verizon NHG TX"/>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170"/>
          <p:cNvSpPr txBox="1"/>
          <p:nvPr/>
        </p:nvSpPr>
        <p:spPr>
          <a:xfrm>
            <a:off x="3327478"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React Coded Components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Developers will primarily utilize our production-ready VDS Coded Components for React development.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These easily installable, rigorously tested, and performant libraries are built with accessibility and theming at their core.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The impact is a dramatic reduction in conversational development time and effort, as these reusable building blocks minimize custom code, ensure consistency, improve quality, and free up developers to focus on core business logic.</a:t>
            </a:r>
            <a:endParaRPr b="1" i="0" sz="800" u="none" cap="none" strike="noStrike">
              <a:solidFill>
                <a:srgbClr val="000000"/>
              </a:solidFill>
              <a:latin typeface="Verizon NHG DS"/>
              <a:ea typeface="Verizon NHG DS"/>
              <a:cs typeface="Verizon NHG DS"/>
              <a:sym typeface="Verizon NHG DS"/>
            </a:endParaRPr>
          </a:p>
        </p:txBody>
      </p:sp>
      <p:sp>
        <p:nvSpPr>
          <p:cNvPr id="1158" name="Google Shape;1158;p170"/>
          <p:cNvSpPr txBox="1"/>
          <p:nvPr/>
        </p:nvSpPr>
        <p:spPr>
          <a:xfrm>
            <a:off x="6167157" y="2552695"/>
            <a:ext cx="26025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Support &amp; Feedback</a:t>
            </a:r>
            <a:br>
              <a:rPr b="1" i="1"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Developers will benefit from our VDS Conversational  support channels, including a responsive Slack community and VDS team office hours.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With clear processes for bug reporting, feature requests, and feedback collection, we ensure continuous improvement.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This provides a crucial safety net, unblocking users quickly and fostering a collaborative partnership where feedback directly shapes a more robust, user-centric native library.</a:t>
            </a:r>
            <a:endParaRPr b="0" i="0" sz="800" u="none" cap="none" strike="noStrike">
              <a:solidFill>
                <a:srgbClr val="000000"/>
              </a:solidFill>
              <a:latin typeface="Verizon NHG DS"/>
              <a:ea typeface="Verizon NHG DS"/>
              <a:cs typeface="Verizon NHG DS"/>
              <a:sym typeface="Verizon NHG DS"/>
            </a:endParaRPr>
          </a:p>
        </p:txBody>
      </p:sp>
      <p:sp>
        <p:nvSpPr>
          <p:cNvPr id="1159" name="Google Shape;1159;p170"/>
          <p:cNvSpPr txBox="1"/>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b="1" lang="en" sz="2100">
                <a:solidFill>
                  <a:srgbClr val="000000"/>
                </a:solidFill>
                <a:latin typeface="Verizon NHG DS"/>
                <a:ea typeface="Verizon NHG DS"/>
                <a:cs typeface="Verizon NHG DS"/>
                <a:sym typeface="Verizon NHG DS"/>
              </a:rPr>
              <a:t>Journey Map |</a:t>
            </a:r>
            <a:r>
              <a:rPr b="1" lang="en" sz="2100">
                <a:latin typeface="Verizon NHG DS"/>
                <a:ea typeface="Verizon NHG DS"/>
                <a:cs typeface="Verizon NHG DS"/>
                <a:sym typeface="Verizon NHG DS"/>
              </a:rPr>
              <a:t> </a:t>
            </a:r>
            <a:r>
              <a:rPr b="1" lang="en" sz="2100">
                <a:solidFill>
                  <a:srgbClr val="EE001E"/>
                </a:solidFill>
                <a:latin typeface="Verizon NHG DS"/>
                <a:ea typeface="Verizon NHG DS"/>
                <a:cs typeface="Verizon NHG DS"/>
                <a:sym typeface="Verizon NHG DS"/>
              </a:rPr>
              <a:t>Conversational Expansion</a:t>
            </a:r>
            <a:endParaRPr b="1" sz="2100">
              <a:solidFill>
                <a:srgbClr val="EE001E"/>
              </a:solidFill>
              <a:latin typeface="Verizon NHG DS"/>
              <a:ea typeface="Verizon NHG DS"/>
              <a:cs typeface="Verizon NHG DS"/>
              <a:sym typeface="Verizon NHG DS"/>
            </a:endParaRPr>
          </a:p>
          <a:p>
            <a:pPr indent="0" lvl="0" marL="0" rtl="0" algn="l">
              <a:spcBef>
                <a:spcPts val="0"/>
              </a:spcBef>
              <a:spcAft>
                <a:spcPts val="0"/>
              </a:spcAft>
              <a:buNone/>
            </a:pPr>
            <a:r>
              <a:t/>
            </a:r>
            <a:endParaRPr b="1" sz="2100">
              <a:solidFill>
                <a:srgbClr val="000000"/>
              </a:solidFill>
              <a:latin typeface="Verizon NHG DS"/>
              <a:ea typeface="Verizon NHG DS"/>
              <a:cs typeface="Verizon NHG DS"/>
              <a:sym typeface="Verizon NHG DS"/>
            </a:endParaRPr>
          </a:p>
        </p:txBody>
      </p:sp>
      <p:sp>
        <p:nvSpPr>
          <p:cNvPr id="1160" name="Google Shape;1160;p170"/>
          <p:cNvSpPr txBox="1"/>
          <p:nvPr/>
        </p:nvSpPr>
        <p:spPr>
          <a:xfrm>
            <a:off x="456075" y="2552696"/>
            <a:ext cx="2535000" cy="202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Documentation &amp; Guidelines</a:t>
            </a:r>
            <a:endParaRPr b="1" i="1" sz="800" u="none" cap="none" strike="noStrike">
              <a:solidFill>
                <a:srgbClr val="000000"/>
              </a:solidFill>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The VDS Conversational expansion will feature comprehensive documentation and clear guidelines, serving as the single source of truth for developers.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These resources will detail retail specific principles, component APIs, platform-specific usage, accessibility standards, and contribution models. </a:t>
            </a:r>
            <a:br>
              <a:rPr lang="en" sz="800">
                <a:latin typeface="Verizon NHG DS"/>
                <a:ea typeface="Verizon NHG DS"/>
                <a:cs typeface="Verizon NHG DS"/>
                <a:sym typeface="Verizon NHG DS"/>
              </a:rPr>
            </a:br>
            <a:br>
              <a:rPr lang="en" sz="800">
                <a:latin typeface="Verizon NHG DS"/>
                <a:ea typeface="Verizon NHG DS"/>
                <a:cs typeface="Verizon NHG DS"/>
                <a:sym typeface="Verizon NHG DS"/>
              </a:rPr>
            </a:br>
            <a:r>
              <a:rPr lang="en" sz="800">
                <a:latin typeface="Verizon NHG DS"/>
                <a:ea typeface="Verizon NHG DS"/>
                <a:cs typeface="Verizon NHG DS"/>
                <a:sym typeface="Verizon NHG DS"/>
              </a:rPr>
              <a:t>The impact is immediate: teams are empowered with actionable knowledge, speeding up onboarding and ensuring consistent, high-quality, and compliant retail experiences.</a:t>
            </a:r>
            <a:endParaRPr b="0" i="0" sz="800" u="none" cap="none" strike="noStrike">
              <a:solidFill>
                <a:srgbClr val="000000"/>
              </a:solidFill>
              <a:latin typeface="Verizon NHG DS"/>
              <a:ea typeface="Verizon NHG DS"/>
              <a:cs typeface="Verizon NHG DS"/>
              <a:sym typeface="Verizon NHG DS"/>
            </a:endParaRPr>
          </a:p>
        </p:txBody>
      </p:sp>
      <p:sp>
        <p:nvSpPr>
          <p:cNvPr id="1161" name="Google Shape;1161;p170"/>
          <p:cNvSpPr txBox="1"/>
          <p:nvPr/>
        </p:nvSpPr>
        <p:spPr>
          <a:xfrm>
            <a:off x="455851" y="400856"/>
            <a:ext cx="6112500" cy="13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lang="en" sz="900">
                <a:latin typeface="Verizon NHG TX"/>
                <a:ea typeface="Verizon NHG TX"/>
                <a:cs typeface="Verizon NHG TX"/>
                <a:sym typeface="Verizon NHG TX"/>
              </a:rPr>
              <a:t>Verizon Design System</a:t>
            </a:r>
            <a:endParaRPr sz="900">
              <a:latin typeface="Verizon NHG TX"/>
              <a:ea typeface="Verizon NHG TX"/>
              <a:cs typeface="Verizon NHG TX"/>
              <a:sym typeface="Verizon NHG TX"/>
            </a:endParaRPr>
          </a:p>
        </p:txBody>
      </p:sp>
      <p:pic>
        <p:nvPicPr>
          <p:cNvPr descr="placeholder image that uses icon representative of a design system" id="1162" name="Google Shape;1162;p170"/>
          <p:cNvPicPr preferRelativeResize="0"/>
          <p:nvPr/>
        </p:nvPicPr>
        <p:blipFill rotWithShape="1">
          <a:blip r:embed="rId3">
            <a:alphaModFix/>
          </a:blip>
          <a:srcRect b="22094" l="-15308" r="-15308" t="14418"/>
          <a:stretch/>
        </p:blipFill>
        <p:spPr>
          <a:xfrm>
            <a:off x="6173595" y="1149150"/>
            <a:ext cx="2535451" cy="1232403"/>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1163" name="Google Shape;1163;p170"/>
          <p:cNvPicPr preferRelativeResize="0"/>
          <p:nvPr/>
        </p:nvPicPr>
        <p:blipFill rotWithShape="1">
          <a:blip r:embed="rId3">
            <a:alphaModFix/>
          </a:blip>
          <a:srcRect b="22094" l="-15308" r="-15308" t="14418"/>
          <a:stretch/>
        </p:blipFill>
        <p:spPr>
          <a:xfrm>
            <a:off x="3327245" y="1149150"/>
            <a:ext cx="2535451" cy="1232403"/>
          </a:xfrm>
          <a:prstGeom prst="rect">
            <a:avLst/>
          </a:prstGeom>
          <a:noFill/>
          <a:ln cap="flat" cmpd="sng" w="9525">
            <a:solidFill>
              <a:srgbClr val="000000"/>
            </a:solidFill>
            <a:prstDash val="solid"/>
            <a:round/>
            <a:headEnd len="sm" w="sm" type="none"/>
            <a:tailEnd len="sm" w="sm" type="none"/>
          </a:ln>
        </p:spPr>
      </p:pic>
      <p:pic>
        <p:nvPicPr>
          <p:cNvPr descr="placeholder image that uses icon representative of a design system" id="1164" name="Google Shape;1164;p170"/>
          <p:cNvPicPr preferRelativeResize="0"/>
          <p:nvPr/>
        </p:nvPicPr>
        <p:blipFill rotWithShape="1">
          <a:blip r:embed="rId3">
            <a:alphaModFix/>
          </a:blip>
          <a:srcRect b="22094" l="-15308" r="-15308" t="14418"/>
          <a:stretch/>
        </p:blipFill>
        <p:spPr>
          <a:xfrm>
            <a:off x="455845" y="1149150"/>
            <a:ext cx="2535451" cy="1232403"/>
          </a:xfrm>
          <a:prstGeom prst="rect">
            <a:avLst/>
          </a:prstGeom>
          <a:noFill/>
          <a:ln cap="flat" cmpd="sng" w="9525">
            <a:solidFill>
              <a:srgbClr val="000000"/>
            </a:solidFill>
            <a:prstDash val="solid"/>
            <a:round/>
            <a:headEnd len="sm" w="sm" type="none"/>
            <a:tailEnd len="sm" w="sm" type="none"/>
          </a:ln>
        </p:spPr>
      </p:pic>
      <p:pic>
        <p:nvPicPr>
          <p:cNvPr id="1165" name="Google Shape;1165;p170"/>
          <p:cNvPicPr preferRelativeResize="0"/>
          <p:nvPr/>
        </p:nvPicPr>
        <p:blipFill rotWithShape="1">
          <a:blip r:embed="rId4">
            <a:alphaModFix/>
          </a:blip>
          <a:srcRect b="32098" l="0" r="0" t="0"/>
          <a:stretch/>
        </p:blipFill>
        <p:spPr>
          <a:xfrm>
            <a:off x="476250" y="1149150"/>
            <a:ext cx="2514826" cy="1232401"/>
          </a:xfrm>
          <a:prstGeom prst="rect">
            <a:avLst/>
          </a:prstGeom>
          <a:noFill/>
          <a:ln>
            <a:noFill/>
          </a:ln>
        </p:spPr>
      </p:pic>
      <p:pic>
        <p:nvPicPr>
          <p:cNvPr id="1166" name="Google Shape;1166;p170"/>
          <p:cNvPicPr preferRelativeResize="0"/>
          <p:nvPr/>
        </p:nvPicPr>
        <p:blipFill rotWithShape="1">
          <a:blip r:embed="rId5">
            <a:alphaModFix/>
          </a:blip>
          <a:srcRect b="25395" l="0" r="3744" t="0"/>
          <a:stretch/>
        </p:blipFill>
        <p:spPr>
          <a:xfrm>
            <a:off x="3327475" y="1149150"/>
            <a:ext cx="2534999" cy="1232400"/>
          </a:xfrm>
          <a:prstGeom prst="rect">
            <a:avLst/>
          </a:prstGeom>
          <a:noFill/>
          <a:ln>
            <a:noFill/>
          </a:ln>
        </p:spPr>
      </p:pic>
      <p:pic>
        <p:nvPicPr>
          <p:cNvPr id="1167" name="Google Shape;1167;p170"/>
          <p:cNvPicPr preferRelativeResize="0"/>
          <p:nvPr/>
        </p:nvPicPr>
        <p:blipFill rotWithShape="1">
          <a:blip r:embed="rId6">
            <a:alphaModFix/>
          </a:blip>
          <a:srcRect b="22505" l="-220" r="240" t="0"/>
          <a:stretch/>
        </p:blipFill>
        <p:spPr>
          <a:xfrm>
            <a:off x="6167150" y="1150050"/>
            <a:ext cx="2535000" cy="1232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171"/>
          <p:cNvSpPr txBox="1"/>
          <p:nvPr>
            <p:ph idx="12" type="sldNum"/>
          </p:nvPr>
        </p:nvSpPr>
        <p:spPr>
          <a:xfrm>
            <a:off x="8317509" y="4725915"/>
            <a:ext cx="352500" cy="1692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174" name="Google Shape;1174;p171"/>
          <p:cNvSpPr txBox="1"/>
          <p:nvPr>
            <p:ph type="title"/>
          </p:nvPr>
        </p:nvSpPr>
        <p:spPr>
          <a:xfrm>
            <a:off x="508706" y="2080031"/>
            <a:ext cx="3606900" cy="583800"/>
          </a:xfrm>
          <a:prstGeom prst="rect">
            <a:avLst/>
          </a:prstGeom>
          <a:noFill/>
          <a:ln>
            <a:noFill/>
          </a:ln>
        </p:spPr>
        <p:txBody>
          <a:bodyPr anchorCtr="0" anchor="t" bIns="0" lIns="0" spcFirstLastPara="1" rIns="0" wrap="square" tIns="0">
            <a:noAutofit/>
          </a:bodyPr>
          <a:lstStyle/>
          <a:p>
            <a:pPr indent="0" lvl="0" marL="0" rtl="0" algn="ctr">
              <a:lnSpc>
                <a:spcPct val="90000"/>
              </a:lnSpc>
              <a:spcBef>
                <a:spcPts val="0"/>
              </a:spcBef>
              <a:spcAft>
                <a:spcPts val="0"/>
              </a:spcAft>
              <a:buSzPts val="3600"/>
              <a:buNone/>
            </a:pPr>
            <a:r>
              <a:rPr lang="en" sz="2100">
                <a:latin typeface="Verizon NHG DS"/>
                <a:ea typeface="Verizon NHG DS"/>
                <a:cs typeface="Verizon NHG DS"/>
                <a:sym typeface="Verizon NHG DS"/>
              </a:rPr>
              <a:t>VDS </a:t>
            </a:r>
            <a:br>
              <a:rPr lang="en" sz="2100">
                <a:latin typeface="Verizon NHG DS"/>
                <a:ea typeface="Verizon NHG DS"/>
                <a:cs typeface="Verizon NHG DS"/>
                <a:sym typeface="Verizon NHG DS"/>
              </a:rPr>
            </a:br>
            <a:r>
              <a:rPr lang="en" sz="2100">
                <a:latin typeface="Verizon NHG DS"/>
                <a:ea typeface="Verizon NHG DS"/>
                <a:cs typeface="Verizon NHG DS"/>
                <a:sym typeface="Verizon NHG DS"/>
              </a:rPr>
              <a:t>Conversational Expansion</a:t>
            </a:r>
            <a:endParaRPr sz="2100">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lang="en" sz="1800">
                <a:solidFill>
                  <a:schemeClr val="dk1"/>
                </a:solidFill>
                <a:latin typeface="Verizon NHG DS"/>
                <a:ea typeface="Verizon NHG DS"/>
                <a:cs typeface="Verizon NHG DS"/>
                <a:sym typeface="Verizon NHG DS"/>
              </a:rPr>
              <a:t>VDS Product: Expansion Strategy</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Workstream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rPr b="0" lang="en" sz="1400">
                <a:solidFill>
                  <a:schemeClr val="dk1"/>
                </a:solidFill>
                <a:latin typeface="Verizon NHG DS"/>
                <a:ea typeface="Verizon NHG DS"/>
                <a:cs typeface="Verizon NHG DS"/>
                <a:sym typeface="Verizon NHG DS"/>
              </a:rPr>
              <a:t>Initiative Lead:  Andrew Pendleton</a:t>
            </a:r>
            <a:endParaRPr b="0" sz="14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a:p>
            <a:pPr indent="0" lvl="0" marL="0" rtl="0" algn="ctr">
              <a:lnSpc>
                <a:spcPct val="90000"/>
              </a:lnSpc>
              <a:spcBef>
                <a:spcPts val="0"/>
              </a:spcBef>
              <a:spcAft>
                <a:spcPts val="0"/>
              </a:spcAft>
              <a:buSzPts val="3600"/>
              <a:buNone/>
            </a:pPr>
            <a:r>
              <a:t/>
            </a:r>
            <a:endParaRPr sz="1800">
              <a:solidFill>
                <a:schemeClr val="dk1"/>
              </a:solidFill>
              <a:latin typeface="Verizon NHG DS"/>
              <a:ea typeface="Verizon NHG DS"/>
              <a:cs typeface="Verizon NHG DS"/>
              <a:sym typeface="Verizon NHG DS"/>
            </a:endParaRPr>
          </a:p>
        </p:txBody>
      </p:sp>
      <p:sp>
        <p:nvSpPr>
          <p:cNvPr id="1175" name="Google Shape;1175;p171"/>
          <p:cNvSpPr txBox="1"/>
          <p:nvPr/>
        </p:nvSpPr>
        <p:spPr>
          <a:xfrm>
            <a:off x="508700" y="3486413"/>
            <a:ext cx="3606900" cy="111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We’d like to empower every screen-based Verizon Assistant interaction with unparalleled quality and consistency. This initiative will deliver a VDS-developed component library that ensures our conversational UI is not just functional, but a truly seamless, on-brand, and delightful experience for customers on any device—mobile, tablet, or desktop.</a:t>
            </a:r>
            <a:endParaRPr b="0" i="0" sz="1100" u="none" cap="none" strike="noStrike">
              <a:solidFill>
                <a:srgbClr val="1F1F1F"/>
              </a:solidFill>
              <a:latin typeface="Verizon NHG DS"/>
              <a:ea typeface="Verizon NHG DS"/>
              <a:cs typeface="Verizon NHG DS"/>
              <a:sym typeface="Verizon NHG DS"/>
            </a:endParaRPr>
          </a:p>
        </p:txBody>
      </p:sp>
      <p:sp>
        <p:nvSpPr>
          <p:cNvPr id="1176" name="Google Shape;1176;p171"/>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a:solidFill>
                  <a:srgbClr val="EE001E"/>
                </a:solidFill>
                <a:latin typeface="Verizon NHG DS"/>
                <a:ea typeface="Verizon NHG DS"/>
                <a:cs typeface="Verizon NHG DS"/>
                <a:sym typeface="Verizon NHG DS"/>
              </a:rPr>
              <a:t>The Idea</a:t>
            </a:r>
            <a:endParaRPr b="1">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b="1" sz="900">
              <a:solidFill>
                <a:srgbClr val="222222"/>
              </a:solidFill>
              <a:latin typeface="Verizon NHG DS"/>
              <a:ea typeface="Verizon NHG DS"/>
              <a:cs typeface="Verizon NHG DS"/>
              <a:sym typeface="Verizon NHG DS"/>
            </a:endParaRPr>
          </a:p>
          <a:p>
            <a:pPr indent="0" lvl="0" marL="0" rtl="0" algn="l">
              <a:lnSpc>
                <a:spcPct val="150000"/>
              </a:lnSpc>
              <a:spcBef>
                <a:spcPts val="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Problem &amp; Opportunity</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While we have design guidance for the Verizon Assistant, our teams lack a centralized library of VDS-developed coded UI components for its screen interactions. This forces redundant effort, risks visual and behavioral inconsistencies across platforms, slows down innovation in conversational AI, and ultimately dilutes the Assistant's brand power.</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1100"/>
              <a:buFont typeface="Arial"/>
              <a:buNone/>
            </a:pPr>
            <a:r>
              <a:rPr b="1" lang="en" sz="900">
                <a:solidFill>
                  <a:srgbClr val="222222"/>
                </a:solidFill>
                <a:latin typeface="Verizon NHG DS"/>
                <a:ea typeface="Verizon NHG DS"/>
                <a:cs typeface="Verizon NHG DS"/>
                <a:sym typeface="Verizon NHG DS"/>
              </a:rPr>
              <a:t>Proposed Solution</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VDS will take the lead in developing and delivering a comprehensive suite of coded UI components based on the existing VDS Conversational Expansion Pack [CONV]. This means production-ready, VDS-quality assets for all screen-based Assistant UIs, ensuring teams can build fast and consistently, with a planned handoff to the Conversational Dev team for long-term ownership.</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Customer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800">
                <a:solidFill>
                  <a:schemeClr val="dk1"/>
                </a:solidFill>
                <a:latin typeface="Verizon NHG DS"/>
                <a:ea typeface="Verizon NHG DS"/>
                <a:cs typeface="Verizon NHG DS"/>
                <a:sym typeface="Verizon NHG DS"/>
              </a:rPr>
              <a:t>Teams building Verizon Assistant screen experiences will get a massive upgrade. Developers gain access to robust, pre-built VDS components, slashing development time and ensuring consistency with design specs. Designers will see their vision for conversational UI flawlessly executed, enabling everyone to focus on innovation and user flow excellence.</a:t>
            </a:r>
            <a:br>
              <a:rPr lang="en" sz="800">
                <a:solidFill>
                  <a:schemeClr val="dk1"/>
                </a:solidFill>
                <a:latin typeface="Verizon NHG DS"/>
                <a:ea typeface="Verizon NHG DS"/>
                <a:cs typeface="Verizon NHG DS"/>
                <a:sym typeface="Verizon NHG DS"/>
              </a:rPr>
            </a:br>
            <a:endParaRPr sz="800">
              <a:solidFill>
                <a:schemeClr val="dk1"/>
              </a:solidFill>
              <a:latin typeface="Verizon NHG DS"/>
              <a:ea typeface="Verizon NHG DS"/>
              <a:cs typeface="Verizon NHG DS"/>
              <a:sym typeface="Verizon NHG DS"/>
            </a:endParaRPr>
          </a:p>
          <a:p>
            <a:pPr indent="0" lvl="0" marL="0" rtl="0" algn="l">
              <a:lnSpc>
                <a:spcPct val="150000"/>
              </a:lnSpc>
              <a:spcBef>
                <a:spcPts val="800"/>
              </a:spcBef>
              <a:spcAft>
                <a:spcPts val="0"/>
              </a:spcAft>
              <a:buClr>
                <a:schemeClr val="dk1"/>
              </a:buClr>
              <a:buSzPts val="800"/>
              <a:buFont typeface="Arial"/>
              <a:buNone/>
            </a:pPr>
            <a:r>
              <a:rPr b="1" lang="en" sz="900">
                <a:solidFill>
                  <a:srgbClr val="222222"/>
                </a:solidFill>
                <a:latin typeface="Verizon NHG DS"/>
                <a:ea typeface="Verizon NHG DS"/>
                <a:cs typeface="Verizon NHG DS"/>
                <a:sym typeface="Verizon NHG DS"/>
              </a:rPr>
              <a:t>Business Impact</a:t>
            </a:r>
            <a:endParaRPr b="1" sz="9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1100"/>
              <a:buFont typeface="Arial"/>
              <a:buNone/>
            </a:pPr>
            <a:r>
              <a:rPr lang="en" sz="800">
                <a:solidFill>
                  <a:schemeClr val="dk1"/>
                </a:solidFill>
                <a:latin typeface="Verizon NHG DS"/>
                <a:ea typeface="Verizon NHG DS"/>
                <a:cs typeface="Verizon NHG DS"/>
                <a:sym typeface="Verizon NHG DS"/>
              </a:rPr>
              <a:t>This investment will transform our Verizon Assistant into a consistently premium and engaging brand touchpoint on all screens. Expect faster deployment of new Assistant features, improved customer interaction quality, and significant development efficiencies. This solidifies Verizon's voice, enhances user trust, and boosts the ROI of our conversational AI strategy.</a:t>
            </a:r>
            <a:endParaRPr b="1" sz="1500">
              <a:solidFill>
                <a:schemeClr val="dk1"/>
              </a:solidFill>
              <a:latin typeface="Verizon NHG DS"/>
              <a:ea typeface="Verizon NHG DS"/>
              <a:cs typeface="Verizon NHG DS"/>
              <a:sym typeface="Verizon NHG DS"/>
            </a:endParaRPr>
          </a:p>
          <a:p>
            <a:pPr indent="0" lvl="0" marL="0" marR="0" rtl="0" algn="l">
              <a:lnSpc>
                <a:spcPct val="100000"/>
              </a:lnSpc>
              <a:spcBef>
                <a:spcPts val="800"/>
              </a:spcBef>
              <a:spcAft>
                <a:spcPts val="800"/>
              </a:spcAft>
              <a:buClr>
                <a:srgbClr val="000000"/>
              </a:buClr>
              <a:buSzPts val="1100"/>
              <a:buFont typeface="Arial"/>
              <a:buNone/>
            </a:pPr>
            <a:r>
              <a:t/>
            </a:r>
            <a:endParaRPr b="1" sz="1500">
              <a:solidFill>
                <a:srgbClr val="EE001E"/>
              </a:solidFill>
              <a:latin typeface="Verizon NHG DS"/>
              <a:ea typeface="Verizon NHG DS"/>
              <a:cs typeface="Verizon NHG DS"/>
              <a:sym typeface="Verizon NHG DS"/>
            </a:endParaRPr>
          </a:p>
        </p:txBody>
      </p:sp>
      <p:grpSp>
        <p:nvGrpSpPr>
          <p:cNvPr id="1177" name="Google Shape;1177;p171"/>
          <p:cNvGrpSpPr/>
          <p:nvPr/>
        </p:nvGrpSpPr>
        <p:grpSpPr>
          <a:xfrm>
            <a:off x="1601419" y="377006"/>
            <a:ext cx="1421550" cy="1393875"/>
            <a:chOff x="2135225" y="502675"/>
            <a:chExt cx="1895400" cy="1858500"/>
          </a:xfrm>
        </p:grpSpPr>
        <p:sp>
          <p:nvSpPr>
            <p:cNvPr id="1178" name="Google Shape;1178;p171"/>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Verizon NHG TX"/>
                <a:ea typeface="Verizon NHG TX"/>
                <a:cs typeface="Verizon NHG TX"/>
                <a:sym typeface="Verizon NHG TX"/>
              </a:endParaRPr>
            </a:p>
          </p:txBody>
        </p:sp>
        <p:pic>
          <p:nvPicPr>
            <p:cNvPr id="1179" name="Google Shape;1179;p171" title="Verizon_GlowV_RGB.png"/>
            <p:cNvPicPr preferRelativeResize="0"/>
            <p:nvPr/>
          </p:nvPicPr>
          <p:blipFill rotWithShape="1">
            <a:blip r:embed="rId3">
              <a:alphaModFix/>
            </a:blip>
            <a:srcRect b="0" l="0" r="0" t="0"/>
            <a:stretch/>
          </p:blipFill>
          <p:spPr>
            <a:xfrm>
              <a:off x="2583446" y="965192"/>
              <a:ext cx="998950" cy="933477"/>
            </a:xfrm>
            <a:prstGeom prst="rect">
              <a:avLst/>
            </a:prstGeom>
            <a:noFill/>
            <a:ln>
              <a:noFill/>
            </a:ln>
          </p:spPr>
        </p:pic>
      </p:grpSp>
      <p:grpSp>
        <p:nvGrpSpPr>
          <p:cNvPr id="1180" name="Google Shape;1180;p171"/>
          <p:cNvGrpSpPr/>
          <p:nvPr/>
        </p:nvGrpSpPr>
        <p:grpSpPr>
          <a:xfrm>
            <a:off x="6893719" y="154838"/>
            <a:ext cx="2104650" cy="212400"/>
            <a:chOff x="9242425" y="104850"/>
            <a:chExt cx="2806200" cy="283200"/>
          </a:xfrm>
        </p:grpSpPr>
        <p:sp>
          <p:nvSpPr>
            <p:cNvPr id="1181" name="Google Shape;1181;p171"/>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Verizon NHG TX"/>
                  <a:ea typeface="Verizon NHG TX"/>
                  <a:cs typeface="Verizon NHG TX"/>
                  <a:sym typeface="Verizon NHG TX"/>
                </a:rPr>
                <a:t>Northstar</a:t>
              </a:r>
              <a:endParaRPr b="0" i="0" sz="600" u="none" cap="none" strike="noStrike">
                <a:solidFill>
                  <a:schemeClr val="lt1"/>
                </a:solidFill>
                <a:latin typeface="Verizon NHG TX"/>
                <a:ea typeface="Verizon NHG TX"/>
                <a:cs typeface="Verizon NHG TX"/>
                <a:sym typeface="Verizon NHG TX"/>
              </a:endParaRPr>
            </a:p>
          </p:txBody>
        </p:sp>
        <p:sp>
          <p:nvSpPr>
            <p:cNvPr id="1182" name="Google Shape;1182;p171"/>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Scope</a:t>
              </a:r>
              <a:endParaRPr b="0" i="0" sz="600" u="none" cap="none" strike="noStrike">
                <a:solidFill>
                  <a:schemeClr val="dk1"/>
                </a:solidFill>
                <a:latin typeface="Verizon NHG TX"/>
                <a:ea typeface="Verizon NHG TX"/>
                <a:cs typeface="Verizon NHG TX"/>
                <a:sym typeface="Verizon NHG TX"/>
              </a:endParaRPr>
            </a:p>
          </p:txBody>
        </p:sp>
        <p:sp>
          <p:nvSpPr>
            <p:cNvPr id="1183" name="Google Shape;1183;p171"/>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chemeClr val="dk1"/>
                  </a:solidFill>
                  <a:latin typeface="Verizon NHG TX"/>
                  <a:ea typeface="Verizon NHG TX"/>
                  <a:cs typeface="Verizon NHG TX"/>
                  <a:sym typeface="Verizon NHG TX"/>
                </a:rPr>
                <a:t>Results</a:t>
              </a:r>
              <a:endParaRPr b="0" i="0" sz="600" u="none" cap="none" strike="noStrike">
                <a:solidFill>
                  <a:schemeClr val="dk1"/>
                </a:solidFill>
                <a:latin typeface="Verizon NHG TX"/>
                <a:ea typeface="Verizon NHG TX"/>
                <a:cs typeface="Verizon NHG TX"/>
                <a:sym typeface="Verizon NHG TX"/>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172"/>
          <p:cNvSpPr txBox="1"/>
          <p:nvPr>
            <p:ph type="title"/>
          </p:nvPr>
        </p:nvSpPr>
        <p:spPr>
          <a:xfrm>
            <a:off x="473870" y="619857"/>
            <a:ext cx="7504500" cy="4542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SzPts val="2100"/>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190" name="Google Shape;1190;p172"/>
          <p:cNvSpPr txBox="1"/>
          <p:nvPr>
            <p:ph idx="2" type="body"/>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SzPts val="800"/>
              <a:buNone/>
            </a:pPr>
            <a:r>
              <a:rPr lang="en"/>
              <a:t>CX Workstream Name</a:t>
            </a:r>
            <a:endParaRPr/>
          </a:p>
        </p:txBody>
      </p:sp>
      <p:graphicFrame>
        <p:nvGraphicFramePr>
          <p:cNvPr id="1191" name="Google Shape;1191;p172"/>
          <p:cNvGraphicFramePr/>
          <p:nvPr/>
        </p:nvGraphicFramePr>
        <p:xfrm>
          <a:off x="429394" y="1230450"/>
          <a:ext cx="3000000" cy="3000000"/>
        </p:xfrm>
        <a:graphic>
          <a:graphicData uri="http://schemas.openxmlformats.org/drawingml/2006/table">
            <a:tbl>
              <a:tblPr>
                <a:noFill/>
                <a:tableStyleId>{C679F6CA-2793-469F-AF58-FB55A7B20A4A}</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KPI’s Impacted- Section 1</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CX Excellence</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Customer Satisfaction (CSAT)</a:t>
                      </a:r>
                      <a:endParaRPr sz="800" u="none" cap="none" strike="noStrike">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700"/>
                        <a:buFont typeface="Arial"/>
                        <a:buNone/>
                      </a:pPr>
                      <a:r>
                        <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Rep Interaction Score (RIS)</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Churn Reduction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3-day Resolve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Digital Interaction Score (DIS)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Revenue Growth</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chemeClr val="dk1"/>
                        </a:buClr>
                        <a:buSzPts val="800"/>
                        <a:buFont typeface="Arial"/>
                        <a:buNone/>
                      </a:pPr>
                      <a:r>
                        <a:t/>
                      </a:r>
                      <a:endParaRPr sz="11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Overall Conversion</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Service Product Revenue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marR="0" rtl="0" algn="ctr">
                        <a:lnSpc>
                          <a:spcPct val="100000"/>
                        </a:lnSpc>
                        <a:spcBef>
                          <a:spcPts val="0"/>
                        </a:spcBef>
                        <a:spcAft>
                          <a:spcPts val="0"/>
                        </a:spcAft>
                        <a:buClr>
                          <a:srgbClr val="000000"/>
                        </a:buClr>
                        <a:buSzPts val="7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chemeClr val="dk1"/>
                        </a:buClr>
                        <a:buSzPts val="800"/>
                        <a:buFont typeface="Arial"/>
                        <a:buNone/>
                      </a:pPr>
                      <a:r>
                        <a:rPr lang="en" sz="800" u="none" cap="none" strike="noStrike">
                          <a:solidFill>
                            <a:schemeClr val="dk1"/>
                          </a:solidFill>
                          <a:latin typeface="Verizon NHG TX"/>
                          <a:ea typeface="Verizon NHG TX"/>
                          <a:cs typeface="Verizon NHG TX"/>
                          <a:sym typeface="Verizon NHG TX"/>
                        </a:rPr>
                        <a:t>Prospect Conversion</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
                        <a:buFont typeface="Arial"/>
                        <a:buNone/>
                      </a:pPr>
                      <a:r>
                        <a:t/>
                      </a:r>
                      <a:endParaRPr sz="200" u="none" cap="none" strike="noStrike">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Operational Efficiency</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Call Volume Optimization (CVO)</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sz="1100" u="none" cap="none" strike="noStrike"/>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Average Handle Time (AHT)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marR="0" rtl="0" algn="ctr">
                        <a:lnSpc>
                          <a:spcPct val="100000"/>
                        </a:lnSpc>
                        <a:spcBef>
                          <a:spcPts val="0"/>
                        </a:spcBef>
                        <a:spcAft>
                          <a:spcPts val="0"/>
                        </a:spcAft>
                        <a:buClr>
                          <a:schemeClr val="dk1"/>
                        </a:buClr>
                        <a:buSzPts val="800"/>
                        <a:buFont typeface="Arial"/>
                        <a:buNone/>
                      </a:pPr>
                      <a:r>
                        <a:rPr b="1" lang="en" sz="700" u="none" cap="none" strike="noStrike">
                          <a:solidFill>
                            <a:schemeClr val="dk1"/>
                          </a:solidFill>
                          <a:latin typeface="Verizon NHG TX"/>
                          <a:ea typeface="Verizon NHG TX"/>
                          <a:cs typeface="Verizon NHG TX"/>
                          <a:sym typeface="Verizon NHG TX"/>
                        </a:rPr>
                        <a:t>⬜</a:t>
                      </a:r>
                      <a:endParaRPr b="1" sz="7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Retail Transaction Time</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marR="0" rtl="0" algn="l">
                        <a:lnSpc>
                          <a:spcPct val="100000"/>
                        </a:lnSpc>
                        <a:spcBef>
                          <a:spcPts val="0"/>
                        </a:spcBef>
                        <a:spcAft>
                          <a:spcPts val="0"/>
                        </a:spcAft>
                        <a:buClr>
                          <a:srgbClr val="000000"/>
                        </a:buClr>
                        <a:buSzPts val="800"/>
                        <a:buFont typeface="Arial"/>
                        <a:buNone/>
                      </a:pPr>
                      <a:r>
                        <a:rPr lang="en" sz="800" u="none" cap="none" strike="noStrike">
                          <a:latin typeface="Verizon NHG TX"/>
                          <a:ea typeface="Verizon NHG TX"/>
                          <a:cs typeface="Verizon NHG TX"/>
                          <a:sym typeface="Verizon NHG TX"/>
                        </a:rPr>
                        <a:t>Other Cost Savings</a:t>
                      </a:r>
                      <a:endParaRPr sz="800" u="none" cap="none" strike="noStrike">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192" name="Google Shape;1192;p172"/>
          <p:cNvCxnSpPr/>
          <p:nvPr/>
        </p:nvCxnSpPr>
        <p:spPr>
          <a:xfrm>
            <a:off x="4480665" y="1206769"/>
            <a:ext cx="0" cy="3320700"/>
          </a:xfrm>
          <a:prstGeom prst="straightConnector1">
            <a:avLst/>
          </a:prstGeom>
          <a:noFill/>
          <a:ln cap="flat" cmpd="sng" w="19050">
            <a:solidFill>
              <a:srgbClr val="7F7F7F"/>
            </a:solidFill>
            <a:prstDash val="dash"/>
            <a:round/>
            <a:headEnd len="sm" w="sm" type="none"/>
            <a:tailEnd len="sm" w="sm" type="none"/>
          </a:ln>
        </p:spPr>
      </p:cxnSp>
      <p:graphicFrame>
        <p:nvGraphicFramePr>
          <p:cNvPr id="1193" name="Google Shape;1193;p172"/>
          <p:cNvGraphicFramePr/>
          <p:nvPr/>
        </p:nvGraphicFramePr>
        <p:xfrm>
          <a:off x="4665081" y="1230450"/>
          <a:ext cx="3000000" cy="3000000"/>
        </p:xfrm>
        <a:graphic>
          <a:graphicData uri="http://schemas.openxmlformats.org/drawingml/2006/table">
            <a:tbl>
              <a:tblPr>
                <a:noFill/>
                <a:tableStyleId>{C679F6CA-2793-469F-AF58-FB55A7B20A4A}</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marR="0" rtl="0" algn="ctr">
                        <a:lnSpc>
                          <a:spcPct val="100000"/>
                        </a:lnSpc>
                        <a:spcBef>
                          <a:spcPts val="0"/>
                        </a:spcBef>
                        <a:spcAft>
                          <a:spcPts val="0"/>
                        </a:spcAft>
                        <a:buClr>
                          <a:srgbClr val="000000"/>
                        </a:buClr>
                        <a:buSzPts val="1200"/>
                        <a:buFont typeface="Arial"/>
                        <a:buNone/>
                      </a:pPr>
                      <a:r>
                        <a:rPr b="1" lang="en" sz="1200" u="none" cap="none" strike="noStrike">
                          <a:solidFill>
                            <a:schemeClr val="lt1"/>
                          </a:solidFill>
                          <a:latin typeface="Verizon NHG DS"/>
                          <a:ea typeface="Verizon NHG DS"/>
                          <a:cs typeface="Verizon NHG DS"/>
                          <a:sym typeface="Verizon NHG DS"/>
                        </a:rPr>
                        <a:t>Financial Scope &amp; Targets (P*Q)- Section 2</a:t>
                      </a:r>
                      <a:endParaRPr b="1" sz="800" u="none" cap="none" strike="noStrike">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Benefit Value Estimates </a:t>
                      </a:r>
                      <a:endParaRPr b="1" sz="10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Incremental Revenue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Call Volume Optimization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Handle Time Optimization $_______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Other Benefit Value            $________  (please explain)</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chemeClr val="dk1"/>
                        </a:buClr>
                        <a:buSzPts val="1100"/>
                        <a:buFont typeface="Arial"/>
                        <a:buNone/>
                      </a:pPr>
                      <a:r>
                        <a:rPr b="1" lang="en" sz="1200" u="none" cap="none" strike="noStrike">
                          <a:solidFill>
                            <a:schemeClr val="lt1"/>
                          </a:solidFill>
                          <a:latin typeface="Verizon NHG DS"/>
                          <a:ea typeface="Verizon NHG DS"/>
                          <a:cs typeface="Verizon NHG DS"/>
                          <a:sym typeface="Verizon NHG DS"/>
                        </a:rPr>
                        <a:t>Investment Planning - Section 3 </a:t>
                      </a:r>
                      <a:r>
                        <a:rPr b="1" lang="en" sz="700" u="none" cap="none" strike="noStrike">
                          <a:solidFill>
                            <a:schemeClr val="lt1"/>
                          </a:solidFill>
                          <a:latin typeface="Verizon NHG DS"/>
                          <a:ea typeface="Verizon NHG DS"/>
                          <a:cs typeface="Verizon NHG DS"/>
                          <a:sym typeface="Verizon NHG DS"/>
                        </a:rPr>
                        <a:t>(CXO IPG to complete this section)</a:t>
                      </a:r>
                      <a:endParaRPr b="1" sz="5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Capital  Investment Estimates</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GTS Labor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DS"/>
                          <a:ea typeface="Verizon NHG DS"/>
                          <a:cs typeface="Verizon NHG DS"/>
                          <a:sym typeface="Verizon NHG DS"/>
                        </a:rPr>
                        <a:t>Non-GTS estimate     $__________</a:t>
                      </a:r>
                      <a:endParaRPr sz="800" u="none" cap="none" strike="noStrike">
                        <a:solidFill>
                          <a:schemeClr val="dk1"/>
                        </a:solidFill>
                        <a:latin typeface="Verizon NHG DS"/>
                        <a:ea typeface="Verizon NHG DS"/>
                        <a:cs typeface="Verizon NHG DS"/>
                        <a:sym typeface="Verizon NHG DS"/>
                      </a:endParaRPr>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marR="0" rtl="0" algn="ctr">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Verizon NHG TX"/>
                          <a:ea typeface="Verizon NHG TX"/>
                          <a:cs typeface="Verizon NHG TX"/>
                          <a:sym typeface="Verizon NHG TX"/>
                        </a:rPr>
                        <a:t>Operating Expense for Initiative (Incremental)</a:t>
                      </a:r>
                      <a:endParaRPr b="1" sz="1000" u="none" cap="none" strike="noStrike">
                        <a:solidFill>
                          <a:schemeClr val="dk1"/>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1000"/>
                        <a:buFont typeface="Arial"/>
                        <a:buNone/>
                      </a:pPr>
                      <a:r>
                        <a:t/>
                      </a:r>
                      <a:endParaRPr b="1" sz="10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Operating Cost (OPEX)    $________</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t/>
                      </a:r>
                      <a:endParaRPr sz="800" u="none" cap="none" strike="noStrike">
                        <a:solidFill>
                          <a:schemeClr val="dk1"/>
                        </a:solidFill>
                        <a:latin typeface="Verizon NHG TX"/>
                        <a:ea typeface="Verizon NHG TX"/>
                        <a:cs typeface="Verizon NHG TX"/>
                        <a:sym typeface="Verizon NHG TX"/>
                      </a:endParaRPr>
                    </a:p>
                    <a:p>
                      <a:pPr indent="0" lvl="0" marL="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Verizon NHG TX"/>
                          <a:ea typeface="Verizon NHG TX"/>
                          <a:cs typeface="Verizon NHG TX"/>
                          <a:sym typeface="Verizon NHG TX"/>
                        </a:rPr>
                        <a:t>CXO Incremental Headcount       ________</a:t>
                      </a:r>
                      <a:endParaRPr sz="800" u="none" cap="none" strike="noStrike">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194" name="Google Shape;1194;p172"/>
          <p:cNvSpPr/>
          <p:nvPr/>
        </p:nvSpPr>
        <p:spPr>
          <a:xfrm>
            <a:off x="4654800" y="2778400"/>
            <a:ext cx="3828300" cy="1956000"/>
          </a:xfrm>
          <a:prstGeom prst="rect">
            <a:avLst/>
          </a:prstGeom>
          <a:solidFill>
            <a:srgbClr val="9E9E9E">
              <a:alpha val="3922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Verizon NHG TX"/>
              <a:ea typeface="Verizon NHG TX"/>
              <a:cs typeface="Verizon NHG TX"/>
              <a:sym typeface="Verizon NHG TX"/>
            </a:endParaRPr>
          </a:p>
        </p:txBody>
      </p:sp>
      <p:grpSp>
        <p:nvGrpSpPr>
          <p:cNvPr id="1195" name="Google Shape;1195;p172"/>
          <p:cNvGrpSpPr/>
          <p:nvPr/>
        </p:nvGrpSpPr>
        <p:grpSpPr>
          <a:xfrm>
            <a:off x="6665119" y="154838"/>
            <a:ext cx="2104650" cy="212400"/>
            <a:chOff x="9242425" y="104850"/>
            <a:chExt cx="2806200" cy="283200"/>
          </a:xfrm>
        </p:grpSpPr>
        <p:sp>
          <p:nvSpPr>
            <p:cNvPr id="1196" name="Google Shape;1196;p17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Northstar</a:t>
              </a:r>
              <a:endParaRPr b="0" i="0" sz="600" u="none" cap="none" strike="noStrike">
                <a:solidFill>
                  <a:srgbClr val="000000"/>
                </a:solidFill>
                <a:latin typeface="Verizon NHG TX"/>
                <a:ea typeface="Verizon NHG TX"/>
                <a:cs typeface="Verizon NHG TX"/>
                <a:sym typeface="Verizon NHG TX"/>
              </a:endParaRPr>
            </a:p>
          </p:txBody>
        </p:sp>
        <p:sp>
          <p:nvSpPr>
            <p:cNvPr id="1197" name="Google Shape;1197;p17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Verizon NHG TX"/>
                  <a:ea typeface="Verizon NHG TX"/>
                  <a:cs typeface="Verizon NHG TX"/>
                  <a:sym typeface="Verizon NHG TX"/>
                </a:rPr>
                <a:t>Scope</a:t>
              </a:r>
              <a:endParaRPr b="0" i="0" sz="600" u="none" cap="none" strike="noStrike">
                <a:solidFill>
                  <a:srgbClr val="000000"/>
                </a:solidFill>
                <a:latin typeface="Verizon NHG TX"/>
                <a:ea typeface="Verizon NHG TX"/>
                <a:cs typeface="Verizon NHG TX"/>
                <a:sym typeface="Verizon NHG TX"/>
              </a:endParaRPr>
            </a:p>
          </p:txBody>
        </p:sp>
        <p:sp>
          <p:nvSpPr>
            <p:cNvPr id="1198" name="Google Shape;1198;p17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Verizon NHG TX"/>
                  <a:ea typeface="Verizon NHG TX"/>
                  <a:cs typeface="Verizon NHG TX"/>
                  <a:sym typeface="Verizon NHG TX"/>
                </a:rPr>
                <a:t>Results</a:t>
              </a:r>
              <a:endParaRPr b="0" i="0" sz="600" u="none" cap="none" strike="noStrike">
                <a:solidFill>
                  <a:srgbClr val="FFFFFF"/>
                </a:solidFill>
                <a:latin typeface="Verizon NHG TX"/>
                <a:ea typeface="Verizon NHG TX"/>
                <a:cs typeface="Verizon NHG TX"/>
                <a:sym typeface="Verizon NHG TX"/>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3" name="Shape 1203"/>
        <p:cNvGrpSpPr/>
        <p:nvPr/>
      </p:nvGrpSpPr>
      <p:grpSpPr>
        <a:xfrm>
          <a:off x="0" y="0"/>
          <a:ext cx="0" cy="0"/>
          <a:chOff x="0" y="0"/>
          <a:chExt cx="0" cy="0"/>
        </a:xfrm>
      </p:grpSpPr>
      <p:sp>
        <p:nvSpPr>
          <p:cNvPr id="1204" name="Google Shape;1204;p173"/>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205" name="Google Shape;1205;p173"/>
          <p:cNvGraphicFramePr/>
          <p:nvPr/>
        </p:nvGraphicFramePr>
        <p:xfrm>
          <a:off x="139200" y="1108475"/>
          <a:ext cx="3000000" cy="3000000"/>
        </p:xfrm>
        <a:graphic>
          <a:graphicData uri="http://schemas.openxmlformats.org/drawingml/2006/table">
            <a:tbl>
              <a:tblPr>
                <a:noFill/>
                <a:tableStyleId>{F817A6FD-9532-47C6-BEAC-F2D550AB7D5D}</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06" name="Google Shape;1206;p173"/>
          <p:cNvGraphicFramePr/>
          <p:nvPr/>
        </p:nvGraphicFramePr>
        <p:xfrm>
          <a:off x="7669163" y="4452650"/>
          <a:ext cx="3000000" cy="3000000"/>
        </p:xfrm>
        <a:graphic>
          <a:graphicData uri="http://schemas.openxmlformats.org/drawingml/2006/table">
            <a:tbl>
              <a:tblPr>
                <a:noFill/>
                <a:tableStyleId>{F817A6FD-9532-47C6-BEAC-F2D550AB7D5D}</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07" name="Google Shape;1207;p173"/>
          <p:cNvGrpSpPr/>
          <p:nvPr/>
        </p:nvGrpSpPr>
        <p:grpSpPr>
          <a:xfrm>
            <a:off x="6665119" y="154838"/>
            <a:ext cx="2104650" cy="212400"/>
            <a:chOff x="9242425" y="104850"/>
            <a:chExt cx="2806200" cy="283200"/>
          </a:xfrm>
        </p:grpSpPr>
        <p:sp>
          <p:nvSpPr>
            <p:cNvPr id="1208" name="Google Shape;1208;p173"/>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09" name="Google Shape;1209;p173"/>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10" name="Google Shape;1210;p173"/>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5" name="Shape 1215"/>
        <p:cNvGrpSpPr/>
        <p:nvPr/>
      </p:nvGrpSpPr>
      <p:grpSpPr>
        <a:xfrm>
          <a:off x="0" y="0"/>
          <a:ext cx="0" cy="0"/>
          <a:chOff x="0" y="0"/>
          <a:chExt cx="0" cy="0"/>
        </a:xfrm>
      </p:grpSpPr>
      <p:sp>
        <p:nvSpPr>
          <p:cNvPr id="1216" name="Google Shape;1216;p174"/>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217" name="Google Shape;1217;p174"/>
          <p:cNvGraphicFramePr/>
          <p:nvPr/>
        </p:nvGraphicFramePr>
        <p:xfrm>
          <a:off x="139200" y="1108475"/>
          <a:ext cx="3000000" cy="3000000"/>
        </p:xfrm>
        <a:graphic>
          <a:graphicData uri="http://schemas.openxmlformats.org/drawingml/2006/table">
            <a:tbl>
              <a:tblPr>
                <a:noFill/>
                <a:tableStyleId>{F817A6FD-9532-47C6-BEAC-F2D550AB7D5D}</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218" name="Google Shape;1218;p174"/>
          <p:cNvGraphicFramePr/>
          <p:nvPr/>
        </p:nvGraphicFramePr>
        <p:xfrm>
          <a:off x="7669163" y="4452650"/>
          <a:ext cx="3000000" cy="3000000"/>
        </p:xfrm>
        <a:graphic>
          <a:graphicData uri="http://schemas.openxmlformats.org/drawingml/2006/table">
            <a:tbl>
              <a:tblPr>
                <a:noFill/>
                <a:tableStyleId>{F817A6FD-9532-47C6-BEAC-F2D550AB7D5D}</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219" name="Google Shape;1219;p174"/>
          <p:cNvGrpSpPr/>
          <p:nvPr/>
        </p:nvGrpSpPr>
        <p:grpSpPr>
          <a:xfrm>
            <a:off x="6665119" y="154838"/>
            <a:ext cx="2104650" cy="212400"/>
            <a:chOff x="9242425" y="104850"/>
            <a:chExt cx="2806200" cy="283200"/>
          </a:xfrm>
        </p:grpSpPr>
        <p:sp>
          <p:nvSpPr>
            <p:cNvPr id="1220" name="Google Shape;1220;p174"/>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221" name="Google Shape;1221;p174"/>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222" name="Google Shape;1222;p174"/>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2" name="Shape 1232"/>
        <p:cNvGrpSpPr/>
        <p:nvPr/>
      </p:nvGrpSpPr>
      <p:grpSpPr>
        <a:xfrm>
          <a:off x="0" y="0"/>
          <a:ext cx="0" cy="0"/>
          <a:chOff x="0" y="0"/>
          <a:chExt cx="0" cy="0"/>
        </a:xfrm>
      </p:grpSpPr>
      <p:sp>
        <p:nvSpPr>
          <p:cNvPr id="1233" name="Google Shape;1233;p176"/>
          <p:cNvSpPr txBox="1"/>
          <p:nvPr>
            <p:ph type="title"/>
          </p:nvPr>
        </p:nvSpPr>
        <p:spPr>
          <a:xfrm>
            <a:off x="457200" y="3349229"/>
            <a:ext cx="5424600" cy="131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Initiative Name</a:t>
            </a:r>
            <a:endParaRPr/>
          </a:p>
        </p:txBody>
      </p:sp>
      <p:sp>
        <p:nvSpPr>
          <p:cNvPr id="1234" name="Google Shape;1234;p176"/>
          <p:cNvSpPr txBox="1"/>
          <p:nvPr>
            <p:ph idx="1" type="body"/>
          </p:nvPr>
        </p:nvSpPr>
        <p:spPr>
          <a:xfrm>
            <a:off x="6417581" y="3406500"/>
            <a:ext cx="2253000" cy="587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Submitter Name</a:t>
            </a:r>
            <a:endParaRPr/>
          </a:p>
          <a:p>
            <a:pPr indent="0" lvl="0" marL="0" rtl="0" algn="l">
              <a:spcBef>
                <a:spcPts val="0"/>
              </a:spcBef>
              <a:spcAft>
                <a:spcPts val="0"/>
              </a:spcAft>
              <a:buNone/>
            </a:pPr>
            <a:r>
              <a:rPr lang="en"/>
              <a:t>Band 5 Team Name</a:t>
            </a:r>
            <a:endParaRPr/>
          </a:p>
          <a:p>
            <a:pPr indent="0" lvl="0" marL="0" rtl="0" algn="l">
              <a:spcBef>
                <a:spcPts val="0"/>
              </a:spcBef>
              <a:spcAft>
                <a:spcPts val="0"/>
              </a:spcAft>
              <a:buNone/>
            </a:pPr>
            <a:r>
              <a:t/>
            </a:r>
            <a:endParaRPr/>
          </a:p>
        </p:txBody>
      </p:sp>
      <p:sp>
        <p:nvSpPr>
          <p:cNvPr id="1235" name="Google Shape;1235;p176"/>
          <p:cNvSpPr txBox="1"/>
          <p:nvPr>
            <p:ph type="title"/>
          </p:nvPr>
        </p:nvSpPr>
        <p:spPr>
          <a:xfrm>
            <a:off x="3257550" y="491733"/>
            <a:ext cx="5424600" cy="6972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rgbClr val="F8FF3C"/>
                </a:solidFill>
              </a:rPr>
              <a:t>Master Artifact</a:t>
            </a:r>
            <a:endParaRPr>
              <a:solidFill>
                <a:srgbClr val="F8FF3C"/>
              </a:solidFill>
            </a:endParaRPr>
          </a:p>
        </p:txBody>
      </p:sp>
      <p:sp>
        <p:nvSpPr>
          <p:cNvPr id="1236" name="Google Shape;1236;p176"/>
          <p:cNvSpPr/>
          <p:nvPr/>
        </p:nvSpPr>
        <p:spPr>
          <a:xfrm>
            <a:off x="474675" y="4673719"/>
            <a:ext cx="1001100" cy="228000"/>
          </a:xfrm>
          <a:prstGeom prst="rect">
            <a:avLst/>
          </a:prstGeom>
          <a:solidFill>
            <a:srgbClr val="F8FF3C"/>
          </a:solid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dk1"/>
                </a:solidFill>
                <a:latin typeface="Verizon NHG TX"/>
                <a:ea typeface="Verizon NHG TX"/>
                <a:cs typeface="Verizon NHG TX"/>
                <a:sym typeface="Verizon NHG TX"/>
              </a:rPr>
              <a:t>Core Product</a:t>
            </a:r>
            <a:endParaRPr sz="900">
              <a:solidFill>
                <a:schemeClr val="dk1"/>
              </a:solidFill>
              <a:latin typeface="Verizon NHG TX"/>
              <a:ea typeface="Verizon NHG TX"/>
              <a:cs typeface="Verizon NHG TX"/>
              <a:sym typeface="Verizon NHG TX"/>
            </a:endParaRPr>
          </a:p>
        </p:txBody>
      </p:sp>
      <p:sp>
        <p:nvSpPr>
          <p:cNvPr id="1237" name="Google Shape;1237;p176"/>
          <p:cNvSpPr/>
          <p:nvPr/>
        </p:nvSpPr>
        <p:spPr>
          <a:xfrm>
            <a:off x="1526949" y="4673719"/>
            <a:ext cx="1001100" cy="228000"/>
          </a:xfrm>
          <a:prstGeom prst="rect">
            <a:avLst/>
          </a:prstGeom>
          <a:noFill/>
          <a:ln cap="flat" cmpd="sng" w="9525">
            <a:solidFill>
              <a:srgbClr val="F8FF3C"/>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900">
                <a:solidFill>
                  <a:schemeClr val="lt2"/>
                </a:solidFill>
                <a:latin typeface="Verizon NHG TX"/>
                <a:ea typeface="Verizon NHG TX"/>
                <a:cs typeface="Verizon NHG TX"/>
                <a:sym typeface="Verizon NHG TX"/>
              </a:rPr>
              <a:t>Project</a:t>
            </a:r>
            <a:endParaRPr sz="900">
              <a:solidFill>
                <a:schemeClr val="lt2"/>
              </a:solidFill>
              <a:latin typeface="Verizon NHG TX"/>
              <a:ea typeface="Verizon NHG TX"/>
              <a:cs typeface="Verizon NHG TX"/>
              <a:sym typeface="Verizon NHG TX"/>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1242" name="Shape 1242"/>
        <p:cNvGrpSpPr/>
        <p:nvPr/>
      </p:nvGrpSpPr>
      <p:grpSpPr>
        <a:xfrm>
          <a:off x="0" y="0"/>
          <a:ext cx="0" cy="0"/>
          <a:chOff x="0" y="0"/>
          <a:chExt cx="0" cy="0"/>
        </a:xfrm>
      </p:grpSpPr>
      <p:sp>
        <p:nvSpPr>
          <p:cNvPr id="1243" name="Google Shape;1243;p177"/>
          <p:cNvSpPr/>
          <p:nvPr/>
        </p:nvSpPr>
        <p:spPr>
          <a:xfrm>
            <a:off x="2737294" y="4755731"/>
            <a:ext cx="3674100" cy="151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000">
              <a:solidFill>
                <a:schemeClr val="dk1"/>
              </a:solidFill>
              <a:latin typeface="Verizon NHG TX"/>
              <a:ea typeface="Verizon NHG TX"/>
              <a:cs typeface="Verizon NHG TX"/>
              <a:sym typeface="Verizon NHG TX"/>
            </a:endParaRPr>
          </a:p>
        </p:txBody>
      </p:sp>
      <p:sp>
        <p:nvSpPr>
          <p:cNvPr id="1244" name="Google Shape;1244;p177"/>
          <p:cNvSpPr/>
          <p:nvPr/>
        </p:nvSpPr>
        <p:spPr>
          <a:xfrm>
            <a:off x="6704611" y="2673487"/>
            <a:ext cx="102891" cy="75682"/>
          </a:xfrm>
          <a:custGeom>
            <a:rect b="b" l="l" r="r" t="t"/>
            <a:pathLst>
              <a:path extrusionOk="0" h="1772" w="2404">
                <a:moveTo>
                  <a:pt x="2358" y="47"/>
                </a:moveTo>
                <a:cubicBezTo>
                  <a:pt x="2311" y="0"/>
                  <a:pt x="2236" y="0"/>
                  <a:pt x="2189" y="47"/>
                </a:cubicBezTo>
                <a:cubicBezTo>
                  <a:pt x="763" y="1473"/>
                  <a:pt x="763" y="1473"/>
                  <a:pt x="763" y="1473"/>
                </a:cubicBezTo>
                <a:cubicBezTo>
                  <a:pt x="215" y="925"/>
                  <a:pt x="215" y="925"/>
                  <a:pt x="215" y="925"/>
                </a:cubicBezTo>
                <a:cubicBezTo>
                  <a:pt x="168" y="878"/>
                  <a:pt x="93" y="878"/>
                  <a:pt x="46" y="925"/>
                </a:cubicBezTo>
                <a:cubicBezTo>
                  <a:pt x="0" y="971"/>
                  <a:pt x="0" y="1047"/>
                  <a:pt x="46" y="1093"/>
                </a:cubicBezTo>
                <a:cubicBezTo>
                  <a:pt x="679" y="1725"/>
                  <a:pt x="679" y="1725"/>
                  <a:pt x="679" y="1725"/>
                </a:cubicBezTo>
                <a:cubicBezTo>
                  <a:pt x="725" y="1772"/>
                  <a:pt x="801" y="1772"/>
                  <a:pt x="847" y="1725"/>
                </a:cubicBezTo>
                <a:cubicBezTo>
                  <a:pt x="2358" y="215"/>
                  <a:pt x="2358" y="215"/>
                  <a:pt x="2358" y="215"/>
                </a:cubicBezTo>
                <a:cubicBezTo>
                  <a:pt x="2404" y="168"/>
                  <a:pt x="2404" y="93"/>
                  <a:pt x="2358" y="47"/>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245" name="Google Shape;1245;p177"/>
          <p:cNvSpPr txBox="1"/>
          <p:nvPr/>
        </p:nvSpPr>
        <p:spPr>
          <a:xfrm>
            <a:off x="228600" y="554419"/>
            <a:ext cx="6182700" cy="2385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i="1" lang="en" sz="1100">
                <a:solidFill>
                  <a:schemeClr val="dk1"/>
                </a:solidFill>
                <a:latin typeface="Verizon NHG TX"/>
                <a:ea typeface="Verizon NHG TX"/>
                <a:cs typeface="Verizon NHG TX"/>
                <a:sym typeface="Verizon NHG TX"/>
              </a:rPr>
              <a:t>Northstar:</a:t>
            </a:r>
            <a:endParaRPr i="1" sz="1100">
              <a:solidFill>
                <a:schemeClr val="dk1"/>
              </a:solidFill>
              <a:latin typeface="Verizon NHG TX"/>
              <a:ea typeface="Verizon NHG TX"/>
              <a:cs typeface="Verizon NHG TX"/>
              <a:sym typeface="Verizon NHG TX"/>
            </a:endParaRPr>
          </a:p>
        </p:txBody>
      </p:sp>
      <p:sp>
        <p:nvSpPr>
          <p:cNvPr id="1246" name="Google Shape;1246;p177"/>
          <p:cNvSpPr txBox="1"/>
          <p:nvPr>
            <p:ph idx="4294967295" type="body"/>
          </p:nvPr>
        </p:nvSpPr>
        <p:spPr>
          <a:xfrm>
            <a:off x="228601" y="114300"/>
            <a:ext cx="4282800" cy="115800"/>
          </a:xfrm>
          <a:prstGeom prst="rect">
            <a:avLst/>
          </a:prstGeom>
          <a:noFill/>
          <a:ln>
            <a:noFill/>
          </a:ln>
        </p:spPr>
        <p:txBody>
          <a:bodyPr anchorCtr="0" anchor="t" bIns="0" lIns="0" spcFirstLastPara="1" rIns="0" wrap="square" tIns="0">
            <a:normAutofit lnSpcReduction="20000"/>
          </a:bodyPr>
          <a:lstStyle/>
          <a:p>
            <a:pPr indent="0" lvl="0" marL="0" rtl="0" algn="l">
              <a:lnSpc>
                <a:spcPct val="100000"/>
              </a:lnSpc>
              <a:spcBef>
                <a:spcPts val="0"/>
              </a:spcBef>
              <a:spcAft>
                <a:spcPts val="0"/>
              </a:spcAft>
              <a:buClr>
                <a:schemeClr val="accent5"/>
              </a:buClr>
              <a:buSzPts val="900"/>
              <a:buNone/>
            </a:pPr>
            <a:r>
              <a:rPr b="0" lang="en"/>
              <a:t>2026 CXO Planning</a:t>
            </a:r>
            <a:endParaRPr b="0"/>
          </a:p>
        </p:txBody>
      </p:sp>
      <p:sp>
        <p:nvSpPr>
          <p:cNvPr id="1247" name="Google Shape;1247;p177"/>
          <p:cNvSpPr txBox="1"/>
          <p:nvPr/>
        </p:nvSpPr>
        <p:spPr>
          <a:xfrm>
            <a:off x="228600" y="244913"/>
            <a:ext cx="66471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100">
                <a:latin typeface="Verizon NHG DS"/>
                <a:ea typeface="Verizon NHG DS"/>
                <a:cs typeface="Verizon NHG DS"/>
                <a:sym typeface="Verizon NHG DS"/>
              </a:rPr>
              <a:t>Workstream Name | </a:t>
            </a:r>
            <a:r>
              <a:rPr b="1" lang="en" sz="2100">
                <a:latin typeface="Verizon NHG DS"/>
                <a:ea typeface="Verizon NHG DS"/>
                <a:cs typeface="Verizon NHG DS"/>
                <a:sym typeface="Verizon NHG DS"/>
              </a:rPr>
              <a:t>Initiative Name </a:t>
            </a:r>
            <a:r>
              <a:rPr b="1" lang="en" sz="2100">
                <a:solidFill>
                  <a:schemeClr val="accent1"/>
                </a:solidFill>
                <a:latin typeface="Verizon NHG DS"/>
                <a:ea typeface="Verizon NHG DS"/>
                <a:cs typeface="Verizon NHG DS"/>
                <a:sym typeface="Verizon NHG DS"/>
              </a:rPr>
              <a:t>TEMPLATE</a:t>
            </a:r>
            <a:endParaRPr b="1" sz="2100">
              <a:solidFill>
                <a:schemeClr val="accent1"/>
              </a:solidFill>
              <a:latin typeface="Verizon NHG DS"/>
              <a:ea typeface="Verizon NHG DS"/>
              <a:cs typeface="Verizon NHG DS"/>
              <a:sym typeface="Verizon NHG DS"/>
            </a:endParaRPr>
          </a:p>
        </p:txBody>
      </p:sp>
      <p:grpSp>
        <p:nvGrpSpPr>
          <p:cNvPr id="1248" name="Google Shape;1248;p177"/>
          <p:cNvGrpSpPr/>
          <p:nvPr/>
        </p:nvGrpSpPr>
        <p:grpSpPr>
          <a:xfrm>
            <a:off x="128569" y="1008713"/>
            <a:ext cx="3555300" cy="4001175"/>
            <a:chOff x="171425" y="1344950"/>
            <a:chExt cx="4740400" cy="5334900"/>
          </a:xfrm>
        </p:grpSpPr>
        <p:sp>
          <p:nvSpPr>
            <p:cNvPr id="1249" name="Google Shape;1249;p177"/>
            <p:cNvSpPr/>
            <p:nvPr/>
          </p:nvSpPr>
          <p:spPr>
            <a:xfrm>
              <a:off x="172725" y="1344950"/>
              <a:ext cx="4739100" cy="5334900"/>
            </a:xfrm>
            <a:prstGeom prst="roundRect">
              <a:avLst>
                <a:gd fmla="val 999"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50" name="Google Shape;1250;p177"/>
            <p:cNvSpPr txBox="1"/>
            <p:nvPr/>
          </p:nvSpPr>
          <p:spPr>
            <a:xfrm>
              <a:off x="344450" y="1434400"/>
              <a:ext cx="1961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Strategic Themes</a:t>
              </a:r>
              <a:endParaRPr sz="1200">
                <a:solidFill>
                  <a:schemeClr val="dk1"/>
                </a:solidFill>
                <a:latin typeface="Verizon NHG DS"/>
                <a:ea typeface="Verizon NHG DS"/>
                <a:cs typeface="Verizon NHG DS"/>
                <a:sym typeface="Verizon NHG DS"/>
              </a:endParaRPr>
            </a:p>
          </p:txBody>
        </p:sp>
        <p:cxnSp>
          <p:nvCxnSpPr>
            <p:cNvPr id="1251" name="Google Shape;1251;p177"/>
            <p:cNvCxnSpPr/>
            <p:nvPr/>
          </p:nvCxnSpPr>
          <p:spPr>
            <a:xfrm>
              <a:off x="174419" y="1773113"/>
              <a:ext cx="4735800" cy="0"/>
            </a:xfrm>
            <a:prstGeom prst="straightConnector1">
              <a:avLst/>
            </a:prstGeom>
            <a:noFill/>
            <a:ln cap="flat" cmpd="sng" w="9525">
              <a:solidFill>
                <a:srgbClr val="EE001E"/>
              </a:solidFill>
              <a:prstDash val="solid"/>
              <a:miter lim="800000"/>
              <a:headEnd len="sm" w="sm" type="none"/>
              <a:tailEnd len="sm" w="sm" type="none"/>
            </a:ln>
          </p:spPr>
        </p:cxnSp>
        <p:grpSp>
          <p:nvGrpSpPr>
            <p:cNvPr id="1252" name="Google Shape;1252;p177"/>
            <p:cNvGrpSpPr/>
            <p:nvPr/>
          </p:nvGrpSpPr>
          <p:grpSpPr>
            <a:xfrm>
              <a:off x="978796" y="1949725"/>
              <a:ext cx="3919804" cy="488725"/>
              <a:chOff x="978796" y="1797325"/>
              <a:chExt cx="3919804" cy="488725"/>
            </a:xfrm>
          </p:grpSpPr>
          <p:sp>
            <p:nvSpPr>
              <p:cNvPr id="1253" name="Google Shape;1253;p177"/>
              <p:cNvSpPr txBox="1"/>
              <p:nvPr/>
            </p:nvSpPr>
            <p:spPr>
              <a:xfrm>
                <a:off x="978800" y="2009150"/>
                <a:ext cx="3919800" cy="276900"/>
              </a:xfrm>
              <a:prstGeom prst="rect">
                <a:avLst/>
              </a:prstGeom>
              <a:noFill/>
              <a:ln>
                <a:noFill/>
              </a:ln>
            </p:spPr>
            <p:txBody>
              <a:bodyPr anchorCtr="0" anchor="t" bIns="34275" lIns="0" spcFirstLastPara="1" rIns="0" wrap="square" tIns="34275">
                <a:noAutofit/>
              </a:bodyPr>
              <a:lstStyle/>
              <a:p>
                <a:pPr indent="0" lvl="0" marL="0" marR="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1100">
                  <a:solidFill>
                    <a:schemeClr val="dk1"/>
                  </a:solidFill>
                  <a:latin typeface="Verizon NHG TX"/>
                  <a:ea typeface="Verizon NHG TX"/>
                  <a:cs typeface="Verizon NHG TX"/>
                  <a:sym typeface="Verizon NHG TX"/>
                </a:endParaRPr>
              </a:p>
            </p:txBody>
          </p:sp>
          <p:sp>
            <p:nvSpPr>
              <p:cNvPr id="1254" name="Google Shape;1254;p177"/>
              <p:cNvSpPr txBox="1"/>
              <p:nvPr/>
            </p:nvSpPr>
            <p:spPr>
              <a:xfrm>
                <a:off x="978796" y="1797325"/>
                <a:ext cx="3919800" cy="3180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 </a:t>
                </a:r>
                <a:endParaRPr sz="1100">
                  <a:solidFill>
                    <a:schemeClr val="dk1"/>
                  </a:solidFill>
                  <a:latin typeface="Verizon NHG TX"/>
                  <a:ea typeface="Verizon NHG TX"/>
                  <a:cs typeface="Verizon NHG TX"/>
                  <a:sym typeface="Verizon NHG TX"/>
                </a:endParaRPr>
              </a:p>
            </p:txBody>
          </p:sp>
        </p:grpSp>
        <p:grpSp>
          <p:nvGrpSpPr>
            <p:cNvPr id="1255" name="Google Shape;1255;p177"/>
            <p:cNvGrpSpPr/>
            <p:nvPr/>
          </p:nvGrpSpPr>
          <p:grpSpPr>
            <a:xfrm>
              <a:off x="978796" y="2787925"/>
              <a:ext cx="3919804" cy="541125"/>
              <a:chOff x="978796" y="2483125"/>
              <a:chExt cx="3919804" cy="541125"/>
            </a:xfrm>
          </p:grpSpPr>
          <p:sp>
            <p:nvSpPr>
              <p:cNvPr id="1256" name="Google Shape;1256;p177"/>
              <p:cNvSpPr txBox="1"/>
              <p:nvPr/>
            </p:nvSpPr>
            <p:spPr>
              <a:xfrm>
                <a:off x="978800" y="2701150"/>
                <a:ext cx="3919800" cy="3231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57" name="Google Shape;1257;p177"/>
              <p:cNvSpPr txBox="1"/>
              <p:nvPr/>
            </p:nvSpPr>
            <p:spPr>
              <a:xfrm>
                <a:off x="978796" y="2483125"/>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None/>
                </a:pPr>
                <a:r>
                  <a:rPr b="1" lang="en" sz="1100">
                    <a:solidFill>
                      <a:schemeClr val="dk1"/>
                    </a:solidFill>
                    <a:latin typeface="Verizon NHG TX"/>
                    <a:ea typeface="Verizon NHG TX"/>
                    <a:cs typeface="Verizon NHG TX"/>
                    <a:sym typeface="Verizon NHG TX"/>
                  </a:rPr>
                  <a:t>Program goal</a:t>
                </a:r>
                <a:endParaRPr b="1" sz="1100">
                  <a:solidFill>
                    <a:schemeClr val="dk1"/>
                  </a:solidFill>
                  <a:latin typeface="Verizon NHG TX"/>
                  <a:ea typeface="Verizon NHG TX"/>
                  <a:cs typeface="Verizon NHG TX"/>
                  <a:sym typeface="Verizon NHG TX"/>
                </a:endParaRPr>
              </a:p>
            </p:txBody>
          </p:sp>
        </p:grpSp>
        <p:cxnSp>
          <p:nvCxnSpPr>
            <p:cNvPr id="1258" name="Google Shape;1258;p177"/>
            <p:cNvCxnSpPr/>
            <p:nvPr/>
          </p:nvCxnSpPr>
          <p:spPr>
            <a:xfrm>
              <a:off x="171425" y="2744075"/>
              <a:ext cx="4735800" cy="0"/>
            </a:xfrm>
            <a:prstGeom prst="straightConnector1">
              <a:avLst/>
            </a:prstGeom>
            <a:noFill/>
            <a:ln cap="flat" cmpd="sng" w="9525">
              <a:solidFill>
                <a:srgbClr val="F6FF1F"/>
              </a:solidFill>
              <a:prstDash val="solid"/>
              <a:miter lim="800000"/>
              <a:headEnd len="sm" w="sm" type="none"/>
              <a:tailEnd len="sm" w="sm" type="none"/>
            </a:ln>
          </p:spPr>
        </p:cxnSp>
        <p:cxnSp>
          <p:nvCxnSpPr>
            <p:cNvPr id="1259" name="Google Shape;1259;p177"/>
            <p:cNvCxnSpPr/>
            <p:nvPr/>
          </p:nvCxnSpPr>
          <p:spPr>
            <a:xfrm>
              <a:off x="171425" y="3547984"/>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60" name="Google Shape;1260;p177"/>
            <p:cNvGrpSpPr/>
            <p:nvPr/>
          </p:nvGrpSpPr>
          <p:grpSpPr>
            <a:xfrm>
              <a:off x="978796" y="3613888"/>
              <a:ext cx="3919804" cy="537187"/>
              <a:chOff x="978796" y="3232888"/>
              <a:chExt cx="3919804" cy="537187"/>
            </a:xfrm>
          </p:grpSpPr>
          <p:sp>
            <p:nvSpPr>
              <p:cNvPr id="1261" name="Google Shape;1261;p177"/>
              <p:cNvSpPr txBox="1"/>
              <p:nvPr/>
            </p:nvSpPr>
            <p:spPr>
              <a:xfrm>
                <a:off x="978800" y="3462275"/>
                <a:ext cx="3919800" cy="3078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2" name="Google Shape;1262;p177"/>
              <p:cNvSpPr txBox="1"/>
              <p:nvPr/>
            </p:nvSpPr>
            <p:spPr>
              <a:xfrm>
                <a:off x="978796" y="3232888"/>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cxnSp>
          <p:nvCxnSpPr>
            <p:cNvPr id="1263" name="Google Shape;1263;p177"/>
            <p:cNvCxnSpPr/>
            <p:nvPr/>
          </p:nvCxnSpPr>
          <p:spPr>
            <a:xfrm>
              <a:off x="171425" y="4354692"/>
              <a:ext cx="4735800" cy="0"/>
            </a:xfrm>
            <a:prstGeom prst="straightConnector1">
              <a:avLst/>
            </a:prstGeom>
            <a:noFill/>
            <a:ln cap="flat" cmpd="sng" w="9525">
              <a:solidFill>
                <a:srgbClr val="F6FF1F"/>
              </a:solidFill>
              <a:prstDash val="solid"/>
              <a:miter lim="800000"/>
              <a:headEnd len="sm" w="sm" type="none"/>
              <a:tailEnd len="sm" w="sm" type="none"/>
            </a:ln>
          </p:spPr>
        </p:cxnSp>
        <p:grpSp>
          <p:nvGrpSpPr>
            <p:cNvPr id="1264" name="Google Shape;1264;p177"/>
            <p:cNvGrpSpPr/>
            <p:nvPr/>
          </p:nvGrpSpPr>
          <p:grpSpPr>
            <a:xfrm>
              <a:off x="978796" y="4422403"/>
              <a:ext cx="3919804" cy="566572"/>
              <a:chOff x="978796" y="3965203"/>
              <a:chExt cx="3919804" cy="566572"/>
            </a:xfrm>
          </p:grpSpPr>
          <p:sp>
            <p:nvSpPr>
              <p:cNvPr id="1265" name="Google Shape;1265;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66" name="Google Shape;1266;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67" name="Google Shape;1267;p177"/>
            <p:cNvSpPr txBox="1"/>
            <p:nvPr/>
          </p:nvSpPr>
          <p:spPr>
            <a:xfrm>
              <a:off x="324350" y="19497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01</a:t>
              </a:r>
              <a:endParaRPr sz="1300">
                <a:solidFill>
                  <a:srgbClr val="EE001E"/>
                </a:solidFill>
                <a:latin typeface="Verizon NHG DS"/>
                <a:ea typeface="Verizon NHG DS"/>
                <a:cs typeface="Verizon NHG DS"/>
                <a:sym typeface="Verizon NHG DS"/>
              </a:endParaRPr>
            </a:p>
          </p:txBody>
        </p:sp>
        <p:sp>
          <p:nvSpPr>
            <p:cNvPr id="1268" name="Google Shape;1268;p177"/>
            <p:cNvSpPr txBox="1"/>
            <p:nvPr/>
          </p:nvSpPr>
          <p:spPr>
            <a:xfrm>
              <a:off x="324350" y="27879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02</a:t>
              </a:r>
              <a:endParaRPr sz="1300">
                <a:solidFill>
                  <a:srgbClr val="EE001E"/>
                </a:solidFill>
                <a:latin typeface="Verizon NHG DS"/>
                <a:ea typeface="Verizon NHG DS"/>
                <a:cs typeface="Verizon NHG DS"/>
                <a:sym typeface="Verizon NHG DS"/>
              </a:endParaRPr>
            </a:p>
          </p:txBody>
        </p:sp>
        <p:sp>
          <p:nvSpPr>
            <p:cNvPr id="1269" name="Google Shape;1269;p177"/>
            <p:cNvSpPr txBox="1"/>
            <p:nvPr/>
          </p:nvSpPr>
          <p:spPr>
            <a:xfrm>
              <a:off x="324350" y="3615325"/>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03</a:t>
              </a:r>
              <a:endParaRPr sz="1300">
                <a:solidFill>
                  <a:srgbClr val="EE001E"/>
                </a:solidFill>
                <a:latin typeface="Verizon NHG DS"/>
                <a:ea typeface="Verizon NHG DS"/>
                <a:cs typeface="Verizon NHG DS"/>
                <a:sym typeface="Verizon NHG DS"/>
              </a:endParaRPr>
            </a:p>
          </p:txBody>
        </p:sp>
        <p:sp>
          <p:nvSpPr>
            <p:cNvPr id="1270" name="Google Shape;1270;p177"/>
            <p:cNvSpPr txBox="1"/>
            <p:nvPr/>
          </p:nvSpPr>
          <p:spPr>
            <a:xfrm>
              <a:off x="324350" y="44435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04</a:t>
              </a:r>
              <a:endParaRPr sz="1300">
                <a:solidFill>
                  <a:srgbClr val="EE001E"/>
                </a:solidFill>
                <a:latin typeface="Verizon NHG DS"/>
                <a:ea typeface="Verizon NHG DS"/>
                <a:cs typeface="Verizon NHG DS"/>
                <a:sym typeface="Verizon NHG DS"/>
              </a:endParaRPr>
            </a:p>
          </p:txBody>
        </p:sp>
        <p:grpSp>
          <p:nvGrpSpPr>
            <p:cNvPr id="1271" name="Google Shape;1271;p177"/>
            <p:cNvGrpSpPr/>
            <p:nvPr/>
          </p:nvGrpSpPr>
          <p:grpSpPr>
            <a:xfrm>
              <a:off x="978796" y="5260603"/>
              <a:ext cx="3919804" cy="566572"/>
              <a:chOff x="978796" y="3965203"/>
              <a:chExt cx="3919804" cy="566572"/>
            </a:xfrm>
          </p:grpSpPr>
          <p:sp>
            <p:nvSpPr>
              <p:cNvPr id="1272" name="Google Shape;1272;p177"/>
              <p:cNvSpPr txBox="1"/>
              <p:nvPr/>
            </p:nvSpPr>
            <p:spPr>
              <a:xfrm>
                <a:off x="978800" y="4193075"/>
                <a:ext cx="3919800" cy="338700"/>
              </a:xfrm>
              <a:prstGeom prst="rect">
                <a:avLst/>
              </a:prstGeom>
              <a:noFill/>
              <a:ln>
                <a:noFill/>
              </a:ln>
            </p:spPr>
            <p:txBody>
              <a:bodyPr anchorCtr="0" anchor="t" bIns="34275" lIns="0" spcFirstLastPara="1" rIns="0" wrap="square" tIns="34275">
                <a:noAutofit/>
              </a:bodyPr>
              <a:lstStyle/>
              <a:p>
                <a:pPr indent="0" lvl="0" marL="0" rtl="0" algn="l">
                  <a:spcBef>
                    <a:spcPts val="0"/>
                  </a:spcBef>
                  <a:spcAft>
                    <a:spcPts val="0"/>
                  </a:spcAft>
                  <a:buSzPts val="800"/>
                  <a:buNone/>
                </a:pPr>
                <a:r>
                  <a:rPr lang="en" sz="900">
                    <a:solidFill>
                      <a:schemeClr val="dk1"/>
                    </a:solidFill>
                    <a:latin typeface="Verizon NHG TX"/>
                    <a:ea typeface="Verizon NHG TX"/>
                    <a:cs typeface="Verizon NHG TX"/>
                    <a:sym typeface="Verizon NHG TX"/>
                  </a:rPr>
                  <a:t>High-level program goal description/objective </a:t>
                </a:r>
                <a:endParaRPr sz="900">
                  <a:solidFill>
                    <a:schemeClr val="dk1"/>
                  </a:solidFill>
                  <a:latin typeface="Verizon NHG TX"/>
                  <a:ea typeface="Verizon NHG TX"/>
                  <a:cs typeface="Verizon NHG TX"/>
                  <a:sym typeface="Verizon NHG TX"/>
                </a:endParaRPr>
              </a:p>
            </p:txBody>
          </p:sp>
          <p:sp>
            <p:nvSpPr>
              <p:cNvPr id="1273" name="Google Shape;1273;p177"/>
              <p:cNvSpPr txBox="1"/>
              <p:nvPr/>
            </p:nvSpPr>
            <p:spPr>
              <a:xfrm>
                <a:off x="978796" y="3965203"/>
                <a:ext cx="3919800" cy="318000"/>
              </a:xfrm>
              <a:prstGeom prst="rect">
                <a:avLst/>
              </a:prstGeom>
              <a:noFill/>
              <a:ln>
                <a:noFill/>
              </a:ln>
            </p:spPr>
            <p:txBody>
              <a:bodyPr anchorCtr="0" anchor="b" bIns="34275" lIns="0" spcFirstLastPara="1" rIns="0" wrap="square" tIns="34275">
                <a:spAutoFit/>
              </a:bodyPr>
              <a:lstStyle/>
              <a:p>
                <a:pPr indent="0" lvl="0" marL="0" rtl="0" algn="l">
                  <a:spcBef>
                    <a:spcPts val="0"/>
                  </a:spcBef>
                  <a:spcAft>
                    <a:spcPts val="0"/>
                  </a:spcAft>
                  <a:buSzPts val="800"/>
                  <a:buNone/>
                </a:pPr>
                <a:r>
                  <a:rPr b="1" lang="en" sz="1100">
                    <a:solidFill>
                      <a:schemeClr val="dk1"/>
                    </a:solidFill>
                    <a:latin typeface="Verizon NHG TX"/>
                    <a:ea typeface="Verizon NHG TX"/>
                    <a:cs typeface="Verizon NHG TX"/>
                    <a:sym typeface="Verizon NHG TX"/>
                  </a:rPr>
                  <a:t>Program goal </a:t>
                </a:r>
                <a:endParaRPr b="1" sz="1100">
                  <a:solidFill>
                    <a:schemeClr val="dk1"/>
                  </a:solidFill>
                  <a:latin typeface="Verizon NHG TX"/>
                  <a:ea typeface="Verizon NHG TX"/>
                  <a:cs typeface="Verizon NHG TX"/>
                  <a:sym typeface="Verizon NHG TX"/>
                </a:endParaRPr>
              </a:p>
            </p:txBody>
          </p:sp>
        </p:grpSp>
        <p:sp>
          <p:nvSpPr>
            <p:cNvPr id="1274" name="Google Shape;1274;p177"/>
            <p:cNvSpPr txBox="1"/>
            <p:nvPr/>
          </p:nvSpPr>
          <p:spPr>
            <a:xfrm>
              <a:off x="324350" y="5281766"/>
              <a:ext cx="469200" cy="359100"/>
            </a:xfrm>
            <a:prstGeom prst="rect">
              <a:avLst/>
            </a:prstGeom>
            <a:noFill/>
            <a:ln>
              <a:noFill/>
            </a:ln>
          </p:spPr>
          <p:txBody>
            <a:bodyPr anchorCtr="0" anchor="b" bIns="34275" lIns="0" spcFirstLastPara="1" rIns="0" wrap="square" tIns="34275">
              <a:spAutoFit/>
            </a:bodyPr>
            <a:lstStyle/>
            <a:p>
              <a:pPr indent="0" lvl="0" marL="0" marR="0" rtl="0" algn="ctr">
                <a:spcBef>
                  <a:spcPts val="0"/>
                </a:spcBef>
                <a:spcAft>
                  <a:spcPts val="0"/>
                </a:spcAft>
                <a:buNone/>
              </a:pPr>
              <a:r>
                <a:rPr b="1" lang="en" sz="1300">
                  <a:solidFill>
                    <a:srgbClr val="EE001E"/>
                  </a:solidFill>
                  <a:latin typeface="Verizon NHG DS"/>
                  <a:ea typeface="Verizon NHG DS"/>
                  <a:cs typeface="Verizon NHG DS"/>
                  <a:sym typeface="Verizon NHG DS"/>
                </a:rPr>
                <a:t>05</a:t>
              </a:r>
              <a:endParaRPr sz="1300">
                <a:solidFill>
                  <a:srgbClr val="EE001E"/>
                </a:solidFill>
                <a:latin typeface="Verizon NHG DS"/>
                <a:ea typeface="Verizon NHG DS"/>
                <a:cs typeface="Verizon NHG DS"/>
                <a:sym typeface="Verizon NHG DS"/>
              </a:endParaRPr>
            </a:p>
          </p:txBody>
        </p:sp>
        <p:cxnSp>
          <p:nvCxnSpPr>
            <p:cNvPr id="1275" name="Google Shape;1275;p177"/>
            <p:cNvCxnSpPr/>
            <p:nvPr/>
          </p:nvCxnSpPr>
          <p:spPr>
            <a:xfrm>
              <a:off x="171425" y="5224375"/>
              <a:ext cx="4735800" cy="0"/>
            </a:xfrm>
            <a:prstGeom prst="straightConnector1">
              <a:avLst/>
            </a:prstGeom>
            <a:noFill/>
            <a:ln cap="flat" cmpd="sng" w="9525">
              <a:solidFill>
                <a:srgbClr val="F6FF1F"/>
              </a:solidFill>
              <a:prstDash val="solid"/>
              <a:miter lim="800000"/>
              <a:headEnd len="sm" w="sm" type="none"/>
              <a:tailEnd len="sm" w="sm" type="none"/>
            </a:ln>
          </p:spPr>
        </p:cxnSp>
      </p:grpSp>
      <p:sp>
        <p:nvSpPr>
          <p:cNvPr id="1276" name="Google Shape;1276;p177"/>
          <p:cNvSpPr/>
          <p:nvPr/>
        </p:nvSpPr>
        <p:spPr>
          <a:xfrm>
            <a:off x="3790275" y="1008713"/>
            <a:ext cx="5222400" cy="17520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77" name="Google Shape;1277;p177"/>
          <p:cNvSpPr txBox="1"/>
          <p:nvPr/>
        </p:nvSpPr>
        <p:spPr>
          <a:xfrm>
            <a:off x="3865219" y="1075800"/>
            <a:ext cx="2046900" cy="2538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Journey Map</a:t>
            </a:r>
            <a:endParaRPr sz="1200">
              <a:solidFill>
                <a:schemeClr val="dk1"/>
              </a:solidFill>
              <a:latin typeface="Verizon NHG DS"/>
              <a:ea typeface="Verizon NHG DS"/>
              <a:cs typeface="Verizon NHG DS"/>
              <a:sym typeface="Verizon NHG DS"/>
            </a:endParaRPr>
          </a:p>
        </p:txBody>
      </p:sp>
      <p:cxnSp>
        <p:nvCxnSpPr>
          <p:cNvPr id="1278" name="Google Shape;1278;p177"/>
          <p:cNvCxnSpPr/>
          <p:nvPr/>
        </p:nvCxnSpPr>
        <p:spPr>
          <a:xfrm>
            <a:off x="3790275" y="1338488"/>
            <a:ext cx="5241600" cy="0"/>
          </a:xfrm>
          <a:prstGeom prst="straightConnector1">
            <a:avLst/>
          </a:prstGeom>
          <a:noFill/>
          <a:ln cap="flat" cmpd="sng" w="9525">
            <a:solidFill>
              <a:srgbClr val="EE001E"/>
            </a:solidFill>
            <a:prstDash val="solid"/>
            <a:miter lim="800000"/>
            <a:headEnd len="sm" w="sm" type="none"/>
            <a:tailEnd len="sm" w="sm" type="none"/>
          </a:ln>
        </p:spPr>
      </p:cxnSp>
      <p:sp>
        <p:nvSpPr>
          <p:cNvPr id="1279" name="Google Shape;1279;p177"/>
          <p:cNvSpPr/>
          <p:nvPr/>
        </p:nvSpPr>
        <p:spPr>
          <a:xfrm>
            <a:off x="39374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0" name="Google Shape;1280;p177"/>
          <p:cNvSpPr/>
          <p:nvPr/>
        </p:nvSpPr>
        <p:spPr>
          <a:xfrm>
            <a:off x="51375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1" name="Google Shape;1281;p177"/>
          <p:cNvSpPr/>
          <p:nvPr/>
        </p:nvSpPr>
        <p:spPr>
          <a:xfrm>
            <a:off x="633771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2" name="Google Shape;1282;p177"/>
          <p:cNvSpPr/>
          <p:nvPr/>
        </p:nvSpPr>
        <p:spPr>
          <a:xfrm>
            <a:off x="7537868" y="14945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3" name="Google Shape;1283;p177"/>
          <p:cNvSpPr/>
          <p:nvPr/>
        </p:nvSpPr>
        <p:spPr>
          <a:xfrm>
            <a:off x="39374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4" name="Google Shape;1284;p177"/>
          <p:cNvSpPr/>
          <p:nvPr/>
        </p:nvSpPr>
        <p:spPr>
          <a:xfrm>
            <a:off x="51375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5" name="Google Shape;1285;p177"/>
          <p:cNvSpPr/>
          <p:nvPr/>
        </p:nvSpPr>
        <p:spPr>
          <a:xfrm>
            <a:off x="633771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sp>
        <p:nvSpPr>
          <p:cNvPr id="1286" name="Google Shape;1286;p177"/>
          <p:cNvSpPr/>
          <p:nvPr/>
        </p:nvSpPr>
        <p:spPr>
          <a:xfrm>
            <a:off x="7537868" y="2066081"/>
            <a:ext cx="1062600" cy="509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Key activity</a:t>
            </a:r>
            <a:endParaRPr sz="1000">
              <a:solidFill>
                <a:schemeClr val="dk1"/>
              </a:solidFill>
              <a:latin typeface="Verizon NHG TX"/>
              <a:ea typeface="Verizon NHG TX"/>
              <a:cs typeface="Verizon NHG TX"/>
              <a:sym typeface="Verizon NHG TX"/>
            </a:endParaRPr>
          </a:p>
        </p:txBody>
      </p:sp>
      <p:grpSp>
        <p:nvGrpSpPr>
          <p:cNvPr id="1287" name="Google Shape;1287;p177"/>
          <p:cNvGrpSpPr/>
          <p:nvPr/>
        </p:nvGrpSpPr>
        <p:grpSpPr>
          <a:xfrm>
            <a:off x="3790275" y="2847169"/>
            <a:ext cx="2519006" cy="2162700"/>
            <a:chOff x="5053700" y="3796225"/>
            <a:chExt cx="3358675" cy="2883600"/>
          </a:xfrm>
        </p:grpSpPr>
        <p:sp>
          <p:nvSpPr>
            <p:cNvPr id="1288" name="Google Shape;1288;p177"/>
            <p:cNvSpPr/>
            <p:nvPr/>
          </p:nvSpPr>
          <p:spPr>
            <a:xfrm>
              <a:off x="5057175" y="3796225"/>
              <a:ext cx="3355200" cy="2883600"/>
            </a:xfrm>
            <a:prstGeom prst="roundRect">
              <a:avLst>
                <a:gd fmla="val 927" name="adj"/>
              </a:avLst>
            </a:prstGeom>
            <a:solidFill>
              <a:srgbClr val="F3EDE0"/>
            </a:solidFill>
            <a:ln>
              <a:noFill/>
            </a:ln>
            <a:effectLst>
              <a:outerShdw blurRad="76200" rotWithShape="0" algn="t" dir="5400000" dist="50800">
                <a:srgbClr val="000000">
                  <a:alpha val="2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89" name="Google Shape;1289;p177"/>
            <p:cNvSpPr txBox="1"/>
            <p:nvPr/>
          </p:nvSpPr>
          <p:spPr>
            <a:xfrm>
              <a:off x="5153625" y="3872931"/>
              <a:ext cx="30927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Outcomes</a:t>
              </a:r>
              <a:endParaRPr sz="1200">
                <a:solidFill>
                  <a:schemeClr val="dk1"/>
                </a:solidFill>
                <a:latin typeface="Verizon NHG DS"/>
                <a:ea typeface="Verizon NHG DS"/>
                <a:cs typeface="Verizon NHG DS"/>
                <a:sym typeface="Verizon NHG DS"/>
              </a:endParaRPr>
            </a:p>
          </p:txBody>
        </p:sp>
        <p:sp>
          <p:nvSpPr>
            <p:cNvPr id="1290" name="Google Shape;1290;p177"/>
            <p:cNvSpPr/>
            <p:nvPr/>
          </p:nvSpPr>
          <p:spPr>
            <a:xfrm>
              <a:off x="6840387" y="4513762"/>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1" name="Google Shape;1291;p177"/>
            <p:cNvSpPr/>
            <p:nvPr/>
          </p:nvSpPr>
          <p:spPr>
            <a:xfrm>
              <a:off x="5249891" y="4513750"/>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2" name="Google Shape;1292;p177"/>
            <p:cNvSpPr/>
            <p:nvPr/>
          </p:nvSpPr>
          <p:spPr>
            <a:xfrm>
              <a:off x="5249875"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3" name="Google Shape;1293;p177"/>
            <p:cNvSpPr/>
            <p:nvPr/>
          </p:nvSpPr>
          <p:spPr>
            <a:xfrm>
              <a:off x="6840387" y="51918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cxnSp>
          <p:nvCxnSpPr>
            <p:cNvPr id="1294" name="Google Shape;1294;p177"/>
            <p:cNvCxnSpPr/>
            <p:nvPr/>
          </p:nvCxnSpPr>
          <p:spPr>
            <a:xfrm>
              <a:off x="5053700" y="4303575"/>
              <a:ext cx="3355200" cy="0"/>
            </a:xfrm>
            <a:prstGeom prst="straightConnector1">
              <a:avLst/>
            </a:prstGeom>
            <a:noFill/>
            <a:ln cap="flat" cmpd="sng" w="9525">
              <a:solidFill>
                <a:srgbClr val="EE001E"/>
              </a:solidFill>
              <a:prstDash val="solid"/>
              <a:miter lim="800000"/>
              <a:headEnd len="sm" w="sm" type="none"/>
              <a:tailEnd len="sm" w="sm" type="none"/>
            </a:ln>
          </p:spPr>
        </p:cxnSp>
        <p:sp>
          <p:nvSpPr>
            <p:cNvPr id="1295" name="Google Shape;1295;p177"/>
            <p:cNvSpPr/>
            <p:nvPr/>
          </p:nvSpPr>
          <p:spPr>
            <a:xfrm>
              <a:off x="5249875"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sp>
          <p:nvSpPr>
            <p:cNvPr id="1296" name="Google Shape;1296;p177"/>
            <p:cNvSpPr/>
            <p:nvPr/>
          </p:nvSpPr>
          <p:spPr>
            <a:xfrm>
              <a:off x="6840387" y="5877697"/>
              <a:ext cx="1416900" cy="544200"/>
            </a:xfrm>
            <a:prstGeom prst="roundRect">
              <a:avLst>
                <a:gd fmla="val 16667" name="adj"/>
              </a:avLst>
            </a:prstGeom>
            <a:solidFill>
              <a:srgbClr val="EE001E"/>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lt1"/>
                  </a:solidFill>
                  <a:latin typeface="Verizon NHG TX"/>
                  <a:ea typeface="Verizon NHG TX"/>
                  <a:cs typeface="Verizon NHG TX"/>
                  <a:sym typeface="Verizon NHG TX"/>
                </a:rPr>
                <a:t>Name of KPI</a:t>
              </a:r>
              <a:endParaRPr sz="1000">
                <a:solidFill>
                  <a:schemeClr val="lt1"/>
                </a:solidFill>
                <a:latin typeface="Verizon NHG TX"/>
                <a:ea typeface="Verizon NHG TX"/>
                <a:cs typeface="Verizon NHG TX"/>
                <a:sym typeface="Verizon NHG TX"/>
              </a:endParaRPr>
            </a:p>
          </p:txBody>
        </p:sp>
      </p:grpSp>
      <p:grpSp>
        <p:nvGrpSpPr>
          <p:cNvPr id="1297" name="Google Shape;1297;p177"/>
          <p:cNvGrpSpPr/>
          <p:nvPr/>
        </p:nvGrpSpPr>
        <p:grpSpPr>
          <a:xfrm>
            <a:off x="6411375" y="2847169"/>
            <a:ext cx="2601225" cy="2162700"/>
            <a:chOff x="8548500" y="3796225"/>
            <a:chExt cx="3468300" cy="2883600"/>
          </a:xfrm>
        </p:grpSpPr>
        <p:sp>
          <p:nvSpPr>
            <p:cNvPr id="1298" name="Google Shape;1298;p177"/>
            <p:cNvSpPr/>
            <p:nvPr/>
          </p:nvSpPr>
          <p:spPr>
            <a:xfrm>
              <a:off x="8548500" y="3796225"/>
              <a:ext cx="3468300" cy="2883600"/>
            </a:xfrm>
            <a:prstGeom prst="roundRect">
              <a:avLst>
                <a:gd fmla="val 927" name="adj"/>
              </a:avLst>
            </a:prstGeom>
            <a:noFill/>
            <a:ln cap="flat" cmpd="sng" w="28575">
              <a:solidFill>
                <a:srgbClr val="F6FF1F"/>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Quattrocento Sans"/>
                <a:ea typeface="Quattrocento Sans"/>
                <a:cs typeface="Quattrocento Sans"/>
                <a:sym typeface="Quattrocento Sans"/>
              </a:endParaRPr>
            </a:p>
          </p:txBody>
        </p:sp>
        <p:sp>
          <p:nvSpPr>
            <p:cNvPr id="1299" name="Google Shape;1299;p177"/>
            <p:cNvSpPr/>
            <p:nvPr/>
          </p:nvSpPr>
          <p:spPr>
            <a:xfrm rot="5400000">
              <a:off x="8945199" y="4592630"/>
              <a:ext cx="125750" cy="128858"/>
            </a:xfrm>
            <a:custGeom>
              <a:rect b="b" l="l" r="r" t="t"/>
              <a:pathLst>
                <a:path extrusionOk="0" h="1692" w="2390">
                  <a:moveTo>
                    <a:pt x="1604" y="34"/>
                  </a:moveTo>
                  <a:cubicBezTo>
                    <a:pt x="1571" y="0"/>
                    <a:pt x="1517" y="0"/>
                    <a:pt x="1484" y="34"/>
                  </a:cubicBezTo>
                  <a:cubicBezTo>
                    <a:pt x="1451" y="66"/>
                    <a:pt x="1451" y="120"/>
                    <a:pt x="1484" y="153"/>
                  </a:cubicBezTo>
                  <a:cubicBezTo>
                    <a:pt x="2092" y="761"/>
                    <a:pt x="2092" y="761"/>
                    <a:pt x="2092" y="761"/>
                  </a:cubicBezTo>
                  <a:cubicBezTo>
                    <a:pt x="84" y="761"/>
                    <a:pt x="84" y="761"/>
                    <a:pt x="84" y="761"/>
                  </a:cubicBezTo>
                  <a:cubicBezTo>
                    <a:pt x="38" y="761"/>
                    <a:pt x="0" y="799"/>
                    <a:pt x="0" y="845"/>
                  </a:cubicBezTo>
                  <a:cubicBezTo>
                    <a:pt x="0" y="892"/>
                    <a:pt x="38" y="931"/>
                    <a:pt x="84" y="931"/>
                  </a:cubicBezTo>
                  <a:cubicBezTo>
                    <a:pt x="2092" y="931"/>
                    <a:pt x="2092" y="931"/>
                    <a:pt x="2092" y="931"/>
                  </a:cubicBezTo>
                  <a:cubicBezTo>
                    <a:pt x="1484" y="1538"/>
                    <a:pt x="1484" y="1538"/>
                    <a:pt x="1484" y="1538"/>
                  </a:cubicBezTo>
                  <a:cubicBezTo>
                    <a:pt x="1451" y="1572"/>
                    <a:pt x="1451" y="1626"/>
                    <a:pt x="1484" y="1658"/>
                  </a:cubicBezTo>
                  <a:cubicBezTo>
                    <a:pt x="1517" y="1692"/>
                    <a:pt x="1571" y="1692"/>
                    <a:pt x="1604" y="1658"/>
                  </a:cubicBezTo>
                  <a:cubicBezTo>
                    <a:pt x="2356" y="905"/>
                    <a:pt x="2356" y="905"/>
                    <a:pt x="2356" y="905"/>
                  </a:cubicBezTo>
                  <a:cubicBezTo>
                    <a:pt x="2390" y="873"/>
                    <a:pt x="2390" y="819"/>
                    <a:pt x="2356" y="787"/>
                  </a:cubicBezTo>
                  <a:lnTo>
                    <a:pt x="1604" y="34"/>
                  </a:ln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Quattrocento Sans"/>
                <a:ea typeface="Quattrocento Sans"/>
                <a:cs typeface="Quattrocento Sans"/>
                <a:sym typeface="Quattrocento Sans"/>
              </a:endParaRPr>
            </a:p>
          </p:txBody>
        </p:sp>
        <p:sp>
          <p:nvSpPr>
            <p:cNvPr id="1300" name="Google Shape;1300;p177"/>
            <p:cNvSpPr txBox="1"/>
            <p:nvPr/>
          </p:nvSpPr>
          <p:spPr>
            <a:xfrm>
              <a:off x="8709025" y="3872931"/>
              <a:ext cx="3059100" cy="338700"/>
            </a:xfrm>
            <a:prstGeom prst="rect">
              <a:avLst/>
            </a:prstGeom>
            <a:noFill/>
            <a:ln>
              <a:noFill/>
            </a:ln>
          </p:spPr>
          <p:txBody>
            <a:bodyPr anchorCtr="0" anchor="b" bIns="34275" lIns="0" spcFirstLastPara="1" rIns="0" wrap="square" tIns="34275">
              <a:spAutoFit/>
            </a:bodyPr>
            <a:lstStyle/>
            <a:p>
              <a:pPr indent="0" lvl="0" marL="0" marR="0" rtl="0" algn="l">
                <a:spcBef>
                  <a:spcPts val="0"/>
                </a:spcBef>
                <a:spcAft>
                  <a:spcPts val="0"/>
                </a:spcAft>
                <a:buNone/>
              </a:pPr>
              <a:r>
                <a:rPr b="1" lang="en" sz="1200">
                  <a:solidFill>
                    <a:schemeClr val="dk1"/>
                  </a:solidFill>
                  <a:latin typeface="Verizon NHG DS"/>
                  <a:ea typeface="Verizon NHG DS"/>
                  <a:cs typeface="Verizon NHG DS"/>
                  <a:sym typeface="Verizon NHG DS"/>
                </a:rPr>
                <a:t>Expected Results</a:t>
              </a:r>
              <a:endParaRPr sz="1200">
                <a:solidFill>
                  <a:schemeClr val="dk1"/>
                </a:solidFill>
                <a:latin typeface="Verizon NHG DS"/>
                <a:ea typeface="Verizon NHG DS"/>
                <a:cs typeface="Verizon NHG DS"/>
                <a:sym typeface="Verizon NHG DS"/>
              </a:endParaRPr>
            </a:p>
          </p:txBody>
        </p:sp>
        <p:sp>
          <p:nvSpPr>
            <p:cNvPr id="1301" name="Google Shape;1301;p177"/>
            <p:cNvSpPr/>
            <p:nvPr/>
          </p:nvSpPr>
          <p:spPr>
            <a:xfrm>
              <a:off x="10367500" y="4513762"/>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Call Volume Opt.</a:t>
              </a:r>
              <a:endParaRPr sz="1000">
                <a:solidFill>
                  <a:schemeClr val="lt1"/>
                </a:solidFill>
                <a:latin typeface="Verizon NHG TX"/>
                <a:ea typeface="Verizon NHG TX"/>
                <a:cs typeface="Verizon NHG TX"/>
                <a:sym typeface="Verizon NHG TX"/>
              </a:endParaRPr>
            </a:p>
          </p:txBody>
        </p:sp>
        <p:sp>
          <p:nvSpPr>
            <p:cNvPr id="1302" name="Google Shape;1302;p177"/>
            <p:cNvSpPr/>
            <p:nvPr/>
          </p:nvSpPr>
          <p:spPr>
            <a:xfrm>
              <a:off x="8795170" y="4513750"/>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Incr. Revenue</a:t>
              </a:r>
              <a:endParaRPr sz="1000">
                <a:solidFill>
                  <a:schemeClr val="lt1"/>
                </a:solidFill>
                <a:latin typeface="Verizon NHG TX"/>
                <a:ea typeface="Verizon NHG TX"/>
                <a:cs typeface="Verizon NHG TX"/>
                <a:sym typeface="Verizon NHG TX"/>
              </a:endParaRPr>
            </a:p>
          </p:txBody>
        </p:sp>
        <p:sp>
          <p:nvSpPr>
            <p:cNvPr id="1303" name="Google Shape;1303;p177"/>
            <p:cNvSpPr/>
            <p:nvPr/>
          </p:nvSpPr>
          <p:spPr>
            <a:xfrm>
              <a:off x="8795154"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FFF00"/>
                  </a:solidFill>
                  <a:latin typeface="Verizon NHG TX"/>
                  <a:ea typeface="Verizon NHG TX"/>
                  <a:cs typeface="Verizon NHG TX"/>
                  <a:sym typeface="Verizon NHG TX"/>
                </a:rPr>
                <a:t>$XX</a:t>
              </a:r>
              <a:endParaRPr b="1" sz="800">
                <a:solidFill>
                  <a:srgbClr val="FFFF00"/>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Handle Time Opt.</a:t>
              </a:r>
              <a:endParaRPr sz="1000">
                <a:solidFill>
                  <a:schemeClr val="lt1"/>
                </a:solidFill>
                <a:latin typeface="Verizon NHG TX"/>
                <a:ea typeface="Verizon NHG TX"/>
                <a:cs typeface="Verizon NHG TX"/>
                <a:sym typeface="Verizon NHG TX"/>
              </a:endParaRPr>
            </a:p>
          </p:txBody>
        </p:sp>
        <p:sp>
          <p:nvSpPr>
            <p:cNvPr id="1304" name="Google Shape;1304;p177"/>
            <p:cNvSpPr/>
            <p:nvPr/>
          </p:nvSpPr>
          <p:spPr>
            <a:xfrm>
              <a:off x="10367500" y="5191897"/>
              <a:ext cx="1400700" cy="544200"/>
            </a:xfrm>
            <a:prstGeom prst="roundRect">
              <a:avLst>
                <a:gd fmla="val 16667" name="adj"/>
              </a:avLst>
            </a:prstGeom>
            <a:solidFill>
              <a:schemeClr val="dk1"/>
            </a:solidFill>
            <a:ln cap="flat" cmpd="sng" w="9525">
              <a:solidFill>
                <a:srgbClr val="F5FF1E"/>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rgbClr val="F8FF3C"/>
                  </a:solidFill>
                  <a:latin typeface="Verizon NHG TX"/>
                  <a:ea typeface="Verizon NHG TX"/>
                  <a:cs typeface="Verizon NHG TX"/>
                  <a:sym typeface="Verizon NHG TX"/>
                </a:rPr>
                <a:t>$XX</a:t>
              </a:r>
              <a:endParaRPr b="1" sz="800">
                <a:solidFill>
                  <a:srgbClr val="F8FF3C"/>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lt1"/>
                  </a:solidFill>
                  <a:latin typeface="Verizon NHG TX"/>
                  <a:ea typeface="Verizon NHG TX"/>
                  <a:cs typeface="Verizon NHG TX"/>
                  <a:sym typeface="Verizon NHG TX"/>
                </a:rPr>
                <a:t>Other Benefit Value</a:t>
              </a:r>
              <a:endParaRPr sz="1000">
                <a:solidFill>
                  <a:schemeClr val="lt1"/>
                </a:solidFill>
                <a:latin typeface="Verizon NHG TX"/>
                <a:ea typeface="Verizon NHG TX"/>
                <a:cs typeface="Verizon NHG TX"/>
                <a:sym typeface="Verizon NHG TX"/>
              </a:endParaRPr>
            </a:p>
          </p:txBody>
        </p:sp>
        <p:cxnSp>
          <p:nvCxnSpPr>
            <p:cNvPr id="1305" name="Google Shape;1305;p177"/>
            <p:cNvCxnSpPr/>
            <p:nvPr/>
          </p:nvCxnSpPr>
          <p:spPr>
            <a:xfrm>
              <a:off x="8570950" y="4303575"/>
              <a:ext cx="3444300" cy="0"/>
            </a:xfrm>
            <a:prstGeom prst="straightConnector1">
              <a:avLst/>
            </a:prstGeom>
            <a:noFill/>
            <a:ln cap="flat" cmpd="sng" w="9525">
              <a:solidFill>
                <a:srgbClr val="EE001E"/>
              </a:solidFill>
              <a:prstDash val="solid"/>
              <a:miter lim="800000"/>
              <a:headEnd len="sm" w="sm" type="none"/>
              <a:tailEnd len="sm" w="sm" type="none"/>
            </a:ln>
          </p:spPr>
        </p:cxnSp>
        <p:sp>
          <p:nvSpPr>
            <p:cNvPr id="1306" name="Google Shape;1306;p177"/>
            <p:cNvSpPr/>
            <p:nvPr/>
          </p:nvSpPr>
          <p:spPr>
            <a:xfrm>
              <a:off x="8795173" y="5870050"/>
              <a:ext cx="2973000" cy="685800"/>
            </a:xfrm>
            <a:prstGeom prst="roundRect">
              <a:avLst>
                <a:gd fmla="val 16667" name="adj"/>
              </a:avLst>
            </a:prstGeom>
            <a:solidFill>
              <a:srgbClr val="F8FF3C"/>
            </a:solidFill>
            <a:ln cap="flat" cmpd="sng" w="9525">
              <a:solidFill>
                <a:schemeClr val="dk1"/>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b="1" lang="en" sz="800">
                  <a:solidFill>
                    <a:schemeClr val="dk1"/>
                  </a:solidFill>
                  <a:latin typeface="Verizon NHG TX"/>
                  <a:ea typeface="Verizon NHG TX"/>
                  <a:cs typeface="Verizon NHG TX"/>
                  <a:sym typeface="Verizon NHG TX"/>
                </a:rPr>
                <a:t>$XXM</a:t>
              </a:r>
              <a:endParaRPr b="1"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Total 2026 Capex + Opex </a:t>
              </a:r>
              <a:endParaRPr sz="8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rPr lang="en" sz="800">
                  <a:solidFill>
                    <a:schemeClr val="dk1"/>
                  </a:solidFill>
                  <a:latin typeface="Verizon NHG TX"/>
                  <a:ea typeface="Verizon NHG TX"/>
                  <a:cs typeface="Verizon NHG TX"/>
                  <a:sym typeface="Verizon NHG TX"/>
                </a:rPr>
                <a:t>Incremental Request</a:t>
              </a:r>
              <a:endParaRPr sz="800">
                <a:solidFill>
                  <a:schemeClr val="dk1"/>
                </a:solidFill>
                <a:latin typeface="Verizon NHG TX"/>
                <a:ea typeface="Verizon NHG TX"/>
                <a:cs typeface="Verizon NHG TX"/>
                <a:sym typeface="Verizon NHG TX"/>
              </a:endParaRPr>
            </a:p>
          </p:txBody>
        </p:sp>
      </p:grpSp>
      <p:sp>
        <p:nvSpPr>
          <p:cNvPr id="1307" name="Google Shape;1307;p177"/>
          <p:cNvSpPr/>
          <p:nvPr/>
        </p:nvSpPr>
        <p:spPr>
          <a:xfrm>
            <a:off x="139375" y="239250"/>
            <a:ext cx="8974800" cy="4550700"/>
          </a:xfrm>
          <a:prstGeom prst="rect">
            <a:avLst/>
          </a:prstGeom>
          <a:solidFill>
            <a:srgbClr val="999999">
              <a:alpha val="32700"/>
            </a:srgbClr>
          </a:solidFill>
          <a:ln cap="flat" cmpd="sng" w="9525">
            <a:solidFill>
              <a:srgbClr val="F3EDE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600">
                <a:solidFill>
                  <a:srgbClr val="F50A23"/>
                </a:solidFill>
                <a:latin typeface="Verizon NHG TX"/>
                <a:ea typeface="Verizon NHG TX"/>
                <a:cs typeface="Verizon NHG TX"/>
                <a:sym typeface="Verizon NHG TX"/>
              </a:rPr>
              <a:t>For CX Strategy Use - Do Not Fill Out</a:t>
            </a:r>
            <a:endParaRPr b="1" sz="2600">
              <a:solidFill>
                <a:srgbClr val="F50A23"/>
              </a:solidFill>
              <a:latin typeface="Verizon NHG TX"/>
              <a:ea typeface="Verizon NHG TX"/>
              <a:cs typeface="Verizon NHG TX"/>
              <a:sym typeface="Verizon NHG TX"/>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2" name="Shape 1312"/>
        <p:cNvGrpSpPr/>
        <p:nvPr/>
      </p:nvGrpSpPr>
      <p:grpSpPr>
        <a:xfrm>
          <a:off x="0" y="0"/>
          <a:ext cx="0" cy="0"/>
          <a:chOff x="0" y="0"/>
          <a:chExt cx="0" cy="0"/>
        </a:xfrm>
      </p:grpSpPr>
      <p:sp>
        <p:nvSpPr>
          <p:cNvPr id="1313" name="Google Shape;1313;p178"/>
          <p:cNvSpPr txBox="1"/>
          <p:nvPr>
            <p:ph idx="12" type="sldNum"/>
          </p:nvPr>
        </p:nvSpPr>
        <p:spPr>
          <a:xfrm>
            <a:off x="8317509" y="4725915"/>
            <a:ext cx="352500" cy="1692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1314" name="Google Shape;1314;p178"/>
          <p:cNvSpPr txBox="1"/>
          <p:nvPr>
            <p:ph type="title"/>
          </p:nvPr>
        </p:nvSpPr>
        <p:spPr>
          <a:xfrm>
            <a:off x="508706" y="2080031"/>
            <a:ext cx="3606900" cy="583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2100">
                <a:latin typeface="Verizon NHG DS"/>
                <a:ea typeface="Verizon NHG DS"/>
                <a:cs typeface="Verizon NHG DS"/>
                <a:sym typeface="Verizon NHG DS"/>
              </a:rPr>
              <a:t>Initiative Name</a:t>
            </a:r>
            <a:endParaRPr sz="2100">
              <a:latin typeface="Verizon NHG DS"/>
              <a:ea typeface="Verizon NHG DS"/>
              <a:cs typeface="Verizon NHG DS"/>
              <a:sym typeface="Verizon NHG DS"/>
            </a:endParaRPr>
          </a:p>
          <a:p>
            <a:pPr indent="0" lvl="0" marL="0" rtl="0" algn="ctr">
              <a:spcBef>
                <a:spcPts val="0"/>
              </a:spcBef>
              <a:spcAft>
                <a:spcPts val="0"/>
              </a:spcAft>
              <a:buNone/>
            </a:pPr>
            <a:r>
              <a:rPr lang="en" sz="1800">
                <a:solidFill>
                  <a:schemeClr val="dk1"/>
                </a:solidFill>
                <a:latin typeface="Verizon NHG DS"/>
                <a:ea typeface="Verizon NHG DS"/>
                <a:cs typeface="Verizon NHG DS"/>
                <a:sym typeface="Verizon NHG DS"/>
              </a:rPr>
              <a:t>Workstream Name</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Workstream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rPr b="0" lang="en" sz="1400">
                <a:solidFill>
                  <a:schemeClr val="dk1"/>
                </a:solidFill>
                <a:latin typeface="Verizon NHG DS"/>
                <a:ea typeface="Verizon NHG DS"/>
                <a:cs typeface="Verizon NHG DS"/>
                <a:sym typeface="Verizon NHG DS"/>
              </a:rPr>
              <a:t>Initiative Lead:  Name</a:t>
            </a:r>
            <a:endParaRPr b="0" sz="14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a:p>
            <a:pPr indent="0" lvl="0" marL="0" rtl="0" algn="ctr">
              <a:spcBef>
                <a:spcPts val="0"/>
              </a:spcBef>
              <a:spcAft>
                <a:spcPts val="0"/>
              </a:spcAft>
              <a:buNone/>
            </a:pPr>
            <a:r>
              <a:t/>
            </a:r>
            <a:endParaRPr sz="1800">
              <a:solidFill>
                <a:schemeClr val="dk1"/>
              </a:solidFill>
              <a:latin typeface="Verizon NHG DS"/>
              <a:ea typeface="Verizon NHG DS"/>
              <a:cs typeface="Verizon NHG DS"/>
              <a:sym typeface="Verizon NHG DS"/>
            </a:endParaRPr>
          </a:p>
        </p:txBody>
      </p:sp>
      <p:sp>
        <p:nvSpPr>
          <p:cNvPr id="1315" name="Google Shape;1315;p178"/>
          <p:cNvSpPr txBox="1"/>
          <p:nvPr/>
        </p:nvSpPr>
        <p:spPr>
          <a:xfrm>
            <a:off x="508706" y="3410195"/>
            <a:ext cx="3606900" cy="303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400"/>
              </a:spcBef>
              <a:spcAft>
                <a:spcPts val="600"/>
              </a:spcAft>
              <a:buClr>
                <a:schemeClr val="dk1"/>
              </a:buClr>
              <a:buSzPts val="800"/>
              <a:buFont typeface="Arial"/>
              <a:buNone/>
            </a:pPr>
            <a:r>
              <a:rPr lang="en" sz="1100">
                <a:solidFill>
                  <a:schemeClr val="dk1"/>
                </a:solidFill>
                <a:latin typeface="Verizon NHG DS"/>
                <a:ea typeface="Verizon NHG DS"/>
                <a:cs typeface="Verizon NHG DS"/>
                <a:sym typeface="Verizon NHG DS"/>
              </a:rPr>
              <a:t>[Northstar statement - Ambition Here]</a:t>
            </a:r>
            <a:endParaRPr sz="1100">
              <a:solidFill>
                <a:srgbClr val="1F1F1F"/>
              </a:solidFill>
              <a:latin typeface="Verizon NHG DS"/>
              <a:ea typeface="Verizon NHG DS"/>
              <a:cs typeface="Verizon NHG DS"/>
              <a:sym typeface="Verizon NHG DS"/>
            </a:endParaRPr>
          </a:p>
        </p:txBody>
      </p:sp>
      <p:sp>
        <p:nvSpPr>
          <p:cNvPr id="1316" name="Google Shape;1316;p178"/>
          <p:cNvSpPr txBox="1"/>
          <p:nvPr/>
        </p:nvSpPr>
        <p:spPr>
          <a:xfrm>
            <a:off x="4791619" y="597940"/>
            <a:ext cx="4121400" cy="4308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solidFill>
                  <a:srgbClr val="EE001E"/>
                </a:solidFill>
                <a:latin typeface="Verizon NHG DS"/>
                <a:ea typeface="Verizon NHG DS"/>
                <a:cs typeface="Verizon NHG DS"/>
                <a:sym typeface="Verizon NHG DS"/>
              </a:rPr>
              <a:t>Strategic Themes</a:t>
            </a:r>
            <a:endParaRPr b="1" sz="1500">
              <a:solidFill>
                <a:srgbClr val="EE001E"/>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7F7F7F"/>
                </a:solidFill>
                <a:latin typeface="Verizon NHG DS"/>
                <a:ea typeface="Verizon NHG DS"/>
                <a:cs typeface="Verizon NHG DS"/>
                <a:sym typeface="Verizon NHG DS"/>
              </a:rPr>
              <a:t>[EXAMPLE] Customer need or problem being solved</a:t>
            </a:r>
            <a:endParaRPr b="1" sz="1100">
              <a:solidFill>
                <a:srgbClr val="7F7F7F"/>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rgbClr val="9E9E9E"/>
                </a:solidFill>
                <a:latin typeface="Verizon NHG DS"/>
                <a:ea typeface="Verizon NHG DS"/>
                <a:cs typeface="Verizon NHG DS"/>
                <a:sym typeface="Verizon NHG DS"/>
              </a:rPr>
              <a:t>Giving customers visibility and creating end to end ownership on issues that we cannot resolve on the initial interaction</a:t>
            </a:r>
            <a:endParaRPr sz="800">
              <a:solidFill>
                <a:srgbClr val="9E9E9E"/>
              </a:solidFill>
              <a:latin typeface="Verizon NHG TX"/>
              <a:ea typeface="Verizon NHG TX"/>
              <a:cs typeface="Verizon NHG TX"/>
              <a:sym typeface="Verizon NHG TX"/>
            </a:endParaRPr>
          </a:p>
          <a:p>
            <a:pPr indent="0" lvl="0" marL="0" rtl="0" algn="l">
              <a:spcBef>
                <a:spcPts val="0"/>
              </a:spcBef>
              <a:spcAft>
                <a:spcPts val="0"/>
              </a:spcAft>
              <a:buClr>
                <a:schemeClr val="dk1"/>
              </a:buClr>
              <a:buSzPts val="800"/>
              <a:buFont typeface="Arial"/>
              <a:buNone/>
            </a:pPr>
            <a:r>
              <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is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rgbClr val="222222"/>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Clr>
                <a:schemeClr val="dk1"/>
              </a:buClr>
              <a:buSzPts val="800"/>
              <a:buFont typeface="Arial"/>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None/>
            </a:pPr>
            <a:r>
              <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0"/>
              </a:spcAft>
              <a:buClr>
                <a:schemeClr val="dk1"/>
              </a:buClr>
              <a:buSzPts val="800"/>
              <a:buFont typeface="Arial"/>
              <a:buNone/>
            </a:pPr>
            <a:r>
              <a:rPr b="1" lang="en" sz="1100">
                <a:solidFill>
                  <a:srgbClr val="222222"/>
                </a:solidFill>
                <a:latin typeface="Verizon NHG DS"/>
                <a:ea typeface="Verizon NHG DS"/>
                <a:cs typeface="Verizon NHG DS"/>
                <a:sym typeface="Verizon NHG DS"/>
              </a:rPr>
              <a:t>Customer need or problem being solved</a:t>
            </a:r>
            <a:endParaRPr b="1" sz="1100">
              <a:solidFill>
                <a:srgbClr val="222222"/>
              </a:solidFill>
              <a:latin typeface="Verizon NHG DS"/>
              <a:ea typeface="Verizon NHG DS"/>
              <a:cs typeface="Verizon NHG DS"/>
              <a:sym typeface="Verizon NHG DS"/>
            </a:endParaRPr>
          </a:p>
          <a:p>
            <a:pPr indent="0" lvl="0" marL="0" rtl="0" algn="l">
              <a:spcBef>
                <a:spcPts val="0"/>
              </a:spcBef>
              <a:spcAft>
                <a:spcPts val="0"/>
              </a:spcAft>
              <a:buNone/>
            </a:pPr>
            <a:r>
              <a:rPr lang="en" sz="1100">
                <a:solidFill>
                  <a:schemeClr val="dk1"/>
                </a:solidFill>
                <a:latin typeface="Verizon NHG DS"/>
                <a:ea typeface="Verizon NHG DS"/>
                <a:cs typeface="Verizon NHG DS"/>
                <a:sym typeface="Verizon NHG DS"/>
              </a:rPr>
              <a:t>[What will be unlocked for the customer or business?]</a:t>
            </a:r>
            <a:endParaRPr sz="1100">
              <a:solidFill>
                <a:schemeClr val="dk1"/>
              </a:solidFill>
              <a:latin typeface="Verizon NHG DS"/>
              <a:ea typeface="Verizon NHG DS"/>
              <a:cs typeface="Verizon NHG DS"/>
              <a:sym typeface="Verizon NHG DS"/>
            </a:endParaRPr>
          </a:p>
          <a:p>
            <a:pPr indent="0" lvl="0" marL="0" rtl="0" algn="l">
              <a:spcBef>
                <a:spcPts val="800"/>
              </a:spcBef>
              <a:spcAft>
                <a:spcPts val="800"/>
              </a:spcAft>
              <a:buNone/>
            </a:pPr>
            <a:r>
              <a:t/>
            </a:r>
            <a:endParaRPr sz="1100">
              <a:solidFill>
                <a:schemeClr val="dk1"/>
              </a:solidFill>
              <a:latin typeface="Verizon NHG DS"/>
              <a:ea typeface="Verizon NHG DS"/>
              <a:cs typeface="Verizon NHG DS"/>
              <a:sym typeface="Verizon NHG DS"/>
            </a:endParaRPr>
          </a:p>
        </p:txBody>
      </p:sp>
      <p:sp>
        <p:nvSpPr>
          <p:cNvPr id="1317" name="Google Shape;1317;p178"/>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18" name="Google Shape;1318;p178"/>
          <p:cNvGrpSpPr/>
          <p:nvPr/>
        </p:nvGrpSpPr>
        <p:grpSpPr>
          <a:xfrm>
            <a:off x="1601419" y="377006"/>
            <a:ext cx="1421550" cy="1393875"/>
            <a:chOff x="2135225" y="502675"/>
            <a:chExt cx="1895400" cy="1858500"/>
          </a:xfrm>
        </p:grpSpPr>
        <p:sp>
          <p:nvSpPr>
            <p:cNvPr id="1319" name="Google Shape;1319;p178"/>
            <p:cNvSpPr/>
            <p:nvPr/>
          </p:nvSpPr>
          <p:spPr>
            <a:xfrm>
              <a:off x="2135225" y="502675"/>
              <a:ext cx="1895400" cy="1858500"/>
            </a:xfrm>
            <a:prstGeom prst="ellipse">
              <a:avLst/>
            </a:prstGeom>
            <a:solidFill>
              <a:srgbClr val="FFFFFF"/>
            </a:solidFill>
            <a:ln cap="flat" cmpd="sng" w="28575">
              <a:solidFill>
                <a:schemeClr val="lt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Verizon NHG TX"/>
                <a:ea typeface="Verizon NHG TX"/>
                <a:cs typeface="Verizon NHG TX"/>
                <a:sym typeface="Verizon NHG TX"/>
              </a:endParaRPr>
            </a:p>
          </p:txBody>
        </p:sp>
        <p:pic>
          <p:nvPicPr>
            <p:cNvPr id="1320" name="Google Shape;1320;p178" title="Verizon_GlowV_RGB.png"/>
            <p:cNvPicPr preferRelativeResize="0"/>
            <p:nvPr/>
          </p:nvPicPr>
          <p:blipFill>
            <a:blip r:embed="rId3">
              <a:alphaModFix/>
            </a:blip>
            <a:stretch>
              <a:fillRect/>
            </a:stretch>
          </p:blipFill>
          <p:spPr>
            <a:xfrm>
              <a:off x="2583446" y="965192"/>
              <a:ext cx="998950" cy="933477"/>
            </a:xfrm>
            <a:prstGeom prst="rect">
              <a:avLst/>
            </a:prstGeom>
            <a:noFill/>
            <a:ln>
              <a:noFill/>
            </a:ln>
          </p:spPr>
        </p:pic>
      </p:grpSp>
      <p:grpSp>
        <p:nvGrpSpPr>
          <p:cNvPr id="1321" name="Google Shape;1321;p178"/>
          <p:cNvGrpSpPr/>
          <p:nvPr/>
        </p:nvGrpSpPr>
        <p:grpSpPr>
          <a:xfrm>
            <a:off x="6893719" y="154838"/>
            <a:ext cx="2104650" cy="212400"/>
            <a:chOff x="9242425" y="104850"/>
            <a:chExt cx="2806200" cy="283200"/>
          </a:xfrm>
        </p:grpSpPr>
        <p:sp>
          <p:nvSpPr>
            <p:cNvPr id="1322" name="Google Shape;1322;p178"/>
            <p:cNvSpPr/>
            <p:nvPr/>
          </p:nvSpPr>
          <p:spPr>
            <a:xfrm>
              <a:off x="9242425" y="104850"/>
              <a:ext cx="977400" cy="283200"/>
            </a:xfrm>
            <a:prstGeom prst="chevron">
              <a:avLst>
                <a:gd fmla="val 50000" name="adj"/>
              </a:avLst>
            </a:prstGeom>
            <a:solidFill>
              <a:schemeClr val="accent6"/>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Northstar</a:t>
              </a:r>
              <a:endParaRPr sz="600">
                <a:solidFill>
                  <a:schemeClr val="lt1"/>
                </a:solidFill>
                <a:latin typeface="Verizon NHG TX"/>
                <a:ea typeface="Verizon NHG TX"/>
                <a:cs typeface="Verizon NHG TX"/>
                <a:sym typeface="Verizon NHG TX"/>
              </a:endParaRPr>
            </a:p>
          </p:txBody>
        </p:sp>
        <p:sp>
          <p:nvSpPr>
            <p:cNvPr id="1323" name="Google Shape;1323;p178"/>
            <p:cNvSpPr/>
            <p:nvPr/>
          </p:nvSpPr>
          <p:spPr>
            <a:xfrm>
              <a:off x="101568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Scope</a:t>
              </a:r>
              <a:endParaRPr sz="600">
                <a:solidFill>
                  <a:schemeClr val="dk1"/>
                </a:solidFill>
                <a:latin typeface="Verizon NHG TX"/>
                <a:ea typeface="Verizon NHG TX"/>
                <a:cs typeface="Verizon NHG TX"/>
                <a:sym typeface="Verizon NHG TX"/>
              </a:endParaRPr>
            </a:p>
          </p:txBody>
        </p:sp>
        <p:sp>
          <p:nvSpPr>
            <p:cNvPr id="1324" name="Google Shape;1324;p178"/>
            <p:cNvSpPr/>
            <p:nvPr/>
          </p:nvSpPr>
          <p:spPr>
            <a:xfrm>
              <a:off x="11071225" y="104850"/>
              <a:ext cx="977400" cy="283200"/>
            </a:xfrm>
            <a:prstGeom prst="chevron">
              <a:avLst>
                <a:gd fmla="val 50000" name="adj"/>
              </a:avLst>
            </a:prstGeom>
            <a:solidFill>
              <a:schemeClr val="dk2"/>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28" name="Shape 1328"/>
        <p:cNvGrpSpPr/>
        <p:nvPr/>
      </p:nvGrpSpPr>
      <p:grpSpPr>
        <a:xfrm>
          <a:off x="0" y="0"/>
          <a:ext cx="0" cy="0"/>
          <a:chOff x="0" y="0"/>
          <a:chExt cx="0" cy="0"/>
        </a:xfrm>
      </p:grpSpPr>
      <p:sp>
        <p:nvSpPr>
          <p:cNvPr id="1329" name="Google Shape;1329;p179"/>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latin typeface="Verizon NHG DS"/>
                <a:ea typeface="Verizon NHG DS"/>
                <a:cs typeface="Verizon NHG DS"/>
                <a:sym typeface="Verizon NHG DS"/>
              </a:rPr>
              <a:t>Journey Map Template</a:t>
            </a:r>
            <a:endParaRPr>
              <a:latin typeface="Verizon NHG DS"/>
              <a:ea typeface="Verizon NHG DS"/>
              <a:cs typeface="Verizon NHG DS"/>
              <a:sym typeface="Verizon NHG DS"/>
            </a:endParaRPr>
          </a:p>
          <a:p>
            <a:pPr indent="0" lvl="0" marL="0" rtl="0" algn="l">
              <a:lnSpc>
                <a:spcPct val="100000"/>
              </a:lnSpc>
              <a:spcBef>
                <a:spcPts val="0"/>
              </a:spcBef>
              <a:spcAft>
                <a:spcPts val="0"/>
              </a:spcAft>
              <a:buClr>
                <a:schemeClr val="dk1"/>
              </a:buClr>
              <a:buSzPts val="2100"/>
              <a:buNone/>
            </a:pPr>
            <a:r>
              <a:t/>
            </a:r>
            <a:endParaRPr>
              <a:latin typeface="Verizon NHG DS"/>
              <a:ea typeface="Verizon NHG DS"/>
              <a:cs typeface="Verizon NHG DS"/>
              <a:sym typeface="Verizon NHG DS"/>
            </a:endParaRPr>
          </a:p>
        </p:txBody>
      </p:sp>
      <p:sp>
        <p:nvSpPr>
          <p:cNvPr id="1330" name="Google Shape;1330;p179"/>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 </a:t>
            </a: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331" name="Google Shape;1331;p179"/>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32" name="Google Shape;1332;p179"/>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sz="800">
              <a:solidFill>
                <a:srgbClr val="000000"/>
              </a:solidFill>
              <a:latin typeface="Verizon NHG DS"/>
              <a:ea typeface="Verizon NHG DS"/>
              <a:cs typeface="Verizon NHG DS"/>
              <a:sym typeface="Verizon NHG DS"/>
            </a:endParaRPr>
          </a:p>
        </p:txBody>
      </p:sp>
      <p:sp>
        <p:nvSpPr>
          <p:cNvPr id="1333" name="Google Shape;1333;p179"/>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i="1" sz="800">
              <a:solidFill>
                <a:srgbClr val="EE0000"/>
              </a:solidFill>
              <a:latin typeface="Verizon NHG DS"/>
              <a:ea typeface="Verizon NHG DS"/>
              <a:cs typeface="Verizon NHG DS"/>
              <a:sym typeface="Verizon NHG DS"/>
            </a:endParaRPr>
          </a:p>
        </p:txBody>
      </p:sp>
      <p:sp>
        <p:nvSpPr>
          <p:cNvPr id="1334" name="Google Shape;1334;p179"/>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300"/>
              </a:spcAft>
              <a:buNone/>
            </a:pPr>
            <a:r>
              <a:rPr b="1" lang="en" sz="800">
                <a:latin typeface="Verizon NHG DS"/>
                <a:ea typeface="Verizon NHG DS"/>
                <a:cs typeface="Verizon NHG DS"/>
                <a:sym typeface="Verizon NHG DS"/>
              </a:rPr>
              <a:t>Key Interactions w/ Verizon</a:t>
            </a:r>
            <a:endParaRPr sz="800">
              <a:solidFill>
                <a:srgbClr val="000000"/>
              </a:solidFill>
              <a:latin typeface="Verizon NHG DS"/>
              <a:ea typeface="Verizon NHG DS"/>
              <a:cs typeface="Verizon NHG DS"/>
              <a:sym typeface="Verizon NHG DS"/>
            </a:endParaRPr>
          </a:p>
        </p:txBody>
      </p:sp>
      <p:sp>
        <p:nvSpPr>
          <p:cNvPr id="1335" name="Google Shape;1335;p179"/>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6" name="Google Shape;1336;p179"/>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37" name="Google Shape;1337;p179"/>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i="1" sz="800">
              <a:latin typeface="Verizon NHG DS"/>
              <a:ea typeface="Verizon NHG DS"/>
              <a:cs typeface="Verizon NHG DS"/>
              <a:sym typeface="Verizon NHG DS"/>
            </a:endParaRPr>
          </a:p>
        </p:txBody>
      </p:sp>
      <p:sp>
        <p:nvSpPr>
          <p:cNvPr id="1338" name="Google Shape;1338;p179"/>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cxnSp>
        <p:nvCxnSpPr>
          <p:cNvPr id="1339" name="Google Shape;1339;p179"/>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340" name="Google Shape;1340;p179"/>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EA"/>
              </a:buClr>
              <a:buSzPts val="1100"/>
              <a:buFont typeface="Arial"/>
              <a:buNone/>
            </a:pPr>
            <a:r>
              <a:rPr b="1" i="1" lang="en" sz="800">
                <a:solidFill>
                  <a:schemeClr val="dk1"/>
                </a:solidFill>
                <a:latin typeface="Verizon NHG DS"/>
                <a:ea typeface="Verizon NHG DS"/>
                <a:cs typeface="Verizon NHG DS"/>
                <a:sym typeface="Verizon NHG DS"/>
              </a:rPr>
              <a:t>Key Customer Actions</a:t>
            </a:r>
            <a:endParaRPr b="1" i="1" sz="800">
              <a:solidFill>
                <a:schemeClr val="dk1"/>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chemeClr val="dk1"/>
                </a:solidFill>
                <a:latin typeface="Verizon NHG DS"/>
                <a:ea typeface="Verizon NHG DS"/>
                <a:cs typeface="Verizon NHG DS"/>
                <a:sym typeface="Verizon NHG DS"/>
              </a:rPr>
              <a:t>Description customer objectives and interactions</a:t>
            </a:r>
            <a:endParaRPr b="1" sz="800">
              <a:latin typeface="Verizon NHG DS"/>
              <a:ea typeface="Verizon NHG DS"/>
              <a:cs typeface="Verizon NHG DS"/>
              <a:sym typeface="Verizon NHG DS"/>
            </a:endParaRPr>
          </a:p>
        </p:txBody>
      </p:sp>
      <p:sp>
        <p:nvSpPr>
          <p:cNvPr id="1341" name="Google Shape;1341;p179"/>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300"/>
              </a:spcAft>
              <a:buClr>
                <a:schemeClr val="dk1"/>
              </a:buClr>
              <a:buSzPts val="1100"/>
              <a:buFont typeface="Arial"/>
              <a:buNone/>
            </a:pPr>
            <a:r>
              <a:rPr b="1" lang="en" sz="800">
                <a:solidFill>
                  <a:schemeClr val="dk1"/>
                </a:solidFill>
                <a:latin typeface="Verizon NHG DS"/>
                <a:ea typeface="Verizon NHG DS"/>
                <a:cs typeface="Verizon NHG DS"/>
                <a:sym typeface="Verizon NHG DS"/>
              </a:rPr>
              <a:t>Key Interactions w/ Verizon</a:t>
            </a:r>
            <a:endParaRPr b="1" sz="800">
              <a:solidFill>
                <a:srgbClr val="000000"/>
              </a:solidFill>
              <a:latin typeface="Verizon NHG DS"/>
              <a:ea typeface="Verizon NHG DS"/>
              <a:cs typeface="Verizon NHG DS"/>
              <a:sym typeface="Verizon NHG DS"/>
            </a:endParaRPr>
          </a:p>
        </p:txBody>
      </p:sp>
      <p:sp>
        <p:nvSpPr>
          <p:cNvPr id="1342" name="Google Shape;1342;p179"/>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latin typeface="Verizon NHG DS"/>
                <a:ea typeface="Verizon NHG DS"/>
                <a:cs typeface="Verizon NHG DS"/>
                <a:sym typeface="Verizon NHG DS"/>
              </a:rPr>
              <a:t>Key Customer Actions</a:t>
            </a:r>
            <a:endParaRPr b="1" i="1" sz="800">
              <a:latin typeface="Verizon NHG DS"/>
              <a:ea typeface="Verizon NHG DS"/>
              <a:cs typeface="Verizon NHG DS"/>
              <a:sym typeface="Verizon NHG DS"/>
            </a:endParaRPr>
          </a:p>
          <a:p>
            <a:pPr indent="0" lvl="0" marL="0" marR="0" rtl="0" algn="l">
              <a:lnSpc>
                <a:spcPct val="100000"/>
              </a:lnSpc>
              <a:spcBef>
                <a:spcPts val="100"/>
              </a:spcBef>
              <a:spcAft>
                <a:spcPts val="100"/>
              </a:spcAft>
              <a:buClr>
                <a:srgbClr val="0000EA"/>
              </a:buClr>
              <a:buSzPts val="1100"/>
              <a:buFont typeface="Arial"/>
              <a:buNone/>
            </a:pPr>
            <a:r>
              <a:rPr lang="en" sz="800">
                <a:latin typeface="Verizon NHG DS"/>
                <a:ea typeface="Verizon NHG DS"/>
                <a:cs typeface="Verizon NHG DS"/>
                <a:sym typeface="Verizon NHG DS"/>
              </a:rPr>
              <a:t>Description customer objectives and actions</a:t>
            </a:r>
            <a:endParaRPr sz="800">
              <a:solidFill>
                <a:srgbClr val="000000"/>
              </a:solidFill>
              <a:latin typeface="Verizon NHG DS"/>
              <a:ea typeface="Verizon NHG DS"/>
              <a:cs typeface="Verizon NHG DS"/>
              <a:sym typeface="Verizon NHG DS"/>
            </a:endParaRPr>
          </a:p>
        </p:txBody>
      </p:sp>
      <p:pic>
        <p:nvPicPr>
          <p:cNvPr id="1343" name="Google Shape;1343;p179"/>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344" name="Google Shape;1344;p179"/>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345" name="Google Shape;1345;p179"/>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346" name="Google Shape;1346;p179"/>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347" name="Google Shape;1347;p179"/>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348" name="Google Shape;1348;p179"/>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349" name="Google Shape;1349;p179"/>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350" name="Google Shape;1350;p179"/>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cxnSp>
        <p:nvCxnSpPr>
          <p:cNvPr id="1351" name="Google Shape;1351;p179"/>
          <p:cNvCxnSpPr/>
          <p:nvPr/>
        </p:nvCxnSpPr>
        <p:spPr>
          <a:xfrm>
            <a:off x="457250" y="1102149"/>
            <a:ext cx="8204700" cy="0"/>
          </a:xfrm>
          <a:prstGeom prst="straightConnector1">
            <a:avLst/>
          </a:prstGeom>
          <a:noFill/>
          <a:ln cap="flat" cmpd="sng" w="9525">
            <a:solidFill>
              <a:srgbClr val="747676"/>
            </a:solidFill>
            <a:prstDash val="solid"/>
            <a:round/>
            <a:headEnd len="med" w="med" type="none"/>
            <a:tailEnd len="med" w="med" type="none"/>
          </a:ln>
        </p:spPr>
      </p:cxnSp>
      <p:sp>
        <p:nvSpPr>
          <p:cNvPr id="1352" name="Google Shape;1352;p179"/>
          <p:cNvSpPr txBox="1"/>
          <p:nvPr/>
        </p:nvSpPr>
        <p:spPr>
          <a:xfrm>
            <a:off x="3894804" y="1046275"/>
            <a:ext cx="14547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700">
                <a:latin typeface="Verizon NHG DS"/>
                <a:ea typeface="Verizon NHG DS"/>
                <a:cs typeface="Verizon NHG DS"/>
                <a:sym typeface="Verizon NHG DS"/>
              </a:rPr>
              <a:t>Illustrative Only</a:t>
            </a:r>
            <a:endParaRPr sz="700">
              <a:solidFill>
                <a:srgbClr val="000000"/>
              </a:solidFill>
              <a:latin typeface="Verizon NHG DS"/>
              <a:ea typeface="Verizon NHG DS"/>
              <a:cs typeface="Verizon NHG DS"/>
              <a:sym typeface="Verizon NHG DS"/>
            </a:endParaRPr>
          </a:p>
        </p:txBody>
      </p:sp>
      <p:sp>
        <p:nvSpPr>
          <p:cNvPr id="1353" name="Google Shape;1353;p179"/>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pSp>
        <p:nvGrpSpPr>
          <p:cNvPr id="1354" name="Google Shape;1354;p179"/>
          <p:cNvGrpSpPr/>
          <p:nvPr/>
        </p:nvGrpSpPr>
        <p:grpSpPr>
          <a:xfrm>
            <a:off x="6665119" y="154838"/>
            <a:ext cx="2104650" cy="212400"/>
            <a:chOff x="9242425" y="104850"/>
            <a:chExt cx="2806200" cy="283200"/>
          </a:xfrm>
        </p:grpSpPr>
        <p:sp>
          <p:nvSpPr>
            <p:cNvPr id="1355" name="Google Shape;1355;p179"/>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56" name="Google Shape;1356;p179"/>
            <p:cNvSpPr/>
            <p:nvPr/>
          </p:nvSpPr>
          <p:spPr>
            <a:xfrm>
              <a:off x="10156825" y="104850"/>
              <a:ext cx="977400" cy="283200"/>
            </a:xfrm>
            <a:prstGeom prst="chevron">
              <a:avLst>
                <a:gd fmla="val 50000" name="adj"/>
              </a:avLst>
            </a:prstGeom>
            <a:solidFill>
              <a:schemeClr val="accent1"/>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lt1"/>
                  </a:solidFill>
                  <a:latin typeface="Verizon NHG TX"/>
                  <a:ea typeface="Verizon NHG TX"/>
                  <a:cs typeface="Verizon NHG TX"/>
                  <a:sym typeface="Verizon NHG TX"/>
                </a:rPr>
                <a:t>Scope</a:t>
              </a:r>
              <a:endParaRPr sz="600">
                <a:solidFill>
                  <a:schemeClr val="lt1"/>
                </a:solidFill>
                <a:latin typeface="Verizon NHG TX"/>
                <a:ea typeface="Verizon NHG TX"/>
                <a:cs typeface="Verizon NHG TX"/>
                <a:sym typeface="Verizon NHG TX"/>
              </a:endParaRPr>
            </a:p>
          </p:txBody>
        </p:sp>
        <p:sp>
          <p:nvSpPr>
            <p:cNvPr id="1357" name="Google Shape;1357;p179"/>
            <p:cNvSpPr/>
            <p:nvPr/>
          </p:nvSpPr>
          <p:spPr>
            <a:xfrm>
              <a:off x="11071225" y="104850"/>
              <a:ext cx="977400" cy="283200"/>
            </a:xfrm>
            <a:prstGeom prst="chevron">
              <a:avLst>
                <a:gd fmla="val 50000" name="adj"/>
              </a:avLst>
            </a:prstGeom>
            <a:solidFill>
              <a:schemeClr val="accent2"/>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chemeClr val="dk1"/>
                  </a:solidFill>
                  <a:latin typeface="Verizon NHG TX"/>
                  <a:ea typeface="Verizon NHG TX"/>
                  <a:cs typeface="Verizon NHG TX"/>
                  <a:sym typeface="Verizon NHG TX"/>
                </a:rPr>
                <a:t>Results</a:t>
              </a:r>
              <a:endParaRPr sz="600">
                <a:solidFill>
                  <a:schemeClr val="dk1"/>
                </a:solidFill>
                <a:latin typeface="Verizon NHG TX"/>
                <a:ea typeface="Verizon NHG TX"/>
                <a:cs typeface="Verizon NHG TX"/>
                <a:sym typeface="Verizon NHG TX"/>
              </a:endParaRPr>
            </a:p>
          </p:txBody>
        </p:sp>
      </p:grpSp>
      <p:sp>
        <p:nvSpPr>
          <p:cNvPr id="1358" name="Google Shape;1358;p179"/>
          <p:cNvSpPr txBox="1"/>
          <p:nvPr/>
        </p:nvSpPr>
        <p:spPr>
          <a:xfrm>
            <a:off x="476251" y="469106"/>
            <a:ext cx="6112500" cy="1365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None/>
            </a:pPr>
            <a:r>
              <a:rPr lang="en" sz="800">
                <a:solidFill>
                  <a:srgbClr val="000000"/>
                </a:solidFill>
                <a:latin typeface="Verizon NHG TX"/>
                <a:ea typeface="Verizon NHG TX"/>
                <a:cs typeface="Verizon NHG TX"/>
                <a:sym typeface="Verizon NHG TX"/>
              </a:rPr>
              <a:t>CX Workstream Name</a:t>
            </a:r>
            <a:endParaRPr sz="800">
              <a:solidFill>
                <a:srgbClr val="000000"/>
              </a:solidFill>
              <a:latin typeface="Verizon NHG TX"/>
              <a:ea typeface="Verizon NHG TX"/>
              <a:cs typeface="Verizon NHG TX"/>
              <a:sym typeface="Verizon NHG TX"/>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63" name="Shape 1363"/>
        <p:cNvGrpSpPr/>
        <p:nvPr/>
      </p:nvGrpSpPr>
      <p:grpSpPr>
        <a:xfrm>
          <a:off x="0" y="0"/>
          <a:ext cx="0" cy="0"/>
          <a:chOff x="0" y="0"/>
          <a:chExt cx="0" cy="0"/>
        </a:xfrm>
      </p:grpSpPr>
      <p:sp>
        <p:nvSpPr>
          <p:cNvPr id="1364" name="Google Shape;1364;p180"/>
          <p:cNvSpPr txBox="1"/>
          <p:nvPr>
            <p:ph type="title"/>
          </p:nvPr>
        </p:nvSpPr>
        <p:spPr>
          <a:xfrm>
            <a:off x="473870" y="6198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Expected Results</a:t>
            </a:r>
            <a:endParaRPr>
              <a:latin typeface="Verizon NHG DS"/>
              <a:ea typeface="Verizon NHG DS"/>
              <a:cs typeface="Verizon NHG DS"/>
              <a:sym typeface="Verizon NHG DS"/>
            </a:endParaRPr>
          </a:p>
        </p:txBody>
      </p:sp>
      <p:sp>
        <p:nvSpPr>
          <p:cNvPr id="1365" name="Google Shape;1365;p180"/>
          <p:cNvSpPr txBox="1"/>
          <p:nvPr>
            <p:ph idx="2" type="body"/>
          </p:nvPr>
        </p:nvSpPr>
        <p:spPr>
          <a:xfrm>
            <a:off x="476251" y="469106"/>
            <a:ext cx="6112500" cy="136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CX Workstream Name</a:t>
            </a:r>
            <a:endParaRPr/>
          </a:p>
        </p:txBody>
      </p:sp>
      <p:graphicFrame>
        <p:nvGraphicFramePr>
          <p:cNvPr id="1366" name="Google Shape;1366;p180"/>
          <p:cNvGraphicFramePr/>
          <p:nvPr/>
        </p:nvGraphicFramePr>
        <p:xfrm>
          <a:off x="429394" y="1230450"/>
          <a:ext cx="3000000" cy="3000000"/>
        </p:xfrm>
        <a:graphic>
          <a:graphicData uri="http://schemas.openxmlformats.org/drawingml/2006/table">
            <a:tbl>
              <a:tblPr>
                <a:noFill/>
                <a:tableStyleId>{F817A6FD-9532-47C6-BEAC-F2D550AB7D5D}</a:tableStyleId>
              </a:tblPr>
              <a:tblGrid>
                <a:gridCol w="293150"/>
                <a:gridCol w="293150"/>
                <a:gridCol w="2871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KPI’s Impacted- Section 1</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CX Excellence</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Customer Satisfaction (CSAT)</a:t>
                      </a:r>
                      <a:endParaRPr sz="800">
                        <a:latin typeface="Verizon NHG TX"/>
                        <a:ea typeface="Verizon NHG TX"/>
                        <a:cs typeface="Verizon NHG TX"/>
                        <a:sym typeface="Verizon NHG TX"/>
                      </a:endParaRPr>
                    </a:p>
                    <a:p>
                      <a:pPr indent="0" lvl="0" marL="0" rtl="0" algn="ctr">
                        <a:spcBef>
                          <a:spcPts val="0"/>
                        </a:spcBef>
                        <a:spcAft>
                          <a:spcPts val="0"/>
                        </a:spcAft>
                        <a:buNone/>
                      </a:pPr>
                      <a:r>
                        <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3">
                  <a:txBody>
                    <a:bodyPr/>
                    <a:lstStyle/>
                    <a:p>
                      <a:pPr indent="0" lvl="0" marL="0" rtl="0" algn="l">
                        <a:spcBef>
                          <a:spcPts val="0"/>
                        </a:spcBef>
                        <a:spcAft>
                          <a:spcPts val="0"/>
                        </a:spcAft>
                        <a:buNone/>
                      </a:pPr>
                      <a:r>
                        <a:rPr lang="en" sz="800">
                          <a:latin typeface="Verizon NHG TX"/>
                          <a:ea typeface="Verizon NHG TX"/>
                          <a:cs typeface="Verizon NHG TX"/>
                          <a:sym typeface="Verizon NHG TX"/>
                        </a:rPr>
                        <a:t>Rep Interaction Score (RIS)</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a:txBody>
                    <a:bodyPr/>
                    <a:lstStyle/>
                    <a:p>
                      <a:pPr indent="0" lvl="0" marL="0" rtl="0" algn="l">
                        <a:spcBef>
                          <a:spcPts val="0"/>
                        </a:spcBef>
                        <a:spcAft>
                          <a:spcPts val="0"/>
                        </a:spcAft>
                        <a:buClr>
                          <a:schemeClr val="dk1"/>
                        </a:buClr>
                        <a:buSzPts val="800"/>
                        <a:buFont typeface="Arial"/>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2">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Churn Reduction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3-day Resolve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None/>
                      </a:pPr>
                      <a:r>
                        <a:rPr lang="en" sz="800">
                          <a:latin typeface="Verizon NHG TX"/>
                          <a:ea typeface="Verizon NHG TX"/>
                          <a:cs typeface="Verizon NHG TX"/>
                          <a:sym typeface="Verizon NHG TX"/>
                        </a:rPr>
                        <a:t>Digital Interaction Score (DIS)</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gridSpan="3">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r>
              <a:tr h="98750">
                <a:tc gridSpan="13">
                  <a:txBody>
                    <a:bodyPr/>
                    <a:lstStyle/>
                    <a:p>
                      <a:pPr indent="0" lvl="0" marL="0" rtl="0" algn="ctr">
                        <a:spcBef>
                          <a:spcPts val="0"/>
                        </a:spcBef>
                        <a:spcAft>
                          <a:spcPts val="0"/>
                        </a:spcAft>
                        <a:buNone/>
                      </a:pPr>
                      <a:r>
                        <a:t/>
                      </a:r>
                      <a:endParaRPr b="1" sz="2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Revenue Growth</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33912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4">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a:txBody>
                    <a:bodyPr/>
                    <a:lstStyle/>
                    <a:p>
                      <a:pPr indent="0" lvl="0" marL="0" rtl="0" algn="l">
                        <a:spcBef>
                          <a:spcPts val="0"/>
                        </a:spcBef>
                        <a:spcAft>
                          <a:spcPts val="0"/>
                        </a:spcAft>
                        <a:buClr>
                          <a:schemeClr val="dk1"/>
                        </a:buClr>
                        <a:buSzPts val="800"/>
                        <a:buFont typeface="Arial"/>
                        <a:buNone/>
                      </a:pPr>
                      <a:r>
                        <a:t/>
                      </a:r>
                      <a:endParaRPr sz="11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Overall Conversion</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200075">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5">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Service Product Revenue</a:t>
                      </a:r>
                      <a:endParaRPr sz="8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a:txBody>
                    <a:bodyPr/>
                    <a:lstStyle/>
                    <a:p>
                      <a:pPr indent="0" lvl="0" marL="0" rtl="0" algn="ctr">
                        <a:spcBef>
                          <a:spcPts val="0"/>
                        </a:spcBef>
                        <a:spcAft>
                          <a:spcPts val="0"/>
                        </a:spcAft>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gridSpan="6">
                  <a:txBody>
                    <a:bodyPr/>
                    <a:lstStyle/>
                    <a:p>
                      <a:pPr indent="0" lvl="0" marL="0" rtl="0" algn="l">
                        <a:spcBef>
                          <a:spcPts val="0"/>
                        </a:spcBef>
                        <a:spcAft>
                          <a:spcPts val="0"/>
                        </a:spcAft>
                        <a:buClr>
                          <a:schemeClr val="dk1"/>
                        </a:buClr>
                        <a:buSzPts val="800"/>
                        <a:buFont typeface="Arial"/>
                        <a:buNone/>
                      </a:pPr>
                      <a:r>
                        <a:rPr lang="en" sz="800">
                          <a:solidFill>
                            <a:schemeClr val="dk1"/>
                          </a:solidFill>
                          <a:latin typeface="Verizon NHG TX"/>
                          <a:ea typeface="Verizon NHG TX"/>
                          <a:cs typeface="Verizon NHG TX"/>
                          <a:sym typeface="Verizon NHG TX"/>
                        </a:rPr>
                        <a:t>Prospect Conversion</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r>
              <a:tr h="98750">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ctr">
                        <a:spcBef>
                          <a:spcPts val="0"/>
                        </a:spcBef>
                        <a:spcAft>
                          <a:spcPts val="0"/>
                        </a:spcAft>
                        <a:buNone/>
                      </a:pPr>
                      <a:r>
                        <a:t/>
                      </a:r>
                      <a:endParaRPr b="1" sz="2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rtl="0" algn="l">
                        <a:spcBef>
                          <a:spcPts val="0"/>
                        </a:spcBef>
                        <a:spcAft>
                          <a:spcPts val="0"/>
                        </a:spcAft>
                        <a:buNone/>
                      </a:pPr>
                      <a:r>
                        <a:t/>
                      </a:r>
                      <a:endParaRPr sz="200">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Operational Efficiency</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24620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latin typeface="Verizon NHG TX"/>
                          <a:ea typeface="Verizon NHG TX"/>
                          <a:cs typeface="Verizon NHG TX"/>
                          <a:sym typeface="Verizon NHG TX"/>
                        </a:rPr>
                        <a:t>Call Volume Optimization (CVO)</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sz="1100"/>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Average Handle Time (AHT)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r h="361050">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7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6">
                  <a:txBody>
                    <a:bodyPr/>
                    <a:lstStyle/>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Retail Transaction Time</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c hMerge="1"/>
                <a:tc>
                  <a:txBody>
                    <a:bodyPr/>
                    <a:lstStyle/>
                    <a:p>
                      <a:pPr indent="0" lvl="0" marL="0" rtl="0" algn="ctr">
                        <a:spcBef>
                          <a:spcPts val="0"/>
                        </a:spcBef>
                        <a:spcAft>
                          <a:spcPts val="0"/>
                        </a:spcAft>
                        <a:buClr>
                          <a:schemeClr val="dk1"/>
                        </a:buClr>
                        <a:buSzPts val="800"/>
                        <a:buFont typeface="Arial"/>
                        <a:buNone/>
                      </a:pPr>
                      <a:r>
                        <a:rPr b="1" lang="en" sz="700">
                          <a:solidFill>
                            <a:schemeClr val="dk1"/>
                          </a:solidFill>
                          <a:latin typeface="Verizon NHG TX"/>
                          <a:ea typeface="Verizon NHG TX"/>
                          <a:cs typeface="Verizon NHG TX"/>
                          <a:sym typeface="Verizon NHG TX"/>
                        </a:rPr>
                        <a:t>⬜</a:t>
                      </a:r>
                      <a:endParaRPr b="1"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gridSpan="5">
                  <a:txBody>
                    <a:bodyPr/>
                    <a:lstStyle/>
                    <a:p>
                      <a:pPr indent="0" lvl="0" marL="0" rtl="0" algn="l">
                        <a:spcBef>
                          <a:spcPts val="0"/>
                        </a:spcBef>
                        <a:spcAft>
                          <a:spcPts val="0"/>
                        </a:spcAft>
                        <a:buNone/>
                      </a:pPr>
                      <a:r>
                        <a:rPr lang="en" sz="800">
                          <a:latin typeface="Verizon NHG TX"/>
                          <a:ea typeface="Verizon NHG TX"/>
                          <a:cs typeface="Verizon NHG TX"/>
                          <a:sym typeface="Verizon NHG TX"/>
                        </a:rPr>
                        <a:t>Other Cost Savings</a:t>
                      </a:r>
                      <a:endParaRPr sz="800">
                        <a:latin typeface="Verizon NHG TX"/>
                        <a:ea typeface="Verizon NHG TX"/>
                        <a:cs typeface="Verizon NHG TX"/>
                        <a:sym typeface="Verizon NHG TX"/>
                      </a:endParaRPr>
                    </a:p>
                  </a:txBody>
                  <a:tcPr marT="27425" marB="27425" marR="27425" marL="27425">
                    <a:lnL cap="flat" cmpd="sng" w="9525">
                      <a:solidFill>
                        <a:schemeClr val="accent6">
                          <a:alpha val="0"/>
                        </a:schemeClr>
                      </a:solidFill>
                      <a:prstDash val="solid"/>
                      <a:round/>
                      <a:headEnd len="sm" w="sm" type="none"/>
                      <a:tailEnd len="sm" w="sm" type="none"/>
                    </a:lnL>
                    <a:lnR cap="flat" cmpd="sng" w="9525">
                      <a:solidFill>
                        <a:schemeClr val="accent6">
                          <a:alpha val="0"/>
                        </a:schemeClr>
                      </a:solidFill>
                      <a:prstDash val="solid"/>
                      <a:round/>
                      <a:headEnd len="sm" w="sm" type="none"/>
                      <a:tailEnd len="sm" w="sm" type="none"/>
                    </a:lnR>
                    <a:lnT cap="flat" cmpd="sng" w="9525">
                      <a:solidFill>
                        <a:schemeClr val="accent6">
                          <a:alpha val="0"/>
                        </a:schemeClr>
                      </a:solidFill>
                      <a:prstDash val="solid"/>
                      <a:round/>
                      <a:headEnd len="sm" w="sm" type="none"/>
                      <a:tailEnd len="sm" w="sm" type="none"/>
                    </a:lnT>
                    <a:lnB cap="flat" cmpd="sng" w="9525">
                      <a:solidFill>
                        <a:schemeClr val="accent6">
                          <a:alpha val="0"/>
                        </a:schemeClr>
                      </a:solidFill>
                      <a:prstDash val="solid"/>
                      <a:round/>
                      <a:headEnd len="sm" w="sm" type="none"/>
                      <a:tailEnd len="sm" w="sm" type="none"/>
                    </a:lnB>
                  </a:tcPr>
                </a:tc>
                <a:tc hMerge="1"/>
                <a:tc hMerge="1"/>
                <a:tc hMerge="1"/>
                <a:tc hMerge="1"/>
              </a:tr>
            </a:tbl>
          </a:graphicData>
        </a:graphic>
      </p:graphicFrame>
      <p:cxnSp>
        <p:nvCxnSpPr>
          <p:cNvPr id="1367" name="Google Shape;1367;p180"/>
          <p:cNvCxnSpPr/>
          <p:nvPr/>
        </p:nvCxnSpPr>
        <p:spPr>
          <a:xfrm>
            <a:off x="4480665" y="1206769"/>
            <a:ext cx="0" cy="3320700"/>
          </a:xfrm>
          <a:prstGeom prst="straightConnector1">
            <a:avLst/>
          </a:prstGeom>
          <a:noFill/>
          <a:ln cap="flat" cmpd="sng" w="19050">
            <a:solidFill>
              <a:srgbClr val="7F7F7F"/>
            </a:solidFill>
            <a:prstDash val="dash"/>
            <a:round/>
            <a:headEnd len="med" w="med" type="none"/>
            <a:tailEnd len="med" w="med" type="none"/>
          </a:ln>
        </p:spPr>
      </p:cxnSp>
      <p:sp>
        <p:nvSpPr>
          <p:cNvPr id="1368" name="Google Shape;1368;p180"/>
          <p:cNvSpPr/>
          <p:nvPr/>
        </p:nvSpPr>
        <p:spPr>
          <a:xfrm>
            <a:off x="0" y="0"/>
            <a:ext cx="888900" cy="212400"/>
          </a:xfrm>
          <a:prstGeom prst="rect">
            <a:avLst/>
          </a:prstGeom>
          <a:solidFill>
            <a:srgbClr val="00FFFF"/>
          </a:solidFill>
          <a:ln cap="flat" cmpd="sng" w="1905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dk1"/>
                </a:solidFill>
                <a:latin typeface="Verizon NHG DS"/>
                <a:ea typeface="Verizon NHG DS"/>
                <a:cs typeface="Verizon NHG DS"/>
                <a:sym typeface="Verizon NHG DS"/>
              </a:rPr>
              <a:t>Template</a:t>
            </a:r>
            <a:endParaRPr b="1" sz="1100">
              <a:solidFill>
                <a:schemeClr val="dk1"/>
              </a:solidFill>
              <a:latin typeface="Verizon NHG DS"/>
              <a:ea typeface="Verizon NHG DS"/>
              <a:cs typeface="Verizon NHG DS"/>
              <a:sym typeface="Verizon NHG DS"/>
            </a:endParaRPr>
          </a:p>
        </p:txBody>
      </p:sp>
      <p:graphicFrame>
        <p:nvGraphicFramePr>
          <p:cNvPr id="1369" name="Google Shape;1369;p180"/>
          <p:cNvGraphicFramePr/>
          <p:nvPr/>
        </p:nvGraphicFramePr>
        <p:xfrm>
          <a:off x="4665081" y="1230450"/>
          <a:ext cx="3000000" cy="3000000"/>
        </p:xfrm>
        <a:graphic>
          <a:graphicData uri="http://schemas.openxmlformats.org/drawingml/2006/table">
            <a:tbl>
              <a:tblPr>
                <a:noFill/>
                <a:tableStyleId>{F817A6FD-9532-47C6-BEAC-F2D550AB7D5D}</a:tableStyleId>
              </a:tblPr>
              <a:tblGrid>
                <a:gridCol w="165150"/>
                <a:gridCol w="287150"/>
                <a:gridCol w="382850"/>
                <a:gridCol w="309525"/>
                <a:gridCol w="287150"/>
                <a:gridCol w="331925"/>
                <a:gridCol w="287150"/>
                <a:gridCol w="287150"/>
                <a:gridCol w="293150"/>
                <a:gridCol w="287150"/>
                <a:gridCol w="299150"/>
                <a:gridCol w="287150"/>
                <a:gridCol w="323525"/>
              </a:tblGrid>
              <a:tr h="305000">
                <a:tc gridSpan="13">
                  <a:txBody>
                    <a:bodyPr/>
                    <a:lstStyle/>
                    <a:p>
                      <a:pPr indent="0" lvl="0" marL="0" rtl="0" algn="ctr">
                        <a:spcBef>
                          <a:spcPts val="0"/>
                        </a:spcBef>
                        <a:spcAft>
                          <a:spcPts val="0"/>
                        </a:spcAft>
                        <a:buNone/>
                      </a:pPr>
                      <a:r>
                        <a:rPr b="1" lang="en" sz="1200">
                          <a:solidFill>
                            <a:schemeClr val="lt1"/>
                          </a:solidFill>
                          <a:latin typeface="Verizon NHG DS"/>
                          <a:ea typeface="Verizon NHG DS"/>
                          <a:cs typeface="Verizon NHG DS"/>
                          <a:sym typeface="Verizon NHG DS"/>
                        </a:rPr>
                        <a:t>Financial Scope &amp; Targets (P*Q)- Section 2</a:t>
                      </a:r>
                      <a:endParaRPr b="1" sz="800">
                        <a:solidFill>
                          <a:schemeClr val="lt1"/>
                        </a:solidFill>
                        <a:latin typeface="Verizon NHG TX"/>
                        <a:ea typeface="Verizon NHG TX"/>
                        <a:cs typeface="Verizon NHG TX"/>
                        <a:sym typeface="Verizon NHG TX"/>
                      </a:endParaRPr>
                    </a:p>
                  </a:txBody>
                  <a:tcPr marT="27425" marB="27425" marR="27425" marL="27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E001E"/>
                    </a:solidFill>
                  </a:tcPr>
                </a:tc>
                <a:tc hMerge="1"/>
                <a:tc hMerge="1"/>
                <a:tc hMerge="1"/>
                <a:tc hMerge="1"/>
                <a:tc hMerge="1"/>
                <a:tc hMerge="1"/>
                <a:tc hMerge="1"/>
                <a:tc hMerge="1"/>
                <a:tc hMerge="1"/>
                <a:tc hMerge="1"/>
                <a:tc hMerge="1"/>
                <a:tc hMerge="1"/>
              </a:tr>
              <a:tr h="212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Benefit Value Estimates </a:t>
                      </a:r>
                      <a:endParaRPr b="1" sz="1000">
                        <a:solidFill>
                          <a:schemeClr val="dk1"/>
                        </a:solidFill>
                        <a:latin typeface="Verizon NHG TX"/>
                        <a:ea typeface="Verizon NHG TX"/>
                        <a:cs typeface="Verizon NHG TX"/>
                        <a:sym typeface="Verizon NHG TX"/>
                      </a:endParaRPr>
                    </a:p>
                  </a:txBody>
                  <a:tcPr marT="27425" marB="27425" marR="27425" marL="27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Incremental Revenue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Call Volume Optimization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Handle Time Optimization $_______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Other Benefit Value            $________  (please explain)</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Clr>
                          <a:schemeClr val="dk1"/>
                        </a:buClr>
                        <a:buSzPts val="1100"/>
                        <a:buFont typeface="Arial"/>
                        <a:buNone/>
                      </a:pPr>
                      <a:r>
                        <a:rPr b="1" lang="en" sz="1200">
                          <a:solidFill>
                            <a:schemeClr val="lt1"/>
                          </a:solidFill>
                          <a:latin typeface="Verizon NHG DS"/>
                          <a:ea typeface="Verizon NHG DS"/>
                          <a:cs typeface="Verizon NHG DS"/>
                          <a:sym typeface="Verizon NHG DS"/>
                        </a:rPr>
                        <a:t>Investment Planning - Section 3 </a:t>
                      </a:r>
                      <a:r>
                        <a:rPr b="1" lang="en" sz="700">
                          <a:solidFill>
                            <a:schemeClr val="lt1"/>
                          </a:solidFill>
                          <a:latin typeface="Verizon NHG DS"/>
                          <a:ea typeface="Verizon NHG DS"/>
                          <a:cs typeface="Verizon NHG DS"/>
                          <a:sym typeface="Verizon NHG DS"/>
                        </a:rPr>
                        <a:t>(CXO IPG to complete this section)</a:t>
                      </a:r>
                      <a:endParaRPr b="1" sz="5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accent6"/>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Capital  Investment Estimates</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chemeClr val="dk2"/>
                    </a:solidFill>
                  </a:tcPr>
                </a:tc>
                <a:tc hMerge="1"/>
                <a:tc hMerge="1"/>
                <a:tc hMerge="1"/>
                <a:tc hMerge="1"/>
                <a:tc hMerge="1"/>
                <a:tc hMerge="1"/>
                <a:tc hMerge="1"/>
                <a:tc hMerge="1"/>
                <a:tc hMerge="1"/>
                <a:tc hMerge="1"/>
                <a:tc hMerge="1"/>
                <a:tc hMerge="1"/>
              </a:tr>
              <a:tr h="98750">
                <a:tc gridSpan="13">
                  <a:txBody>
                    <a:bodyPr/>
                    <a:lstStyle/>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GTS Labor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rPr lang="en" sz="800">
                          <a:solidFill>
                            <a:schemeClr val="dk1"/>
                          </a:solidFill>
                          <a:latin typeface="Verizon NHG DS"/>
                          <a:ea typeface="Verizon NHG DS"/>
                          <a:cs typeface="Verizon NHG DS"/>
                          <a:sym typeface="Verizon NHG DS"/>
                        </a:rPr>
                        <a:t>Non-GTS estimate     $__________</a:t>
                      </a:r>
                      <a:endParaRPr sz="800">
                        <a:solidFill>
                          <a:schemeClr val="dk1"/>
                        </a:solidFill>
                        <a:latin typeface="Verizon NHG DS"/>
                        <a:ea typeface="Verizon NHG DS"/>
                        <a:cs typeface="Verizon NHG DS"/>
                        <a:sym typeface="Verizon NHG DS"/>
                      </a:endParaRPr>
                    </a:p>
                    <a:p>
                      <a:pPr indent="0" lvl="0" marL="0" rtl="0" algn="l">
                        <a:spcBef>
                          <a:spcPts val="0"/>
                        </a:spcBef>
                        <a:spcAft>
                          <a:spcPts val="0"/>
                        </a:spcAft>
                        <a:buNone/>
                      </a:pPr>
                      <a:r>
                        <a:t/>
                      </a:r>
                      <a:endParaRPr sz="1000">
                        <a:solidFill>
                          <a:schemeClr val="dk1"/>
                        </a:solidFill>
                        <a:latin typeface="Verizon NHG DS"/>
                        <a:ea typeface="Verizon NHG DS"/>
                        <a:cs typeface="Verizon NHG DS"/>
                        <a:sym typeface="Verizon NHG DS"/>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r h="98750">
                <a:tc gridSpan="13">
                  <a:txBody>
                    <a:bodyPr/>
                    <a:lstStyle/>
                    <a:p>
                      <a:pPr indent="0" lvl="0" marL="0" rtl="0" algn="ctr">
                        <a:spcBef>
                          <a:spcPts val="0"/>
                        </a:spcBef>
                        <a:spcAft>
                          <a:spcPts val="0"/>
                        </a:spcAft>
                        <a:buNone/>
                      </a:pPr>
                      <a:r>
                        <a:rPr b="1" lang="en" sz="1000">
                          <a:solidFill>
                            <a:schemeClr val="dk1"/>
                          </a:solidFill>
                          <a:latin typeface="Verizon NHG TX"/>
                          <a:ea typeface="Verizon NHG TX"/>
                          <a:cs typeface="Verizon NHG TX"/>
                          <a:sym typeface="Verizon NHG TX"/>
                        </a:rPr>
                        <a:t>Operating Expense for Initiative (Incremental)</a:t>
                      </a:r>
                      <a:endParaRPr b="1" sz="1000">
                        <a:solidFill>
                          <a:schemeClr val="dk1"/>
                        </a:solidFill>
                        <a:latin typeface="Verizon NHG TX"/>
                        <a:ea typeface="Verizon NHG TX"/>
                        <a:cs typeface="Verizon NHG TX"/>
                        <a:sym typeface="Verizon NHG TX"/>
                      </a:endParaRPr>
                    </a:p>
                    <a:p>
                      <a:pPr indent="0" lvl="0" marL="0" rtl="0" algn="ctr">
                        <a:spcBef>
                          <a:spcPts val="0"/>
                        </a:spcBef>
                        <a:spcAft>
                          <a:spcPts val="0"/>
                        </a:spcAft>
                        <a:buNone/>
                      </a:pPr>
                      <a:r>
                        <a:t/>
                      </a:r>
                      <a:endParaRPr b="1" sz="10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Operating Cost (OPEX)    $________</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t/>
                      </a:r>
                      <a:endParaRPr sz="800">
                        <a:solidFill>
                          <a:schemeClr val="dk1"/>
                        </a:solidFill>
                        <a:latin typeface="Verizon NHG TX"/>
                        <a:ea typeface="Verizon NHG TX"/>
                        <a:cs typeface="Verizon NHG TX"/>
                        <a:sym typeface="Verizon NHG TX"/>
                      </a:endParaRPr>
                    </a:p>
                    <a:p>
                      <a:pPr indent="0" lvl="0" marL="0" rtl="0" algn="l">
                        <a:spcBef>
                          <a:spcPts val="0"/>
                        </a:spcBef>
                        <a:spcAft>
                          <a:spcPts val="0"/>
                        </a:spcAft>
                        <a:buNone/>
                      </a:pPr>
                      <a:r>
                        <a:rPr lang="en" sz="800">
                          <a:solidFill>
                            <a:schemeClr val="dk1"/>
                          </a:solidFill>
                          <a:latin typeface="Verizon NHG TX"/>
                          <a:ea typeface="Verizon NHG TX"/>
                          <a:cs typeface="Verizon NHG TX"/>
                          <a:sym typeface="Verizon NHG TX"/>
                        </a:rPr>
                        <a:t>CXO Incremental Headcount       ________</a:t>
                      </a:r>
                      <a:endParaRPr sz="800">
                        <a:solidFill>
                          <a:schemeClr val="dk1"/>
                        </a:solidFill>
                        <a:latin typeface="Verizon NHG TX"/>
                        <a:ea typeface="Verizon NHG TX"/>
                        <a:cs typeface="Verizon NHG TX"/>
                        <a:sym typeface="Verizon NHG TX"/>
                      </a:endParaRPr>
                    </a:p>
                  </a:txBody>
                  <a:tcPr marT="27425" marB="27425" marR="27425" marL="27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solidFill>
                      <a:srgbClr val="FFFFFF"/>
                    </a:solidFill>
                  </a:tcPr>
                </a:tc>
                <a:tc hMerge="1"/>
                <a:tc hMerge="1"/>
                <a:tc hMerge="1"/>
                <a:tc hMerge="1"/>
                <a:tc hMerge="1"/>
                <a:tc hMerge="1"/>
                <a:tc hMerge="1"/>
                <a:tc hMerge="1"/>
                <a:tc hMerge="1"/>
                <a:tc hMerge="1"/>
                <a:tc hMerge="1"/>
                <a:tc hMerge="1"/>
              </a:tr>
            </a:tbl>
          </a:graphicData>
        </a:graphic>
      </p:graphicFrame>
      <p:sp>
        <p:nvSpPr>
          <p:cNvPr id="1370" name="Google Shape;1370;p180"/>
          <p:cNvSpPr/>
          <p:nvPr/>
        </p:nvSpPr>
        <p:spPr>
          <a:xfrm>
            <a:off x="4654800" y="2778400"/>
            <a:ext cx="3828300" cy="1956000"/>
          </a:xfrm>
          <a:prstGeom prst="rect">
            <a:avLst/>
          </a:prstGeom>
          <a:solidFill>
            <a:srgbClr val="9E9E9E">
              <a:alpha val="392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Verizon NHG TX"/>
              <a:ea typeface="Verizon NHG TX"/>
              <a:cs typeface="Verizon NHG TX"/>
              <a:sym typeface="Verizon NHG TX"/>
            </a:endParaRPr>
          </a:p>
        </p:txBody>
      </p:sp>
      <p:grpSp>
        <p:nvGrpSpPr>
          <p:cNvPr id="1371" name="Google Shape;1371;p180"/>
          <p:cNvGrpSpPr/>
          <p:nvPr/>
        </p:nvGrpSpPr>
        <p:grpSpPr>
          <a:xfrm>
            <a:off x="6665119" y="154838"/>
            <a:ext cx="2104650" cy="212400"/>
            <a:chOff x="9242425" y="104850"/>
            <a:chExt cx="2806200" cy="283200"/>
          </a:xfrm>
        </p:grpSpPr>
        <p:sp>
          <p:nvSpPr>
            <p:cNvPr id="1372" name="Google Shape;1372;p180"/>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73" name="Google Shape;1373;p180"/>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74" name="Google Shape;1374;p180"/>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9" name="Shape 1379"/>
        <p:cNvGrpSpPr/>
        <p:nvPr/>
      </p:nvGrpSpPr>
      <p:grpSpPr>
        <a:xfrm>
          <a:off x="0" y="0"/>
          <a:ext cx="0" cy="0"/>
          <a:chOff x="0" y="0"/>
          <a:chExt cx="0" cy="0"/>
        </a:xfrm>
      </p:grpSpPr>
      <p:sp>
        <p:nvSpPr>
          <p:cNvPr id="1380" name="Google Shape;1380;p181"/>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Capex + Opex Incremental</a:t>
            </a:r>
            <a:endParaRPr>
              <a:latin typeface="Verizon NHG DS"/>
              <a:ea typeface="Verizon NHG DS"/>
              <a:cs typeface="Verizon NHG DS"/>
              <a:sym typeface="Verizon NHG DS"/>
            </a:endParaRPr>
          </a:p>
        </p:txBody>
      </p:sp>
      <p:graphicFrame>
        <p:nvGraphicFramePr>
          <p:cNvPr id="1381" name="Google Shape;1381;p181"/>
          <p:cNvGraphicFramePr/>
          <p:nvPr/>
        </p:nvGraphicFramePr>
        <p:xfrm>
          <a:off x="139200" y="1108475"/>
          <a:ext cx="3000000" cy="3000000"/>
        </p:xfrm>
        <a:graphic>
          <a:graphicData uri="http://schemas.openxmlformats.org/drawingml/2006/table">
            <a:tbl>
              <a:tblPr>
                <a:noFill/>
                <a:tableStyleId>{F817A6FD-9532-47C6-BEAC-F2D550AB7D5D}</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solidFill>
                            <a:schemeClr val="dk1"/>
                          </a:solidFill>
                          <a:latin typeface="Verizon NHG TX"/>
                          <a:ea typeface="Verizon NHG TX"/>
                          <a:cs typeface="Verizon NHG TX"/>
                          <a:sym typeface="Verizon NHG TX"/>
                        </a:rPr>
                        <a:t>(see notes)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82" name="Google Shape;1382;p181"/>
          <p:cNvGraphicFramePr/>
          <p:nvPr/>
        </p:nvGraphicFramePr>
        <p:xfrm>
          <a:off x="7669163" y="4452650"/>
          <a:ext cx="3000000" cy="3000000"/>
        </p:xfrm>
        <a:graphic>
          <a:graphicData uri="http://schemas.openxmlformats.org/drawingml/2006/table">
            <a:tbl>
              <a:tblPr>
                <a:noFill/>
                <a:tableStyleId>{F817A6FD-9532-47C6-BEAC-F2D550AB7D5D}</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83" name="Google Shape;1383;p181"/>
          <p:cNvGrpSpPr/>
          <p:nvPr/>
        </p:nvGrpSpPr>
        <p:grpSpPr>
          <a:xfrm>
            <a:off x="6665119" y="154838"/>
            <a:ext cx="2104650" cy="212400"/>
            <a:chOff x="9242425" y="104850"/>
            <a:chExt cx="2806200" cy="283200"/>
          </a:xfrm>
        </p:grpSpPr>
        <p:sp>
          <p:nvSpPr>
            <p:cNvPr id="1384" name="Google Shape;1384;p181"/>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85" name="Google Shape;1385;p181"/>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86" name="Google Shape;1386;p181"/>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1" name="Shape 1391"/>
        <p:cNvGrpSpPr/>
        <p:nvPr/>
      </p:nvGrpSpPr>
      <p:grpSpPr>
        <a:xfrm>
          <a:off x="0" y="0"/>
          <a:ext cx="0" cy="0"/>
          <a:chOff x="0" y="0"/>
          <a:chExt cx="0" cy="0"/>
        </a:xfrm>
      </p:grpSpPr>
      <p:sp>
        <p:nvSpPr>
          <p:cNvPr id="1392" name="Google Shape;1392;p182"/>
          <p:cNvSpPr txBox="1"/>
          <p:nvPr>
            <p:ph type="title"/>
          </p:nvPr>
        </p:nvSpPr>
        <p:spPr>
          <a:xfrm>
            <a:off x="473870" y="543657"/>
            <a:ext cx="7504500" cy="454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latin typeface="Verizon NHG DS"/>
                <a:ea typeface="Verizon NHG DS"/>
                <a:cs typeface="Verizon NHG DS"/>
                <a:sym typeface="Verizon NHG DS"/>
              </a:rPr>
              <a:t>2026 Opex Only</a:t>
            </a:r>
            <a:endParaRPr>
              <a:latin typeface="Verizon NHG DS"/>
              <a:ea typeface="Verizon NHG DS"/>
              <a:cs typeface="Verizon NHG DS"/>
              <a:sym typeface="Verizon NHG DS"/>
            </a:endParaRPr>
          </a:p>
        </p:txBody>
      </p:sp>
      <p:graphicFrame>
        <p:nvGraphicFramePr>
          <p:cNvPr id="1393" name="Google Shape;1393;p182"/>
          <p:cNvGraphicFramePr/>
          <p:nvPr/>
        </p:nvGraphicFramePr>
        <p:xfrm>
          <a:off x="139200" y="1108475"/>
          <a:ext cx="3000000" cy="3000000"/>
        </p:xfrm>
        <a:graphic>
          <a:graphicData uri="http://schemas.openxmlformats.org/drawingml/2006/table">
            <a:tbl>
              <a:tblPr>
                <a:noFill/>
                <a:tableStyleId>{F817A6FD-9532-47C6-BEAC-F2D550AB7D5D}</a:tableStyleId>
              </a:tblPr>
              <a:tblGrid>
                <a:gridCol w="463150"/>
                <a:gridCol w="644450"/>
                <a:gridCol w="926250"/>
                <a:gridCol w="953650"/>
                <a:gridCol w="1334025"/>
                <a:gridCol w="1334025"/>
                <a:gridCol w="2482300"/>
                <a:gridCol w="727675"/>
              </a:tblGrid>
              <a:tr h="271725">
                <a:tc gridSpan="7">
                  <a:txBody>
                    <a:bodyPr/>
                    <a:lstStyle/>
                    <a:p>
                      <a:pPr indent="0" lvl="0" marL="0" rtl="0" algn="l">
                        <a:spcBef>
                          <a:spcPts val="0"/>
                        </a:spcBef>
                        <a:spcAft>
                          <a:spcPts val="0"/>
                        </a:spcAft>
                        <a:buClr>
                          <a:schemeClr val="dk1"/>
                        </a:buClr>
                        <a:buSzPts val="1100"/>
                        <a:buFont typeface="Arial"/>
                        <a:buNone/>
                      </a:pPr>
                      <a:r>
                        <a:rPr b="1" lang="en" sz="900">
                          <a:solidFill>
                            <a:schemeClr val="lt1"/>
                          </a:solidFill>
                          <a:latin typeface="Verizon NHG TX"/>
                          <a:ea typeface="Verizon NHG TX"/>
                          <a:cs typeface="Verizon NHG TX"/>
                          <a:sym typeface="Verizon NHG TX"/>
                        </a:rPr>
                        <a:t>Xxx (i.e. Koenders, Butler etc.) | xxx (i.e. CX, Experience Product, Digital Channel etc.)</a:t>
                      </a:r>
                      <a:endParaRPr b="1" sz="900">
                        <a:solidFill>
                          <a:schemeClr val="lt1"/>
                        </a:solidFill>
                        <a:latin typeface="Verizon NHG TX"/>
                        <a:ea typeface="Verizon NHG TX"/>
                        <a:cs typeface="Verizon NHG TX"/>
                        <a:sym typeface="Verizon NHG TX"/>
                      </a:endParaRPr>
                    </a:p>
                  </a:txBody>
                  <a:tcPr marT="45700" marB="45700" marR="45700" marL="45700" anchor="ctr">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c hMerge="1"/>
                <a:tc hMerge="1"/>
                <a:tc hMerge="1"/>
                <a:tc hMerge="1"/>
                <a:tc hMerge="1"/>
                <a:tc hMerge="1"/>
                <a:tc>
                  <a:txBody>
                    <a:bodyPr/>
                    <a:lstStyle/>
                    <a:p>
                      <a:pPr indent="0" lvl="0" marL="0" rtl="0" algn="l">
                        <a:spcBef>
                          <a:spcPts val="0"/>
                        </a:spcBef>
                        <a:spcAft>
                          <a:spcPts val="0"/>
                        </a:spcAft>
                        <a:buNone/>
                      </a:pPr>
                      <a:r>
                        <a:t/>
                      </a:r>
                      <a:endParaRPr b="1" sz="1000">
                        <a:solidFill>
                          <a:schemeClr val="lt1"/>
                        </a:solidFill>
                        <a:latin typeface="Verizon NHG TX"/>
                        <a:ea typeface="Verizon NHG TX"/>
                        <a:cs typeface="Verizon NHG TX"/>
                        <a:sym typeface="Verizon NHG TX"/>
                      </a:endParaRPr>
                    </a:p>
                  </a:txBody>
                  <a:tcPr marT="45700" marB="45700" marR="45700" marL="45700">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6"/>
                    </a:solidFill>
                  </a:tcPr>
                </a:tc>
              </a:tr>
              <a:tr h="293075">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Status</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Opex ID</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Product Area</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marR="0" rtl="0" algn="l">
                        <a:lnSpc>
                          <a:spcPct val="100000"/>
                        </a:lnSpc>
                        <a:spcBef>
                          <a:spcPts val="0"/>
                        </a:spcBef>
                        <a:spcAft>
                          <a:spcPts val="0"/>
                        </a:spcAft>
                        <a:buNone/>
                      </a:pPr>
                      <a:r>
                        <a:rPr b="1" lang="en" sz="800">
                          <a:latin typeface="Verizon NHG TX"/>
                          <a:ea typeface="Verizon NHG TX"/>
                          <a:cs typeface="Verizon NHG TX"/>
                          <a:sym typeface="Verizon NHG TX"/>
                        </a:rPr>
                        <a:t>EMR </a:t>
                      </a:r>
                      <a:r>
                        <a:rPr lang="en" sz="700">
                          <a:latin typeface="Verizon NHG TX"/>
                          <a:ea typeface="Verizon NHG TX"/>
                          <a:cs typeface="Verizon NHG TX"/>
                          <a:sym typeface="Verizon NHG TX"/>
                        </a:rPr>
                        <a:t>(see notes)</a:t>
                      </a:r>
                      <a:endParaRPr sz="7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Initiative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Vendor Name</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l">
                        <a:spcBef>
                          <a:spcPts val="0"/>
                        </a:spcBef>
                        <a:spcAft>
                          <a:spcPts val="0"/>
                        </a:spcAft>
                        <a:buNone/>
                      </a:pPr>
                      <a:r>
                        <a:rPr b="1" lang="en" sz="800">
                          <a:latin typeface="Verizon NHG TX"/>
                          <a:ea typeface="Verizon NHG TX"/>
                          <a:cs typeface="Verizon NHG TX"/>
                          <a:sym typeface="Verizon NHG TX"/>
                        </a:rPr>
                        <a:t>Description</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rPr b="1" lang="en" sz="800">
                          <a:latin typeface="Verizon NHG TX"/>
                          <a:ea typeface="Verizon NHG TX"/>
                          <a:cs typeface="Verizon NHG TX"/>
                          <a:sym typeface="Verizon NHG TX"/>
                        </a:rPr>
                        <a:t>Budget</a:t>
                      </a:r>
                      <a:endParaRPr b="1" sz="800">
                        <a:latin typeface="Verizon NHG TX"/>
                        <a:ea typeface="Verizon NHG TX"/>
                        <a:cs typeface="Verizon NHG TX"/>
                        <a:sym typeface="Verizon NHG TX"/>
                      </a:endParaRPr>
                    </a:p>
                  </a:txBody>
                  <a:tcPr marT="45700" marB="45700" marR="45700" marL="45700" anchor="b">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chemeClr val="accent5"/>
                    </a:solidFill>
                  </a:tcPr>
                </a:tc>
              </a:tr>
              <a:tr h="381000">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C</a:t>
                      </a:r>
                      <a:endParaRPr sz="7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Opex-xxx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Assisted Experience</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Contracted Services</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latin typeface="Verizon NHG TX"/>
                          <a:ea typeface="Verizon NHG TX"/>
                          <a:cs typeface="Verizon NHG TX"/>
                          <a:sym typeface="Verizon NHG TX"/>
                        </a:rPr>
                        <a:t>&lt;Name&gt;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&lt;Vendor&gt; </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&lt;Description&gt;</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rPr lang="en" sz="700">
                          <a:latin typeface="Verizon NHG TX"/>
                          <a:ea typeface="Verizon NHG TX"/>
                          <a:cs typeface="Verizon NHG TX"/>
                          <a:sym typeface="Verizon NHG TX"/>
                        </a:rPr>
                        <a:t>$XXX.XX</a:t>
                      </a:r>
                      <a:endParaRPr sz="7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9E9E9E">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l">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EFEFEF">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c>
                  <a:txBody>
                    <a:bodyPr/>
                    <a:lstStyle/>
                    <a:p>
                      <a:pPr indent="0" lvl="0" marL="0" rtl="0" algn="ctr">
                        <a:spcBef>
                          <a:spcPts val="0"/>
                        </a:spcBef>
                        <a:spcAft>
                          <a:spcPts val="0"/>
                        </a:spcAft>
                        <a:buNone/>
                      </a:pPr>
                      <a:r>
                        <a:t/>
                      </a:r>
                      <a:endParaRPr sz="800">
                        <a:latin typeface="Verizon NHG TX"/>
                        <a:ea typeface="Verizon NHG TX"/>
                        <a:cs typeface="Verizon NHG TX"/>
                        <a:sym typeface="Verizon NHG TX"/>
                      </a:endParaRPr>
                    </a:p>
                  </a:txBody>
                  <a:tcPr marT="45700" marB="45700" marR="45700" marL="45700" anchor="ctr">
                    <a:lnL cap="flat" cmpd="sng" w="9525">
                      <a:solidFill>
                        <a:srgbClr val="EFEFEF">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EFEFEF"/>
                      </a:solidFill>
                      <a:prstDash val="solid"/>
                      <a:round/>
                      <a:headEnd len="sm" w="sm" type="none"/>
                      <a:tailEnd len="sm" w="sm" type="none"/>
                    </a:lnT>
                    <a:lnB cap="flat" cmpd="sng" w="9525">
                      <a:solidFill>
                        <a:srgbClr val="EFEFEF"/>
                      </a:solidFill>
                      <a:prstDash val="solid"/>
                      <a:round/>
                      <a:headEnd len="sm" w="sm" type="none"/>
                      <a:tailEnd len="sm" w="sm" type="none"/>
                    </a:lnB>
                  </a:tcPr>
                </a:tc>
              </a:tr>
            </a:tbl>
          </a:graphicData>
        </a:graphic>
      </p:graphicFrame>
      <p:graphicFrame>
        <p:nvGraphicFramePr>
          <p:cNvPr id="1394" name="Google Shape;1394;p182"/>
          <p:cNvGraphicFramePr/>
          <p:nvPr/>
        </p:nvGraphicFramePr>
        <p:xfrm>
          <a:off x="7669163" y="4452650"/>
          <a:ext cx="3000000" cy="3000000"/>
        </p:xfrm>
        <a:graphic>
          <a:graphicData uri="http://schemas.openxmlformats.org/drawingml/2006/table">
            <a:tbl>
              <a:tblPr>
                <a:noFill/>
                <a:tableStyleId>{F817A6FD-9532-47C6-BEAC-F2D550AB7D5D}</a:tableStyleId>
              </a:tblPr>
              <a:tblGrid>
                <a:gridCol w="291400"/>
                <a:gridCol w="543725"/>
              </a:tblGrid>
              <a:tr h="19842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N</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New</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C</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Continue</a:t>
                      </a:r>
                      <a:endParaRPr sz="700">
                        <a:latin typeface="Verizon NHG TX"/>
                        <a:ea typeface="Verizon NHG TX"/>
                        <a:cs typeface="Verizon NHG TX"/>
                        <a:sym typeface="Verizon NHG TX"/>
                      </a:endParaRPr>
                    </a:p>
                  </a:txBody>
                  <a:tcPr marT="45700" marB="45700" marR="45700" marL="45700">
                    <a:solidFill>
                      <a:srgbClr val="F3F3F3"/>
                    </a:solidFill>
                  </a:tcPr>
                </a:tc>
              </a:tr>
              <a:tr h="197975">
                <a:tc>
                  <a:txBody>
                    <a:bodyPr/>
                    <a:lstStyle/>
                    <a:p>
                      <a:pPr indent="0" lvl="0" marL="0" rtl="0" algn="ctr">
                        <a:spcBef>
                          <a:spcPts val="0"/>
                        </a:spcBef>
                        <a:spcAft>
                          <a:spcPts val="0"/>
                        </a:spcAft>
                        <a:buNone/>
                      </a:pPr>
                      <a:r>
                        <a:rPr b="1" lang="en" sz="700">
                          <a:latin typeface="Verizon NHG TX"/>
                          <a:ea typeface="Verizon NHG TX"/>
                          <a:cs typeface="Verizon NHG TX"/>
                          <a:sym typeface="Verizon NHG TX"/>
                        </a:rPr>
                        <a:t>S</a:t>
                      </a:r>
                      <a:endParaRPr b="1" sz="700">
                        <a:latin typeface="Verizon NHG TX"/>
                        <a:ea typeface="Verizon NHG TX"/>
                        <a:cs typeface="Verizon NHG TX"/>
                        <a:sym typeface="Verizon NHG TX"/>
                      </a:endParaRPr>
                    </a:p>
                  </a:txBody>
                  <a:tcPr marT="45700" marB="45700" marR="45700" marL="45700">
                    <a:solidFill>
                      <a:srgbClr val="F3F3F3"/>
                    </a:solidFill>
                  </a:tcPr>
                </a:tc>
                <a:tc>
                  <a:txBody>
                    <a:bodyPr/>
                    <a:lstStyle/>
                    <a:p>
                      <a:pPr indent="0" lvl="0" marL="0" rtl="0" algn="l">
                        <a:spcBef>
                          <a:spcPts val="0"/>
                        </a:spcBef>
                        <a:spcAft>
                          <a:spcPts val="0"/>
                        </a:spcAft>
                        <a:buNone/>
                      </a:pPr>
                      <a:r>
                        <a:rPr lang="en" sz="700">
                          <a:latin typeface="Verizon NHG TX"/>
                          <a:ea typeface="Verizon NHG TX"/>
                          <a:cs typeface="Verizon NHG TX"/>
                          <a:sym typeface="Verizon NHG TX"/>
                        </a:rPr>
                        <a:t>Stop</a:t>
                      </a:r>
                      <a:endParaRPr sz="700">
                        <a:latin typeface="Verizon NHG TX"/>
                        <a:ea typeface="Verizon NHG TX"/>
                        <a:cs typeface="Verizon NHG TX"/>
                        <a:sym typeface="Verizon NHG TX"/>
                      </a:endParaRPr>
                    </a:p>
                  </a:txBody>
                  <a:tcPr marT="45700" marB="45700" marR="45700" marL="45700">
                    <a:solidFill>
                      <a:srgbClr val="F3F3F3"/>
                    </a:solidFill>
                  </a:tcPr>
                </a:tc>
              </a:tr>
            </a:tbl>
          </a:graphicData>
        </a:graphic>
      </p:graphicFrame>
      <p:grpSp>
        <p:nvGrpSpPr>
          <p:cNvPr id="1395" name="Google Shape;1395;p182"/>
          <p:cNvGrpSpPr/>
          <p:nvPr/>
        </p:nvGrpSpPr>
        <p:grpSpPr>
          <a:xfrm>
            <a:off x="6665119" y="154838"/>
            <a:ext cx="2104650" cy="212400"/>
            <a:chOff x="9242425" y="104850"/>
            <a:chExt cx="2806200" cy="283200"/>
          </a:xfrm>
        </p:grpSpPr>
        <p:sp>
          <p:nvSpPr>
            <p:cNvPr id="1396" name="Google Shape;1396;p182"/>
            <p:cNvSpPr/>
            <p:nvPr/>
          </p:nvSpPr>
          <p:spPr>
            <a:xfrm>
              <a:off x="92424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Northstar</a:t>
              </a:r>
              <a:endParaRPr sz="600">
                <a:solidFill>
                  <a:srgbClr val="000000"/>
                </a:solidFill>
                <a:latin typeface="Verizon NHG TX"/>
                <a:ea typeface="Verizon NHG TX"/>
                <a:cs typeface="Verizon NHG TX"/>
                <a:sym typeface="Verizon NHG TX"/>
              </a:endParaRPr>
            </a:p>
          </p:txBody>
        </p:sp>
        <p:sp>
          <p:nvSpPr>
            <p:cNvPr id="1397" name="Google Shape;1397;p182"/>
            <p:cNvSpPr/>
            <p:nvPr/>
          </p:nvSpPr>
          <p:spPr>
            <a:xfrm>
              <a:off x="10156825" y="104850"/>
              <a:ext cx="977400" cy="283200"/>
            </a:xfrm>
            <a:prstGeom prst="chevron">
              <a:avLst>
                <a:gd fmla="val 50000" name="adj"/>
              </a:avLst>
            </a:prstGeom>
            <a:solidFill>
              <a:srgbClr val="F3EDE0"/>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000000"/>
                  </a:solidFill>
                  <a:latin typeface="Verizon NHG TX"/>
                  <a:ea typeface="Verizon NHG TX"/>
                  <a:cs typeface="Verizon NHG TX"/>
                  <a:sym typeface="Verizon NHG TX"/>
                </a:rPr>
                <a:t>Scope</a:t>
              </a:r>
              <a:endParaRPr sz="600">
                <a:solidFill>
                  <a:srgbClr val="000000"/>
                </a:solidFill>
                <a:latin typeface="Verizon NHG TX"/>
                <a:ea typeface="Verizon NHG TX"/>
                <a:cs typeface="Verizon NHG TX"/>
                <a:sym typeface="Verizon NHG TX"/>
              </a:endParaRPr>
            </a:p>
          </p:txBody>
        </p:sp>
        <p:sp>
          <p:nvSpPr>
            <p:cNvPr id="1398" name="Google Shape;1398;p182"/>
            <p:cNvSpPr/>
            <p:nvPr/>
          </p:nvSpPr>
          <p:spPr>
            <a:xfrm>
              <a:off x="11071225" y="104850"/>
              <a:ext cx="977400" cy="283200"/>
            </a:xfrm>
            <a:prstGeom prst="chevron">
              <a:avLst>
                <a:gd fmla="val 50000" name="adj"/>
              </a:avLst>
            </a:prstGeom>
            <a:solidFill>
              <a:srgbClr val="EE001E"/>
            </a:solidFill>
            <a:ln cap="flat" cmpd="sng" w="9525">
              <a:solidFill>
                <a:srgbClr val="F3EDE0"/>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rPr lang="en" sz="600">
                  <a:solidFill>
                    <a:srgbClr val="FFFFFF"/>
                  </a:solidFill>
                  <a:latin typeface="Verizon NHG TX"/>
                  <a:ea typeface="Verizon NHG TX"/>
                  <a:cs typeface="Verizon NHG TX"/>
                  <a:sym typeface="Verizon NHG TX"/>
                </a:rPr>
                <a:t>Results</a:t>
              </a:r>
              <a:endParaRPr sz="600">
                <a:solidFill>
                  <a:srgbClr val="FFFFFF"/>
                </a:solidFill>
                <a:latin typeface="Verizon NHG TX"/>
                <a:ea typeface="Verizon NHG TX"/>
                <a:cs typeface="Verizon NHG TX"/>
                <a:sym typeface="Verizon NHG TX"/>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2" name="Shape 1402"/>
        <p:cNvGrpSpPr/>
        <p:nvPr/>
      </p:nvGrpSpPr>
      <p:grpSpPr>
        <a:xfrm>
          <a:off x="0" y="0"/>
          <a:ext cx="0" cy="0"/>
          <a:chOff x="0" y="0"/>
          <a:chExt cx="0" cy="0"/>
        </a:xfrm>
      </p:grpSpPr>
      <p:sp>
        <p:nvSpPr>
          <p:cNvPr id="1403" name="Google Shape;1403;p183"/>
          <p:cNvSpPr txBox="1"/>
          <p:nvPr>
            <p:ph idx="1" type="body"/>
          </p:nvPr>
        </p:nvSpPr>
        <p:spPr>
          <a:xfrm>
            <a:off x="376953" y="383117"/>
            <a:ext cx="8583600" cy="1941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accent5"/>
              </a:buClr>
              <a:buSzPts val="900"/>
              <a:buNone/>
            </a:pPr>
            <a:r>
              <a:rPr lang="en">
                <a:solidFill>
                  <a:schemeClr val="dk1"/>
                </a:solidFill>
              </a:rPr>
              <a:t>2026 Planning Artifacts</a:t>
            </a:r>
            <a:endParaRPr/>
          </a:p>
        </p:txBody>
      </p:sp>
      <p:sp>
        <p:nvSpPr>
          <p:cNvPr id="1404" name="Google Shape;1404;p183"/>
          <p:cNvSpPr txBox="1"/>
          <p:nvPr>
            <p:ph idx="3" type="body"/>
          </p:nvPr>
        </p:nvSpPr>
        <p:spPr>
          <a:xfrm>
            <a:off x="376953" y="544857"/>
            <a:ext cx="8583600" cy="9306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1"/>
              </a:buClr>
              <a:buSzPts val="2100"/>
              <a:buNone/>
            </a:pPr>
            <a:r>
              <a:rPr lang="en"/>
              <a:t>Journey Map Example</a:t>
            </a:r>
            <a:endParaRPr/>
          </a:p>
          <a:p>
            <a:pPr indent="0" lvl="0" marL="0" rtl="0" algn="l">
              <a:lnSpc>
                <a:spcPct val="100000"/>
              </a:lnSpc>
              <a:spcBef>
                <a:spcPts val="0"/>
              </a:spcBef>
              <a:spcAft>
                <a:spcPts val="0"/>
              </a:spcAft>
              <a:buClr>
                <a:schemeClr val="dk1"/>
              </a:buClr>
              <a:buSzPts val="2100"/>
              <a:buNone/>
            </a:pPr>
            <a:r>
              <a:t/>
            </a:r>
            <a:endParaRPr/>
          </a:p>
        </p:txBody>
      </p:sp>
      <p:sp>
        <p:nvSpPr>
          <p:cNvPr id="1405" name="Google Shape;1405;p183"/>
          <p:cNvSpPr txBox="1"/>
          <p:nvPr/>
        </p:nvSpPr>
        <p:spPr>
          <a:xfrm>
            <a:off x="4613752"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3. Activate internet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0"/>
              </a:spcAft>
              <a:buClr>
                <a:srgbClr val="0000EA"/>
              </a:buClr>
              <a:buSzPts val="1100"/>
              <a:buFont typeface="Arial"/>
              <a:buNone/>
            </a:pPr>
            <a:r>
              <a:rPr lang="en" sz="800">
                <a:solidFill>
                  <a:srgbClr val="000000"/>
                </a:solidFill>
                <a:latin typeface="Verizon NHG DS"/>
                <a:ea typeface="Verizon NHG DS"/>
                <a:cs typeface="Verizon NHG DS"/>
                <a:sym typeface="Verizon NHG DS"/>
              </a:rPr>
              <a:t>When the light turns solid white she’s setup. If help is needed, she refers to the 5G Compass in MVA.</a:t>
            </a:r>
            <a:endParaRPr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t/>
            </a:r>
            <a:endParaRPr sz="800">
              <a:solidFill>
                <a:srgbClr val="000000"/>
              </a:solidFill>
              <a:latin typeface="Verizon NHG DS"/>
              <a:ea typeface="Verizon NHG DS"/>
              <a:cs typeface="Verizon NHG DS"/>
              <a:sym typeface="Verizon NHG DS"/>
            </a:endParaRPr>
          </a:p>
        </p:txBody>
      </p:sp>
      <p:sp>
        <p:nvSpPr>
          <p:cNvPr id="1406" name="Google Shape;1406;p183"/>
          <p:cNvSpPr txBox="1"/>
          <p:nvPr/>
        </p:nvSpPr>
        <p:spPr>
          <a:xfrm>
            <a:off x="3228683"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2. Find a spot</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Using what she learned in-store, she chooses a </a:t>
            </a:r>
            <a:br>
              <a:rPr lang="en" sz="800">
                <a:solidFill>
                  <a:srgbClr val="000000"/>
                </a:solidFill>
                <a:latin typeface="Verizon NHG DS"/>
                <a:ea typeface="Verizon NHG DS"/>
                <a:cs typeface="Verizon NHG DS"/>
                <a:sym typeface="Verizon NHG DS"/>
              </a:rPr>
            </a:br>
            <a:r>
              <a:rPr lang="en" sz="800">
                <a:solidFill>
                  <a:srgbClr val="000000"/>
                </a:solidFill>
                <a:latin typeface="Verizon NHG DS"/>
                <a:ea typeface="Verizon NHG DS"/>
                <a:cs typeface="Verizon NHG DS"/>
                <a:sym typeface="Verizon NHG DS"/>
              </a:rPr>
              <a:t>spot to plug-in.</a:t>
            </a:r>
            <a:endParaRPr sz="800">
              <a:solidFill>
                <a:srgbClr val="000000"/>
              </a:solidFill>
              <a:latin typeface="Verizon NHG DS"/>
              <a:ea typeface="Verizon NHG DS"/>
              <a:cs typeface="Verizon NHG DS"/>
              <a:sym typeface="Verizon NHG DS"/>
            </a:endParaRPr>
          </a:p>
        </p:txBody>
      </p:sp>
      <p:sp>
        <p:nvSpPr>
          <p:cNvPr id="1407" name="Google Shape;1407;p183"/>
          <p:cNvSpPr txBox="1"/>
          <p:nvPr/>
        </p:nvSpPr>
        <p:spPr>
          <a:xfrm>
            <a:off x="6020928"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Download / Open  MVA</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If Taylor wants to personalize her network, she can scan the QR code or enter the URL to deep link in My Verizon app.</a:t>
            </a:r>
            <a:endParaRPr sz="800">
              <a:solidFill>
                <a:srgbClr val="000000"/>
              </a:solidFill>
              <a:latin typeface="Verizon NHG DS"/>
              <a:ea typeface="Verizon NHG DS"/>
              <a:cs typeface="Verizon NHG DS"/>
              <a:sym typeface="Verizon NHG DS"/>
            </a:endParaRPr>
          </a:p>
        </p:txBody>
      </p:sp>
      <p:sp>
        <p:nvSpPr>
          <p:cNvPr id="1408" name="Google Shape;1408;p183"/>
          <p:cNvSpPr txBox="1"/>
          <p:nvPr/>
        </p:nvSpPr>
        <p:spPr>
          <a:xfrm>
            <a:off x="3245210" y="3698153"/>
            <a:ext cx="1234500" cy="9021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Device</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Power adapter</a:t>
            </a:r>
            <a:endParaRPr i="1" sz="800">
              <a:solidFill>
                <a:srgbClr val="EE0000"/>
              </a:solidFill>
              <a:latin typeface="Verizon NHG DS"/>
              <a:ea typeface="Verizon NHG DS"/>
              <a:cs typeface="Verizon NHG DS"/>
              <a:sym typeface="Verizon NHG DS"/>
            </a:endParaRPr>
          </a:p>
        </p:txBody>
      </p:sp>
      <p:sp>
        <p:nvSpPr>
          <p:cNvPr id="1409" name="Google Shape;1409;p183"/>
          <p:cNvSpPr txBox="1"/>
          <p:nvPr/>
        </p:nvSpPr>
        <p:spPr>
          <a:xfrm>
            <a:off x="45725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Confirmation email / </a:t>
            </a:r>
            <a:br>
              <a:rPr b="1" lang="en" sz="800">
                <a:solidFill>
                  <a:srgbClr val="000000"/>
                </a:solidFill>
                <a:latin typeface="Verizon NHG DS"/>
                <a:ea typeface="Verizon NHG DS"/>
                <a:cs typeface="Verizon NHG DS"/>
                <a:sym typeface="Verizon NHG DS"/>
              </a:rPr>
            </a:br>
            <a:r>
              <a:rPr b="1" lang="en" sz="800">
                <a:solidFill>
                  <a:srgbClr val="000000"/>
                </a:solidFill>
                <a:latin typeface="Verizon NHG DS"/>
                <a:ea typeface="Verizon NHG DS"/>
                <a:cs typeface="Verizon NHG DS"/>
                <a:sym typeface="Verizon NHG DS"/>
              </a:rPr>
              <a:t>Get ready page</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Register</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Download MVA</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5G signal map + compass</a:t>
            </a:r>
            <a:endParaRPr sz="800">
              <a:solidFill>
                <a:srgbClr val="000000"/>
              </a:solidFill>
              <a:latin typeface="Verizon NHG DS"/>
              <a:ea typeface="Verizon NHG DS"/>
              <a:cs typeface="Verizon NHG DS"/>
              <a:sym typeface="Verizon NHG DS"/>
            </a:endParaRPr>
          </a:p>
        </p:txBody>
      </p:sp>
      <p:sp>
        <p:nvSpPr>
          <p:cNvPr id="1410" name="Google Shape;1410;p183"/>
          <p:cNvSpPr txBox="1"/>
          <p:nvPr/>
        </p:nvSpPr>
        <p:spPr>
          <a:xfrm>
            <a:off x="463919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LED status</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Wi-Fi name/password</a:t>
            </a:r>
            <a:endParaRPr b="1" sz="800">
              <a:solidFill>
                <a:srgbClr val="000000"/>
              </a:solidFill>
              <a:latin typeface="Verizon NHG DS"/>
              <a:ea typeface="Verizon NHG DS"/>
              <a:cs typeface="Verizon NHG DS"/>
              <a:sym typeface="Verizon NHG DS"/>
            </a:endParaRPr>
          </a:p>
          <a:p>
            <a:pPr indent="0" lvl="0" marL="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5G signal map + compass</a:t>
            </a:r>
            <a:endParaRPr b="1" sz="800">
              <a:solidFill>
                <a:srgbClr val="000000"/>
              </a:solidFill>
              <a:latin typeface="Verizon NHG DS"/>
              <a:ea typeface="Verizon NHG DS"/>
              <a:cs typeface="Verizon NHG DS"/>
              <a:sym typeface="Verizon NHG DS"/>
            </a:endParaRPr>
          </a:p>
        </p:txBody>
      </p:sp>
      <p:sp>
        <p:nvSpPr>
          <p:cNvPr id="1411" name="Google Shape;1411;p183"/>
          <p:cNvSpPr txBox="1"/>
          <p:nvPr/>
        </p:nvSpPr>
        <p:spPr>
          <a:xfrm>
            <a:off x="603317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0" lvl="0" marL="0" marR="0" rtl="0" algn="l">
              <a:lnSpc>
                <a:spcPct val="90000"/>
              </a:lnSpc>
              <a:spcBef>
                <a:spcPts val="600"/>
              </a:spcBef>
              <a:spcAft>
                <a:spcPts val="600"/>
              </a:spcAft>
              <a:buNone/>
            </a:pPr>
            <a:r>
              <a:rPr b="1" lang="en" sz="800">
                <a:solidFill>
                  <a:srgbClr val="000000"/>
                </a:solidFill>
                <a:latin typeface="Verizon NHG DS"/>
                <a:ea typeface="Verizon NHG DS"/>
                <a:cs typeface="Verizon NHG DS"/>
                <a:sym typeface="Verizon NHG DS"/>
              </a:rPr>
              <a:t>Authentication</a:t>
            </a:r>
            <a:endParaRPr b="1" sz="800">
              <a:solidFill>
                <a:srgbClr val="000000"/>
              </a:solidFill>
              <a:latin typeface="Verizon NHG DS"/>
              <a:ea typeface="Verizon NHG DS"/>
              <a:cs typeface="Verizon NHG DS"/>
              <a:sym typeface="Verizon NHG DS"/>
            </a:endParaRPr>
          </a:p>
        </p:txBody>
      </p:sp>
      <p:sp>
        <p:nvSpPr>
          <p:cNvPr id="1412" name="Google Shape;1412;p183"/>
          <p:cNvSpPr txBox="1"/>
          <p:nvPr/>
        </p:nvSpPr>
        <p:spPr>
          <a:xfrm>
            <a:off x="7417225" y="2566850"/>
            <a:ext cx="1407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Personalize internet</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Once she has the My Verizon app open, there are a variety of personalizations and settings that she can change.</a:t>
            </a:r>
            <a:endParaRPr sz="800">
              <a:solidFill>
                <a:srgbClr val="000000"/>
              </a:solidFill>
              <a:latin typeface="Verizon NHG DS"/>
              <a:ea typeface="Verizon NHG DS"/>
              <a:cs typeface="Verizon NHG DS"/>
              <a:sym typeface="Verizon NHG DS"/>
            </a:endParaRPr>
          </a:p>
        </p:txBody>
      </p:sp>
      <p:sp>
        <p:nvSpPr>
          <p:cNvPr id="1413" name="Google Shape;1413;p183"/>
          <p:cNvSpPr txBox="1"/>
          <p:nvPr/>
        </p:nvSpPr>
        <p:spPr>
          <a:xfrm>
            <a:off x="7427150" y="3698153"/>
            <a:ext cx="1234500" cy="900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lang="en" sz="800">
                <a:solidFill>
                  <a:srgbClr val="000000"/>
                </a:solidFill>
                <a:latin typeface="Verizon NHG DS"/>
                <a:ea typeface="Verizon NHG DS"/>
                <a:cs typeface="Verizon NHG DS"/>
                <a:sym typeface="Verizon NHG DS"/>
              </a:rPr>
              <a:t>My Verizon app</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600"/>
              </a:spcBef>
              <a:spcAft>
                <a:spcPts val="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Set Wi-Fi name/password</a:t>
            </a:r>
            <a:endParaRPr b="1" sz="800">
              <a:solidFill>
                <a:srgbClr val="000000"/>
              </a:solidFill>
              <a:latin typeface="Verizon NHG DS"/>
              <a:ea typeface="Verizon NHG DS"/>
              <a:cs typeface="Verizon NHG DS"/>
              <a:sym typeface="Verizon NHG DS"/>
            </a:endParaRPr>
          </a:p>
          <a:p>
            <a:pPr indent="-101600" lvl="0" marL="165100" marR="0" rtl="0" algn="l">
              <a:lnSpc>
                <a:spcPct val="90000"/>
              </a:lnSpc>
              <a:spcBef>
                <a:spcPts val="300"/>
              </a:spcBef>
              <a:spcAft>
                <a:spcPts val="300"/>
              </a:spcAft>
              <a:buClr>
                <a:srgbClr val="000000"/>
              </a:buClr>
              <a:buSzPts val="800"/>
              <a:buFont typeface="Verizon NHG DS"/>
              <a:buChar char="-"/>
            </a:pPr>
            <a:r>
              <a:rPr b="1" lang="en" sz="800">
                <a:solidFill>
                  <a:srgbClr val="000000"/>
                </a:solidFill>
                <a:latin typeface="Verizon NHG DS"/>
                <a:ea typeface="Verizon NHG DS"/>
                <a:cs typeface="Verizon NHG DS"/>
                <a:sym typeface="Verizon NHG DS"/>
              </a:rPr>
              <a:t>Connect devices</a:t>
            </a:r>
            <a:endParaRPr b="1" sz="800">
              <a:solidFill>
                <a:srgbClr val="000000"/>
              </a:solidFill>
              <a:latin typeface="Verizon NHG DS"/>
              <a:ea typeface="Verizon NHG DS"/>
              <a:cs typeface="Verizon NHG DS"/>
              <a:sym typeface="Verizon NHG DS"/>
            </a:endParaRPr>
          </a:p>
        </p:txBody>
      </p:sp>
      <p:cxnSp>
        <p:nvCxnSpPr>
          <p:cNvPr id="1414" name="Google Shape;1414;p183"/>
          <p:cNvCxnSpPr/>
          <p:nvPr/>
        </p:nvCxnSpPr>
        <p:spPr>
          <a:xfrm>
            <a:off x="457245" y="3512324"/>
            <a:ext cx="8204700" cy="0"/>
          </a:xfrm>
          <a:prstGeom prst="straightConnector1">
            <a:avLst/>
          </a:prstGeom>
          <a:noFill/>
          <a:ln cap="flat" cmpd="sng" w="9525">
            <a:solidFill>
              <a:srgbClr val="747676"/>
            </a:solidFill>
            <a:prstDash val="solid"/>
            <a:round/>
            <a:headEnd len="med" w="med" type="none"/>
            <a:tailEnd len="med" w="med" type="none"/>
          </a:ln>
        </p:spPr>
      </p:cxnSp>
      <p:sp>
        <p:nvSpPr>
          <p:cNvPr id="1415" name="Google Shape;1415;p183"/>
          <p:cNvSpPr txBox="1"/>
          <p:nvPr/>
        </p:nvSpPr>
        <p:spPr>
          <a:xfrm>
            <a:off x="1820676" y="2566849"/>
            <a:ext cx="1269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lang="en" sz="800">
                <a:solidFill>
                  <a:srgbClr val="000000"/>
                </a:solidFill>
                <a:latin typeface="Verizon NHG DS"/>
                <a:ea typeface="Verizon NHG DS"/>
                <a:cs typeface="Verizon NHG DS"/>
                <a:sym typeface="Verizon NHG DS"/>
              </a:rPr>
              <a:t>1. Unbox</a:t>
            </a:r>
            <a:endParaRPr b="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On opening the box, Taylor sees a simple 1-2-3 set of instructions for setup</a:t>
            </a:r>
            <a:endParaRPr sz="800">
              <a:solidFill>
                <a:srgbClr val="000000"/>
              </a:solidFill>
              <a:latin typeface="Verizon NHG DS"/>
              <a:ea typeface="Verizon NHG DS"/>
              <a:cs typeface="Verizon NHG DS"/>
              <a:sym typeface="Verizon NHG DS"/>
            </a:endParaRPr>
          </a:p>
        </p:txBody>
      </p:sp>
      <p:sp>
        <p:nvSpPr>
          <p:cNvPr id="1416" name="Google Shape;1416;p183"/>
          <p:cNvSpPr txBox="1"/>
          <p:nvPr/>
        </p:nvSpPr>
        <p:spPr>
          <a:xfrm>
            <a:off x="1851230" y="3698153"/>
            <a:ext cx="1234500" cy="9021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600"/>
              </a:spcAft>
              <a:buNone/>
            </a:pPr>
            <a:r>
              <a:rPr b="1" lang="en" sz="800">
                <a:solidFill>
                  <a:srgbClr val="000000"/>
                </a:solidFill>
                <a:latin typeface="Verizon NHG DS"/>
                <a:ea typeface="Verizon NHG DS"/>
                <a:cs typeface="Verizon NHG DS"/>
                <a:sym typeface="Verizon NHG DS"/>
              </a:rPr>
              <a:t>Setup guide</a:t>
            </a:r>
            <a:endParaRPr b="1" sz="800">
              <a:solidFill>
                <a:srgbClr val="000000"/>
              </a:solidFill>
              <a:latin typeface="Verizon NHG DS"/>
              <a:ea typeface="Verizon NHG DS"/>
              <a:cs typeface="Verizon NHG DS"/>
              <a:sym typeface="Verizon NHG DS"/>
            </a:endParaRPr>
          </a:p>
        </p:txBody>
      </p:sp>
      <p:sp>
        <p:nvSpPr>
          <p:cNvPr id="1417" name="Google Shape;1417;p183"/>
          <p:cNvSpPr txBox="1"/>
          <p:nvPr/>
        </p:nvSpPr>
        <p:spPr>
          <a:xfrm>
            <a:off x="456075" y="2566849"/>
            <a:ext cx="1236600" cy="433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EA"/>
              </a:buClr>
              <a:buSzPts val="1100"/>
              <a:buFont typeface="Arial"/>
              <a:buNone/>
            </a:pPr>
            <a:r>
              <a:rPr b="1" i="1" lang="en" sz="800">
                <a:solidFill>
                  <a:srgbClr val="000000"/>
                </a:solidFill>
                <a:latin typeface="Verizon NHG DS"/>
                <a:ea typeface="Verizon NHG DS"/>
                <a:cs typeface="Verizon NHG DS"/>
                <a:sym typeface="Verizon NHG DS"/>
              </a:rPr>
              <a:t>Post-Sale / Pre-Setup</a:t>
            </a:r>
            <a:endParaRPr b="1" i="1" sz="800">
              <a:solidFill>
                <a:srgbClr val="000000"/>
              </a:solidFill>
              <a:latin typeface="Verizon NHG DS"/>
              <a:ea typeface="Verizon NHG DS"/>
              <a:cs typeface="Verizon NHG DS"/>
              <a:sym typeface="Verizon NHG DS"/>
            </a:endParaRPr>
          </a:p>
          <a:p>
            <a:pPr indent="0" lvl="0" marL="0" rtl="0" algn="l">
              <a:spcBef>
                <a:spcPts val="100"/>
              </a:spcBef>
              <a:spcAft>
                <a:spcPts val="100"/>
              </a:spcAft>
              <a:buClr>
                <a:srgbClr val="0000EA"/>
              </a:buClr>
              <a:buSzPts val="1100"/>
              <a:buFont typeface="Arial"/>
              <a:buNone/>
            </a:pPr>
            <a:r>
              <a:rPr lang="en" sz="800">
                <a:solidFill>
                  <a:srgbClr val="000000"/>
                </a:solidFill>
                <a:latin typeface="Verizon NHG DS"/>
                <a:ea typeface="Verizon NHG DS"/>
                <a:cs typeface="Verizon NHG DS"/>
                <a:sym typeface="Verizon NHG DS"/>
              </a:rPr>
              <a:t>Taylor gets a confirmation email to set her up for success.</a:t>
            </a:r>
            <a:endParaRPr sz="800">
              <a:solidFill>
                <a:srgbClr val="000000"/>
              </a:solidFill>
              <a:latin typeface="Verizon NHG DS"/>
              <a:ea typeface="Verizon NHG DS"/>
              <a:cs typeface="Verizon NHG DS"/>
              <a:sym typeface="Verizon NHG DS"/>
            </a:endParaRPr>
          </a:p>
        </p:txBody>
      </p:sp>
      <p:pic>
        <p:nvPicPr>
          <p:cNvPr id="1418" name="Google Shape;1418;p183"/>
          <p:cNvPicPr preferRelativeResize="0"/>
          <p:nvPr/>
        </p:nvPicPr>
        <p:blipFill>
          <a:blip r:embed="rId3">
            <a:alphaModFix/>
          </a:blip>
          <a:stretch>
            <a:fillRect/>
          </a:stretch>
        </p:blipFill>
        <p:spPr>
          <a:xfrm>
            <a:off x="1853837" y="1225346"/>
            <a:ext cx="1236598" cy="1236584"/>
          </a:xfrm>
          <a:prstGeom prst="rect">
            <a:avLst/>
          </a:prstGeom>
          <a:noFill/>
          <a:ln cap="flat" cmpd="sng" w="9525">
            <a:solidFill>
              <a:srgbClr val="000000"/>
            </a:solidFill>
            <a:prstDash val="solid"/>
            <a:round/>
            <a:headEnd len="sm" w="sm" type="none"/>
            <a:tailEnd len="sm" w="sm" type="none"/>
          </a:ln>
        </p:spPr>
      </p:pic>
      <p:pic>
        <p:nvPicPr>
          <p:cNvPr id="1419" name="Google Shape;1419;p183"/>
          <p:cNvPicPr preferRelativeResize="0"/>
          <p:nvPr/>
        </p:nvPicPr>
        <p:blipFill>
          <a:blip r:embed="rId4">
            <a:alphaModFix/>
          </a:blip>
          <a:stretch>
            <a:fillRect/>
          </a:stretch>
        </p:blipFill>
        <p:spPr>
          <a:xfrm>
            <a:off x="3246226" y="1225350"/>
            <a:ext cx="1236598" cy="1236598"/>
          </a:xfrm>
          <a:prstGeom prst="rect">
            <a:avLst/>
          </a:prstGeom>
          <a:noFill/>
          <a:ln cap="flat" cmpd="sng" w="9525">
            <a:solidFill>
              <a:srgbClr val="000000"/>
            </a:solidFill>
            <a:prstDash val="solid"/>
            <a:round/>
            <a:headEnd len="sm" w="sm" type="none"/>
            <a:tailEnd len="sm" w="sm" type="none"/>
          </a:ln>
        </p:spPr>
      </p:pic>
      <p:pic>
        <p:nvPicPr>
          <p:cNvPr id="1420" name="Google Shape;1420;p183"/>
          <p:cNvPicPr preferRelativeResize="0"/>
          <p:nvPr/>
        </p:nvPicPr>
        <p:blipFill>
          <a:blip r:embed="rId5">
            <a:alphaModFix/>
          </a:blip>
          <a:stretch>
            <a:fillRect/>
          </a:stretch>
        </p:blipFill>
        <p:spPr>
          <a:xfrm>
            <a:off x="4638625" y="1225350"/>
            <a:ext cx="1236598" cy="1236598"/>
          </a:xfrm>
          <a:prstGeom prst="rect">
            <a:avLst/>
          </a:prstGeom>
          <a:noFill/>
          <a:ln cap="flat" cmpd="sng" w="9525">
            <a:solidFill>
              <a:srgbClr val="000000"/>
            </a:solidFill>
            <a:prstDash val="solid"/>
            <a:round/>
            <a:headEnd len="sm" w="sm" type="none"/>
            <a:tailEnd len="sm" w="sm" type="none"/>
          </a:ln>
        </p:spPr>
      </p:pic>
      <p:pic>
        <p:nvPicPr>
          <p:cNvPr id="1421" name="Google Shape;1421;p183"/>
          <p:cNvPicPr preferRelativeResize="0"/>
          <p:nvPr/>
        </p:nvPicPr>
        <p:blipFill rotWithShape="1">
          <a:blip r:embed="rId6">
            <a:alphaModFix/>
          </a:blip>
          <a:srcRect b="0" l="0" r="0" t="0"/>
          <a:stretch/>
        </p:blipFill>
        <p:spPr>
          <a:xfrm>
            <a:off x="6031822" y="1225375"/>
            <a:ext cx="1236598" cy="1236598"/>
          </a:xfrm>
          <a:prstGeom prst="rect">
            <a:avLst/>
          </a:prstGeom>
          <a:noFill/>
          <a:ln cap="flat" cmpd="sng" w="9525">
            <a:solidFill>
              <a:srgbClr val="000000"/>
            </a:solidFill>
            <a:prstDash val="solid"/>
            <a:round/>
            <a:headEnd len="sm" w="sm" type="none"/>
            <a:tailEnd len="sm" w="sm" type="none"/>
          </a:ln>
        </p:spPr>
      </p:pic>
      <p:pic>
        <p:nvPicPr>
          <p:cNvPr id="1422" name="Google Shape;1422;p183"/>
          <p:cNvPicPr preferRelativeResize="0"/>
          <p:nvPr/>
        </p:nvPicPr>
        <p:blipFill rotWithShape="1">
          <a:blip r:embed="rId7">
            <a:alphaModFix/>
          </a:blip>
          <a:srcRect b="16692" l="35715" r="938" t="19961"/>
          <a:stretch/>
        </p:blipFill>
        <p:spPr>
          <a:xfrm>
            <a:off x="5531604" y="2118351"/>
            <a:ext cx="301800" cy="301800"/>
          </a:xfrm>
          <a:prstGeom prst="ellipse">
            <a:avLst/>
          </a:prstGeom>
          <a:noFill/>
          <a:ln cap="flat" cmpd="sng" w="9525">
            <a:solidFill>
              <a:srgbClr val="000000"/>
            </a:solidFill>
            <a:prstDash val="solid"/>
            <a:round/>
            <a:headEnd len="sm" w="sm" type="none"/>
            <a:tailEnd len="sm" w="sm" type="none"/>
          </a:ln>
        </p:spPr>
      </p:pic>
      <p:pic>
        <p:nvPicPr>
          <p:cNvPr id="1423" name="Google Shape;1423;p183"/>
          <p:cNvPicPr preferRelativeResize="0"/>
          <p:nvPr/>
        </p:nvPicPr>
        <p:blipFill rotWithShape="1">
          <a:blip r:embed="rId8">
            <a:alphaModFix/>
          </a:blip>
          <a:srcRect b="0" l="0" r="0" t="0"/>
          <a:stretch/>
        </p:blipFill>
        <p:spPr>
          <a:xfrm>
            <a:off x="457250" y="1225350"/>
            <a:ext cx="1234502" cy="1234502"/>
          </a:xfrm>
          <a:prstGeom prst="rect">
            <a:avLst/>
          </a:prstGeom>
          <a:noFill/>
          <a:ln cap="flat" cmpd="sng" w="9525">
            <a:solidFill>
              <a:srgbClr val="000000"/>
            </a:solidFill>
            <a:prstDash val="solid"/>
            <a:round/>
            <a:headEnd len="sm" w="sm" type="none"/>
            <a:tailEnd len="sm" w="sm" type="none"/>
          </a:ln>
        </p:spPr>
      </p:pic>
      <p:pic>
        <p:nvPicPr>
          <p:cNvPr id="1424" name="Google Shape;1424;p183"/>
          <p:cNvPicPr preferRelativeResize="0"/>
          <p:nvPr/>
        </p:nvPicPr>
        <p:blipFill>
          <a:blip r:embed="rId9">
            <a:alphaModFix/>
          </a:blip>
          <a:stretch>
            <a:fillRect/>
          </a:stretch>
        </p:blipFill>
        <p:spPr>
          <a:xfrm>
            <a:off x="7428100" y="1225375"/>
            <a:ext cx="1234502" cy="1234502"/>
          </a:xfrm>
          <a:prstGeom prst="rect">
            <a:avLst/>
          </a:prstGeom>
          <a:noFill/>
          <a:ln cap="flat" cmpd="sng" w="9525">
            <a:solidFill>
              <a:srgbClr val="000000"/>
            </a:solidFill>
            <a:prstDash val="solid"/>
            <a:round/>
            <a:headEnd len="sm" w="sm" type="none"/>
            <a:tailEnd len="sm" w="sm" type="none"/>
          </a:ln>
        </p:spPr>
      </p:pic>
      <p:sp>
        <p:nvSpPr>
          <p:cNvPr id="1425" name="Google Shape;1425;p183"/>
          <p:cNvSpPr txBox="1"/>
          <p:nvPr/>
        </p:nvSpPr>
        <p:spPr>
          <a:xfrm>
            <a:off x="4016251" y="3456450"/>
            <a:ext cx="1111500" cy="111600"/>
          </a:xfrm>
          <a:prstGeom prst="rect">
            <a:avLst/>
          </a:prstGeom>
          <a:solidFill>
            <a:srgbClr val="FFFFFF"/>
          </a:solidFill>
          <a:ln>
            <a:noFill/>
          </a:ln>
        </p:spPr>
        <p:txBody>
          <a:bodyPr anchorCtr="0" anchor="t" bIns="0" lIns="0" spcFirstLastPara="1" rIns="0" wrap="square" tIns="0">
            <a:noAutofit/>
          </a:bodyPr>
          <a:lstStyle/>
          <a:p>
            <a:pPr indent="0" lvl="0" marL="0" rtl="0" algn="ctr">
              <a:lnSpc>
                <a:spcPct val="90000"/>
              </a:lnSpc>
              <a:spcBef>
                <a:spcPts val="0"/>
              </a:spcBef>
              <a:spcAft>
                <a:spcPts val="800"/>
              </a:spcAft>
              <a:buNone/>
            </a:pPr>
            <a:r>
              <a:rPr lang="en" sz="800">
                <a:solidFill>
                  <a:srgbClr val="000000"/>
                </a:solidFill>
                <a:latin typeface="Verizon NHG DS"/>
                <a:ea typeface="Verizon NHG DS"/>
                <a:cs typeface="Verizon NHG DS"/>
                <a:sym typeface="Verizon NHG DS"/>
              </a:rPr>
              <a:t>Key interactions</a:t>
            </a:r>
            <a:endParaRPr sz="800">
              <a:solidFill>
                <a:srgbClr val="000000"/>
              </a:solidFill>
              <a:latin typeface="Verizon NHG DS"/>
              <a:ea typeface="Verizon NHG DS"/>
              <a:cs typeface="Verizon NHG DS"/>
              <a:sym typeface="Verizon NHG DS"/>
            </a:endParaRPr>
          </a:p>
        </p:txBody>
      </p:sp>
      <p:sp>
        <p:nvSpPr>
          <p:cNvPr id="1426" name="Google Shape;1426;p183"/>
          <p:cNvSpPr/>
          <p:nvPr/>
        </p:nvSpPr>
        <p:spPr>
          <a:xfrm>
            <a:off x="0" y="0"/>
            <a:ext cx="1601400" cy="212400"/>
          </a:xfrm>
          <a:prstGeom prst="rect">
            <a:avLst/>
          </a:prstGeom>
          <a:solidFill>
            <a:srgbClr val="FED60E"/>
          </a:solidFill>
          <a:ln cap="flat" cmpd="sng" w="19050">
            <a:solidFill>
              <a:srgbClr val="FED60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100">
                <a:solidFill>
                  <a:srgbClr val="000000"/>
                </a:solidFill>
                <a:latin typeface="Verizon NHG DS"/>
                <a:ea typeface="Verizon NHG DS"/>
                <a:cs typeface="Verizon NHG DS"/>
                <a:sym typeface="Verizon NHG DS"/>
              </a:rPr>
              <a:t>Example</a:t>
            </a:r>
            <a:endParaRPr b="1" i="1" sz="1100">
              <a:solidFill>
                <a:srgbClr val="000000"/>
              </a:solidFill>
              <a:latin typeface="Verizon NHG DS"/>
              <a:ea typeface="Verizon NHG DS"/>
              <a:cs typeface="Verizon NHG DS"/>
              <a:sym typeface="Verizon NHG D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31" name="Shape 1431"/>
        <p:cNvGrpSpPr/>
        <p:nvPr/>
      </p:nvGrpSpPr>
      <p:grpSpPr>
        <a:xfrm>
          <a:off x="0" y="0"/>
          <a:ext cx="0" cy="0"/>
          <a:chOff x="0" y="0"/>
          <a:chExt cx="0" cy="0"/>
        </a:xfrm>
      </p:grpSpPr>
      <p:sp>
        <p:nvSpPr>
          <p:cNvPr id="1432" name="Google Shape;1432;p184"/>
          <p:cNvSpPr txBox="1"/>
          <p:nvPr>
            <p:ph idx="12" type="sldNum"/>
          </p:nvPr>
        </p:nvSpPr>
        <p:spPr>
          <a:xfrm>
            <a:off x="8317509" y="4736592"/>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433" name="Google Shape;1433;p184"/>
          <p:cNvSpPr txBox="1"/>
          <p:nvPr>
            <p:ph type="title"/>
          </p:nvPr>
        </p:nvSpPr>
        <p:spPr>
          <a:xfrm>
            <a:off x="135400" y="143375"/>
            <a:ext cx="8873100" cy="4412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Master Artifacts</a:t>
            </a:r>
            <a:endParaRPr/>
          </a:p>
          <a:p>
            <a:pPr indent="0" lvl="0" marL="0" rtl="0" algn="ctr">
              <a:spcBef>
                <a:spcPts val="0"/>
              </a:spcBef>
              <a:spcAft>
                <a:spcPts val="0"/>
              </a:spcAft>
              <a:buNone/>
            </a:pPr>
            <a:r>
              <a:rPr lang="en">
                <a:solidFill>
                  <a:schemeClr val="accent1"/>
                </a:solidFill>
              </a:rPr>
              <a:t>Due 5/19</a:t>
            </a:r>
            <a:endParaRPr>
              <a:solidFill>
                <a:schemeClr val="accent1"/>
              </a:solidFill>
            </a:endParaRPr>
          </a:p>
        </p:txBody>
      </p:sp>
      <p:sp>
        <p:nvSpPr>
          <p:cNvPr id="1434" name="Google Shape;1434;p184"/>
          <p:cNvSpPr txBox="1"/>
          <p:nvPr>
            <p:ph idx="2" type="sldNum"/>
          </p:nvPr>
        </p:nvSpPr>
        <p:spPr>
          <a:xfrm>
            <a:off x="8317509" y="4733270"/>
            <a:ext cx="352500" cy="92400"/>
          </a:xfrm>
          <a:prstGeom prst="rect">
            <a:avLst/>
          </a:prstGeom>
        </p:spPr>
        <p:txBody>
          <a:bodyPr anchorCtr="0" anchor="t"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7">
      <a:dk1>
        <a:srgbClr val="000000"/>
      </a:dk1>
      <a:lt1>
        <a:srgbClr val="FFFFFF"/>
      </a:lt1>
      <a:dk2>
        <a:srgbClr val="F3EDE0"/>
      </a:dk2>
      <a:lt2>
        <a:srgbClr val="FFFFFF"/>
      </a:lt2>
      <a:accent1>
        <a:srgbClr val="0089EC"/>
      </a:accent1>
      <a:accent2>
        <a:srgbClr val="00B845"/>
      </a:accent2>
      <a:accent3>
        <a:srgbClr val="FF8027"/>
      </a:accent3>
      <a:accent4>
        <a:srgbClr val="FED60E"/>
      </a:accent4>
      <a:accent5>
        <a:srgbClr val="F3EDE0"/>
      </a:accent5>
      <a:accent6>
        <a:srgbClr val="F50A2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Verizon Standard Template">
  <a:themeElements>
    <a:clrScheme name="Custom 7">
      <a:dk1>
        <a:srgbClr val="000000"/>
      </a:dk1>
      <a:lt1>
        <a:srgbClr val="FFFFFF"/>
      </a:lt1>
      <a:dk2>
        <a:srgbClr val="EE001E"/>
      </a:dk2>
      <a:lt2>
        <a:srgbClr val="F6F0E2"/>
      </a:lt2>
      <a:accent1>
        <a:srgbClr val="F8FF3C"/>
      </a:accent1>
      <a:accent2>
        <a:srgbClr val="FF281E"/>
      </a:accent2>
      <a:accent3>
        <a:srgbClr val="0089EC"/>
      </a:accent3>
      <a:accent4>
        <a:srgbClr val="00B845"/>
      </a:accent4>
      <a:accent5>
        <a:srgbClr val="FF8027"/>
      </a:accent5>
      <a:accent6>
        <a:srgbClr val="FED60E"/>
      </a:accent6>
      <a:hlink>
        <a:srgbClr val="F50A23"/>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Monarch">
      <a:dk1>
        <a:srgbClr val="000000"/>
      </a:dk1>
      <a:lt1>
        <a:srgbClr val="FFFFFF"/>
      </a:lt1>
      <a:dk2>
        <a:srgbClr val="44546A"/>
      </a:dk2>
      <a:lt2>
        <a:srgbClr val="FFFFFF"/>
      </a:lt2>
      <a:accent1>
        <a:srgbClr val="F50A23"/>
      </a:accent1>
      <a:accent2>
        <a:srgbClr val="F3EDE0"/>
      </a:accent2>
      <a:accent3>
        <a:srgbClr val="F5FF1E"/>
      </a:accent3>
      <a:accent4>
        <a:srgbClr val="FF3C2C"/>
      </a:accent4>
      <a:accent5>
        <a:srgbClr val="000000"/>
      </a:accent5>
      <a:accent6>
        <a:srgbClr val="FFFF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