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11" r:id="rId5"/>
    <p:sldMasterId id="2147483812" r:id="rId6"/>
    <p:sldMasterId id="2147483813" r:id="rId7"/>
    <p:sldMasterId id="214748381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Lst>
  <p:sldSz cy="5143500" cx="9144000"/>
  <p:notesSz cx="6858000" cy="9144000"/>
  <p:embeddedFontLst>
    <p:embeddedFont>
      <p:font typeface="Verizon NHG TX"/>
      <p:regular r:id="rId26"/>
      <p:bold r:id="rId27"/>
      <p:italic r:id="rId28"/>
      <p:boldItalic r:id="rId29"/>
    </p:embeddedFont>
    <p:embeddedFont>
      <p:font typeface="Quattrocento Sans"/>
      <p:regular r:id="rId30"/>
      <p:bold r:id="rId31"/>
      <p:italic r:id="rId32"/>
      <p:boldItalic r:id="rId33"/>
    </p:embeddedFont>
    <p:embeddedFont>
      <p:font typeface="Verizon NHG D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30139A-E0D2-419A-AD38-C10F43B15EEC}">
  <a:tblStyle styleId="{C430139A-E0D2-419A-AD38-C10F43B15EE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9058EB34-C21F-4FFB-82F8-1F189C11C6A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QuattrocentoSans-bold.fntdata"/><Relationship Id="rId30" Type="http://schemas.openxmlformats.org/officeDocument/2006/relationships/font" Target="fonts/QuattrocentoSans-regular.fntdata"/><Relationship Id="rId33" Type="http://schemas.openxmlformats.org/officeDocument/2006/relationships/font" Target="fonts/QuattrocentoSans-boldItalic.fntdata"/><Relationship Id="rId32" Type="http://schemas.openxmlformats.org/officeDocument/2006/relationships/font" Target="fonts/QuattrocentoSans-italic.fntdata"/><Relationship Id="rId35" Type="http://schemas.openxmlformats.org/officeDocument/2006/relationships/font" Target="fonts/VerizonNHGDS-bold.fntdata"/><Relationship Id="rId34" Type="http://schemas.openxmlformats.org/officeDocument/2006/relationships/font" Target="fonts/VerizonNHGDS-regular.fntdata"/><Relationship Id="rId37" Type="http://schemas.openxmlformats.org/officeDocument/2006/relationships/font" Target="fonts/VerizonNHGDS-boldItalic.fntdata"/><Relationship Id="rId36" Type="http://schemas.openxmlformats.org/officeDocument/2006/relationships/font" Target="fonts/VerizonNHGDS-italic.fntdata"/><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font" Target="fonts/VerizonNHGTX-regular.fntdata"/><Relationship Id="rId25" Type="http://schemas.openxmlformats.org/officeDocument/2006/relationships/slide" Target="slides/slide16.xml"/><Relationship Id="rId28" Type="http://schemas.openxmlformats.org/officeDocument/2006/relationships/font" Target="fonts/VerizonNHGTX-italic.fntdata"/><Relationship Id="rId27" Type="http://schemas.openxmlformats.org/officeDocument/2006/relationships/font" Target="fonts/VerizonNHGTX-bold.fntdata"/><Relationship Id="rId29" Type="http://schemas.openxmlformats.org/officeDocument/2006/relationships/font" Target="fonts/VerizonNHGTX-boldItalic.fntdata"/><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3d24f76c46_0_14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4" name="Google Shape;1084;g33d24f76c46_0_140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5" name="Google Shape;1085;g33d24f76c46_0_140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3d24f76c46_0_1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4" name="Google Shape;1094;g33d24f76c46_0_14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5" name="Google Shape;1095;g33d24f76c46_0_14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3d24f76c46_0_1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33d24f76c46_0_1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33d24f76c46_0_14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2" name="Google Shape;1172;g33d24f76c46_0_148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3" name="Google Shape;1173;g33d24f76c46_0_148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33d24f76c46_0_15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8" name="Google Shape;1188;g33d24f76c46_0_150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9" name="Google Shape;1189;g33d24f76c46_0_150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33d24f76c46_0_15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33d24f76c46_0_15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Travel and Internal Events</a:t>
            </a:r>
            <a:endParaRPr sz="1000">
              <a:latin typeface="Verizon NHG TX"/>
              <a:ea typeface="Verizon NHG TX"/>
              <a:cs typeface="Verizon NHG TX"/>
              <a:sym typeface="Verizon NHG TX"/>
            </a:endParaRPr>
          </a:p>
        </p:txBody>
      </p:sp>
      <p:sp>
        <p:nvSpPr>
          <p:cNvPr id="1204" name="Google Shape;1204;g33d24f76c46_0_151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3d24f76c46_0_15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33d24f76c46_0_15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g33d24f76c46_0_152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3d24f76c46_0_15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33d24f76c46_0_15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g33d24f76c46_0_153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3d24f76c46_0_15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0" name="Google Shape;1230;g33d24f76c46_0_15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g33d24f76c46_0_15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3d24f76c46_0_16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33d24f76c46_0_16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g33d24f76c46_0_161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33d24f76c46_0_16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g33d24f76c46_0_16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33d24f76c46_0_16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33d24f76c46_0_165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in a grey box over area that business should not complete for clarity, re-org details</a:t>
            </a:r>
            <a:endParaRPr/>
          </a:p>
        </p:txBody>
      </p:sp>
      <p:sp>
        <p:nvSpPr>
          <p:cNvPr id="1352" name="Google Shape;1352;g33d24f76c46_0_1659: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3d24f76c46_0_16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33d24f76c46_0_16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Travel and Internal Events</a:t>
            </a:r>
            <a:endParaRPr sz="1000">
              <a:latin typeface="Verizon NHG TX"/>
              <a:ea typeface="Verizon NHG TX"/>
              <a:cs typeface="Verizon NHG TX"/>
              <a:sym typeface="Verizon NHG TX"/>
            </a:endParaRPr>
          </a:p>
        </p:txBody>
      </p:sp>
      <p:sp>
        <p:nvSpPr>
          <p:cNvPr id="1368" name="Google Shape;1368;g33d24f76c46_0_167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33d24f76c46_0_16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33d24f76c46_0_168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Travel and Internal Events</a:t>
            </a:r>
            <a:endParaRPr/>
          </a:p>
        </p:txBody>
      </p:sp>
      <p:sp>
        <p:nvSpPr>
          <p:cNvPr id="1380" name="Google Shape;1380;g33d24f76c46_0_168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g33d24f76c46_0_16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g33d24f76c46_0_16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33d24f76c46_0_17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19" name="Google Shape;1419;g33d24f76c46_0_172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g33d24f76c46_0_172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7.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9.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9.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9.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9.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56" name="Shape 56"/>
        <p:cNvGrpSpPr/>
        <p:nvPr/>
      </p:nvGrpSpPr>
      <p:grpSpPr>
        <a:xfrm>
          <a:off x="0" y="0"/>
          <a:ext cx="0" cy="0"/>
          <a:chOff x="0" y="0"/>
          <a:chExt cx="0" cy="0"/>
        </a:xfrm>
      </p:grpSpPr>
      <p:sp>
        <p:nvSpPr>
          <p:cNvPr id="57" name="Google Shape;57;p14"/>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 name="Google Shape;58;p1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sz="1100">
              <a:latin typeface="Verizon NHG TX"/>
              <a:ea typeface="Verizon NHG TX"/>
              <a:cs typeface="Verizon NHG TX"/>
              <a:sym typeface="Verizon NHG TX"/>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60" name="Shape 60"/>
        <p:cNvGrpSpPr/>
        <p:nvPr/>
      </p:nvGrpSpPr>
      <p:grpSpPr>
        <a:xfrm>
          <a:off x="0" y="0"/>
          <a:ext cx="0" cy="0"/>
          <a:chOff x="0" y="0"/>
          <a:chExt cx="0" cy="0"/>
        </a:xfrm>
      </p:grpSpPr>
      <p:sp>
        <p:nvSpPr>
          <p:cNvPr id="61" name="Google Shape;61;p15"/>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2" name="Google Shape;62;p15"/>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63" name="Google Shape;63;p15"/>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4" name="Google Shape;64;p15"/>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65" name="Shape 65"/>
        <p:cNvGrpSpPr/>
        <p:nvPr/>
      </p:nvGrpSpPr>
      <p:grpSpPr>
        <a:xfrm>
          <a:off x="0" y="0"/>
          <a:ext cx="0" cy="0"/>
          <a:chOff x="0" y="0"/>
          <a:chExt cx="0" cy="0"/>
        </a:xfrm>
      </p:grpSpPr>
      <p:sp>
        <p:nvSpPr>
          <p:cNvPr id="66" name="Google Shape;66;p16"/>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7" name="Google Shape;67;p16"/>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68" name="Google Shape;68;p16"/>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9" name="Google Shape;69;p16"/>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70" name="Shape 70"/>
        <p:cNvGrpSpPr/>
        <p:nvPr/>
      </p:nvGrpSpPr>
      <p:grpSpPr>
        <a:xfrm>
          <a:off x="0" y="0"/>
          <a:ext cx="0" cy="0"/>
          <a:chOff x="0" y="0"/>
          <a:chExt cx="0" cy="0"/>
        </a:xfrm>
      </p:grpSpPr>
      <p:sp>
        <p:nvSpPr>
          <p:cNvPr id="71" name="Google Shape;71;p17"/>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72" name="Google Shape;72;p17"/>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73" name="Google Shape;73;p17"/>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74" name="Google Shape;74;p17"/>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7"/>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76" name="Shape 76"/>
        <p:cNvGrpSpPr/>
        <p:nvPr/>
      </p:nvGrpSpPr>
      <p:grpSpPr>
        <a:xfrm>
          <a:off x="0" y="0"/>
          <a:ext cx="0" cy="0"/>
          <a:chOff x="0" y="0"/>
          <a:chExt cx="0" cy="0"/>
        </a:xfrm>
      </p:grpSpPr>
      <p:sp>
        <p:nvSpPr>
          <p:cNvPr id="77" name="Google Shape;77;p18"/>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78" name="Google Shape;78;p18"/>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79" name="Google Shape;79;p18"/>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80" name="Google Shape;80;p18"/>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8"/>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82" name="Shape 82"/>
        <p:cNvGrpSpPr/>
        <p:nvPr/>
      </p:nvGrpSpPr>
      <p:grpSpPr>
        <a:xfrm>
          <a:off x="0" y="0"/>
          <a:ext cx="0" cy="0"/>
          <a:chOff x="0" y="0"/>
          <a:chExt cx="0" cy="0"/>
        </a:xfrm>
      </p:grpSpPr>
      <p:sp>
        <p:nvSpPr>
          <p:cNvPr id="83" name="Google Shape;83;p19"/>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4" name="Google Shape;84;p19"/>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1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dk1"/>
                </a:solidFill>
                <a:latin typeface="Arial"/>
                <a:ea typeface="Arial"/>
                <a:cs typeface="Arial"/>
                <a:sym typeface="Arial"/>
              </a:defRPr>
            </a:lvl1pPr>
            <a:lvl2pPr indent="0" lvl="1" marL="0" algn="r">
              <a:spcBef>
                <a:spcPts val="0"/>
              </a:spcBef>
              <a:buNone/>
              <a:defRPr b="0" i="0" sz="1100">
                <a:solidFill>
                  <a:schemeClr val="dk1"/>
                </a:solidFill>
                <a:latin typeface="Arial"/>
                <a:ea typeface="Arial"/>
                <a:cs typeface="Arial"/>
                <a:sym typeface="Arial"/>
              </a:defRPr>
            </a:lvl2pPr>
            <a:lvl3pPr indent="0" lvl="2" marL="0" algn="r">
              <a:spcBef>
                <a:spcPts val="0"/>
              </a:spcBef>
              <a:buNone/>
              <a:defRPr b="0" i="0" sz="1100">
                <a:solidFill>
                  <a:schemeClr val="dk1"/>
                </a:solidFill>
                <a:latin typeface="Arial"/>
                <a:ea typeface="Arial"/>
                <a:cs typeface="Arial"/>
                <a:sym typeface="Arial"/>
              </a:defRPr>
            </a:lvl3pPr>
            <a:lvl4pPr indent="0" lvl="3" marL="0" algn="r">
              <a:spcBef>
                <a:spcPts val="0"/>
              </a:spcBef>
              <a:buNone/>
              <a:defRPr b="0" i="0" sz="1100">
                <a:solidFill>
                  <a:schemeClr val="dk1"/>
                </a:solidFill>
                <a:latin typeface="Arial"/>
                <a:ea typeface="Arial"/>
                <a:cs typeface="Arial"/>
                <a:sym typeface="Arial"/>
              </a:defRPr>
            </a:lvl4pPr>
            <a:lvl5pPr indent="0" lvl="4" marL="0" algn="r">
              <a:spcBef>
                <a:spcPts val="0"/>
              </a:spcBef>
              <a:buNone/>
              <a:defRPr b="0" i="0" sz="1100">
                <a:solidFill>
                  <a:schemeClr val="dk1"/>
                </a:solidFill>
                <a:latin typeface="Arial"/>
                <a:ea typeface="Arial"/>
                <a:cs typeface="Arial"/>
                <a:sym typeface="Arial"/>
              </a:defRPr>
            </a:lvl5pPr>
            <a:lvl6pPr indent="0" lvl="5" marL="0" algn="r">
              <a:spcBef>
                <a:spcPts val="0"/>
              </a:spcBef>
              <a:buNone/>
              <a:defRPr b="0" i="0" sz="1100">
                <a:solidFill>
                  <a:schemeClr val="dk1"/>
                </a:solidFill>
                <a:latin typeface="Arial"/>
                <a:ea typeface="Arial"/>
                <a:cs typeface="Arial"/>
                <a:sym typeface="Arial"/>
              </a:defRPr>
            </a:lvl6pPr>
            <a:lvl7pPr indent="0" lvl="6" marL="0" algn="r">
              <a:spcBef>
                <a:spcPts val="0"/>
              </a:spcBef>
              <a:buNone/>
              <a:defRPr b="0" i="0" sz="1100">
                <a:solidFill>
                  <a:schemeClr val="dk1"/>
                </a:solidFill>
                <a:latin typeface="Arial"/>
                <a:ea typeface="Arial"/>
                <a:cs typeface="Arial"/>
                <a:sym typeface="Arial"/>
              </a:defRPr>
            </a:lvl7pPr>
            <a:lvl8pPr indent="0" lvl="7" marL="0" algn="r">
              <a:spcBef>
                <a:spcPts val="0"/>
              </a:spcBef>
              <a:buNone/>
              <a:defRPr b="0" i="0" sz="1100">
                <a:solidFill>
                  <a:schemeClr val="dk1"/>
                </a:solidFill>
                <a:latin typeface="Arial"/>
                <a:ea typeface="Arial"/>
                <a:cs typeface="Arial"/>
                <a:sym typeface="Arial"/>
              </a:defRPr>
            </a:lvl8pPr>
            <a:lvl9pPr indent="0" lvl="8" marL="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86" name="Shape 86"/>
        <p:cNvGrpSpPr/>
        <p:nvPr/>
      </p:nvGrpSpPr>
      <p:grpSpPr>
        <a:xfrm>
          <a:off x="0" y="0"/>
          <a:ext cx="0" cy="0"/>
          <a:chOff x="0" y="0"/>
          <a:chExt cx="0" cy="0"/>
        </a:xfrm>
      </p:grpSpPr>
      <p:sp>
        <p:nvSpPr>
          <p:cNvPr id="87" name="Google Shape;87;p20"/>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88" name="Google Shape;88;p20"/>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p2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lt1"/>
                </a:solidFill>
                <a:latin typeface="Arial"/>
                <a:ea typeface="Arial"/>
                <a:cs typeface="Arial"/>
                <a:sym typeface="Arial"/>
              </a:defRPr>
            </a:lvl1pPr>
            <a:lvl2pPr indent="0" lvl="1" marL="0" algn="r">
              <a:spcBef>
                <a:spcPts val="0"/>
              </a:spcBef>
              <a:buNone/>
              <a:defRPr b="0" i="0" sz="1100">
                <a:solidFill>
                  <a:schemeClr val="lt1"/>
                </a:solidFill>
                <a:latin typeface="Arial"/>
                <a:ea typeface="Arial"/>
                <a:cs typeface="Arial"/>
                <a:sym typeface="Arial"/>
              </a:defRPr>
            </a:lvl2pPr>
            <a:lvl3pPr indent="0" lvl="2" marL="0" algn="r">
              <a:spcBef>
                <a:spcPts val="0"/>
              </a:spcBef>
              <a:buNone/>
              <a:defRPr b="0" i="0" sz="1100">
                <a:solidFill>
                  <a:schemeClr val="lt1"/>
                </a:solidFill>
                <a:latin typeface="Arial"/>
                <a:ea typeface="Arial"/>
                <a:cs typeface="Arial"/>
                <a:sym typeface="Arial"/>
              </a:defRPr>
            </a:lvl3pPr>
            <a:lvl4pPr indent="0" lvl="3" marL="0" algn="r">
              <a:spcBef>
                <a:spcPts val="0"/>
              </a:spcBef>
              <a:buNone/>
              <a:defRPr b="0" i="0" sz="1100">
                <a:solidFill>
                  <a:schemeClr val="lt1"/>
                </a:solidFill>
                <a:latin typeface="Arial"/>
                <a:ea typeface="Arial"/>
                <a:cs typeface="Arial"/>
                <a:sym typeface="Arial"/>
              </a:defRPr>
            </a:lvl4pPr>
            <a:lvl5pPr indent="0" lvl="4" marL="0" algn="r">
              <a:spcBef>
                <a:spcPts val="0"/>
              </a:spcBef>
              <a:buNone/>
              <a:defRPr b="0" i="0" sz="1100">
                <a:solidFill>
                  <a:schemeClr val="lt1"/>
                </a:solidFill>
                <a:latin typeface="Arial"/>
                <a:ea typeface="Arial"/>
                <a:cs typeface="Arial"/>
                <a:sym typeface="Arial"/>
              </a:defRPr>
            </a:lvl5pPr>
            <a:lvl6pPr indent="0" lvl="5" marL="0" algn="r">
              <a:spcBef>
                <a:spcPts val="0"/>
              </a:spcBef>
              <a:buNone/>
              <a:defRPr b="0" i="0" sz="1100">
                <a:solidFill>
                  <a:schemeClr val="lt1"/>
                </a:solidFill>
                <a:latin typeface="Arial"/>
                <a:ea typeface="Arial"/>
                <a:cs typeface="Arial"/>
                <a:sym typeface="Arial"/>
              </a:defRPr>
            </a:lvl6pPr>
            <a:lvl7pPr indent="0" lvl="6" marL="0" algn="r">
              <a:spcBef>
                <a:spcPts val="0"/>
              </a:spcBef>
              <a:buNone/>
              <a:defRPr b="0" i="0" sz="1100">
                <a:solidFill>
                  <a:schemeClr val="lt1"/>
                </a:solidFill>
                <a:latin typeface="Arial"/>
                <a:ea typeface="Arial"/>
                <a:cs typeface="Arial"/>
                <a:sym typeface="Arial"/>
              </a:defRPr>
            </a:lvl7pPr>
            <a:lvl8pPr indent="0" lvl="7" marL="0" algn="r">
              <a:spcBef>
                <a:spcPts val="0"/>
              </a:spcBef>
              <a:buNone/>
              <a:defRPr b="0" i="0" sz="1100">
                <a:solidFill>
                  <a:schemeClr val="lt1"/>
                </a:solidFill>
                <a:latin typeface="Arial"/>
                <a:ea typeface="Arial"/>
                <a:cs typeface="Arial"/>
                <a:sym typeface="Arial"/>
              </a:defRPr>
            </a:lvl8pPr>
            <a:lvl9pPr indent="0" lvl="8" marL="0" algn="r">
              <a:spcBef>
                <a:spcPts val="0"/>
              </a:spcBef>
              <a:buNone/>
              <a:defRPr b="0" i="0"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20"/>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lt1"/>
                </a:solidFill>
                <a:latin typeface="Arial"/>
                <a:ea typeface="Arial"/>
                <a:cs typeface="Arial"/>
                <a:sym typeface="Arial"/>
              </a:rPr>
              <a:t>Verizon confidential and proprietary. Unauthorized disclosure, reproduction or other use prohibited.</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91" name="Shape 91"/>
        <p:cNvGrpSpPr/>
        <p:nvPr/>
      </p:nvGrpSpPr>
      <p:grpSpPr>
        <a:xfrm>
          <a:off x="0" y="0"/>
          <a:ext cx="0" cy="0"/>
          <a:chOff x="0" y="0"/>
          <a:chExt cx="0" cy="0"/>
        </a:xfrm>
      </p:grpSpPr>
      <p:sp>
        <p:nvSpPr>
          <p:cNvPr id="92" name="Google Shape;92;p21"/>
          <p:cNvSpPr/>
          <p:nvPr/>
        </p:nvSpPr>
        <p:spPr>
          <a:xfrm>
            <a:off x="498022" y="522350"/>
            <a:ext cx="81318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 name="Google Shape;93;p2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21"/>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95" name="Shape 95"/>
        <p:cNvGrpSpPr/>
        <p:nvPr/>
      </p:nvGrpSpPr>
      <p:grpSpPr>
        <a:xfrm>
          <a:off x="0" y="0"/>
          <a:ext cx="0" cy="0"/>
          <a:chOff x="0" y="0"/>
          <a:chExt cx="0" cy="0"/>
        </a:xfrm>
      </p:grpSpPr>
      <p:sp>
        <p:nvSpPr>
          <p:cNvPr id="96" name="Google Shape;96;p2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2"/>
          <p:cNvSpPr/>
          <p:nvPr/>
        </p:nvSpPr>
        <p:spPr>
          <a:xfrm>
            <a:off x="498022" y="522350"/>
            <a:ext cx="81318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 name="Google Shape;98;p22"/>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99" name="Shape 99"/>
        <p:cNvGrpSpPr/>
        <p:nvPr/>
      </p:nvGrpSpPr>
      <p:grpSpPr>
        <a:xfrm>
          <a:off x="0" y="0"/>
          <a:ext cx="0" cy="0"/>
          <a:chOff x="0" y="0"/>
          <a:chExt cx="0" cy="0"/>
        </a:xfrm>
      </p:grpSpPr>
      <p:sp>
        <p:nvSpPr>
          <p:cNvPr id="100" name="Google Shape;100;p23"/>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 name="Google Shape;101;p23"/>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 name="Google Shape;102;p23"/>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3" name="Google Shape;103;p23"/>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04" name="Google Shape;104;p23"/>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5" name="Google Shape;105;p2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106" name="Google Shape;106;p23"/>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107" name="Shape 107"/>
        <p:cNvGrpSpPr/>
        <p:nvPr/>
      </p:nvGrpSpPr>
      <p:grpSpPr>
        <a:xfrm>
          <a:off x="0" y="0"/>
          <a:ext cx="0" cy="0"/>
          <a:chOff x="0" y="0"/>
          <a:chExt cx="0" cy="0"/>
        </a:xfrm>
      </p:grpSpPr>
      <p:sp>
        <p:nvSpPr>
          <p:cNvPr id="108" name="Google Shape;108;p24"/>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9" name="Google Shape;109;p24"/>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0" name="Google Shape;110;p24"/>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11" name="Google Shape;111;p24"/>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a:solidFill>
                  <a:schemeClr val="lt1"/>
                </a:solidFill>
              </a:defRPr>
            </a:lvl1pPr>
            <a:lvl2pPr indent="0" lvl="1" marL="0" marR="0" algn="r">
              <a:spcBef>
                <a:spcPts val="0"/>
              </a:spcBef>
              <a:buNone/>
              <a:defRPr i="0" sz="1100">
                <a:solidFill>
                  <a:schemeClr val="lt1"/>
                </a:solidFill>
              </a:defRPr>
            </a:lvl2pPr>
            <a:lvl3pPr indent="0" lvl="2" marL="0" marR="0" algn="r">
              <a:spcBef>
                <a:spcPts val="0"/>
              </a:spcBef>
              <a:buNone/>
              <a:defRPr i="0" sz="1100">
                <a:solidFill>
                  <a:schemeClr val="lt1"/>
                </a:solidFill>
              </a:defRPr>
            </a:lvl3pPr>
            <a:lvl4pPr indent="0" lvl="3" marL="0" marR="0" algn="r">
              <a:spcBef>
                <a:spcPts val="0"/>
              </a:spcBef>
              <a:buNone/>
              <a:defRPr i="0" sz="1100">
                <a:solidFill>
                  <a:schemeClr val="lt1"/>
                </a:solidFill>
              </a:defRPr>
            </a:lvl4pPr>
            <a:lvl5pPr indent="0" lvl="4" marL="0" marR="0" algn="r">
              <a:spcBef>
                <a:spcPts val="0"/>
              </a:spcBef>
              <a:buNone/>
              <a:defRPr i="0" sz="1100">
                <a:solidFill>
                  <a:schemeClr val="lt1"/>
                </a:solidFill>
              </a:defRPr>
            </a:lvl5pPr>
            <a:lvl6pPr indent="0" lvl="5" marL="0" marR="0" algn="r">
              <a:spcBef>
                <a:spcPts val="0"/>
              </a:spcBef>
              <a:buNone/>
              <a:defRPr i="0" sz="1100">
                <a:solidFill>
                  <a:schemeClr val="lt1"/>
                </a:solidFill>
              </a:defRPr>
            </a:lvl6pPr>
            <a:lvl7pPr indent="0" lvl="6" marL="0" marR="0" algn="r">
              <a:spcBef>
                <a:spcPts val="0"/>
              </a:spcBef>
              <a:buNone/>
              <a:defRPr i="0" sz="1100">
                <a:solidFill>
                  <a:schemeClr val="lt1"/>
                </a:solidFill>
              </a:defRPr>
            </a:lvl7pPr>
            <a:lvl8pPr indent="0" lvl="7" marL="0" marR="0" algn="r">
              <a:spcBef>
                <a:spcPts val="0"/>
              </a:spcBef>
              <a:buNone/>
              <a:defRPr i="0" sz="1100">
                <a:solidFill>
                  <a:schemeClr val="lt1"/>
                </a:solidFill>
              </a:defRPr>
            </a:lvl8pPr>
            <a:lvl9pPr indent="0" lvl="8" marL="0" marR="0" algn="r">
              <a:spcBef>
                <a:spcPts val="0"/>
              </a:spcBef>
              <a:buNone/>
              <a:defRPr i="0" sz="11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113" name="Shape 113"/>
        <p:cNvGrpSpPr/>
        <p:nvPr/>
      </p:nvGrpSpPr>
      <p:grpSpPr>
        <a:xfrm>
          <a:off x="0" y="0"/>
          <a:ext cx="0" cy="0"/>
          <a:chOff x="0" y="0"/>
          <a:chExt cx="0" cy="0"/>
        </a:xfrm>
      </p:grpSpPr>
      <p:sp>
        <p:nvSpPr>
          <p:cNvPr id="114" name="Google Shape;114;p25"/>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5" name="Google Shape;115;p25"/>
          <p:cNvSpPr/>
          <p:nvPr>
            <p:ph idx="2" type="pic"/>
          </p:nvPr>
        </p:nvSpPr>
        <p:spPr>
          <a:xfrm>
            <a:off x="4510683" y="0"/>
            <a:ext cx="46329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116" name="Google Shape;116;p25"/>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2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5"/>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119" name="Shape 119"/>
        <p:cNvGrpSpPr/>
        <p:nvPr/>
      </p:nvGrpSpPr>
      <p:grpSpPr>
        <a:xfrm>
          <a:off x="0" y="0"/>
          <a:ext cx="0" cy="0"/>
          <a:chOff x="0" y="0"/>
          <a:chExt cx="0" cy="0"/>
        </a:xfrm>
      </p:grpSpPr>
      <p:sp>
        <p:nvSpPr>
          <p:cNvPr id="120" name="Google Shape;120;p26"/>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26"/>
          <p:cNvSpPr/>
          <p:nvPr>
            <p:ph idx="2" type="pic"/>
          </p:nvPr>
        </p:nvSpPr>
        <p:spPr>
          <a:xfrm>
            <a:off x="4510683" y="0"/>
            <a:ext cx="4632900" cy="5143500"/>
          </a:xfrm>
          <a:prstGeom prst="rect">
            <a:avLst/>
          </a:prstGeom>
          <a:solidFill>
            <a:schemeClr val="lt1"/>
          </a:solidFill>
          <a:ln>
            <a:noFill/>
          </a:ln>
        </p:spPr>
      </p:sp>
      <p:sp>
        <p:nvSpPr>
          <p:cNvPr id="122" name="Google Shape;122;p2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6"/>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6"/>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25" name="Google Shape;125;p26"/>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126" name="Shape 126"/>
        <p:cNvGrpSpPr/>
        <p:nvPr/>
      </p:nvGrpSpPr>
      <p:grpSpPr>
        <a:xfrm>
          <a:off x="0" y="0"/>
          <a:ext cx="0" cy="0"/>
          <a:chOff x="0" y="0"/>
          <a:chExt cx="0" cy="0"/>
        </a:xfrm>
      </p:grpSpPr>
      <p:sp>
        <p:nvSpPr>
          <p:cNvPr id="127" name="Google Shape;127;p27"/>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8" name="Google Shape;128;p2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7"/>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130" name="Shape 130"/>
        <p:cNvGrpSpPr/>
        <p:nvPr/>
      </p:nvGrpSpPr>
      <p:grpSpPr>
        <a:xfrm>
          <a:off x="0" y="0"/>
          <a:ext cx="0" cy="0"/>
          <a:chOff x="0" y="0"/>
          <a:chExt cx="0" cy="0"/>
        </a:xfrm>
      </p:grpSpPr>
      <p:sp>
        <p:nvSpPr>
          <p:cNvPr id="131" name="Google Shape;131;p28"/>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2" name="Google Shape;132;p28"/>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3" name="Google Shape;133;p2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8"/>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35" name="Shape 135"/>
        <p:cNvGrpSpPr/>
        <p:nvPr/>
      </p:nvGrpSpPr>
      <p:grpSpPr>
        <a:xfrm>
          <a:off x="0" y="0"/>
          <a:ext cx="0" cy="0"/>
          <a:chOff x="0" y="0"/>
          <a:chExt cx="0" cy="0"/>
        </a:xfrm>
      </p:grpSpPr>
      <p:sp>
        <p:nvSpPr>
          <p:cNvPr id="136" name="Google Shape;136;p29"/>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7" name="Google Shape;137;p2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9"/>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139" name="Shape 139"/>
        <p:cNvGrpSpPr/>
        <p:nvPr/>
      </p:nvGrpSpPr>
      <p:grpSpPr>
        <a:xfrm>
          <a:off x="0" y="0"/>
          <a:ext cx="0" cy="0"/>
          <a:chOff x="0" y="0"/>
          <a:chExt cx="0" cy="0"/>
        </a:xfrm>
      </p:grpSpPr>
      <p:sp>
        <p:nvSpPr>
          <p:cNvPr id="140" name="Google Shape;140;p30"/>
          <p:cNvSpPr/>
          <p:nvPr>
            <p:ph idx="2" type="pic"/>
          </p:nvPr>
        </p:nvSpPr>
        <p:spPr>
          <a:xfrm>
            <a:off x="7394972" y="469106"/>
            <a:ext cx="1275000" cy="1325400"/>
          </a:xfrm>
          <a:prstGeom prst="rect">
            <a:avLst/>
          </a:prstGeom>
          <a:noFill/>
          <a:ln>
            <a:noFill/>
          </a:ln>
        </p:spPr>
      </p:sp>
      <p:sp>
        <p:nvSpPr>
          <p:cNvPr id="141" name="Google Shape;141;p3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30"/>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43" name="Google Shape;143;p30"/>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4" name="Google Shape;144;p30"/>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45" name="Shape 145"/>
        <p:cNvGrpSpPr/>
        <p:nvPr/>
      </p:nvGrpSpPr>
      <p:grpSpPr>
        <a:xfrm>
          <a:off x="0" y="0"/>
          <a:ext cx="0" cy="0"/>
          <a:chOff x="0" y="0"/>
          <a:chExt cx="0" cy="0"/>
        </a:xfrm>
      </p:grpSpPr>
      <p:sp>
        <p:nvSpPr>
          <p:cNvPr id="146" name="Google Shape;146;p31"/>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31"/>
          <p:cNvSpPr/>
          <p:nvPr>
            <p:ph idx="2" type="pic"/>
          </p:nvPr>
        </p:nvSpPr>
        <p:spPr>
          <a:xfrm>
            <a:off x="2555081" y="1188244"/>
            <a:ext cx="1965900" cy="2054400"/>
          </a:xfrm>
          <a:prstGeom prst="round2SameRect">
            <a:avLst>
              <a:gd fmla="val 0" name="adj1"/>
              <a:gd fmla="val 0" name="adj2"/>
            </a:avLst>
          </a:prstGeom>
          <a:solidFill>
            <a:schemeClr val="accent5"/>
          </a:solidFill>
          <a:ln>
            <a:noFill/>
          </a:ln>
        </p:spPr>
      </p:sp>
      <p:sp>
        <p:nvSpPr>
          <p:cNvPr id="148" name="Google Shape;148;p3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3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0" name="Google Shape;150;p31"/>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31"/>
          <p:cNvSpPr txBox="1"/>
          <p:nvPr>
            <p:ph idx="4" type="body"/>
          </p:nvPr>
        </p:nvSpPr>
        <p:spPr>
          <a:xfrm>
            <a:off x="2555081"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31"/>
          <p:cNvSpPr/>
          <p:nvPr>
            <p:ph idx="5" type="pic"/>
          </p:nvPr>
        </p:nvSpPr>
        <p:spPr>
          <a:xfrm>
            <a:off x="4626769" y="1188244"/>
            <a:ext cx="1965900" cy="2054400"/>
          </a:xfrm>
          <a:prstGeom prst="round2SameRect">
            <a:avLst>
              <a:gd fmla="val 0" name="adj1"/>
              <a:gd fmla="val 0" name="adj2"/>
            </a:avLst>
          </a:prstGeom>
          <a:solidFill>
            <a:schemeClr val="accent5"/>
          </a:solidFill>
          <a:ln>
            <a:noFill/>
          </a:ln>
        </p:spPr>
      </p:sp>
      <p:sp>
        <p:nvSpPr>
          <p:cNvPr id="153" name="Google Shape;153;p31"/>
          <p:cNvSpPr/>
          <p:nvPr>
            <p:ph idx="6" type="pic"/>
          </p:nvPr>
        </p:nvSpPr>
        <p:spPr>
          <a:xfrm>
            <a:off x="6704409" y="1188244"/>
            <a:ext cx="1965900" cy="2054400"/>
          </a:xfrm>
          <a:prstGeom prst="round2SameRect">
            <a:avLst>
              <a:gd fmla="val 0" name="adj1"/>
              <a:gd fmla="val 0" name="adj2"/>
            </a:avLst>
          </a:prstGeom>
          <a:solidFill>
            <a:schemeClr val="accent5"/>
          </a:solidFill>
          <a:ln>
            <a:noFill/>
          </a:ln>
        </p:spPr>
      </p:sp>
      <p:sp>
        <p:nvSpPr>
          <p:cNvPr id="154" name="Google Shape;154;p31"/>
          <p:cNvSpPr txBox="1"/>
          <p:nvPr>
            <p:ph idx="7" type="body"/>
          </p:nvPr>
        </p:nvSpPr>
        <p:spPr>
          <a:xfrm>
            <a:off x="4629150"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5" name="Google Shape;155;p31"/>
          <p:cNvSpPr txBox="1"/>
          <p:nvPr>
            <p:ph idx="8" type="body"/>
          </p:nvPr>
        </p:nvSpPr>
        <p:spPr>
          <a:xfrm>
            <a:off x="6704409"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56" name="Shape 156"/>
        <p:cNvGrpSpPr/>
        <p:nvPr/>
      </p:nvGrpSpPr>
      <p:grpSpPr>
        <a:xfrm>
          <a:off x="0" y="0"/>
          <a:ext cx="0" cy="0"/>
          <a:chOff x="0" y="0"/>
          <a:chExt cx="0" cy="0"/>
        </a:xfrm>
      </p:grpSpPr>
      <p:sp>
        <p:nvSpPr>
          <p:cNvPr id="157" name="Google Shape;157;p32"/>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58" name="Google Shape;158;p32"/>
          <p:cNvSpPr txBox="1"/>
          <p:nvPr>
            <p:ph idx="1" type="body"/>
          </p:nvPr>
        </p:nvSpPr>
        <p:spPr>
          <a:xfrm>
            <a:off x="4630339" y="4063604"/>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 name="Google Shape;159;p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32"/>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1" name="Google Shape;161;p32"/>
          <p:cNvSpPr txBox="1"/>
          <p:nvPr>
            <p:ph idx="4"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 name="Google Shape;162;p3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63" name="Shape 163"/>
        <p:cNvGrpSpPr/>
        <p:nvPr/>
      </p:nvGrpSpPr>
      <p:grpSpPr>
        <a:xfrm>
          <a:off x="0" y="0"/>
          <a:ext cx="0" cy="0"/>
          <a:chOff x="0" y="0"/>
          <a:chExt cx="0" cy="0"/>
        </a:xfrm>
      </p:grpSpPr>
      <p:sp>
        <p:nvSpPr>
          <p:cNvPr id="164" name="Google Shape;164;p33"/>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65" name="Google Shape;165;p33"/>
          <p:cNvSpPr txBox="1"/>
          <p:nvPr>
            <p:ph idx="1" type="body"/>
          </p:nvPr>
        </p:nvSpPr>
        <p:spPr>
          <a:xfrm>
            <a:off x="3428672" y="4354043"/>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6" name="Google Shape;166;p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33"/>
          <p:cNvSpPr txBox="1"/>
          <p:nvPr>
            <p:ph idx="3" type="body"/>
          </p:nvPr>
        </p:nvSpPr>
        <p:spPr>
          <a:xfrm>
            <a:off x="473870" y="1308497"/>
            <a:ext cx="26466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8" name="Google Shape;168;p33"/>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9" name="Google Shape;169;p33"/>
          <p:cNvSpPr txBox="1"/>
          <p:nvPr>
            <p:ph type="title"/>
          </p:nvPr>
        </p:nvSpPr>
        <p:spPr>
          <a:xfrm>
            <a:off x="473870" y="619857"/>
            <a:ext cx="26466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70" name="Shape 170"/>
        <p:cNvGrpSpPr/>
        <p:nvPr/>
      </p:nvGrpSpPr>
      <p:grpSpPr>
        <a:xfrm>
          <a:off x="0" y="0"/>
          <a:ext cx="0" cy="0"/>
          <a:chOff x="0" y="0"/>
          <a:chExt cx="0" cy="0"/>
        </a:xfrm>
      </p:grpSpPr>
      <p:sp>
        <p:nvSpPr>
          <p:cNvPr id="171" name="Google Shape;171;p34"/>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2" name="Google Shape;172;p34"/>
          <p:cNvSpPr/>
          <p:nvPr>
            <p:ph idx="2" type="pic"/>
          </p:nvPr>
        </p:nvSpPr>
        <p:spPr>
          <a:xfrm>
            <a:off x="4626769" y="1188245"/>
            <a:ext cx="4043400" cy="2755200"/>
          </a:xfrm>
          <a:prstGeom prst="rect">
            <a:avLst/>
          </a:prstGeom>
          <a:solidFill>
            <a:schemeClr val="dk1"/>
          </a:solidFill>
          <a:ln>
            <a:noFill/>
          </a:ln>
        </p:spPr>
      </p:sp>
      <p:sp>
        <p:nvSpPr>
          <p:cNvPr id="173" name="Google Shape;173;p34"/>
          <p:cNvSpPr txBox="1"/>
          <p:nvPr>
            <p:ph idx="1" type="body"/>
          </p:nvPr>
        </p:nvSpPr>
        <p:spPr>
          <a:xfrm>
            <a:off x="4626770" y="4063604"/>
            <a:ext cx="40434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74" name="Google Shape;174;p3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34"/>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34"/>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34"/>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dk1"/>
                </a:solidFill>
                <a:latin typeface="Arial"/>
                <a:ea typeface="Arial"/>
                <a:cs typeface="Arial"/>
                <a:sym typeface="Arial"/>
              </a:rPr>
              <a:t>Verizon confidential and proprietary. Unauthorized disclosure, reproduction or other use prohibited.</a:t>
            </a:r>
            <a:endParaRPr sz="1100"/>
          </a:p>
        </p:txBody>
      </p:sp>
      <p:pic>
        <p:nvPicPr>
          <p:cNvPr id="178" name="Google Shape;178;p34"/>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179" name="Google Shape;179;p34"/>
          <p:cNvSpPr txBox="1"/>
          <p:nvPr>
            <p:ph idx="5"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3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181" name="Shape 181"/>
        <p:cNvGrpSpPr/>
        <p:nvPr/>
      </p:nvGrpSpPr>
      <p:grpSpPr>
        <a:xfrm>
          <a:off x="0" y="0"/>
          <a:ext cx="0" cy="0"/>
          <a:chOff x="0" y="0"/>
          <a:chExt cx="0" cy="0"/>
        </a:xfrm>
      </p:grpSpPr>
      <p:sp>
        <p:nvSpPr>
          <p:cNvPr id="182" name="Google Shape;182;p3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35"/>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4" name="Google Shape;184;p35"/>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5" name="Google Shape;185;p3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186" name="Shape 186"/>
        <p:cNvGrpSpPr/>
        <p:nvPr/>
      </p:nvGrpSpPr>
      <p:grpSpPr>
        <a:xfrm>
          <a:off x="0" y="0"/>
          <a:ext cx="0" cy="0"/>
          <a:chOff x="0" y="0"/>
          <a:chExt cx="0" cy="0"/>
        </a:xfrm>
      </p:grpSpPr>
      <p:sp>
        <p:nvSpPr>
          <p:cNvPr id="187" name="Google Shape;187;p3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36"/>
          <p:cNvSpPr txBox="1"/>
          <p:nvPr>
            <p:ph idx="1" type="body"/>
          </p:nvPr>
        </p:nvSpPr>
        <p:spPr>
          <a:xfrm>
            <a:off x="470297"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9" name="Google Shape;189;p36"/>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0" name="Google Shape;190;p3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1" name="Google Shape;191;p36"/>
          <p:cNvSpPr txBox="1"/>
          <p:nvPr>
            <p:ph idx="3" type="body"/>
          </p:nvPr>
        </p:nvSpPr>
        <p:spPr>
          <a:xfrm>
            <a:off x="3248025"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p36"/>
          <p:cNvSpPr txBox="1"/>
          <p:nvPr>
            <p:ph idx="4" type="body"/>
          </p:nvPr>
        </p:nvSpPr>
        <p:spPr>
          <a:xfrm>
            <a:off x="6012656"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3" name="Google Shape;193;p36"/>
          <p:cNvSpPr txBox="1"/>
          <p:nvPr>
            <p:ph idx="5" type="body"/>
          </p:nvPr>
        </p:nvSpPr>
        <p:spPr>
          <a:xfrm>
            <a:off x="470297"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 name="Google Shape;194;p36"/>
          <p:cNvSpPr txBox="1"/>
          <p:nvPr>
            <p:ph idx="6" type="body"/>
          </p:nvPr>
        </p:nvSpPr>
        <p:spPr>
          <a:xfrm>
            <a:off x="3248025"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 name="Google Shape;195;p36"/>
          <p:cNvSpPr txBox="1"/>
          <p:nvPr>
            <p:ph idx="7" type="body"/>
          </p:nvPr>
        </p:nvSpPr>
        <p:spPr>
          <a:xfrm>
            <a:off x="6012656"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196" name="Shape 196"/>
        <p:cNvGrpSpPr/>
        <p:nvPr/>
      </p:nvGrpSpPr>
      <p:grpSpPr>
        <a:xfrm>
          <a:off x="0" y="0"/>
          <a:ext cx="0" cy="0"/>
          <a:chOff x="0" y="0"/>
          <a:chExt cx="0" cy="0"/>
        </a:xfrm>
      </p:grpSpPr>
      <p:sp>
        <p:nvSpPr>
          <p:cNvPr id="197" name="Google Shape;197;p37"/>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8" name="Google Shape;198;p37"/>
          <p:cNvSpPr/>
          <p:nvPr>
            <p:ph idx="2" type="pic"/>
          </p:nvPr>
        </p:nvSpPr>
        <p:spPr>
          <a:xfrm>
            <a:off x="2555081" y="0"/>
            <a:ext cx="2186700" cy="2577000"/>
          </a:xfrm>
          <a:prstGeom prst="rect">
            <a:avLst/>
          </a:prstGeom>
          <a:solidFill>
            <a:schemeClr val="lt1"/>
          </a:solidFill>
          <a:ln>
            <a:noFill/>
          </a:ln>
        </p:spPr>
      </p:sp>
      <p:sp>
        <p:nvSpPr>
          <p:cNvPr id="199" name="Google Shape;199;p37"/>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0" name="Google Shape;200;p3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37"/>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2" name="Google Shape;202;p37"/>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3" name="Google Shape;203;p37"/>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4" name="Google Shape;204;p37"/>
          <p:cNvSpPr/>
          <p:nvPr>
            <p:ph idx="5" type="pic"/>
          </p:nvPr>
        </p:nvSpPr>
        <p:spPr>
          <a:xfrm>
            <a:off x="4746599" y="2571750"/>
            <a:ext cx="2222700" cy="2571900"/>
          </a:xfrm>
          <a:prstGeom prst="rect">
            <a:avLst/>
          </a:prstGeom>
          <a:solidFill>
            <a:schemeClr val="lt1"/>
          </a:solidFill>
          <a:ln>
            <a:noFill/>
          </a:ln>
        </p:spPr>
      </p:sp>
      <p:sp>
        <p:nvSpPr>
          <p:cNvPr id="205" name="Google Shape;205;p37"/>
          <p:cNvSpPr/>
          <p:nvPr>
            <p:ph idx="6" type="pic"/>
          </p:nvPr>
        </p:nvSpPr>
        <p:spPr>
          <a:xfrm>
            <a:off x="6972300" y="0"/>
            <a:ext cx="2186700" cy="2577000"/>
          </a:xfrm>
          <a:prstGeom prst="rect">
            <a:avLst/>
          </a:prstGeom>
          <a:solidFill>
            <a:schemeClr val="lt1"/>
          </a:solidFill>
          <a:ln>
            <a:noFill/>
          </a:ln>
        </p:spPr>
      </p:sp>
      <p:sp>
        <p:nvSpPr>
          <p:cNvPr id="206" name="Google Shape;206;p37"/>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7" name="Google Shape;207;p37"/>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208" name="Shape 208"/>
        <p:cNvGrpSpPr/>
        <p:nvPr/>
      </p:nvGrpSpPr>
      <p:grpSpPr>
        <a:xfrm>
          <a:off x="0" y="0"/>
          <a:ext cx="0" cy="0"/>
          <a:chOff x="0" y="0"/>
          <a:chExt cx="0" cy="0"/>
        </a:xfrm>
      </p:grpSpPr>
      <p:sp>
        <p:nvSpPr>
          <p:cNvPr id="209" name="Google Shape;209;p38"/>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0" name="Google Shape;210;p38"/>
          <p:cNvSpPr/>
          <p:nvPr>
            <p:ph idx="2" type="pic"/>
          </p:nvPr>
        </p:nvSpPr>
        <p:spPr>
          <a:xfrm>
            <a:off x="4748405" y="0"/>
            <a:ext cx="2171400" cy="2577000"/>
          </a:xfrm>
          <a:prstGeom prst="rect">
            <a:avLst/>
          </a:prstGeom>
          <a:solidFill>
            <a:schemeClr val="dk2"/>
          </a:solidFill>
          <a:ln>
            <a:noFill/>
          </a:ln>
        </p:spPr>
      </p:sp>
      <p:sp>
        <p:nvSpPr>
          <p:cNvPr id="211" name="Google Shape;211;p38"/>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2" name="Google Shape;212;p3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13" name="Google Shape;213;p38"/>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4" name="Google Shape;214;p38"/>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5" name="Google Shape;215;p38"/>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p38"/>
          <p:cNvSpPr/>
          <p:nvPr>
            <p:ph idx="5" type="pic"/>
          </p:nvPr>
        </p:nvSpPr>
        <p:spPr>
          <a:xfrm>
            <a:off x="6921268" y="2571750"/>
            <a:ext cx="2222700" cy="2571900"/>
          </a:xfrm>
          <a:prstGeom prst="rect">
            <a:avLst/>
          </a:prstGeom>
          <a:solidFill>
            <a:schemeClr val="dk2"/>
          </a:solidFill>
          <a:ln>
            <a:noFill/>
          </a:ln>
        </p:spPr>
      </p:sp>
      <p:sp>
        <p:nvSpPr>
          <p:cNvPr id="217" name="Google Shape;217;p38"/>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8" name="Google Shape;218;p38"/>
          <p:cNvSpPr/>
          <p:nvPr>
            <p:ph idx="7" type="pic"/>
          </p:nvPr>
        </p:nvSpPr>
        <p:spPr>
          <a:xfrm>
            <a:off x="2555082" y="2571750"/>
            <a:ext cx="2190000" cy="2571900"/>
          </a:xfrm>
          <a:prstGeom prst="rect">
            <a:avLst/>
          </a:prstGeom>
          <a:solidFill>
            <a:schemeClr val="dk2"/>
          </a:solidFill>
          <a:ln>
            <a:noFill/>
          </a:ln>
        </p:spPr>
      </p:sp>
      <p:sp>
        <p:nvSpPr>
          <p:cNvPr id="219" name="Google Shape;219;p38"/>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220" name="Shape 220"/>
        <p:cNvGrpSpPr/>
        <p:nvPr/>
      </p:nvGrpSpPr>
      <p:grpSpPr>
        <a:xfrm>
          <a:off x="0" y="0"/>
          <a:ext cx="0" cy="0"/>
          <a:chOff x="0" y="0"/>
          <a:chExt cx="0" cy="0"/>
        </a:xfrm>
      </p:grpSpPr>
      <p:sp>
        <p:nvSpPr>
          <p:cNvPr id="221" name="Google Shape;221;p39"/>
          <p:cNvSpPr/>
          <p:nvPr>
            <p:ph idx="2" type="pic"/>
          </p:nvPr>
        </p:nvSpPr>
        <p:spPr>
          <a:xfrm>
            <a:off x="473869" y="1188244"/>
            <a:ext cx="1955100" cy="2046000"/>
          </a:xfrm>
          <a:prstGeom prst="rect">
            <a:avLst/>
          </a:prstGeom>
          <a:solidFill>
            <a:schemeClr val="dk2"/>
          </a:solidFill>
          <a:ln>
            <a:noFill/>
          </a:ln>
        </p:spPr>
      </p:sp>
      <p:sp>
        <p:nvSpPr>
          <p:cNvPr id="222" name="Google Shape;222;p3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39"/>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4" name="Google Shape;224;p39"/>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5" name="Google Shape;225;p3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6" name="Google Shape;226;p39"/>
          <p:cNvSpPr/>
          <p:nvPr>
            <p:ph idx="4" type="pic"/>
          </p:nvPr>
        </p:nvSpPr>
        <p:spPr>
          <a:xfrm>
            <a:off x="2571750" y="1188244"/>
            <a:ext cx="1955100" cy="2046000"/>
          </a:xfrm>
          <a:prstGeom prst="rect">
            <a:avLst/>
          </a:prstGeom>
          <a:solidFill>
            <a:schemeClr val="dk2"/>
          </a:solidFill>
          <a:ln>
            <a:noFill/>
          </a:ln>
        </p:spPr>
      </p:sp>
      <p:sp>
        <p:nvSpPr>
          <p:cNvPr id="227" name="Google Shape;227;p39"/>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8" name="Google Shape;228;p39"/>
          <p:cNvSpPr/>
          <p:nvPr>
            <p:ph idx="6" type="pic"/>
          </p:nvPr>
        </p:nvSpPr>
        <p:spPr>
          <a:xfrm>
            <a:off x="4633913" y="1188244"/>
            <a:ext cx="1955100" cy="2046000"/>
          </a:xfrm>
          <a:prstGeom prst="rect">
            <a:avLst/>
          </a:prstGeom>
          <a:solidFill>
            <a:schemeClr val="dk2"/>
          </a:solidFill>
          <a:ln>
            <a:noFill/>
          </a:ln>
        </p:spPr>
      </p:sp>
      <p:sp>
        <p:nvSpPr>
          <p:cNvPr id="229" name="Google Shape;229;p39"/>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39"/>
          <p:cNvSpPr/>
          <p:nvPr>
            <p:ph idx="8" type="pic"/>
          </p:nvPr>
        </p:nvSpPr>
        <p:spPr>
          <a:xfrm>
            <a:off x="6715125" y="1188244"/>
            <a:ext cx="1955100" cy="2046000"/>
          </a:xfrm>
          <a:prstGeom prst="rect">
            <a:avLst/>
          </a:prstGeom>
          <a:solidFill>
            <a:schemeClr val="dk2"/>
          </a:solidFill>
          <a:ln>
            <a:noFill/>
          </a:ln>
        </p:spPr>
      </p:sp>
      <p:sp>
        <p:nvSpPr>
          <p:cNvPr id="231" name="Google Shape;231;p39"/>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232" name="Shape 232"/>
        <p:cNvGrpSpPr/>
        <p:nvPr/>
      </p:nvGrpSpPr>
      <p:grpSpPr>
        <a:xfrm>
          <a:off x="0" y="0"/>
          <a:ext cx="0" cy="0"/>
          <a:chOff x="0" y="0"/>
          <a:chExt cx="0" cy="0"/>
        </a:xfrm>
      </p:grpSpPr>
      <p:sp>
        <p:nvSpPr>
          <p:cNvPr id="233" name="Google Shape;233;p4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40"/>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5" name="Google Shape;235;p40"/>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6" name="Google Shape;236;p4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237" name="Shape 237"/>
        <p:cNvGrpSpPr/>
        <p:nvPr/>
      </p:nvGrpSpPr>
      <p:grpSpPr>
        <a:xfrm>
          <a:off x="0" y="0"/>
          <a:ext cx="0" cy="0"/>
          <a:chOff x="0" y="0"/>
          <a:chExt cx="0" cy="0"/>
        </a:xfrm>
      </p:grpSpPr>
      <p:sp>
        <p:nvSpPr>
          <p:cNvPr id="238" name="Google Shape;238;p41"/>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9" name="Google Shape;239;p4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0" name="Google Shape;240;p41"/>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1" name="Google Shape;241;p41"/>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2" name="Google Shape;242;p41"/>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3" name="Google Shape;243;p41"/>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4" name="Google Shape;244;p41"/>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5" name="Google Shape;245;p41"/>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246" name="Shape 246"/>
        <p:cNvGrpSpPr/>
        <p:nvPr/>
      </p:nvGrpSpPr>
      <p:grpSpPr>
        <a:xfrm>
          <a:off x="0" y="0"/>
          <a:ext cx="0" cy="0"/>
          <a:chOff x="0" y="0"/>
          <a:chExt cx="0" cy="0"/>
        </a:xfrm>
      </p:grpSpPr>
      <p:sp>
        <p:nvSpPr>
          <p:cNvPr id="247" name="Google Shape;247;p42"/>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8" name="Google Shape;248;p4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42"/>
          <p:cNvSpPr txBox="1"/>
          <p:nvPr>
            <p:ph idx="2" type="body"/>
          </p:nvPr>
        </p:nvSpPr>
        <p:spPr>
          <a:xfrm>
            <a:off x="488156" y="1188244"/>
            <a:ext cx="13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0" name="Google Shape;250;p4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251" name="Shape 251"/>
        <p:cNvGrpSpPr/>
        <p:nvPr/>
      </p:nvGrpSpPr>
      <p:grpSpPr>
        <a:xfrm>
          <a:off x="0" y="0"/>
          <a:ext cx="0" cy="0"/>
          <a:chOff x="0" y="0"/>
          <a:chExt cx="0" cy="0"/>
        </a:xfrm>
      </p:grpSpPr>
      <p:sp>
        <p:nvSpPr>
          <p:cNvPr id="252" name="Google Shape;252;p4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43"/>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4" name="Google Shape;254;p43"/>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5" name="Google Shape;255;p43"/>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6" name="Google Shape;256;p43"/>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257" name="Shape 257"/>
        <p:cNvGrpSpPr/>
        <p:nvPr/>
      </p:nvGrpSpPr>
      <p:grpSpPr>
        <a:xfrm>
          <a:off x="0" y="0"/>
          <a:ext cx="0" cy="0"/>
          <a:chOff x="0" y="0"/>
          <a:chExt cx="0" cy="0"/>
        </a:xfrm>
      </p:grpSpPr>
      <p:sp>
        <p:nvSpPr>
          <p:cNvPr id="258" name="Google Shape;258;p44"/>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259" name="Google Shape;259;p44"/>
          <p:cNvCxnSpPr/>
          <p:nvPr/>
        </p:nvCxnSpPr>
        <p:spPr>
          <a:xfrm>
            <a:off x="471488" y="4074512"/>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260" name="Google Shape;260;p44"/>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61" name="Google Shape;261;p4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44"/>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3" name="Google Shape;263;p44"/>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4" name="Google Shape;264;p44"/>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265" name="Shape 265"/>
        <p:cNvGrpSpPr/>
        <p:nvPr/>
      </p:nvGrpSpPr>
      <p:grpSpPr>
        <a:xfrm>
          <a:off x="0" y="0"/>
          <a:ext cx="0" cy="0"/>
          <a:chOff x="0" y="0"/>
          <a:chExt cx="0" cy="0"/>
        </a:xfrm>
      </p:grpSpPr>
      <p:sp>
        <p:nvSpPr>
          <p:cNvPr id="266" name="Google Shape;266;p4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45"/>
          <p:cNvSpPr txBox="1"/>
          <p:nvPr>
            <p:ph idx="1" type="body"/>
          </p:nvPr>
        </p:nvSpPr>
        <p:spPr>
          <a:xfrm>
            <a:off x="47387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8" name="Google Shape;268;p45"/>
          <p:cNvSpPr txBox="1"/>
          <p:nvPr>
            <p:ph idx="2" type="body"/>
          </p:nvPr>
        </p:nvSpPr>
        <p:spPr>
          <a:xfrm>
            <a:off x="47386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9" name="Google Shape;269;p45"/>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0" name="Google Shape;270;p4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1" name="Google Shape;271;p45"/>
          <p:cNvSpPr txBox="1"/>
          <p:nvPr>
            <p:ph idx="4" type="body"/>
          </p:nvPr>
        </p:nvSpPr>
        <p:spPr>
          <a:xfrm>
            <a:off x="325755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2" name="Google Shape;272;p45"/>
          <p:cNvSpPr txBox="1"/>
          <p:nvPr>
            <p:ph idx="5" type="body"/>
          </p:nvPr>
        </p:nvSpPr>
        <p:spPr>
          <a:xfrm>
            <a:off x="325754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3" name="Google Shape;273;p45"/>
          <p:cNvSpPr txBox="1"/>
          <p:nvPr>
            <p:ph idx="6" type="body"/>
          </p:nvPr>
        </p:nvSpPr>
        <p:spPr>
          <a:xfrm>
            <a:off x="6013107"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4" name="Google Shape;274;p45"/>
          <p:cNvSpPr txBox="1"/>
          <p:nvPr>
            <p:ph idx="7" type="body"/>
          </p:nvPr>
        </p:nvSpPr>
        <p:spPr>
          <a:xfrm>
            <a:off x="6013106"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5" name="Google Shape;275;p45"/>
          <p:cNvSpPr txBox="1"/>
          <p:nvPr>
            <p:ph idx="8"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6" name="Google Shape;276;p45"/>
          <p:cNvSpPr txBox="1"/>
          <p:nvPr>
            <p:ph idx="9" type="body"/>
          </p:nvPr>
        </p:nvSpPr>
        <p:spPr>
          <a:xfrm>
            <a:off x="47386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7" name="Google Shape;277;p45"/>
          <p:cNvSpPr txBox="1"/>
          <p:nvPr>
            <p:ph idx="13"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8" name="Google Shape;278;p45"/>
          <p:cNvSpPr txBox="1"/>
          <p:nvPr>
            <p:ph idx="14" type="body"/>
          </p:nvPr>
        </p:nvSpPr>
        <p:spPr>
          <a:xfrm>
            <a:off x="325754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9" name="Google Shape;279;p45"/>
          <p:cNvSpPr txBox="1"/>
          <p:nvPr>
            <p:ph idx="15"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0" name="Google Shape;280;p45"/>
          <p:cNvSpPr txBox="1"/>
          <p:nvPr>
            <p:ph idx="16" type="body"/>
          </p:nvPr>
        </p:nvSpPr>
        <p:spPr>
          <a:xfrm>
            <a:off x="6013106"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281" name="Shape 281"/>
        <p:cNvGrpSpPr/>
        <p:nvPr/>
      </p:nvGrpSpPr>
      <p:grpSpPr>
        <a:xfrm>
          <a:off x="0" y="0"/>
          <a:ext cx="0" cy="0"/>
          <a:chOff x="0" y="0"/>
          <a:chExt cx="0" cy="0"/>
        </a:xfrm>
      </p:grpSpPr>
      <p:sp>
        <p:nvSpPr>
          <p:cNvPr id="282" name="Google Shape;282;p46"/>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83" name="Google Shape;283;p46"/>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284" name="Shape 284"/>
        <p:cNvGrpSpPr/>
        <p:nvPr/>
      </p:nvGrpSpPr>
      <p:grpSpPr>
        <a:xfrm>
          <a:off x="0" y="0"/>
          <a:ext cx="0" cy="0"/>
          <a:chOff x="0" y="0"/>
          <a:chExt cx="0" cy="0"/>
        </a:xfrm>
      </p:grpSpPr>
      <p:sp>
        <p:nvSpPr>
          <p:cNvPr id="285" name="Google Shape;285;p47"/>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6" name="Google Shape;286;p47"/>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87" name="Google Shape;287;p47"/>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288" name="Shape 288"/>
        <p:cNvGrpSpPr/>
        <p:nvPr/>
      </p:nvGrpSpPr>
      <p:grpSpPr>
        <a:xfrm>
          <a:off x="0" y="0"/>
          <a:ext cx="0" cy="0"/>
          <a:chOff x="0" y="0"/>
          <a:chExt cx="0" cy="0"/>
        </a:xfrm>
      </p:grpSpPr>
      <p:sp>
        <p:nvSpPr>
          <p:cNvPr id="289" name="Google Shape;289;p48"/>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90" name="Google Shape;290;p48"/>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291" name="Shape 291"/>
        <p:cNvGrpSpPr/>
        <p:nvPr/>
      </p:nvGrpSpPr>
      <p:grpSpPr>
        <a:xfrm>
          <a:off x="0" y="0"/>
          <a:ext cx="0" cy="0"/>
          <a:chOff x="0" y="0"/>
          <a:chExt cx="0" cy="0"/>
        </a:xfrm>
      </p:grpSpPr>
      <p:sp>
        <p:nvSpPr>
          <p:cNvPr id="292" name="Google Shape;292;p49"/>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93" name="Google Shape;293;p49"/>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294" name="Shape 294"/>
        <p:cNvGrpSpPr/>
        <p:nvPr/>
      </p:nvGrpSpPr>
      <p:grpSpPr>
        <a:xfrm>
          <a:off x="0" y="0"/>
          <a:ext cx="0" cy="0"/>
          <a:chOff x="0" y="0"/>
          <a:chExt cx="0" cy="0"/>
        </a:xfrm>
      </p:grpSpPr>
      <p:sp>
        <p:nvSpPr>
          <p:cNvPr id="295" name="Google Shape;295;p5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96" name="Google Shape;296;p50"/>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7" name="Google Shape;297;p50"/>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8" name="Google Shape;298;p5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299" name="Shape 299"/>
        <p:cNvGrpSpPr/>
        <p:nvPr/>
      </p:nvGrpSpPr>
      <p:grpSpPr>
        <a:xfrm>
          <a:off x="0" y="0"/>
          <a:ext cx="0" cy="0"/>
          <a:chOff x="0" y="0"/>
          <a:chExt cx="0" cy="0"/>
        </a:xfrm>
      </p:grpSpPr>
      <p:sp>
        <p:nvSpPr>
          <p:cNvPr id="300" name="Google Shape;300;p51"/>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1" name="Google Shape;301;p5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02" name="Google Shape;302;p51"/>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100" u="none" cap="none" strike="noStrike">
                <a:solidFill>
                  <a:schemeClr val="accent6"/>
                </a:solidFill>
                <a:latin typeface="Verizon NHG TX"/>
                <a:ea typeface="Verizon NHG TX"/>
                <a:cs typeface="Verizon NHG TX"/>
                <a:sym typeface="Verizon NHG TX"/>
              </a:rPr>
              <a:t>“Safe Harbor” Statement</a:t>
            </a:r>
            <a:endParaRPr sz="1400">
              <a:solidFill>
                <a:schemeClr val="accent6"/>
              </a:solidFill>
              <a:latin typeface="Verizon NHG TX"/>
              <a:ea typeface="Verizon NHG TX"/>
              <a:cs typeface="Verizon NHG TX"/>
              <a:sym typeface="Verizon NHG TX"/>
            </a:endParaRPr>
          </a:p>
        </p:txBody>
      </p:sp>
      <p:sp>
        <p:nvSpPr>
          <p:cNvPr id="303" name="Google Shape;303;p51"/>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4" name="Google Shape;304;p51"/>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305" name="Shape 305"/>
        <p:cNvGrpSpPr/>
        <p:nvPr/>
      </p:nvGrpSpPr>
      <p:grpSpPr>
        <a:xfrm>
          <a:off x="0" y="0"/>
          <a:ext cx="0" cy="0"/>
          <a:chOff x="0" y="0"/>
          <a:chExt cx="0" cy="0"/>
        </a:xfrm>
      </p:grpSpPr>
      <p:sp>
        <p:nvSpPr>
          <p:cNvPr id="306" name="Google Shape;306;p52"/>
          <p:cNvSpPr txBox="1"/>
          <p:nvPr>
            <p:ph type="title"/>
          </p:nvPr>
        </p:nvSpPr>
        <p:spPr>
          <a:xfrm>
            <a:off x="473869" y="469106"/>
            <a:ext cx="7951200" cy="531900"/>
          </a:xfrm>
          <a:prstGeom prst="rect">
            <a:avLst/>
          </a:prstGeom>
        </p:spPr>
        <p:txBody>
          <a:bodyPr anchorCtr="0" anchor="t" bIns="0" lIns="0" spcFirstLastPara="1" rIns="0" wrap="square" tIns="0">
            <a:norm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7" name="Google Shape;307;p52"/>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lvl1pPr lvl="0">
              <a:buClr>
                <a:srgbClr val="000000"/>
              </a:buClr>
              <a:buFont typeface="Arial"/>
              <a:buNone/>
              <a:defRPr/>
            </a:lvl1pPr>
            <a:lvl2pPr lvl="1">
              <a:buClr>
                <a:srgbClr val="000000"/>
              </a:buClr>
              <a:buFont typeface="Arial"/>
              <a:buNone/>
              <a:defRPr/>
            </a:lvl2pPr>
            <a:lvl3pPr lvl="2">
              <a:buClr>
                <a:srgbClr val="000000"/>
              </a:buClr>
              <a:buFont typeface="Arial"/>
              <a:buNone/>
              <a:defRPr/>
            </a:lvl3pPr>
            <a:lvl4pPr lvl="3">
              <a:buClr>
                <a:srgbClr val="000000"/>
              </a:buClr>
              <a:buFont typeface="Arial"/>
              <a:buNone/>
              <a:defRPr/>
            </a:lvl4pPr>
            <a:lvl5pPr lvl="4">
              <a:buClr>
                <a:srgbClr val="000000"/>
              </a:buClr>
              <a:buFont typeface="Arial"/>
              <a:buNone/>
              <a:defRPr/>
            </a:lvl5pPr>
            <a:lvl6pPr lvl="5">
              <a:buClr>
                <a:srgbClr val="000000"/>
              </a:buClr>
              <a:buFont typeface="Arial"/>
              <a:buNone/>
              <a:defRPr/>
            </a:lvl6pPr>
            <a:lvl7pPr lvl="6">
              <a:buClr>
                <a:srgbClr val="000000"/>
              </a:buClr>
              <a:buFont typeface="Arial"/>
              <a:buNone/>
              <a:defRPr/>
            </a:lvl7pPr>
            <a:lvl8pPr lvl="7">
              <a:buClr>
                <a:srgbClr val="000000"/>
              </a:buClr>
              <a:buFont typeface="Arial"/>
              <a:buNone/>
              <a:defRPr/>
            </a:lvl8pPr>
            <a:lvl9pPr lvl="8">
              <a:buClr>
                <a:srgbClr val="000000"/>
              </a:buClr>
              <a:buFont typeface="Arial"/>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308" name="Shape 308"/>
        <p:cNvGrpSpPr/>
        <p:nvPr/>
      </p:nvGrpSpPr>
      <p:grpSpPr>
        <a:xfrm>
          <a:off x="0" y="0"/>
          <a:ext cx="0" cy="0"/>
          <a:chOff x="0" y="0"/>
          <a:chExt cx="0" cy="0"/>
        </a:xfrm>
      </p:grpSpPr>
      <p:sp>
        <p:nvSpPr>
          <p:cNvPr id="309" name="Google Shape;309;p53"/>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310" name="Google Shape;310;p53"/>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1" name="Google Shape;311;p53"/>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_4">
    <p:spTree>
      <p:nvGrpSpPr>
        <p:cNvPr id="312" name="Shape 312"/>
        <p:cNvGrpSpPr/>
        <p:nvPr/>
      </p:nvGrpSpPr>
      <p:grpSpPr>
        <a:xfrm>
          <a:off x="0" y="0"/>
          <a:ext cx="0" cy="0"/>
          <a:chOff x="0" y="0"/>
          <a:chExt cx="0" cy="0"/>
        </a:xfrm>
      </p:grpSpPr>
      <p:sp>
        <p:nvSpPr>
          <p:cNvPr id="313" name="Google Shape;313;p54"/>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14" name="Google Shape;314;p54"/>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5" name="Google Shape;315;p54"/>
          <p:cNvSpPr txBox="1"/>
          <p:nvPr>
            <p:ph idx="12" type="sldNum"/>
          </p:nvPr>
        </p:nvSpPr>
        <p:spPr>
          <a:xfrm>
            <a:off x="8458200" y="4700016"/>
            <a:ext cx="228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16" name="Google Shape;316;p54"/>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17" name="Google Shape;317;p54"/>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8" name="Shape 318"/>
        <p:cNvGrpSpPr/>
        <p:nvPr/>
      </p:nvGrpSpPr>
      <p:grpSpPr>
        <a:xfrm>
          <a:off x="0" y="0"/>
          <a:ext cx="0" cy="0"/>
          <a:chOff x="0" y="0"/>
          <a:chExt cx="0" cy="0"/>
        </a:xfrm>
      </p:grpSpPr>
      <p:sp>
        <p:nvSpPr>
          <p:cNvPr id="319" name="Google Shape;319;p55"/>
          <p:cNvSpPr txBox="1"/>
          <p:nvPr>
            <p:ph idx="10" type="dt"/>
          </p:nvPr>
        </p:nvSpPr>
        <p:spPr>
          <a:xfrm>
            <a:off x="228600" y="3178175"/>
            <a:ext cx="1066800" cy="1824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20" name="Google Shape;320;p55"/>
          <p:cNvSpPr txBox="1"/>
          <p:nvPr>
            <p:ph idx="11" type="ftr"/>
          </p:nvPr>
        </p:nvSpPr>
        <p:spPr>
          <a:xfrm>
            <a:off x="1562100" y="3178175"/>
            <a:ext cx="1447800" cy="1824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21" name="Google Shape;321;p55"/>
          <p:cNvSpPr txBox="1"/>
          <p:nvPr>
            <p:ph idx="12" type="sldNum"/>
          </p:nvPr>
        </p:nvSpPr>
        <p:spPr>
          <a:xfrm>
            <a:off x="3276600" y="3178175"/>
            <a:ext cx="1066800" cy="215400"/>
          </a:xfrm>
          <a:prstGeom prst="rect">
            <a:avLst/>
          </a:prstGeom>
          <a:noFill/>
          <a:ln>
            <a:noFill/>
          </a:ln>
        </p:spPr>
        <p:txBody>
          <a:bodyPr anchorCtr="0" anchor="ctr" bIns="22850" lIns="45725" spcFirstLastPara="1" rIns="45725" wrap="square" tIns="2285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322" name="Shape 322"/>
        <p:cNvGrpSpPr/>
        <p:nvPr/>
      </p:nvGrpSpPr>
      <p:grpSpPr>
        <a:xfrm>
          <a:off x="0" y="0"/>
          <a:ext cx="0" cy="0"/>
          <a:chOff x="0" y="0"/>
          <a:chExt cx="0" cy="0"/>
        </a:xfrm>
      </p:grpSpPr>
      <p:sp>
        <p:nvSpPr>
          <p:cNvPr id="323" name="Google Shape;323;p56"/>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24" name="Google Shape;324;p56"/>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25" name="Google Shape;325;p5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Full Blank">
  <p:cSld name="31_Full Blank">
    <p:spTree>
      <p:nvGrpSpPr>
        <p:cNvPr id="326" name="Shape 326"/>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7" name="Shape 327"/>
        <p:cNvGrpSpPr/>
        <p:nvPr/>
      </p:nvGrpSpPr>
      <p:grpSpPr>
        <a:xfrm>
          <a:off x="0" y="0"/>
          <a:ext cx="0" cy="0"/>
          <a:chOff x="0" y="0"/>
          <a:chExt cx="0" cy="0"/>
        </a:xfrm>
      </p:grpSpPr>
      <p:sp>
        <p:nvSpPr>
          <p:cNvPr id="328" name="Google Shape;328;p58"/>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chemeClr val="dk1"/>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9" name="Google Shape;329;p58"/>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30" name="Google Shape;330;p58"/>
          <p:cNvSpPr txBox="1"/>
          <p:nvPr>
            <p:ph idx="12" type="sldNum"/>
          </p:nvPr>
        </p:nvSpPr>
        <p:spPr>
          <a:xfrm>
            <a:off x="6553200" y="4767263"/>
            <a:ext cx="2133600" cy="261600"/>
          </a:xfrm>
          <a:prstGeom prst="rect">
            <a:avLst/>
          </a:prstGeom>
          <a:noFill/>
          <a:ln>
            <a:noFill/>
          </a:ln>
        </p:spPr>
        <p:txBody>
          <a:bodyPr anchorCtr="0" anchor="ctr" bIns="45700" lIns="0" spcFirstLastPara="1" rIns="0" wrap="square" tIns="457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331" name="Shape 331"/>
        <p:cNvGrpSpPr/>
        <p:nvPr/>
      </p:nvGrpSpPr>
      <p:grpSpPr>
        <a:xfrm>
          <a:off x="0" y="0"/>
          <a:ext cx="0" cy="0"/>
          <a:chOff x="0" y="0"/>
          <a:chExt cx="0" cy="0"/>
        </a:xfrm>
      </p:grpSpPr>
      <p:sp>
        <p:nvSpPr>
          <p:cNvPr id="332" name="Google Shape;332;p5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33" name="Google Shape;333;p5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34" name="Google Shape;334;p5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5" name="Google Shape;335;p5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336" name="Google Shape;336;p5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_1">
    <p:bg>
      <p:bgPr>
        <a:solidFill>
          <a:schemeClr val="dk1"/>
        </a:solidFill>
      </p:bgPr>
    </p:bg>
    <p:spTree>
      <p:nvGrpSpPr>
        <p:cNvPr id="337" name="Shape 337"/>
        <p:cNvGrpSpPr/>
        <p:nvPr/>
      </p:nvGrpSpPr>
      <p:grpSpPr>
        <a:xfrm>
          <a:off x="0" y="0"/>
          <a:ext cx="0" cy="0"/>
          <a:chOff x="0" y="0"/>
          <a:chExt cx="0" cy="0"/>
        </a:xfrm>
      </p:grpSpPr>
      <p:sp>
        <p:nvSpPr>
          <p:cNvPr id="338" name="Google Shape;338;p60"/>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339" name="Google Shape;339;p60"/>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0" name="Google Shape;340;p60"/>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341" name="Google Shape;341;p60"/>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p:cSld name="1_Title and Content_5">
    <p:spTree>
      <p:nvGrpSpPr>
        <p:cNvPr id="342" name="Shape 342"/>
        <p:cNvGrpSpPr/>
        <p:nvPr/>
      </p:nvGrpSpPr>
      <p:grpSpPr>
        <a:xfrm>
          <a:off x="0" y="0"/>
          <a:ext cx="0" cy="0"/>
          <a:chOff x="0" y="0"/>
          <a:chExt cx="0" cy="0"/>
        </a:xfrm>
      </p:grpSpPr>
      <p:sp>
        <p:nvSpPr>
          <p:cNvPr id="343" name="Google Shape;343;p61"/>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44" name="Google Shape;344;p61"/>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5" name="Google Shape;345;p61"/>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46" name="Google Shape;346;p61"/>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47" name="Google Shape;347;p61"/>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_1">
    <p:bg>
      <p:bgPr>
        <a:solidFill>
          <a:schemeClr val="lt1"/>
        </a:solidFill>
      </p:bgPr>
    </p:bg>
    <p:spTree>
      <p:nvGrpSpPr>
        <p:cNvPr id="348" name="Shape 348"/>
        <p:cNvGrpSpPr/>
        <p:nvPr/>
      </p:nvGrpSpPr>
      <p:grpSpPr>
        <a:xfrm>
          <a:off x="0" y="0"/>
          <a:ext cx="0" cy="0"/>
          <a:chOff x="0" y="0"/>
          <a:chExt cx="0" cy="0"/>
        </a:xfrm>
      </p:grpSpPr>
      <p:sp>
        <p:nvSpPr>
          <p:cNvPr id="349" name="Google Shape;349;p6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62"/>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with content - White">
  <p:cSld name="Title and Content_2">
    <p:bg>
      <p:bgPr>
        <a:solidFill>
          <a:schemeClr val="lt1"/>
        </a:solidFill>
      </p:bgPr>
    </p:bg>
    <p:spTree>
      <p:nvGrpSpPr>
        <p:cNvPr id="351" name="Shape 351"/>
        <p:cNvGrpSpPr/>
        <p:nvPr/>
      </p:nvGrpSpPr>
      <p:grpSpPr>
        <a:xfrm>
          <a:off x="0" y="0"/>
          <a:ext cx="0" cy="0"/>
          <a:chOff x="0" y="0"/>
          <a:chExt cx="0" cy="0"/>
        </a:xfrm>
      </p:grpSpPr>
      <p:sp>
        <p:nvSpPr>
          <p:cNvPr id="352" name="Google Shape;352;p63"/>
          <p:cNvSpPr txBox="1"/>
          <p:nvPr>
            <p:ph idx="12" type="sldNum"/>
          </p:nvPr>
        </p:nvSpPr>
        <p:spPr>
          <a:xfrm>
            <a:off x="8317509" y="4736592"/>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53" name="Google Shape;353;p63"/>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354" name="Shape 354"/>
        <p:cNvGrpSpPr/>
        <p:nvPr/>
      </p:nvGrpSpPr>
      <p:grpSpPr>
        <a:xfrm>
          <a:off x="0" y="0"/>
          <a:ext cx="0" cy="0"/>
          <a:chOff x="0" y="0"/>
          <a:chExt cx="0" cy="0"/>
        </a:xfrm>
      </p:grpSpPr>
      <p:sp>
        <p:nvSpPr>
          <p:cNvPr id="355" name="Google Shape;355;p64"/>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56" name="Google Shape;356;p6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357" name="Google Shape;357;p64"/>
          <p:cNvSpPr/>
          <p:nvPr>
            <p:ph idx="2" type="pic"/>
          </p:nvPr>
        </p:nvSpPr>
        <p:spPr>
          <a:xfrm>
            <a:off x="7446169" y="228600"/>
            <a:ext cx="1473600" cy="685800"/>
          </a:xfrm>
          <a:prstGeom prst="rect">
            <a:avLst/>
          </a:prstGeom>
          <a:noFill/>
          <a:ln>
            <a:noFill/>
          </a:ln>
        </p:spPr>
      </p:sp>
      <p:sp>
        <p:nvSpPr>
          <p:cNvPr id="358" name="Google Shape;358;p64"/>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59" name="Google Shape;359;p6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360" name="Google Shape;360;p6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61" name="Google Shape;361;p64"/>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3" name="Shape 363"/>
        <p:cNvGrpSpPr/>
        <p:nvPr/>
      </p:nvGrpSpPr>
      <p:grpSpPr>
        <a:xfrm>
          <a:off x="0" y="0"/>
          <a:ext cx="0" cy="0"/>
          <a:chOff x="0" y="0"/>
          <a:chExt cx="0" cy="0"/>
        </a:xfrm>
      </p:grpSpPr>
      <p:pic>
        <p:nvPicPr>
          <p:cNvPr id="364" name="Google Shape;364;p6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Stone">
  <p:cSld name="Primary Cover - Stone">
    <p:bg>
      <p:bgPr>
        <a:solidFill>
          <a:srgbClr val="F3EDE0"/>
        </a:solidFill>
      </p:bgPr>
    </p:bg>
    <p:spTree>
      <p:nvGrpSpPr>
        <p:cNvPr id="365" name="Shape 365"/>
        <p:cNvGrpSpPr/>
        <p:nvPr/>
      </p:nvGrpSpPr>
      <p:grpSpPr>
        <a:xfrm>
          <a:off x="0" y="0"/>
          <a:ext cx="0" cy="0"/>
          <a:chOff x="0" y="0"/>
          <a:chExt cx="0" cy="0"/>
        </a:xfrm>
      </p:grpSpPr>
      <p:sp>
        <p:nvSpPr>
          <p:cNvPr id="366" name="Google Shape;366;p67"/>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67" name="Google Shape;367;p67"/>
          <p:cNvSpPr/>
          <p:nvPr>
            <p:ph idx="2" type="pic"/>
          </p:nvPr>
        </p:nvSpPr>
        <p:spPr>
          <a:xfrm>
            <a:off x="7441595" y="228600"/>
            <a:ext cx="1478100" cy="800100"/>
          </a:xfrm>
          <a:prstGeom prst="rect">
            <a:avLst/>
          </a:prstGeom>
          <a:noFill/>
          <a:ln>
            <a:noFill/>
          </a:ln>
        </p:spPr>
      </p:sp>
      <p:sp>
        <p:nvSpPr>
          <p:cNvPr id="368" name="Google Shape;368;p67"/>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69" name="Google Shape;369;p67"/>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70" name="Google Shape;370;p67"/>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White">
  <p:cSld name="Primary Cover - White">
    <p:bg>
      <p:bgPr>
        <a:solidFill>
          <a:schemeClr val="lt1"/>
        </a:solidFill>
      </p:bgPr>
    </p:bg>
    <p:spTree>
      <p:nvGrpSpPr>
        <p:cNvPr id="371" name="Shape 371"/>
        <p:cNvGrpSpPr/>
        <p:nvPr/>
      </p:nvGrpSpPr>
      <p:grpSpPr>
        <a:xfrm>
          <a:off x="0" y="0"/>
          <a:ext cx="0" cy="0"/>
          <a:chOff x="0" y="0"/>
          <a:chExt cx="0" cy="0"/>
        </a:xfrm>
      </p:grpSpPr>
      <p:sp>
        <p:nvSpPr>
          <p:cNvPr id="372" name="Google Shape;372;p68"/>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73" name="Google Shape;373;p68"/>
          <p:cNvSpPr/>
          <p:nvPr>
            <p:ph idx="2" type="pic"/>
          </p:nvPr>
        </p:nvSpPr>
        <p:spPr>
          <a:xfrm>
            <a:off x="7441595" y="228600"/>
            <a:ext cx="1478100" cy="800100"/>
          </a:xfrm>
          <a:prstGeom prst="rect">
            <a:avLst/>
          </a:prstGeom>
          <a:noFill/>
          <a:ln>
            <a:noFill/>
          </a:ln>
        </p:spPr>
      </p:sp>
      <p:sp>
        <p:nvSpPr>
          <p:cNvPr id="374" name="Google Shape;374;p68"/>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75" name="Google Shape;375;p68"/>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76" name="Google Shape;376;p68"/>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Black">
  <p:cSld name="Primary Cover - Black">
    <p:bg>
      <p:bgPr>
        <a:solidFill>
          <a:schemeClr val="dk1"/>
        </a:solidFill>
      </p:bgPr>
    </p:bg>
    <p:spTree>
      <p:nvGrpSpPr>
        <p:cNvPr id="377" name="Shape 377"/>
        <p:cNvGrpSpPr/>
        <p:nvPr/>
      </p:nvGrpSpPr>
      <p:grpSpPr>
        <a:xfrm>
          <a:off x="0" y="0"/>
          <a:ext cx="0" cy="0"/>
          <a:chOff x="0" y="0"/>
          <a:chExt cx="0" cy="0"/>
        </a:xfrm>
      </p:grpSpPr>
      <p:sp>
        <p:nvSpPr>
          <p:cNvPr id="378" name="Google Shape;378;p69"/>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79" name="Google Shape;379;p69"/>
          <p:cNvSpPr/>
          <p:nvPr>
            <p:ph idx="2" type="pic"/>
          </p:nvPr>
        </p:nvSpPr>
        <p:spPr>
          <a:xfrm>
            <a:off x="7441595" y="228600"/>
            <a:ext cx="1478100" cy="800100"/>
          </a:xfrm>
          <a:prstGeom prst="rect">
            <a:avLst/>
          </a:prstGeom>
          <a:noFill/>
          <a:ln>
            <a:noFill/>
          </a:ln>
        </p:spPr>
      </p:sp>
      <p:sp>
        <p:nvSpPr>
          <p:cNvPr id="380" name="Google Shape;380;p69"/>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81" name="Google Shape;381;p69"/>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82" name="Google Shape;382;p69"/>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Stone">
  <p:cSld name="Secondary Cover - Stone">
    <p:bg>
      <p:bgPr>
        <a:solidFill>
          <a:srgbClr val="F3EDE0"/>
        </a:solidFill>
      </p:bgPr>
    </p:bg>
    <p:spTree>
      <p:nvGrpSpPr>
        <p:cNvPr id="383" name="Shape 383"/>
        <p:cNvGrpSpPr/>
        <p:nvPr/>
      </p:nvGrpSpPr>
      <p:grpSpPr>
        <a:xfrm>
          <a:off x="0" y="0"/>
          <a:ext cx="0" cy="0"/>
          <a:chOff x="0" y="0"/>
          <a:chExt cx="0" cy="0"/>
        </a:xfrm>
      </p:grpSpPr>
      <p:pic>
        <p:nvPicPr>
          <p:cNvPr id="384" name="Google Shape;384;p70"/>
          <p:cNvPicPr preferRelativeResize="0"/>
          <p:nvPr/>
        </p:nvPicPr>
        <p:blipFill rotWithShape="1">
          <a:blip r:embed="rId2">
            <a:alphaModFix/>
          </a:blip>
          <a:srcRect b="0" l="0" r="0" t="0"/>
          <a:stretch/>
        </p:blipFill>
        <p:spPr>
          <a:xfrm>
            <a:off x="6413157" y="2629904"/>
            <a:ext cx="2461978" cy="2251430"/>
          </a:xfrm>
          <a:prstGeom prst="rect">
            <a:avLst/>
          </a:prstGeom>
          <a:noFill/>
          <a:ln>
            <a:noFill/>
          </a:ln>
        </p:spPr>
      </p:pic>
      <p:sp>
        <p:nvSpPr>
          <p:cNvPr id="385" name="Google Shape;385;p70"/>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386" name="Google Shape;386;p70"/>
          <p:cNvPicPr preferRelativeResize="0"/>
          <p:nvPr/>
        </p:nvPicPr>
        <p:blipFill rotWithShape="1">
          <a:blip r:embed="rId3">
            <a:alphaModFix/>
          </a:blip>
          <a:srcRect b="0" l="0" r="0" t="0"/>
          <a:stretch/>
        </p:blipFill>
        <p:spPr>
          <a:xfrm>
            <a:off x="228600" y="228600"/>
            <a:ext cx="618534" cy="140576"/>
          </a:xfrm>
          <a:prstGeom prst="rect">
            <a:avLst/>
          </a:prstGeom>
          <a:noFill/>
          <a:ln>
            <a:noFill/>
          </a:ln>
        </p:spPr>
      </p:pic>
      <p:sp>
        <p:nvSpPr>
          <p:cNvPr id="387" name="Google Shape;387;p70"/>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88" name="Google Shape;388;p70"/>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White">
  <p:cSld name="Secondary Cover - White">
    <p:bg>
      <p:bgPr>
        <a:solidFill>
          <a:schemeClr val="lt1"/>
        </a:solidFill>
      </p:bgPr>
    </p:bg>
    <p:spTree>
      <p:nvGrpSpPr>
        <p:cNvPr id="389" name="Shape 389"/>
        <p:cNvGrpSpPr/>
        <p:nvPr/>
      </p:nvGrpSpPr>
      <p:grpSpPr>
        <a:xfrm>
          <a:off x="0" y="0"/>
          <a:ext cx="0" cy="0"/>
          <a:chOff x="0" y="0"/>
          <a:chExt cx="0" cy="0"/>
        </a:xfrm>
      </p:grpSpPr>
      <p:sp>
        <p:nvSpPr>
          <p:cNvPr id="390" name="Google Shape;390;p71"/>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391" name="Google Shape;391;p71"/>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92" name="Google Shape;392;p71"/>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93" name="Google Shape;393;p71"/>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94" name="Google Shape;394;p71"/>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Black">
  <p:cSld name="Secondary Cover - Black">
    <p:bg>
      <p:bgPr>
        <a:solidFill>
          <a:schemeClr val="dk1"/>
        </a:solidFill>
      </p:bgPr>
    </p:bg>
    <p:spTree>
      <p:nvGrpSpPr>
        <p:cNvPr id="395" name="Shape 395"/>
        <p:cNvGrpSpPr/>
        <p:nvPr/>
      </p:nvGrpSpPr>
      <p:grpSpPr>
        <a:xfrm>
          <a:off x="0" y="0"/>
          <a:ext cx="0" cy="0"/>
          <a:chOff x="0" y="0"/>
          <a:chExt cx="0" cy="0"/>
        </a:xfrm>
      </p:grpSpPr>
      <p:sp>
        <p:nvSpPr>
          <p:cNvPr id="396" name="Google Shape;396;p72"/>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6"/>
                </a:solidFill>
                <a:latin typeface="Verizon NHG TX"/>
                <a:ea typeface="Verizon NHG TX"/>
                <a:cs typeface="Verizon NHG TX"/>
                <a:sym typeface="Verizon NHG TX"/>
              </a:rPr>
              <a:t>‹#›</a:t>
            </a:fld>
            <a:endParaRPr b="1" i="0" sz="1000">
              <a:solidFill>
                <a:schemeClr val="accent6"/>
              </a:solidFill>
              <a:latin typeface="Verizon NHG TX"/>
              <a:ea typeface="Verizon NHG TX"/>
              <a:cs typeface="Verizon NHG TX"/>
              <a:sym typeface="Verizon NHG TX"/>
            </a:endParaRPr>
          </a:p>
        </p:txBody>
      </p:sp>
      <p:pic>
        <p:nvPicPr>
          <p:cNvPr id="397" name="Google Shape;397;p72"/>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98" name="Google Shape;398;p72"/>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99" name="Google Shape;399;p72"/>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00" name="Google Shape;400;p72"/>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Stone">
  <p:cSld name="Divider - Stone">
    <p:bg>
      <p:bgPr>
        <a:solidFill>
          <a:srgbClr val="F3EDE0"/>
        </a:solidFill>
      </p:bgPr>
    </p:bg>
    <p:spTree>
      <p:nvGrpSpPr>
        <p:cNvPr id="401" name="Shape 401"/>
        <p:cNvGrpSpPr/>
        <p:nvPr/>
      </p:nvGrpSpPr>
      <p:grpSpPr>
        <a:xfrm>
          <a:off x="0" y="0"/>
          <a:ext cx="0" cy="0"/>
          <a:chOff x="0" y="0"/>
          <a:chExt cx="0" cy="0"/>
        </a:xfrm>
      </p:grpSpPr>
      <p:sp>
        <p:nvSpPr>
          <p:cNvPr id="402" name="Google Shape;402;p73"/>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03" name="Google Shape;403;p73"/>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04" name="Google Shape;404;p7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05" name="Google Shape;405;p7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06" name="Google Shape;406;p7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White">
  <p:cSld name="Divider - White">
    <p:bg>
      <p:bgPr>
        <a:solidFill>
          <a:schemeClr val="lt1"/>
        </a:solidFill>
      </p:bgPr>
    </p:bg>
    <p:spTree>
      <p:nvGrpSpPr>
        <p:cNvPr id="407" name="Shape 407"/>
        <p:cNvGrpSpPr/>
        <p:nvPr/>
      </p:nvGrpSpPr>
      <p:grpSpPr>
        <a:xfrm>
          <a:off x="0" y="0"/>
          <a:ext cx="0" cy="0"/>
          <a:chOff x="0" y="0"/>
          <a:chExt cx="0" cy="0"/>
        </a:xfrm>
      </p:grpSpPr>
      <p:sp>
        <p:nvSpPr>
          <p:cNvPr id="408" name="Google Shape;408;p7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09" name="Google Shape;409;p7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10" name="Google Shape;410;p7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11" name="Google Shape;411;p74"/>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12" name="Google Shape;412;p74"/>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Black">
  <p:cSld name="Divider - Black">
    <p:bg>
      <p:bgPr>
        <a:solidFill>
          <a:schemeClr val="dk1"/>
        </a:solidFill>
      </p:bgPr>
    </p:bg>
    <p:spTree>
      <p:nvGrpSpPr>
        <p:cNvPr id="413" name="Shape 413"/>
        <p:cNvGrpSpPr/>
        <p:nvPr/>
      </p:nvGrpSpPr>
      <p:grpSpPr>
        <a:xfrm>
          <a:off x="0" y="0"/>
          <a:ext cx="0" cy="0"/>
          <a:chOff x="0" y="0"/>
          <a:chExt cx="0" cy="0"/>
        </a:xfrm>
      </p:grpSpPr>
      <p:sp>
        <p:nvSpPr>
          <p:cNvPr id="414" name="Google Shape;414;p7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accent6"/>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15" name="Google Shape;415;p7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6"/>
                </a:solidFill>
                <a:latin typeface="Verizon NHG TX"/>
                <a:ea typeface="Verizon NHG TX"/>
                <a:cs typeface="Verizon NHG TX"/>
                <a:sym typeface="Verizon NHG TX"/>
              </a:rPr>
              <a:t>‹#›</a:t>
            </a:fld>
            <a:endParaRPr b="1" i="0" sz="1000">
              <a:solidFill>
                <a:schemeClr val="accent6"/>
              </a:solidFill>
              <a:latin typeface="Verizon NHG TX"/>
              <a:ea typeface="Verizon NHG TX"/>
              <a:cs typeface="Verizon NHG TX"/>
              <a:sym typeface="Verizon NHG TX"/>
            </a:endParaRPr>
          </a:p>
        </p:txBody>
      </p:sp>
      <p:pic>
        <p:nvPicPr>
          <p:cNvPr id="416" name="Google Shape;416;p7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17" name="Google Shape;417;p75"/>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18" name="Google Shape;418;p75"/>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lt1"/>
              </a:buClr>
              <a:buSzPts val="2400"/>
              <a:buFont typeface="Verizon NHG TX"/>
              <a:buNone/>
              <a:defRPr b="1" i="0" sz="24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White">
  <p:cSld name="Large statement or Divider - White">
    <p:bg>
      <p:bgPr>
        <a:solidFill>
          <a:schemeClr val="lt1"/>
        </a:solidFill>
      </p:bgPr>
    </p:bg>
    <p:spTree>
      <p:nvGrpSpPr>
        <p:cNvPr id="419" name="Shape 419"/>
        <p:cNvGrpSpPr/>
        <p:nvPr/>
      </p:nvGrpSpPr>
      <p:grpSpPr>
        <a:xfrm>
          <a:off x="0" y="0"/>
          <a:ext cx="0" cy="0"/>
          <a:chOff x="0" y="0"/>
          <a:chExt cx="0" cy="0"/>
        </a:xfrm>
      </p:grpSpPr>
      <p:sp>
        <p:nvSpPr>
          <p:cNvPr id="420" name="Google Shape;420;p76"/>
          <p:cNvSpPr/>
          <p:nvPr/>
        </p:nvSpPr>
        <p:spPr>
          <a:xfrm>
            <a:off x="260001" y="436221"/>
            <a:ext cx="8621700" cy="3984600"/>
          </a:xfrm>
          <a:prstGeom prst="rect">
            <a:avLst/>
          </a:prstGeom>
          <a:solidFill>
            <a:schemeClr val="accen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21" name="Google Shape;421;p76"/>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22" name="Google Shape;422;p7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23" name="Google Shape;423;p7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24" name="Google Shape;424;p7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Stone">
  <p:cSld name="Large statement or Divider - Stone">
    <p:bg>
      <p:bgPr>
        <a:solidFill>
          <a:schemeClr val="accent2"/>
        </a:solidFill>
      </p:bgPr>
    </p:bg>
    <p:spTree>
      <p:nvGrpSpPr>
        <p:cNvPr id="425" name="Shape 425"/>
        <p:cNvGrpSpPr/>
        <p:nvPr/>
      </p:nvGrpSpPr>
      <p:grpSpPr>
        <a:xfrm>
          <a:off x="0" y="0"/>
          <a:ext cx="0" cy="0"/>
          <a:chOff x="0" y="0"/>
          <a:chExt cx="0" cy="0"/>
        </a:xfrm>
      </p:grpSpPr>
      <p:sp>
        <p:nvSpPr>
          <p:cNvPr id="426" name="Google Shape;426;p77"/>
          <p:cNvSpPr/>
          <p:nvPr/>
        </p:nvSpPr>
        <p:spPr>
          <a:xfrm>
            <a:off x="260001" y="436221"/>
            <a:ext cx="8621700" cy="3984600"/>
          </a:xfrm>
          <a:prstGeom prst="rect">
            <a:avLst/>
          </a:prstGeom>
          <a:solidFill>
            <a:schemeClr val="lt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27" name="Google Shape;427;p77"/>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28" name="Google Shape;428;p7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29" name="Google Shape;429;p7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30" name="Google Shape;430;p7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Black">
  <p:cSld name="Large statement or Divider - Black">
    <p:bg>
      <p:bgPr>
        <a:solidFill>
          <a:schemeClr val="lt1"/>
        </a:solidFill>
      </p:bgPr>
    </p:bg>
    <p:spTree>
      <p:nvGrpSpPr>
        <p:cNvPr id="431" name="Shape 431"/>
        <p:cNvGrpSpPr/>
        <p:nvPr/>
      </p:nvGrpSpPr>
      <p:grpSpPr>
        <a:xfrm>
          <a:off x="0" y="0"/>
          <a:ext cx="0" cy="0"/>
          <a:chOff x="0" y="0"/>
          <a:chExt cx="0" cy="0"/>
        </a:xfrm>
      </p:grpSpPr>
      <p:sp>
        <p:nvSpPr>
          <p:cNvPr id="432" name="Google Shape;432;p78"/>
          <p:cNvSpPr/>
          <p:nvPr/>
        </p:nvSpPr>
        <p:spPr>
          <a:xfrm>
            <a:off x="260001" y="436221"/>
            <a:ext cx="8621700" cy="3984600"/>
          </a:xfrm>
          <a:prstGeom prst="rect">
            <a:avLst/>
          </a:prstGeom>
          <a:solidFill>
            <a:schemeClr val="dk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3" name="Google Shape;433;p78"/>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chemeClr val="lt1"/>
              </a:buClr>
              <a:buSzPts val="4900"/>
              <a:buFont typeface="Verizon NHG TX"/>
              <a:buNone/>
              <a:defRPr b="1" i="0" sz="49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34" name="Google Shape;434;p7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35" name="Google Shape;435;p7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36" name="Google Shape;436;p7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Yellow">
  <p:cSld name="Divider w/ Copy - Yellow">
    <p:bg>
      <p:bgPr>
        <a:solidFill>
          <a:srgbClr val="F3EDE0"/>
        </a:solidFill>
      </p:bgPr>
    </p:bg>
    <p:spTree>
      <p:nvGrpSpPr>
        <p:cNvPr id="437" name="Shape 437"/>
        <p:cNvGrpSpPr/>
        <p:nvPr/>
      </p:nvGrpSpPr>
      <p:grpSpPr>
        <a:xfrm>
          <a:off x="0" y="0"/>
          <a:ext cx="0" cy="0"/>
          <a:chOff x="0" y="0"/>
          <a:chExt cx="0" cy="0"/>
        </a:xfrm>
      </p:grpSpPr>
      <p:sp>
        <p:nvSpPr>
          <p:cNvPr id="438" name="Google Shape;438;p79"/>
          <p:cNvSpPr/>
          <p:nvPr/>
        </p:nvSpPr>
        <p:spPr>
          <a:xfrm>
            <a:off x="4567428" y="0"/>
            <a:ext cx="4576500" cy="5143500"/>
          </a:xfrm>
          <a:prstGeom prst="rect">
            <a:avLst/>
          </a:prstGeom>
          <a:solidFill>
            <a:schemeClr val="l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9" name="Google Shape;439;p79"/>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40" name="Google Shape;440;p7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41" name="Google Shape;441;p7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42" name="Google Shape;442;p7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43" name="Google Shape;443;p79"/>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Red">
  <p:cSld name="Divider w/ Copy - Red">
    <p:bg>
      <p:bgPr>
        <a:solidFill>
          <a:srgbClr val="F3EDE0"/>
        </a:solidFill>
      </p:bgPr>
    </p:bg>
    <p:spTree>
      <p:nvGrpSpPr>
        <p:cNvPr id="444" name="Shape 444"/>
        <p:cNvGrpSpPr/>
        <p:nvPr/>
      </p:nvGrpSpPr>
      <p:grpSpPr>
        <a:xfrm>
          <a:off x="0" y="0"/>
          <a:ext cx="0" cy="0"/>
          <a:chOff x="0" y="0"/>
          <a:chExt cx="0" cy="0"/>
        </a:xfrm>
      </p:grpSpPr>
      <p:sp>
        <p:nvSpPr>
          <p:cNvPr id="445" name="Google Shape;445;p80"/>
          <p:cNvSpPr/>
          <p:nvPr/>
        </p:nvSpPr>
        <p:spPr>
          <a:xfrm>
            <a:off x="4567428" y="0"/>
            <a:ext cx="4576500" cy="5143500"/>
          </a:xfrm>
          <a:prstGeom prst="rect">
            <a:avLst/>
          </a:prstGeom>
          <a:solidFill>
            <a:schemeClr val="accent1"/>
          </a:solidFill>
          <a:ln cap="flat" cmpd="sng" w="825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6" name="Google Shape;446;p80"/>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47" name="Google Shape;447;p8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48" name="Google Shape;448;p8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5"/>
                </a:solidFill>
                <a:latin typeface="Verizon NHG TX"/>
                <a:ea typeface="Verizon NHG TX"/>
                <a:cs typeface="Verizon NHG TX"/>
                <a:sym typeface="Verizon NHG TX"/>
              </a:rPr>
              <a:t>‹#›</a:t>
            </a:fld>
            <a:endParaRPr b="1" i="0" sz="1000">
              <a:solidFill>
                <a:schemeClr val="accent5"/>
              </a:solidFill>
              <a:latin typeface="Verizon NHG TX"/>
              <a:ea typeface="Verizon NHG TX"/>
              <a:cs typeface="Verizon NHG TX"/>
              <a:sym typeface="Verizon NHG TX"/>
            </a:endParaRPr>
          </a:p>
        </p:txBody>
      </p:sp>
      <p:pic>
        <p:nvPicPr>
          <p:cNvPr id="449" name="Google Shape;449;p8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50" name="Google Shape;450;p80"/>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lt1"/>
              </a:buClr>
              <a:buSzPts val="2400"/>
              <a:buFont typeface="Verizon NHG TX"/>
              <a:buNone/>
              <a:defRPr i="0" sz="24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Stone">
  <p:cSld name="Divider w/ Image - Stone">
    <p:bg>
      <p:bgPr>
        <a:solidFill>
          <a:srgbClr val="F3EDE0"/>
        </a:solidFill>
      </p:bgPr>
    </p:bg>
    <p:spTree>
      <p:nvGrpSpPr>
        <p:cNvPr id="451" name="Shape 451"/>
        <p:cNvGrpSpPr/>
        <p:nvPr/>
      </p:nvGrpSpPr>
      <p:grpSpPr>
        <a:xfrm>
          <a:off x="0" y="0"/>
          <a:ext cx="0" cy="0"/>
          <a:chOff x="0" y="0"/>
          <a:chExt cx="0" cy="0"/>
        </a:xfrm>
      </p:grpSpPr>
      <p:sp>
        <p:nvSpPr>
          <p:cNvPr id="452" name="Google Shape;452;p81"/>
          <p:cNvSpPr/>
          <p:nvPr>
            <p:ph idx="2" type="pic"/>
          </p:nvPr>
        </p:nvSpPr>
        <p:spPr>
          <a:xfrm>
            <a:off x="4510683" y="0"/>
            <a:ext cx="4632600" cy="5143500"/>
          </a:xfrm>
          <a:prstGeom prst="rect">
            <a:avLst/>
          </a:prstGeom>
          <a:solidFill>
            <a:schemeClr val="lt1"/>
          </a:solidFill>
          <a:ln>
            <a:noFill/>
          </a:ln>
        </p:spPr>
      </p:sp>
      <p:sp>
        <p:nvSpPr>
          <p:cNvPr id="453" name="Google Shape;453;p81"/>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54" name="Google Shape;454;p8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55" name="Google Shape;455;p8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Red">
  <p:cSld name="Divider w/ Image - Red">
    <p:bg>
      <p:bgPr>
        <a:solidFill>
          <a:schemeClr val="accent1"/>
        </a:solidFill>
      </p:bgPr>
    </p:bg>
    <p:spTree>
      <p:nvGrpSpPr>
        <p:cNvPr id="456" name="Shape 456"/>
        <p:cNvGrpSpPr/>
        <p:nvPr/>
      </p:nvGrpSpPr>
      <p:grpSpPr>
        <a:xfrm>
          <a:off x="0" y="0"/>
          <a:ext cx="0" cy="0"/>
          <a:chOff x="0" y="0"/>
          <a:chExt cx="0" cy="0"/>
        </a:xfrm>
      </p:grpSpPr>
      <p:sp>
        <p:nvSpPr>
          <p:cNvPr id="457" name="Google Shape;457;p82"/>
          <p:cNvSpPr/>
          <p:nvPr>
            <p:ph idx="2" type="pic"/>
          </p:nvPr>
        </p:nvSpPr>
        <p:spPr>
          <a:xfrm>
            <a:off x="4510683" y="0"/>
            <a:ext cx="4632600" cy="5143500"/>
          </a:xfrm>
          <a:prstGeom prst="rect">
            <a:avLst/>
          </a:prstGeom>
          <a:solidFill>
            <a:schemeClr val="lt1"/>
          </a:solidFill>
          <a:ln>
            <a:noFill/>
          </a:ln>
        </p:spPr>
      </p:sp>
      <p:sp>
        <p:nvSpPr>
          <p:cNvPr id="458" name="Google Shape;458;p82"/>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59" name="Google Shape;459;p8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60" name="Google Shape;460;p82"/>
          <p:cNvPicPr preferRelativeResize="0"/>
          <p:nvPr/>
        </p:nvPicPr>
        <p:blipFill rotWithShape="1">
          <a:blip r:embed="rId2">
            <a:alphaModFix/>
          </a:blip>
          <a:srcRect b="22679" l="0" r="0" t="22673"/>
          <a:stretch/>
        </p:blipFill>
        <p:spPr>
          <a:xfrm>
            <a:off x="124003" y="4745383"/>
            <a:ext cx="847898" cy="189822"/>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 White">
  <p:cSld name="Agenda/TOC - White">
    <p:spTree>
      <p:nvGrpSpPr>
        <p:cNvPr id="461" name="Shape 461"/>
        <p:cNvGrpSpPr/>
        <p:nvPr/>
      </p:nvGrpSpPr>
      <p:grpSpPr>
        <a:xfrm>
          <a:off x="0" y="0"/>
          <a:ext cx="0" cy="0"/>
          <a:chOff x="0" y="0"/>
          <a:chExt cx="0" cy="0"/>
        </a:xfrm>
      </p:grpSpPr>
      <p:sp>
        <p:nvSpPr>
          <p:cNvPr id="462" name="Google Shape;462;p83"/>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63" name="Google Shape;463;p8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64" name="Google Shape;464;p8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65" name="Google Shape;465;p8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Alt - White">
  <p:cSld name="Agenda/TOC Alt - White">
    <p:spTree>
      <p:nvGrpSpPr>
        <p:cNvPr id="466" name="Shape 466"/>
        <p:cNvGrpSpPr/>
        <p:nvPr/>
      </p:nvGrpSpPr>
      <p:grpSpPr>
        <a:xfrm>
          <a:off x="0" y="0"/>
          <a:ext cx="0" cy="0"/>
          <a:chOff x="0" y="0"/>
          <a:chExt cx="0" cy="0"/>
        </a:xfrm>
      </p:grpSpPr>
      <p:sp>
        <p:nvSpPr>
          <p:cNvPr id="467" name="Google Shape;467;p84"/>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68" name="Google Shape;468;p84"/>
          <p:cNvSpPr txBox="1"/>
          <p:nvPr>
            <p:ph idx="2" type="body"/>
          </p:nvPr>
        </p:nvSpPr>
        <p:spPr>
          <a:xfrm>
            <a:off x="226219" y="1828800"/>
            <a:ext cx="35568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69" name="Google Shape;469;p84"/>
          <p:cNvSpPr txBox="1"/>
          <p:nvPr>
            <p:ph idx="3" type="body"/>
          </p:nvPr>
        </p:nvSpPr>
        <p:spPr>
          <a:xfrm>
            <a:off x="4626769" y="1828800"/>
            <a:ext cx="35511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70" name="Google Shape;470;p8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71" name="Google Shape;471;p8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72" name="Google Shape;472;p8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ls/Principles - White">
  <p:cSld name="Ideals/Principles - White">
    <p:bg>
      <p:bgPr>
        <a:solidFill>
          <a:srgbClr val="FFFFFF"/>
        </a:solidFill>
      </p:bgPr>
    </p:bg>
    <p:spTree>
      <p:nvGrpSpPr>
        <p:cNvPr id="473" name="Shape 473"/>
        <p:cNvGrpSpPr/>
        <p:nvPr/>
      </p:nvGrpSpPr>
      <p:grpSpPr>
        <a:xfrm>
          <a:off x="0" y="0"/>
          <a:ext cx="0" cy="0"/>
          <a:chOff x="0" y="0"/>
          <a:chExt cx="0" cy="0"/>
        </a:xfrm>
      </p:grpSpPr>
      <p:sp>
        <p:nvSpPr>
          <p:cNvPr id="474" name="Google Shape;474;p85"/>
          <p:cNvSpPr txBox="1"/>
          <p:nvPr>
            <p:ph idx="1" type="body"/>
          </p:nvPr>
        </p:nvSpPr>
        <p:spPr>
          <a:xfrm>
            <a:off x="226219" y="1828800"/>
            <a:ext cx="57519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75" name="Google Shape;475;p8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76" name="Google Shape;476;p8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77" name="Google Shape;477;p8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78" name="Google Shape;478;p85"/>
          <p:cNvSpPr txBox="1"/>
          <p:nvPr>
            <p:ph idx="2"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479" name="Shape 479"/>
        <p:cNvGrpSpPr/>
        <p:nvPr/>
      </p:nvGrpSpPr>
      <p:grpSpPr>
        <a:xfrm>
          <a:off x="0" y="0"/>
          <a:ext cx="0" cy="0"/>
          <a:chOff x="0" y="0"/>
          <a:chExt cx="0" cy="0"/>
        </a:xfrm>
      </p:grpSpPr>
      <p:sp>
        <p:nvSpPr>
          <p:cNvPr id="480" name="Google Shape;480;p8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81" name="Google Shape;481;p8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82" name="Google Shape;482;p86"/>
          <p:cNvSpPr/>
          <p:nvPr>
            <p:ph idx="2" type="pic"/>
          </p:nvPr>
        </p:nvSpPr>
        <p:spPr>
          <a:xfrm>
            <a:off x="7446169" y="228600"/>
            <a:ext cx="1473600" cy="685800"/>
          </a:xfrm>
          <a:prstGeom prst="rect">
            <a:avLst/>
          </a:prstGeom>
          <a:noFill/>
          <a:ln>
            <a:noFill/>
          </a:ln>
        </p:spPr>
      </p:sp>
      <p:sp>
        <p:nvSpPr>
          <p:cNvPr id="483" name="Google Shape;483;p86"/>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84" name="Google Shape;484;p8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85" name="Google Shape;485;p8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86" name="Google Shape;486;p86"/>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2 - White">
  <p:cSld name="Bullet point and optional partner 2 - White">
    <p:bg>
      <p:bgPr>
        <a:solidFill>
          <a:schemeClr val="lt1"/>
        </a:solidFill>
      </p:bgPr>
    </p:bg>
    <p:spTree>
      <p:nvGrpSpPr>
        <p:cNvPr id="487" name="Shape 487"/>
        <p:cNvGrpSpPr/>
        <p:nvPr/>
      </p:nvGrpSpPr>
      <p:grpSpPr>
        <a:xfrm>
          <a:off x="0" y="0"/>
          <a:ext cx="0" cy="0"/>
          <a:chOff x="0" y="0"/>
          <a:chExt cx="0" cy="0"/>
        </a:xfrm>
      </p:grpSpPr>
      <p:sp>
        <p:nvSpPr>
          <p:cNvPr id="488" name="Google Shape;488;p87"/>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89" name="Google Shape;489;p8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90" name="Google Shape;490;p8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91" name="Google Shape;491;p8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92" name="Google Shape;492;p87"/>
          <p:cNvSpPr/>
          <p:nvPr>
            <p:ph idx="2" type="pic"/>
          </p:nvPr>
        </p:nvSpPr>
        <p:spPr>
          <a:xfrm>
            <a:off x="7446169" y="228600"/>
            <a:ext cx="1473600" cy="685800"/>
          </a:xfrm>
          <a:prstGeom prst="rect">
            <a:avLst/>
          </a:prstGeom>
          <a:noFill/>
          <a:ln>
            <a:noFill/>
          </a:ln>
        </p:spPr>
      </p:sp>
      <p:sp>
        <p:nvSpPr>
          <p:cNvPr id="493" name="Google Shape;493;p87"/>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94" name="Google Shape;494;p87"/>
          <p:cNvSpPr txBox="1"/>
          <p:nvPr>
            <p:ph idx="4" type="body"/>
          </p:nvPr>
        </p:nvSpPr>
        <p:spPr>
          <a:xfrm>
            <a:off x="228144" y="1828799"/>
            <a:ext cx="7218000" cy="22836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icture - White">
  <p:cSld name="Three column picture - White">
    <p:bg>
      <p:bgPr>
        <a:solidFill>
          <a:schemeClr val="lt1"/>
        </a:solidFill>
      </p:bgPr>
    </p:bg>
    <p:spTree>
      <p:nvGrpSpPr>
        <p:cNvPr id="495" name="Shape 495"/>
        <p:cNvGrpSpPr/>
        <p:nvPr/>
      </p:nvGrpSpPr>
      <p:grpSpPr>
        <a:xfrm>
          <a:off x="0" y="0"/>
          <a:ext cx="0" cy="0"/>
          <a:chOff x="0" y="0"/>
          <a:chExt cx="0" cy="0"/>
        </a:xfrm>
      </p:grpSpPr>
      <p:sp>
        <p:nvSpPr>
          <p:cNvPr id="496" name="Google Shape;496;p8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97" name="Google Shape;497;p8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98" name="Google Shape;498;p88"/>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99" name="Google Shape;499;p8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00" name="Google Shape;500;p8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01" name="Google Shape;501;p88"/>
          <p:cNvSpPr txBox="1"/>
          <p:nvPr>
            <p:ph idx="3" type="body"/>
          </p:nvPr>
        </p:nvSpPr>
        <p:spPr>
          <a:xfrm>
            <a:off x="228600" y="1031789"/>
            <a:ext cx="2083500" cy="682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2" name="Google Shape;502;p88"/>
          <p:cNvSpPr txBox="1"/>
          <p:nvPr>
            <p:ph idx="4" type="body"/>
          </p:nvPr>
        </p:nvSpPr>
        <p:spPr>
          <a:xfrm>
            <a:off x="228600" y="1831889"/>
            <a:ext cx="2083500" cy="22806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3" name="Google Shape;503;p88"/>
          <p:cNvSpPr txBox="1"/>
          <p:nvPr>
            <p:ph idx="5" type="body"/>
          </p:nvPr>
        </p:nvSpPr>
        <p:spPr>
          <a:xfrm>
            <a:off x="2427684"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4" name="Google Shape;504;p88"/>
          <p:cNvSpPr txBox="1"/>
          <p:nvPr>
            <p:ph idx="6" type="body"/>
          </p:nvPr>
        </p:nvSpPr>
        <p:spPr>
          <a:xfrm>
            <a:off x="2427684"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5" name="Google Shape;505;p88"/>
          <p:cNvSpPr txBox="1"/>
          <p:nvPr>
            <p:ph idx="7" type="body"/>
          </p:nvPr>
        </p:nvSpPr>
        <p:spPr>
          <a:xfrm>
            <a:off x="2427684"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6" name="Google Shape;506;p88"/>
          <p:cNvSpPr txBox="1"/>
          <p:nvPr>
            <p:ph idx="8" type="body"/>
          </p:nvPr>
        </p:nvSpPr>
        <p:spPr>
          <a:xfrm>
            <a:off x="4629150"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7" name="Google Shape;507;p88"/>
          <p:cNvSpPr txBox="1"/>
          <p:nvPr>
            <p:ph idx="9" type="body"/>
          </p:nvPr>
        </p:nvSpPr>
        <p:spPr>
          <a:xfrm>
            <a:off x="4629150"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8" name="Google Shape;508;p88"/>
          <p:cNvSpPr txBox="1"/>
          <p:nvPr>
            <p:ph idx="13" type="body"/>
          </p:nvPr>
        </p:nvSpPr>
        <p:spPr>
          <a:xfrm>
            <a:off x="4629150"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9" name="Google Shape;509;p88"/>
          <p:cNvSpPr txBox="1"/>
          <p:nvPr>
            <p:ph idx="14" type="body"/>
          </p:nvPr>
        </p:nvSpPr>
        <p:spPr>
          <a:xfrm>
            <a:off x="6829424"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0" name="Google Shape;510;p88"/>
          <p:cNvSpPr txBox="1"/>
          <p:nvPr>
            <p:ph idx="15" type="body"/>
          </p:nvPr>
        </p:nvSpPr>
        <p:spPr>
          <a:xfrm>
            <a:off x="6829424"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1" name="Google Shape;511;p88"/>
          <p:cNvSpPr txBox="1"/>
          <p:nvPr>
            <p:ph idx="16" type="body"/>
          </p:nvPr>
        </p:nvSpPr>
        <p:spPr>
          <a:xfrm>
            <a:off x="6829424"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2" name="Google Shape;512;p88"/>
          <p:cNvSpPr/>
          <p:nvPr>
            <p:ph idx="17" type="pic"/>
          </p:nvPr>
        </p:nvSpPr>
        <p:spPr>
          <a:xfrm rot="-5400000">
            <a:off x="2327046" y="1128170"/>
            <a:ext cx="2283600" cy="2084700"/>
          </a:xfrm>
          <a:prstGeom prst="round2SameRect">
            <a:avLst>
              <a:gd fmla="val 0" name="adj1"/>
              <a:gd fmla="val 0" name="adj2"/>
            </a:avLst>
          </a:prstGeom>
          <a:solidFill>
            <a:schemeClr val="accent2"/>
          </a:solidFill>
          <a:ln>
            <a:noFill/>
          </a:ln>
        </p:spPr>
      </p:sp>
      <p:sp>
        <p:nvSpPr>
          <p:cNvPr id="513" name="Google Shape;513;p88"/>
          <p:cNvSpPr txBox="1"/>
          <p:nvPr/>
        </p:nvSpPr>
        <p:spPr>
          <a:xfrm>
            <a:off x="242648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
        <p:nvSpPr>
          <p:cNvPr id="514" name="Google Shape;514;p88"/>
          <p:cNvSpPr/>
          <p:nvPr>
            <p:ph idx="18" type="pic"/>
          </p:nvPr>
        </p:nvSpPr>
        <p:spPr>
          <a:xfrm rot="-5400000">
            <a:off x="4529700" y="1128170"/>
            <a:ext cx="2283600" cy="2084700"/>
          </a:xfrm>
          <a:prstGeom prst="round2SameRect">
            <a:avLst>
              <a:gd fmla="val 0" name="adj1"/>
              <a:gd fmla="val 0" name="adj2"/>
            </a:avLst>
          </a:prstGeom>
          <a:solidFill>
            <a:schemeClr val="accent2"/>
          </a:solidFill>
          <a:ln>
            <a:noFill/>
          </a:ln>
        </p:spPr>
      </p:sp>
      <p:sp>
        <p:nvSpPr>
          <p:cNvPr id="515" name="Google Shape;515;p88"/>
          <p:cNvSpPr txBox="1"/>
          <p:nvPr/>
        </p:nvSpPr>
        <p:spPr>
          <a:xfrm>
            <a:off x="4629136"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
        <p:nvSpPr>
          <p:cNvPr id="516" name="Google Shape;516;p88"/>
          <p:cNvSpPr/>
          <p:nvPr>
            <p:ph idx="19" type="pic"/>
          </p:nvPr>
        </p:nvSpPr>
        <p:spPr>
          <a:xfrm rot="-5400000">
            <a:off x="6727594" y="1128170"/>
            <a:ext cx="2283600" cy="2084700"/>
          </a:xfrm>
          <a:prstGeom prst="round2SameRect">
            <a:avLst>
              <a:gd fmla="val 0" name="adj1"/>
              <a:gd fmla="val 0" name="adj2"/>
            </a:avLst>
          </a:prstGeom>
          <a:solidFill>
            <a:schemeClr val="accent2"/>
          </a:solidFill>
          <a:ln>
            <a:noFill/>
          </a:ln>
        </p:spPr>
      </p:sp>
      <p:sp>
        <p:nvSpPr>
          <p:cNvPr id="517" name="Google Shape;517;p88"/>
          <p:cNvSpPr txBox="1"/>
          <p:nvPr/>
        </p:nvSpPr>
        <p:spPr>
          <a:xfrm>
            <a:off x="682703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 White">
  <p:cSld name="Text and right picture - White">
    <p:bg>
      <p:bgPr>
        <a:solidFill>
          <a:schemeClr val="lt1"/>
        </a:solidFill>
      </p:bgPr>
    </p:bg>
    <p:spTree>
      <p:nvGrpSpPr>
        <p:cNvPr id="518" name="Shape 518"/>
        <p:cNvGrpSpPr/>
        <p:nvPr/>
      </p:nvGrpSpPr>
      <p:grpSpPr>
        <a:xfrm>
          <a:off x="0" y="0"/>
          <a:ext cx="0" cy="0"/>
          <a:chOff x="0" y="0"/>
          <a:chExt cx="0" cy="0"/>
        </a:xfrm>
      </p:grpSpPr>
      <p:sp>
        <p:nvSpPr>
          <p:cNvPr id="519" name="Google Shape;519;p8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20" name="Google Shape;520;p8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21" name="Google Shape;521;p8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22" name="Google Shape;522;p8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23" name="Google Shape;523;p8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24" name="Google Shape;524;p89"/>
          <p:cNvSpPr/>
          <p:nvPr>
            <p:ph idx="3" type="pic"/>
          </p:nvPr>
        </p:nvSpPr>
        <p:spPr>
          <a:xfrm>
            <a:off x="4626769" y="1028699"/>
            <a:ext cx="4286400" cy="3083700"/>
          </a:xfrm>
          <a:prstGeom prst="rect">
            <a:avLst/>
          </a:prstGeom>
          <a:solidFill>
            <a:schemeClr val="accent2"/>
          </a:solidFill>
          <a:ln cap="flat" cmpd="sng" w="76200">
            <a:solidFill>
              <a:schemeClr val="accent3"/>
            </a:solidFill>
            <a:prstDash val="solid"/>
            <a:round/>
            <a:headEnd len="sm" w="sm" type="none"/>
            <a:tailEnd len="sm" w="sm" type="none"/>
          </a:ln>
        </p:spPr>
      </p:sp>
      <p:sp>
        <p:nvSpPr>
          <p:cNvPr id="525" name="Google Shape;525;p89"/>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26" name="Google Shape;526;p89"/>
          <p:cNvSpPr txBox="1"/>
          <p:nvPr>
            <p:ph idx="5" type="body"/>
          </p:nvPr>
        </p:nvSpPr>
        <p:spPr>
          <a:xfrm>
            <a:off x="228145" y="1028700"/>
            <a:ext cx="28173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1/2 - Stone">
  <p:cSld name="Text and right picture 1/2 - Stone">
    <p:bg>
      <p:bgPr>
        <a:solidFill>
          <a:schemeClr val="lt1"/>
        </a:solidFill>
      </p:bgPr>
    </p:bg>
    <p:spTree>
      <p:nvGrpSpPr>
        <p:cNvPr id="527" name="Shape 527"/>
        <p:cNvGrpSpPr/>
        <p:nvPr/>
      </p:nvGrpSpPr>
      <p:grpSpPr>
        <a:xfrm>
          <a:off x="0" y="0"/>
          <a:ext cx="0" cy="0"/>
          <a:chOff x="0" y="0"/>
          <a:chExt cx="0" cy="0"/>
        </a:xfrm>
      </p:grpSpPr>
      <p:sp>
        <p:nvSpPr>
          <p:cNvPr id="528" name="Google Shape;528;p90"/>
          <p:cNvSpPr/>
          <p:nvPr/>
        </p:nvSpPr>
        <p:spPr>
          <a:xfrm>
            <a:off x="-1" y="2578298"/>
            <a:ext cx="9144000" cy="25653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9" name="Google Shape;529;p90"/>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30" name="Google Shape;530;p9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31" name="Google Shape;531;p90"/>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2" name="Google Shape;532;p9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33" name="Google Shape;533;p9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34" name="Google Shape;534;p90"/>
          <p:cNvSpPr/>
          <p:nvPr>
            <p:ph idx="3" type="pic"/>
          </p:nvPr>
        </p:nvSpPr>
        <p:spPr>
          <a:xfrm>
            <a:off x="4626769" y="1028699"/>
            <a:ext cx="4286400" cy="3083700"/>
          </a:xfrm>
          <a:prstGeom prst="rect">
            <a:avLst/>
          </a:prstGeom>
          <a:solidFill>
            <a:schemeClr val="dk1"/>
          </a:solidFill>
          <a:ln>
            <a:noFill/>
          </a:ln>
        </p:spPr>
      </p:sp>
      <p:sp>
        <p:nvSpPr>
          <p:cNvPr id="535" name="Google Shape;535;p90"/>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6" name="Google Shape;536;p90"/>
          <p:cNvSpPr txBox="1"/>
          <p:nvPr>
            <p:ph idx="5" type="body"/>
          </p:nvPr>
        </p:nvSpPr>
        <p:spPr>
          <a:xfrm>
            <a:off x="228145" y="1028701"/>
            <a:ext cx="2817300" cy="14859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7" name="Google Shape;537;p90"/>
          <p:cNvSpPr txBox="1"/>
          <p:nvPr>
            <p:ph idx="6" type="body"/>
          </p:nvPr>
        </p:nvSpPr>
        <p:spPr>
          <a:xfrm>
            <a:off x="228145" y="2857500"/>
            <a:ext cx="2817300" cy="14859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list - White">
  <p:cSld name="Objective list - White">
    <p:bg>
      <p:bgPr>
        <a:solidFill>
          <a:schemeClr val="lt1"/>
        </a:solidFill>
      </p:bgPr>
    </p:bg>
    <p:spTree>
      <p:nvGrpSpPr>
        <p:cNvPr id="538" name="Shape 538"/>
        <p:cNvGrpSpPr/>
        <p:nvPr/>
      </p:nvGrpSpPr>
      <p:grpSpPr>
        <a:xfrm>
          <a:off x="0" y="0"/>
          <a:ext cx="0" cy="0"/>
          <a:chOff x="0" y="0"/>
          <a:chExt cx="0" cy="0"/>
        </a:xfrm>
      </p:grpSpPr>
      <p:sp>
        <p:nvSpPr>
          <p:cNvPr id="539" name="Google Shape;539;p91"/>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40" name="Google Shape;540;p9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41" name="Google Shape;541;p91"/>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42" name="Google Shape;542;p9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43" name="Google Shape;543;p9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piece information - White">
  <p:cSld name="Six-piece information - White">
    <p:bg>
      <p:bgPr>
        <a:solidFill>
          <a:schemeClr val="lt1"/>
        </a:solidFill>
      </p:bgPr>
    </p:bg>
    <p:spTree>
      <p:nvGrpSpPr>
        <p:cNvPr id="544" name="Shape 544"/>
        <p:cNvGrpSpPr/>
        <p:nvPr/>
      </p:nvGrpSpPr>
      <p:grpSpPr>
        <a:xfrm>
          <a:off x="0" y="0"/>
          <a:ext cx="0" cy="0"/>
          <a:chOff x="0" y="0"/>
          <a:chExt cx="0" cy="0"/>
        </a:xfrm>
      </p:grpSpPr>
      <p:sp>
        <p:nvSpPr>
          <p:cNvPr id="545" name="Google Shape;545;p92"/>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46" name="Google Shape;546;p9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47" name="Google Shape;547;p92"/>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48" name="Google Shape;548;p9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49" name="Google Shape;549;p9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50" name="Google Shape;550;p92"/>
          <p:cNvSpPr txBox="1"/>
          <p:nvPr>
            <p:ph idx="3" type="body"/>
          </p:nvPr>
        </p:nvSpPr>
        <p:spPr>
          <a:xfrm>
            <a:off x="228600"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1" name="Google Shape;551;p92"/>
          <p:cNvSpPr txBox="1"/>
          <p:nvPr>
            <p:ph idx="4" type="body"/>
          </p:nvPr>
        </p:nvSpPr>
        <p:spPr>
          <a:xfrm>
            <a:off x="228600"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2" name="Google Shape;552;p92"/>
          <p:cNvSpPr txBox="1"/>
          <p:nvPr>
            <p:ph idx="5" type="body"/>
          </p:nvPr>
        </p:nvSpPr>
        <p:spPr>
          <a:xfrm>
            <a:off x="3174167"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3" name="Google Shape;553;p92"/>
          <p:cNvSpPr txBox="1"/>
          <p:nvPr>
            <p:ph idx="6" type="body"/>
          </p:nvPr>
        </p:nvSpPr>
        <p:spPr>
          <a:xfrm>
            <a:off x="3174167"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4" name="Google Shape;554;p92"/>
          <p:cNvSpPr txBox="1"/>
          <p:nvPr>
            <p:ph idx="7" type="body"/>
          </p:nvPr>
        </p:nvSpPr>
        <p:spPr>
          <a:xfrm>
            <a:off x="6119735"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5" name="Google Shape;555;p92"/>
          <p:cNvSpPr txBox="1"/>
          <p:nvPr>
            <p:ph idx="8" type="body"/>
          </p:nvPr>
        </p:nvSpPr>
        <p:spPr>
          <a:xfrm>
            <a:off x="6119735"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6" name="Google Shape;556;p92"/>
          <p:cNvSpPr txBox="1"/>
          <p:nvPr>
            <p:ph idx="9" type="body"/>
          </p:nvPr>
        </p:nvSpPr>
        <p:spPr>
          <a:xfrm>
            <a:off x="228600"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7" name="Google Shape;557;p92"/>
          <p:cNvSpPr txBox="1"/>
          <p:nvPr>
            <p:ph idx="13" type="body"/>
          </p:nvPr>
        </p:nvSpPr>
        <p:spPr>
          <a:xfrm>
            <a:off x="228600"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8" name="Google Shape;558;p92"/>
          <p:cNvSpPr txBox="1"/>
          <p:nvPr>
            <p:ph idx="14" type="body"/>
          </p:nvPr>
        </p:nvSpPr>
        <p:spPr>
          <a:xfrm>
            <a:off x="3174167"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9" name="Google Shape;559;p92"/>
          <p:cNvSpPr txBox="1"/>
          <p:nvPr>
            <p:ph idx="15" type="body"/>
          </p:nvPr>
        </p:nvSpPr>
        <p:spPr>
          <a:xfrm>
            <a:off x="3174167"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0" name="Google Shape;560;p92"/>
          <p:cNvSpPr txBox="1"/>
          <p:nvPr>
            <p:ph idx="16" type="body"/>
          </p:nvPr>
        </p:nvSpPr>
        <p:spPr>
          <a:xfrm>
            <a:off x="6119735"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1" name="Google Shape;561;p92"/>
          <p:cNvSpPr txBox="1"/>
          <p:nvPr>
            <p:ph idx="17" type="body"/>
          </p:nvPr>
        </p:nvSpPr>
        <p:spPr>
          <a:xfrm>
            <a:off x="6119735"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Stone">
  <p:cSld name="Six-image - Stone">
    <p:bg>
      <p:bgPr>
        <a:solidFill>
          <a:schemeClr val="lt2"/>
        </a:solidFill>
      </p:bgPr>
    </p:bg>
    <p:spTree>
      <p:nvGrpSpPr>
        <p:cNvPr id="562" name="Shape 562"/>
        <p:cNvGrpSpPr/>
        <p:nvPr/>
      </p:nvGrpSpPr>
      <p:grpSpPr>
        <a:xfrm>
          <a:off x="0" y="0"/>
          <a:ext cx="0" cy="0"/>
          <a:chOff x="0" y="0"/>
          <a:chExt cx="0" cy="0"/>
        </a:xfrm>
      </p:grpSpPr>
      <p:sp>
        <p:nvSpPr>
          <p:cNvPr id="563" name="Google Shape;563;p93"/>
          <p:cNvSpPr/>
          <p:nvPr/>
        </p:nvSpPr>
        <p:spPr>
          <a:xfrm>
            <a:off x="2005781" y="0"/>
            <a:ext cx="71382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4" name="Google Shape;564;p93"/>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5" name="Google Shape;565;p93"/>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6" name="Google Shape;566;p93"/>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7" name="Google Shape;567;p93"/>
          <p:cNvSpPr/>
          <p:nvPr>
            <p:ph idx="4" type="pic"/>
          </p:nvPr>
        </p:nvSpPr>
        <p:spPr>
          <a:xfrm>
            <a:off x="2005781" y="0"/>
            <a:ext cx="2374500" cy="2571900"/>
          </a:xfrm>
          <a:prstGeom prst="rect">
            <a:avLst/>
          </a:prstGeom>
          <a:solidFill>
            <a:schemeClr val="lt1"/>
          </a:solidFill>
          <a:ln>
            <a:noFill/>
          </a:ln>
        </p:spPr>
      </p:sp>
      <p:sp>
        <p:nvSpPr>
          <p:cNvPr id="568" name="Google Shape;568;p93"/>
          <p:cNvSpPr/>
          <p:nvPr>
            <p:ph idx="5" type="pic"/>
          </p:nvPr>
        </p:nvSpPr>
        <p:spPr>
          <a:xfrm>
            <a:off x="6769510" y="0"/>
            <a:ext cx="2374500" cy="2571900"/>
          </a:xfrm>
          <a:prstGeom prst="rect">
            <a:avLst/>
          </a:prstGeom>
          <a:solidFill>
            <a:schemeClr val="lt1"/>
          </a:solidFill>
          <a:ln>
            <a:noFill/>
          </a:ln>
        </p:spPr>
      </p:sp>
      <p:sp>
        <p:nvSpPr>
          <p:cNvPr id="569" name="Google Shape;569;p93"/>
          <p:cNvSpPr/>
          <p:nvPr>
            <p:ph idx="6" type="pic"/>
          </p:nvPr>
        </p:nvSpPr>
        <p:spPr>
          <a:xfrm>
            <a:off x="4387645" y="2571750"/>
            <a:ext cx="2374500" cy="2571900"/>
          </a:xfrm>
          <a:prstGeom prst="rect">
            <a:avLst/>
          </a:prstGeom>
          <a:solidFill>
            <a:schemeClr val="lt1"/>
          </a:solidFill>
          <a:ln>
            <a:noFill/>
          </a:ln>
        </p:spPr>
      </p:sp>
      <p:sp>
        <p:nvSpPr>
          <p:cNvPr id="570" name="Google Shape;570;p93"/>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1" name="Google Shape;571;p93"/>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2" name="Google Shape;572;p93"/>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3" name="Google Shape;573;p9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dk1"/>
                </a:solidFill>
                <a:latin typeface="Verizon NHG TX"/>
                <a:ea typeface="Verizon NHG TX"/>
                <a:cs typeface="Verizon NHG TX"/>
                <a:sym typeface="Verizon NHG TX"/>
              </a:rPr>
              <a:t>‹#›</a:t>
            </a:fld>
            <a:endParaRPr b="1" i="0" sz="1000">
              <a:solidFill>
                <a:schemeClr val="dk1"/>
              </a:solidFill>
              <a:latin typeface="Verizon NHG TX"/>
              <a:ea typeface="Verizon NHG TX"/>
              <a:cs typeface="Verizon NHG TX"/>
              <a:sym typeface="Verizon NHG TX"/>
            </a:endParaRPr>
          </a:p>
        </p:txBody>
      </p:sp>
      <p:pic>
        <p:nvPicPr>
          <p:cNvPr id="574" name="Google Shape;574;p9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White">
  <p:cSld name="Six-image - White">
    <p:bg>
      <p:bgPr>
        <a:solidFill>
          <a:schemeClr val="lt1"/>
        </a:solidFill>
      </p:bgPr>
    </p:bg>
    <p:spTree>
      <p:nvGrpSpPr>
        <p:cNvPr id="575" name="Shape 575"/>
        <p:cNvGrpSpPr/>
        <p:nvPr/>
      </p:nvGrpSpPr>
      <p:grpSpPr>
        <a:xfrm>
          <a:off x="0" y="0"/>
          <a:ext cx="0" cy="0"/>
          <a:chOff x="0" y="0"/>
          <a:chExt cx="0" cy="0"/>
        </a:xfrm>
      </p:grpSpPr>
      <p:sp>
        <p:nvSpPr>
          <p:cNvPr id="576" name="Google Shape;576;p94"/>
          <p:cNvSpPr/>
          <p:nvPr/>
        </p:nvSpPr>
        <p:spPr>
          <a:xfrm>
            <a:off x="2005781" y="0"/>
            <a:ext cx="71382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7" name="Google Shape;577;p9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dk1"/>
                </a:solidFill>
                <a:latin typeface="Verizon NHG TX"/>
                <a:ea typeface="Verizon NHG TX"/>
                <a:cs typeface="Verizon NHG TX"/>
                <a:sym typeface="Verizon NHG TX"/>
              </a:rPr>
              <a:t>‹#›</a:t>
            </a:fld>
            <a:endParaRPr b="1" i="0" sz="1000">
              <a:solidFill>
                <a:schemeClr val="dk1"/>
              </a:solidFill>
              <a:latin typeface="Verizon NHG TX"/>
              <a:ea typeface="Verizon NHG TX"/>
              <a:cs typeface="Verizon NHG TX"/>
              <a:sym typeface="Verizon NHG TX"/>
            </a:endParaRPr>
          </a:p>
        </p:txBody>
      </p:sp>
      <p:pic>
        <p:nvPicPr>
          <p:cNvPr id="578" name="Google Shape;578;p9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79" name="Google Shape;579;p94"/>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0" name="Google Shape;580;p94"/>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1" name="Google Shape;581;p94"/>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2" name="Google Shape;582;p94"/>
          <p:cNvSpPr/>
          <p:nvPr>
            <p:ph idx="4" type="pic"/>
          </p:nvPr>
        </p:nvSpPr>
        <p:spPr>
          <a:xfrm>
            <a:off x="2005781" y="0"/>
            <a:ext cx="2374500" cy="2571900"/>
          </a:xfrm>
          <a:prstGeom prst="rect">
            <a:avLst/>
          </a:prstGeom>
          <a:solidFill>
            <a:schemeClr val="lt1"/>
          </a:solidFill>
          <a:ln>
            <a:noFill/>
          </a:ln>
        </p:spPr>
      </p:sp>
      <p:sp>
        <p:nvSpPr>
          <p:cNvPr id="583" name="Google Shape;583;p94"/>
          <p:cNvSpPr/>
          <p:nvPr>
            <p:ph idx="5" type="pic"/>
          </p:nvPr>
        </p:nvSpPr>
        <p:spPr>
          <a:xfrm>
            <a:off x="6769510" y="0"/>
            <a:ext cx="2374500" cy="2571900"/>
          </a:xfrm>
          <a:prstGeom prst="rect">
            <a:avLst/>
          </a:prstGeom>
          <a:solidFill>
            <a:schemeClr val="lt1"/>
          </a:solidFill>
          <a:ln>
            <a:noFill/>
          </a:ln>
        </p:spPr>
      </p:sp>
      <p:sp>
        <p:nvSpPr>
          <p:cNvPr id="584" name="Google Shape;584;p94"/>
          <p:cNvSpPr/>
          <p:nvPr>
            <p:ph idx="6" type="pic"/>
          </p:nvPr>
        </p:nvSpPr>
        <p:spPr>
          <a:xfrm>
            <a:off x="4387645" y="2571750"/>
            <a:ext cx="2374500" cy="2571900"/>
          </a:xfrm>
          <a:prstGeom prst="rect">
            <a:avLst/>
          </a:prstGeom>
          <a:solidFill>
            <a:schemeClr val="lt1"/>
          </a:solidFill>
          <a:ln>
            <a:noFill/>
          </a:ln>
        </p:spPr>
      </p:sp>
      <p:sp>
        <p:nvSpPr>
          <p:cNvPr id="585" name="Google Shape;585;p94"/>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6" name="Google Shape;586;p94"/>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7" name="Google Shape;587;p94"/>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image w/ description - White">
  <p:cSld name="4-image w/ description - White">
    <p:bg>
      <p:bgPr>
        <a:solidFill>
          <a:schemeClr val="lt1"/>
        </a:solidFill>
      </p:bgPr>
    </p:bg>
    <p:spTree>
      <p:nvGrpSpPr>
        <p:cNvPr id="588" name="Shape 588"/>
        <p:cNvGrpSpPr/>
        <p:nvPr/>
      </p:nvGrpSpPr>
      <p:grpSpPr>
        <a:xfrm>
          <a:off x="0" y="0"/>
          <a:ext cx="0" cy="0"/>
          <a:chOff x="0" y="0"/>
          <a:chExt cx="0" cy="0"/>
        </a:xfrm>
      </p:grpSpPr>
      <p:sp>
        <p:nvSpPr>
          <p:cNvPr id="589" name="Google Shape;589;p95"/>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90" name="Google Shape;590;p9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91" name="Google Shape;591;p95"/>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92" name="Google Shape;592;p9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93" name="Google Shape;593;p9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94" name="Google Shape;594;p95"/>
          <p:cNvSpPr/>
          <p:nvPr>
            <p:ph idx="3" type="pic"/>
          </p:nvPr>
        </p:nvSpPr>
        <p:spPr>
          <a:xfrm>
            <a:off x="228600" y="1036493"/>
            <a:ext cx="2083200" cy="2274600"/>
          </a:xfrm>
          <a:prstGeom prst="rect">
            <a:avLst/>
          </a:prstGeom>
          <a:solidFill>
            <a:schemeClr val="accent2"/>
          </a:solidFill>
          <a:ln>
            <a:noFill/>
          </a:ln>
        </p:spPr>
      </p:sp>
      <p:sp>
        <p:nvSpPr>
          <p:cNvPr id="595" name="Google Shape;595;p95"/>
          <p:cNvSpPr/>
          <p:nvPr>
            <p:ph idx="4" type="pic"/>
          </p:nvPr>
        </p:nvSpPr>
        <p:spPr>
          <a:xfrm>
            <a:off x="2421566" y="1036493"/>
            <a:ext cx="2083200" cy="2274600"/>
          </a:xfrm>
          <a:prstGeom prst="rect">
            <a:avLst/>
          </a:prstGeom>
          <a:solidFill>
            <a:schemeClr val="accent2"/>
          </a:solidFill>
          <a:ln>
            <a:noFill/>
          </a:ln>
        </p:spPr>
      </p:sp>
      <p:sp>
        <p:nvSpPr>
          <p:cNvPr id="596" name="Google Shape;596;p95"/>
          <p:cNvSpPr/>
          <p:nvPr>
            <p:ph idx="5" type="pic"/>
          </p:nvPr>
        </p:nvSpPr>
        <p:spPr>
          <a:xfrm>
            <a:off x="4634465" y="1036493"/>
            <a:ext cx="2083200" cy="2274600"/>
          </a:xfrm>
          <a:prstGeom prst="rect">
            <a:avLst/>
          </a:prstGeom>
          <a:solidFill>
            <a:schemeClr val="accent2"/>
          </a:solidFill>
          <a:ln>
            <a:noFill/>
          </a:ln>
        </p:spPr>
      </p:sp>
      <p:sp>
        <p:nvSpPr>
          <p:cNvPr id="597" name="Google Shape;597;p95"/>
          <p:cNvSpPr/>
          <p:nvPr>
            <p:ph idx="6" type="pic"/>
          </p:nvPr>
        </p:nvSpPr>
        <p:spPr>
          <a:xfrm>
            <a:off x="6827431" y="1036493"/>
            <a:ext cx="2083200" cy="2274600"/>
          </a:xfrm>
          <a:prstGeom prst="rect">
            <a:avLst/>
          </a:prstGeom>
          <a:solidFill>
            <a:schemeClr val="accent2"/>
          </a:solidFill>
          <a:ln>
            <a:noFill/>
          </a:ln>
        </p:spPr>
      </p:sp>
      <p:sp>
        <p:nvSpPr>
          <p:cNvPr id="598" name="Google Shape;598;p95"/>
          <p:cNvSpPr txBox="1"/>
          <p:nvPr>
            <p:ph idx="7" type="body"/>
          </p:nvPr>
        </p:nvSpPr>
        <p:spPr>
          <a:xfrm>
            <a:off x="228600" y="3425118"/>
            <a:ext cx="20835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99" name="Google Shape;599;p95"/>
          <p:cNvSpPr txBox="1"/>
          <p:nvPr>
            <p:ph idx="8" type="body"/>
          </p:nvPr>
        </p:nvSpPr>
        <p:spPr>
          <a:xfrm>
            <a:off x="228600" y="3813971"/>
            <a:ext cx="2083500" cy="733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0" name="Google Shape;600;p95"/>
          <p:cNvSpPr txBox="1"/>
          <p:nvPr>
            <p:ph idx="9" type="body"/>
          </p:nvPr>
        </p:nvSpPr>
        <p:spPr>
          <a:xfrm>
            <a:off x="2421566" y="3813972"/>
            <a:ext cx="2089800" cy="739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1" name="Google Shape;601;p95"/>
          <p:cNvSpPr txBox="1"/>
          <p:nvPr>
            <p:ph idx="13" type="body"/>
          </p:nvPr>
        </p:nvSpPr>
        <p:spPr>
          <a:xfrm>
            <a:off x="4634465" y="3813971"/>
            <a:ext cx="2079600" cy="727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2" name="Google Shape;602;p95"/>
          <p:cNvSpPr txBox="1"/>
          <p:nvPr>
            <p:ph idx="14" type="body"/>
          </p:nvPr>
        </p:nvSpPr>
        <p:spPr>
          <a:xfrm>
            <a:off x="6827431" y="3813972"/>
            <a:ext cx="2085600" cy="727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3" name="Google Shape;603;p95"/>
          <p:cNvSpPr txBox="1"/>
          <p:nvPr>
            <p:ph idx="15" type="body"/>
          </p:nvPr>
        </p:nvSpPr>
        <p:spPr>
          <a:xfrm>
            <a:off x="2426494" y="3425118"/>
            <a:ext cx="20847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4" name="Google Shape;604;p95"/>
          <p:cNvSpPr txBox="1"/>
          <p:nvPr>
            <p:ph idx="16" type="body"/>
          </p:nvPr>
        </p:nvSpPr>
        <p:spPr>
          <a:xfrm>
            <a:off x="4626769" y="3425118"/>
            <a:ext cx="20871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5" name="Google Shape;605;p95"/>
          <p:cNvSpPr txBox="1"/>
          <p:nvPr>
            <p:ph idx="17" type="body"/>
          </p:nvPr>
        </p:nvSpPr>
        <p:spPr>
          <a:xfrm>
            <a:off x="6827044" y="3425118"/>
            <a:ext cx="20859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 structure - White">
  <p:cSld name="Org structure - White">
    <p:bg>
      <p:bgPr>
        <a:solidFill>
          <a:schemeClr val="lt1"/>
        </a:solidFill>
      </p:bgPr>
    </p:bg>
    <p:spTree>
      <p:nvGrpSpPr>
        <p:cNvPr id="606" name="Shape 606"/>
        <p:cNvGrpSpPr/>
        <p:nvPr/>
      </p:nvGrpSpPr>
      <p:grpSpPr>
        <a:xfrm>
          <a:off x="0" y="0"/>
          <a:ext cx="0" cy="0"/>
          <a:chOff x="0" y="0"/>
          <a:chExt cx="0" cy="0"/>
        </a:xfrm>
      </p:grpSpPr>
      <p:sp>
        <p:nvSpPr>
          <p:cNvPr id="607" name="Google Shape;607;p9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08" name="Google Shape;608;p9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09" name="Google Shape;609;p96"/>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0" name="Google Shape;610;p9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11" name="Google Shape;611;p9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12" name="Google Shape;612;p96"/>
          <p:cNvSpPr txBox="1"/>
          <p:nvPr>
            <p:ph idx="3"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table slide - White">
  <p:cSld name="Basic table slide - White">
    <p:bg>
      <p:bgPr>
        <a:solidFill>
          <a:schemeClr val="lt1"/>
        </a:solidFill>
      </p:bgPr>
    </p:bg>
    <p:spTree>
      <p:nvGrpSpPr>
        <p:cNvPr id="613" name="Shape 613"/>
        <p:cNvGrpSpPr/>
        <p:nvPr/>
      </p:nvGrpSpPr>
      <p:grpSpPr>
        <a:xfrm>
          <a:off x="0" y="0"/>
          <a:ext cx="0" cy="0"/>
          <a:chOff x="0" y="0"/>
          <a:chExt cx="0" cy="0"/>
        </a:xfrm>
      </p:grpSpPr>
      <p:pic>
        <p:nvPicPr>
          <p:cNvPr id="614" name="Google Shape;614;p9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15" name="Google Shape;615;p9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16" name="Google Shape;616;p9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17" name="Google Shape;617;p97"/>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8" name="Google Shape;618;p97"/>
          <p:cNvSpPr txBox="1"/>
          <p:nvPr>
            <p:ph idx="2" type="body"/>
          </p:nvPr>
        </p:nvSpPr>
        <p:spPr>
          <a:xfrm>
            <a:off x="228599" y="359209"/>
            <a:ext cx="4282500" cy="466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9" name="Google Shape;619;p97"/>
          <p:cNvSpPr txBox="1"/>
          <p:nvPr>
            <p:ph idx="3" type="body"/>
          </p:nvPr>
        </p:nvSpPr>
        <p:spPr>
          <a:xfrm>
            <a:off x="228600" y="2132075"/>
            <a:ext cx="20835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0" name="Google Shape;620;p97"/>
          <p:cNvSpPr txBox="1"/>
          <p:nvPr>
            <p:ph idx="4" type="body"/>
          </p:nvPr>
        </p:nvSpPr>
        <p:spPr>
          <a:xfrm>
            <a:off x="228600" y="1828800"/>
            <a:ext cx="2083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1" name="Google Shape;621;p97"/>
          <p:cNvSpPr txBox="1"/>
          <p:nvPr>
            <p:ph idx="5" type="body"/>
          </p:nvPr>
        </p:nvSpPr>
        <p:spPr>
          <a:xfrm>
            <a:off x="2426494" y="2132075"/>
            <a:ext cx="20847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2" name="Google Shape;622;p97"/>
          <p:cNvSpPr txBox="1"/>
          <p:nvPr>
            <p:ph idx="6" type="body"/>
          </p:nvPr>
        </p:nvSpPr>
        <p:spPr>
          <a:xfrm>
            <a:off x="2426494" y="1828800"/>
            <a:ext cx="20847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3" name="Google Shape;623;p97"/>
          <p:cNvSpPr txBox="1"/>
          <p:nvPr>
            <p:ph idx="7" type="body"/>
          </p:nvPr>
        </p:nvSpPr>
        <p:spPr>
          <a:xfrm>
            <a:off x="4626769" y="2132075"/>
            <a:ext cx="20871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4" name="Google Shape;624;p97"/>
          <p:cNvSpPr txBox="1"/>
          <p:nvPr>
            <p:ph idx="8" type="body"/>
          </p:nvPr>
        </p:nvSpPr>
        <p:spPr>
          <a:xfrm>
            <a:off x="4626769" y="1828800"/>
            <a:ext cx="20871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5" name="Google Shape;625;p97"/>
          <p:cNvSpPr txBox="1"/>
          <p:nvPr>
            <p:ph idx="9" type="body"/>
          </p:nvPr>
        </p:nvSpPr>
        <p:spPr>
          <a:xfrm>
            <a:off x="6827044" y="2132075"/>
            <a:ext cx="20859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6" name="Google Shape;626;p97"/>
          <p:cNvSpPr txBox="1"/>
          <p:nvPr>
            <p:ph idx="13" type="body"/>
          </p:nvPr>
        </p:nvSpPr>
        <p:spPr>
          <a:xfrm>
            <a:off x="6827044" y="1828800"/>
            <a:ext cx="20859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7" name="Google Shape;627;p97"/>
          <p:cNvSpPr txBox="1"/>
          <p:nvPr>
            <p:ph idx="14"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628" name="Shape 628"/>
        <p:cNvGrpSpPr/>
        <p:nvPr/>
      </p:nvGrpSpPr>
      <p:grpSpPr>
        <a:xfrm>
          <a:off x="0" y="0"/>
          <a:ext cx="0" cy="0"/>
          <a:chOff x="0" y="0"/>
          <a:chExt cx="0" cy="0"/>
        </a:xfrm>
      </p:grpSpPr>
      <p:sp>
        <p:nvSpPr>
          <p:cNvPr id="629" name="Google Shape;629;p9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30" name="Google Shape;630;p9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31" name="Google Shape;631;p98"/>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32" name="Google Shape;632;p9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33" name="Google Shape;633;p9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ntent slide - White">
  <p:cSld name="Highlighted content slide - White">
    <p:bg>
      <p:bgPr>
        <a:solidFill>
          <a:schemeClr val="lt1"/>
        </a:solidFill>
      </p:bgPr>
    </p:bg>
    <p:spTree>
      <p:nvGrpSpPr>
        <p:cNvPr id="634" name="Shape 634"/>
        <p:cNvGrpSpPr/>
        <p:nvPr/>
      </p:nvGrpSpPr>
      <p:grpSpPr>
        <a:xfrm>
          <a:off x="0" y="0"/>
          <a:ext cx="0" cy="0"/>
          <a:chOff x="0" y="0"/>
          <a:chExt cx="0" cy="0"/>
        </a:xfrm>
      </p:grpSpPr>
      <p:sp>
        <p:nvSpPr>
          <p:cNvPr id="635" name="Google Shape;635;p9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36" name="Google Shape;636;p9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37" name="Google Shape;637;p9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38" name="Google Shape;638;p9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39" name="Google Shape;639;p9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40" name="Google Shape;640;p99"/>
          <p:cNvSpPr txBox="1"/>
          <p:nvPr>
            <p:ph idx="3" type="body"/>
          </p:nvPr>
        </p:nvSpPr>
        <p:spPr>
          <a:xfrm>
            <a:off x="228600" y="1036861"/>
            <a:ext cx="1352400" cy="30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nthly calendar table - white">
  <p:cSld name="Monthly calendar table - white">
    <p:bg>
      <p:bgPr>
        <a:solidFill>
          <a:schemeClr val="lt1"/>
        </a:solidFill>
      </p:bgPr>
    </p:bg>
    <p:spTree>
      <p:nvGrpSpPr>
        <p:cNvPr id="641" name="Shape 641"/>
        <p:cNvGrpSpPr/>
        <p:nvPr/>
      </p:nvGrpSpPr>
      <p:grpSpPr>
        <a:xfrm>
          <a:off x="0" y="0"/>
          <a:ext cx="0" cy="0"/>
          <a:chOff x="0" y="0"/>
          <a:chExt cx="0" cy="0"/>
        </a:xfrm>
      </p:grpSpPr>
      <p:pic>
        <p:nvPicPr>
          <p:cNvPr id="642" name="Google Shape;642;p10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43" name="Google Shape;643;p10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44" name="Google Shape;644;p10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45" name="Google Shape;645;p100"/>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46" name="Google Shape;646;p100"/>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47" name="Google Shape;647;p100"/>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llout table - White">
  <p:cSld name="Rollout table - White">
    <p:bg>
      <p:bgPr>
        <a:solidFill>
          <a:schemeClr val="lt2"/>
        </a:solidFill>
      </p:bgPr>
    </p:bg>
    <p:spTree>
      <p:nvGrpSpPr>
        <p:cNvPr id="648" name="Shape 648"/>
        <p:cNvGrpSpPr/>
        <p:nvPr/>
      </p:nvGrpSpPr>
      <p:grpSpPr>
        <a:xfrm>
          <a:off x="0" y="0"/>
          <a:ext cx="0" cy="0"/>
          <a:chOff x="0" y="0"/>
          <a:chExt cx="0" cy="0"/>
        </a:xfrm>
      </p:grpSpPr>
      <p:pic>
        <p:nvPicPr>
          <p:cNvPr id="649" name="Google Shape;649;p10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0" name="Google Shape;650;p10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51" name="Google Shape;651;p10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52" name="Google Shape;652;p101"/>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3" name="Google Shape;653;p101"/>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4" name="Google Shape;654;p101"/>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rvey balls - White">
  <p:cSld name="Harvey balls - White">
    <p:bg>
      <p:bgPr>
        <a:solidFill>
          <a:schemeClr val="lt1"/>
        </a:solidFill>
      </p:bgPr>
    </p:bg>
    <p:spTree>
      <p:nvGrpSpPr>
        <p:cNvPr id="655" name="Shape 655"/>
        <p:cNvGrpSpPr/>
        <p:nvPr/>
      </p:nvGrpSpPr>
      <p:grpSpPr>
        <a:xfrm>
          <a:off x="0" y="0"/>
          <a:ext cx="0" cy="0"/>
          <a:chOff x="0" y="0"/>
          <a:chExt cx="0" cy="0"/>
        </a:xfrm>
      </p:grpSpPr>
      <p:sp>
        <p:nvSpPr>
          <p:cNvPr id="656" name="Google Shape;656;p102"/>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57" name="Google Shape;657;p10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8" name="Google Shape;658;p102"/>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9" name="Google Shape;659;p10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60" name="Google Shape;660;p10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slide - White">
  <p:cSld name="Timeline slide - White">
    <p:bg>
      <p:bgPr>
        <a:solidFill>
          <a:schemeClr val="lt1"/>
        </a:solidFill>
      </p:bgPr>
    </p:bg>
    <p:spTree>
      <p:nvGrpSpPr>
        <p:cNvPr id="661" name="Shape 661"/>
        <p:cNvGrpSpPr/>
        <p:nvPr/>
      </p:nvGrpSpPr>
      <p:grpSpPr>
        <a:xfrm>
          <a:off x="0" y="0"/>
          <a:ext cx="0" cy="0"/>
          <a:chOff x="0" y="0"/>
          <a:chExt cx="0" cy="0"/>
        </a:xfrm>
      </p:grpSpPr>
      <p:pic>
        <p:nvPicPr>
          <p:cNvPr id="662" name="Google Shape;662;p10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63" name="Google Shape;663;p10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64" name="Google Shape;664;p10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65" name="Google Shape;665;p103"/>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66" name="Google Shape;666;p103"/>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67" name="Google Shape;667;p103"/>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lumns - White">
  <p:cSld name="Highlighted columns - White">
    <p:bg>
      <p:bgPr>
        <a:solidFill>
          <a:schemeClr val="lt1"/>
        </a:solidFill>
      </p:bgPr>
    </p:bg>
    <p:spTree>
      <p:nvGrpSpPr>
        <p:cNvPr id="668" name="Shape 668"/>
        <p:cNvGrpSpPr/>
        <p:nvPr/>
      </p:nvGrpSpPr>
      <p:grpSpPr>
        <a:xfrm>
          <a:off x="0" y="0"/>
          <a:ext cx="0" cy="0"/>
          <a:chOff x="0" y="0"/>
          <a:chExt cx="0" cy="0"/>
        </a:xfrm>
      </p:grpSpPr>
      <p:pic>
        <p:nvPicPr>
          <p:cNvPr id="669" name="Google Shape;669;p10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70" name="Google Shape;670;p10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71" name="Google Shape;671;p10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72" name="Google Shape;672;p104"/>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73" name="Google Shape;673;p104"/>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74" name="Google Shape;674;p104"/>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 White">
  <p:cSld name="Bar chart - White">
    <p:bg>
      <p:bgPr>
        <a:solidFill>
          <a:schemeClr val="lt1"/>
        </a:solidFill>
      </p:bgPr>
    </p:bg>
    <p:spTree>
      <p:nvGrpSpPr>
        <p:cNvPr id="675" name="Shape 675"/>
        <p:cNvGrpSpPr/>
        <p:nvPr/>
      </p:nvGrpSpPr>
      <p:grpSpPr>
        <a:xfrm>
          <a:off x="0" y="0"/>
          <a:ext cx="0" cy="0"/>
          <a:chOff x="0" y="0"/>
          <a:chExt cx="0" cy="0"/>
        </a:xfrm>
      </p:grpSpPr>
      <p:pic>
        <p:nvPicPr>
          <p:cNvPr id="676" name="Google Shape;676;p10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77" name="Google Shape;677;p10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78" name="Google Shape;678;p10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79" name="Google Shape;679;p105"/>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80" name="Google Shape;680;p105"/>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81" name="Google Shape;681;p105"/>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82" name="Google Shape;682;p105"/>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83" name="Google Shape;683;p105"/>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bar chart - White">
  <p:cSld name="Horizontal bar chart - White">
    <p:bg>
      <p:bgPr>
        <a:solidFill>
          <a:schemeClr val="lt1"/>
        </a:solidFill>
      </p:bgPr>
    </p:bg>
    <p:spTree>
      <p:nvGrpSpPr>
        <p:cNvPr id="684" name="Shape 684"/>
        <p:cNvGrpSpPr/>
        <p:nvPr/>
      </p:nvGrpSpPr>
      <p:grpSpPr>
        <a:xfrm>
          <a:off x="0" y="0"/>
          <a:ext cx="0" cy="0"/>
          <a:chOff x="0" y="0"/>
          <a:chExt cx="0" cy="0"/>
        </a:xfrm>
      </p:grpSpPr>
      <p:pic>
        <p:nvPicPr>
          <p:cNvPr id="685" name="Google Shape;685;p10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86" name="Google Shape;686;p10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87" name="Google Shape;687;p10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88" name="Google Shape;688;p106"/>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89" name="Google Shape;689;p106"/>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0" name="Google Shape;690;p106"/>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91" name="Google Shape;691;p106"/>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92" name="Google Shape;692;p106"/>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atter chart - White">
  <p:cSld name="Scatter chart - White">
    <p:bg>
      <p:bgPr>
        <a:solidFill>
          <a:schemeClr val="lt1"/>
        </a:solidFill>
      </p:bgPr>
    </p:bg>
    <p:spTree>
      <p:nvGrpSpPr>
        <p:cNvPr id="693" name="Shape 693"/>
        <p:cNvGrpSpPr/>
        <p:nvPr/>
      </p:nvGrpSpPr>
      <p:grpSpPr>
        <a:xfrm>
          <a:off x="0" y="0"/>
          <a:ext cx="0" cy="0"/>
          <a:chOff x="0" y="0"/>
          <a:chExt cx="0" cy="0"/>
        </a:xfrm>
      </p:grpSpPr>
      <p:pic>
        <p:nvPicPr>
          <p:cNvPr id="694" name="Google Shape;694;p10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95" name="Google Shape;695;p10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96" name="Google Shape;696;p10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97" name="Google Shape;697;p107"/>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98" name="Google Shape;698;p107"/>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9" name="Google Shape;699;p107"/>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0" name="Google Shape;700;p107"/>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1" name="Google Shape;701;p107"/>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 White">
  <p:cSld name="Pie chart - White">
    <p:bg>
      <p:bgPr>
        <a:solidFill>
          <a:schemeClr val="lt1"/>
        </a:solidFill>
      </p:bgPr>
    </p:bg>
    <p:spTree>
      <p:nvGrpSpPr>
        <p:cNvPr id="702" name="Shape 702"/>
        <p:cNvGrpSpPr/>
        <p:nvPr/>
      </p:nvGrpSpPr>
      <p:grpSpPr>
        <a:xfrm>
          <a:off x="0" y="0"/>
          <a:ext cx="0" cy="0"/>
          <a:chOff x="0" y="0"/>
          <a:chExt cx="0" cy="0"/>
        </a:xfrm>
      </p:grpSpPr>
      <p:pic>
        <p:nvPicPr>
          <p:cNvPr id="703" name="Google Shape;703;p10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04" name="Google Shape;704;p10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05" name="Google Shape;705;p10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06" name="Google Shape;706;p108"/>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07" name="Google Shape;707;p108"/>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08" name="Google Shape;708;p108"/>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9" name="Google Shape;709;p108"/>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0" name="Google Shape;710;p108"/>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chart - White">
  <p:cSld name="Line chart - White">
    <p:bg>
      <p:bgPr>
        <a:solidFill>
          <a:schemeClr val="lt1"/>
        </a:solidFill>
      </p:bgPr>
    </p:bg>
    <p:spTree>
      <p:nvGrpSpPr>
        <p:cNvPr id="711" name="Shape 711"/>
        <p:cNvGrpSpPr/>
        <p:nvPr/>
      </p:nvGrpSpPr>
      <p:grpSpPr>
        <a:xfrm>
          <a:off x="0" y="0"/>
          <a:ext cx="0" cy="0"/>
          <a:chOff x="0" y="0"/>
          <a:chExt cx="0" cy="0"/>
        </a:xfrm>
      </p:grpSpPr>
      <p:pic>
        <p:nvPicPr>
          <p:cNvPr id="712" name="Google Shape;712;p10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13" name="Google Shape;713;p10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14" name="Google Shape;714;p10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15" name="Google Shape;715;p109"/>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16" name="Google Shape;716;p109"/>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17" name="Google Shape;717;p109"/>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8" name="Google Shape;718;p109"/>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9" name="Google Shape;719;p109"/>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yramid diagram - White">
  <p:cSld name="Text and pyramid diagram - White">
    <p:bg>
      <p:bgPr>
        <a:solidFill>
          <a:schemeClr val="lt1"/>
        </a:solidFill>
      </p:bgPr>
    </p:bg>
    <p:spTree>
      <p:nvGrpSpPr>
        <p:cNvPr id="720" name="Shape 720"/>
        <p:cNvGrpSpPr/>
        <p:nvPr/>
      </p:nvGrpSpPr>
      <p:grpSpPr>
        <a:xfrm>
          <a:off x="0" y="0"/>
          <a:ext cx="0" cy="0"/>
          <a:chOff x="0" y="0"/>
          <a:chExt cx="0" cy="0"/>
        </a:xfrm>
      </p:grpSpPr>
      <p:pic>
        <p:nvPicPr>
          <p:cNvPr id="721" name="Google Shape;721;p11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22" name="Google Shape;722;p11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23" name="Google Shape;723;p11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24" name="Google Shape;724;p110"/>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25" name="Google Shape;725;p110"/>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26" name="Google Shape;726;p110"/>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27" name="Google Shape;727;p110"/>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28" name="Google Shape;728;p110"/>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adial chart - White">
  <p:cSld name="Text and radial chart - White">
    <p:bg>
      <p:bgPr>
        <a:solidFill>
          <a:schemeClr val="lt1"/>
        </a:solidFill>
      </p:bgPr>
    </p:bg>
    <p:spTree>
      <p:nvGrpSpPr>
        <p:cNvPr id="729" name="Shape 729"/>
        <p:cNvGrpSpPr/>
        <p:nvPr/>
      </p:nvGrpSpPr>
      <p:grpSpPr>
        <a:xfrm>
          <a:off x="0" y="0"/>
          <a:ext cx="0" cy="0"/>
          <a:chOff x="0" y="0"/>
          <a:chExt cx="0" cy="0"/>
        </a:xfrm>
      </p:grpSpPr>
      <p:pic>
        <p:nvPicPr>
          <p:cNvPr id="730" name="Google Shape;730;p11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31" name="Google Shape;731;p11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32" name="Google Shape;732;p11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33" name="Google Shape;733;p111"/>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34" name="Google Shape;734;p111"/>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35" name="Google Shape;735;p111"/>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36" name="Google Shape;736;p111"/>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37" name="Google Shape;737;p111"/>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nn diagram chart - White">
  <p:cSld name="Venn diagram chart - White">
    <p:bg>
      <p:bgPr>
        <a:solidFill>
          <a:schemeClr val="lt1"/>
        </a:solidFill>
      </p:bgPr>
    </p:bg>
    <p:spTree>
      <p:nvGrpSpPr>
        <p:cNvPr id="738" name="Shape 738"/>
        <p:cNvGrpSpPr/>
        <p:nvPr/>
      </p:nvGrpSpPr>
      <p:grpSpPr>
        <a:xfrm>
          <a:off x="0" y="0"/>
          <a:ext cx="0" cy="0"/>
          <a:chOff x="0" y="0"/>
          <a:chExt cx="0" cy="0"/>
        </a:xfrm>
      </p:grpSpPr>
      <p:pic>
        <p:nvPicPr>
          <p:cNvPr id="739" name="Google Shape;739;p11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40" name="Google Shape;740;p11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41" name="Google Shape;741;p11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42" name="Google Shape;742;p112"/>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43" name="Google Shape;743;p112"/>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44" name="Google Shape;744;p112"/>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45" name="Google Shape;745;p112"/>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46" name="Google Shape;746;p112"/>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cked venn diagram chart - White'">
  <p:cSld name="Stacked venn diagram chart - White'">
    <p:bg>
      <p:bgPr>
        <a:solidFill>
          <a:schemeClr val="lt1"/>
        </a:solidFill>
      </p:bgPr>
    </p:bg>
    <p:spTree>
      <p:nvGrpSpPr>
        <p:cNvPr id="747" name="Shape 747"/>
        <p:cNvGrpSpPr/>
        <p:nvPr/>
      </p:nvGrpSpPr>
      <p:grpSpPr>
        <a:xfrm>
          <a:off x="0" y="0"/>
          <a:ext cx="0" cy="0"/>
          <a:chOff x="0" y="0"/>
          <a:chExt cx="0" cy="0"/>
        </a:xfrm>
      </p:grpSpPr>
      <p:pic>
        <p:nvPicPr>
          <p:cNvPr id="748" name="Google Shape;748;p11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49" name="Google Shape;749;p11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50" name="Google Shape;750;p11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51" name="Google Shape;751;p113"/>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52" name="Google Shape;752;p113"/>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53" name="Google Shape;753;p113"/>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54" name="Google Shape;754;p113"/>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55" name="Google Shape;755;p113"/>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756" name="Shape 756"/>
        <p:cNvGrpSpPr/>
        <p:nvPr/>
      </p:nvGrpSpPr>
      <p:grpSpPr>
        <a:xfrm>
          <a:off x="0" y="0"/>
          <a:ext cx="0" cy="0"/>
          <a:chOff x="0" y="0"/>
          <a:chExt cx="0" cy="0"/>
        </a:xfrm>
      </p:grpSpPr>
      <p:sp>
        <p:nvSpPr>
          <p:cNvPr id="757" name="Google Shape;757;p114"/>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758" name="Google Shape;758;p11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59" name="Google Shape;759;p114"/>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0" name="Google Shape;760;p11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61" name="Google Shape;761;p11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graphic slide - White">
  <p:cSld name="Numbers graphic slide - White">
    <p:bg>
      <p:bgPr>
        <a:solidFill>
          <a:schemeClr val="lt1"/>
        </a:solidFill>
      </p:bgPr>
    </p:bg>
    <p:spTree>
      <p:nvGrpSpPr>
        <p:cNvPr id="762" name="Shape 762"/>
        <p:cNvGrpSpPr/>
        <p:nvPr/>
      </p:nvGrpSpPr>
      <p:grpSpPr>
        <a:xfrm>
          <a:off x="0" y="0"/>
          <a:ext cx="0" cy="0"/>
          <a:chOff x="0" y="0"/>
          <a:chExt cx="0" cy="0"/>
        </a:xfrm>
      </p:grpSpPr>
      <p:sp>
        <p:nvSpPr>
          <p:cNvPr id="763" name="Google Shape;763;p115"/>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764" name="Google Shape;764;p11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65" name="Google Shape;765;p115"/>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6" name="Google Shape;766;p11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67" name="Google Shape;767;p11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68" name="Google Shape;768;p115"/>
          <p:cNvSpPr txBox="1"/>
          <p:nvPr>
            <p:ph idx="3" type="body"/>
          </p:nvPr>
        </p:nvSpPr>
        <p:spPr>
          <a:xfrm>
            <a:off x="226219" y="2136748"/>
            <a:ext cx="28194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9" name="Google Shape;769;p115"/>
          <p:cNvSpPr txBox="1"/>
          <p:nvPr>
            <p:ph idx="4" type="body"/>
          </p:nvPr>
        </p:nvSpPr>
        <p:spPr>
          <a:xfrm>
            <a:off x="2262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0" name="Google Shape;770;p115"/>
          <p:cNvSpPr txBox="1"/>
          <p:nvPr>
            <p:ph idx="5" type="body"/>
          </p:nvPr>
        </p:nvSpPr>
        <p:spPr>
          <a:xfrm>
            <a:off x="3161619" y="2136748"/>
            <a:ext cx="28167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1" name="Google Shape;771;p115"/>
          <p:cNvSpPr txBox="1"/>
          <p:nvPr>
            <p:ph idx="6" type="body"/>
          </p:nvPr>
        </p:nvSpPr>
        <p:spPr>
          <a:xfrm>
            <a:off x="31616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2" name="Google Shape;772;p115"/>
          <p:cNvSpPr txBox="1"/>
          <p:nvPr>
            <p:ph idx="7" type="body"/>
          </p:nvPr>
        </p:nvSpPr>
        <p:spPr>
          <a:xfrm>
            <a:off x="6102803" y="2136748"/>
            <a:ext cx="28101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3" name="Google Shape;773;p115"/>
          <p:cNvSpPr txBox="1"/>
          <p:nvPr>
            <p:ph idx="8" type="body"/>
          </p:nvPr>
        </p:nvSpPr>
        <p:spPr>
          <a:xfrm>
            <a:off x="6102804" y="1028700"/>
            <a:ext cx="28101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4" name="Google Shape;774;p115"/>
          <p:cNvSpPr txBox="1"/>
          <p:nvPr>
            <p:ph idx="9" type="body"/>
          </p:nvPr>
        </p:nvSpPr>
        <p:spPr>
          <a:xfrm>
            <a:off x="226219" y="3736949"/>
            <a:ext cx="28194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5" name="Google Shape;775;p115"/>
          <p:cNvSpPr txBox="1"/>
          <p:nvPr>
            <p:ph idx="13" type="body"/>
          </p:nvPr>
        </p:nvSpPr>
        <p:spPr>
          <a:xfrm>
            <a:off x="2262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6" name="Google Shape;776;p115"/>
          <p:cNvSpPr txBox="1"/>
          <p:nvPr>
            <p:ph idx="14" type="body"/>
          </p:nvPr>
        </p:nvSpPr>
        <p:spPr>
          <a:xfrm>
            <a:off x="3161619" y="3736949"/>
            <a:ext cx="28167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7" name="Google Shape;777;p115"/>
          <p:cNvSpPr txBox="1"/>
          <p:nvPr>
            <p:ph idx="15" type="body"/>
          </p:nvPr>
        </p:nvSpPr>
        <p:spPr>
          <a:xfrm>
            <a:off x="31616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8" name="Google Shape;778;p115"/>
          <p:cNvSpPr txBox="1"/>
          <p:nvPr>
            <p:ph idx="16" type="body"/>
          </p:nvPr>
        </p:nvSpPr>
        <p:spPr>
          <a:xfrm>
            <a:off x="6102803" y="3736949"/>
            <a:ext cx="28101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9" name="Google Shape;779;p115"/>
          <p:cNvSpPr txBox="1"/>
          <p:nvPr>
            <p:ph idx="17" type="body"/>
          </p:nvPr>
        </p:nvSpPr>
        <p:spPr>
          <a:xfrm>
            <a:off x="6102804" y="2628900"/>
            <a:ext cx="28101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Stone">
  <p:cSld name="Ender 1 - Stone">
    <p:bg>
      <p:bgPr>
        <a:solidFill>
          <a:srgbClr val="F3EDE0"/>
        </a:solidFill>
      </p:bgPr>
    </p:bg>
    <p:spTree>
      <p:nvGrpSpPr>
        <p:cNvPr id="780" name="Shape 780"/>
        <p:cNvGrpSpPr/>
        <p:nvPr/>
      </p:nvGrpSpPr>
      <p:grpSpPr>
        <a:xfrm>
          <a:off x="0" y="0"/>
          <a:ext cx="0" cy="0"/>
          <a:chOff x="0" y="0"/>
          <a:chExt cx="0" cy="0"/>
        </a:xfrm>
      </p:grpSpPr>
      <p:pic>
        <p:nvPicPr>
          <p:cNvPr id="781" name="Google Shape;781;p116"/>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White">
  <p:cSld name="Ender 1 - White">
    <p:bg>
      <p:bgPr>
        <a:solidFill>
          <a:srgbClr val="FFFFFF"/>
        </a:solidFill>
      </p:bgPr>
    </p:bg>
    <p:spTree>
      <p:nvGrpSpPr>
        <p:cNvPr id="782" name="Shape 782"/>
        <p:cNvGrpSpPr/>
        <p:nvPr/>
      </p:nvGrpSpPr>
      <p:grpSpPr>
        <a:xfrm>
          <a:off x="0" y="0"/>
          <a:ext cx="0" cy="0"/>
          <a:chOff x="0" y="0"/>
          <a:chExt cx="0" cy="0"/>
        </a:xfrm>
      </p:grpSpPr>
      <p:pic>
        <p:nvPicPr>
          <p:cNvPr id="783" name="Google Shape;783;p117"/>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Black">
  <p:cSld name="Ender 1 - Black">
    <p:bg>
      <p:bgPr>
        <a:solidFill>
          <a:srgbClr val="000000"/>
        </a:solidFill>
      </p:bgPr>
    </p:bg>
    <p:spTree>
      <p:nvGrpSpPr>
        <p:cNvPr id="784" name="Shape 784"/>
        <p:cNvGrpSpPr/>
        <p:nvPr/>
      </p:nvGrpSpPr>
      <p:grpSpPr>
        <a:xfrm>
          <a:off x="0" y="0"/>
          <a:ext cx="0" cy="0"/>
          <a:chOff x="0" y="0"/>
          <a:chExt cx="0" cy="0"/>
        </a:xfrm>
      </p:grpSpPr>
      <p:pic>
        <p:nvPicPr>
          <p:cNvPr id="785" name="Google Shape;785;p118"/>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Stone">
  <p:cSld name="Ender 2 - Stone">
    <p:bg>
      <p:bgPr>
        <a:solidFill>
          <a:srgbClr val="F3EDE0"/>
        </a:solidFill>
      </p:bgPr>
    </p:bg>
    <p:spTree>
      <p:nvGrpSpPr>
        <p:cNvPr id="786" name="Shape 786"/>
        <p:cNvGrpSpPr/>
        <p:nvPr/>
      </p:nvGrpSpPr>
      <p:grpSpPr>
        <a:xfrm>
          <a:off x="0" y="0"/>
          <a:ext cx="0" cy="0"/>
          <a:chOff x="0" y="0"/>
          <a:chExt cx="0" cy="0"/>
        </a:xfrm>
      </p:grpSpPr>
      <p:pic>
        <p:nvPicPr>
          <p:cNvPr id="787" name="Google Shape;787;p119"/>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White">
  <p:cSld name="Ender 2 - White">
    <p:bg>
      <p:bgPr>
        <a:solidFill>
          <a:srgbClr val="FFFFFF"/>
        </a:solidFill>
      </p:bgPr>
    </p:bg>
    <p:spTree>
      <p:nvGrpSpPr>
        <p:cNvPr id="788" name="Shape 788"/>
        <p:cNvGrpSpPr/>
        <p:nvPr/>
      </p:nvGrpSpPr>
      <p:grpSpPr>
        <a:xfrm>
          <a:off x="0" y="0"/>
          <a:ext cx="0" cy="0"/>
          <a:chOff x="0" y="0"/>
          <a:chExt cx="0" cy="0"/>
        </a:xfrm>
      </p:grpSpPr>
      <p:pic>
        <p:nvPicPr>
          <p:cNvPr id="789" name="Google Shape;789;p120"/>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Black">
  <p:cSld name="Ender 2 - Black">
    <p:bg>
      <p:bgPr>
        <a:solidFill>
          <a:srgbClr val="000000"/>
        </a:solidFill>
      </p:bgPr>
    </p:bg>
    <p:spTree>
      <p:nvGrpSpPr>
        <p:cNvPr id="790" name="Shape 790"/>
        <p:cNvGrpSpPr/>
        <p:nvPr/>
      </p:nvGrpSpPr>
      <p:grpSpPr>
        <a:xfrm>
          <a:off x="0" y="0"/>
          <a:ext cx="0" cy="0"/>
          <a:chOff x="0" y="0"/>
          <a:chExt cx="0" cy="0"/>
        </a:xfrm>
      </p:grpSpPr>
      <p:pic>
        <p:nvPicPr>
          <p:cNvPr id="791" name="Google Shape;791;p121"/>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econdary Cover - White">
  <p:cSld name="Secondary Cover - White">
    <p:bg>
      <p:bgPr>
        <a:solidFill>
          <a:schemeClr val="lt1"/>
        </a:solidFill>
      </p:bgPr>
    </p:bg>
    <p:spTree>
      <p:nvGrpSpPr>
        <p:cNvPr id="797" name="Shape 797"/>
        <p:cNvGrpSpPr/>
        <p:nvPr/>
      </p:nvGrpSpPr>
      <p:grpSpPr>
        <a:xfrm>
          <a:off x="0" y="0"/>
          <a:ext cx="0" cy="0"/>
          <a:chOff x="0" y="0"/>
          <a:chExt cx="0" cy="0"/>
        </a:xfrm>
      </p:grpSpPr>
      <p:sp>
        <p:nvSpPr>
          <p:cNvPr id="798" name="Google Shape;798;p123"/>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9" name="Google Shape;799;p123"/>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18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00" name="Google Shape;800;p123"/>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descr="A red letter v with a yellow light&#10;&#10;Description automatically generated" id="801" name="Google Shape;801;p123"/>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Info Slide">
  <p:cSld name="Info Slide">
    <p:spTree>
      <p:nvGrpSpPr>
        <p:cNvPr id="802" name="Shape 802"/>
        <p:cNvGrpSpPr/>
        <p:nvPr/>
      </p:nvGrpSpPr>
      <p:grpSpPr>
        <a:xfrm>
          <a:off x="0" y="0"/>
          <a:ext cx="0" cy="0"/>
          <a:chOff x="0" y="0"/>
          <a:chExt cx="0" cy="0"/>
        </a:xfrm>
      </p:grpSpPr>
      <p:sp>
        <p:nvSpPr>
          <p:cNvPr id="803" name="Google Shape;803;p124"/>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4" name="Google Shape;804;p124"/>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05" name="Google Shape;805;p124"/>
          <p:cNvSpPr/>
          <p:nvPr/>
        </p:nvSpPr>
        <p:spPr>
          <a:xfrm>
            <a:off x="6126956" y="469106"/>
            <a:ext cx="2543100" cy="207300"/>
          </a:xfrm>
          <a:prstGeom prst="roundRect">
            <a:avLst>
              <a:gd fmla="val 16667" name="adj"/>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Safe Harbor statement">
  <p:cSld name="Safe Harbor statement_1">
    <p:spTree>
      <p:nvGrpSpPr>
        <p:cNvPr id="806" name="Shape 806"/>
        <p:cNvGrpSpPr/>
        <p:nvPr/>
      </p:nvGrpSpPr>
      <p:grpSpPr>
        <a:xfrm>
          <a:off x="0" y="0"/>
          <a:ext cx="0" cy="0"/>
          <a:chOff x="0" y="0"/>
          <a:chExt cx="0" cy="0"/>
        </a:xfrm>
      </p:grpSpPr>
      <p:sp>
        <p:nvSpPr>
          <p:cNvPr id="807" name="Google Shape;807;p125"/>
          <p:cNvSpPr txBox="1"/>
          <p:nvPr>
            <p:ph type="title"/>
          </p:nvPr>
        </p:nvSpPr>
        <p:spPr>
          <a:xfrm>
            <a:off x="473864" y="438912"/>
            <a:ext cx="4656300" cy="399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08" name="Google Shape;808;p125"/>
          <p:cNvSpPr/>
          <p:nvPr/>
        </p:nvSpPr>
        <p:spPr>
          <a:xfrm>
            <a:off x="473869" y="4267200"/>
            <a:ext cx="8196300" cy="396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9" name="Google Shape;809;p12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10" name="Google Shape;810;p125"/>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1" name="Google Shape;811;p125"/>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Primary Cover - White">
  <p:cSld name="Primary Cover - White">
    <p:bg>
      <p:bgPr>
        <a:solidFill>
          <a:schemeClr val="lt1"/>
        </a:solidFill>
      </p:bgPr>
    </p:bg>
    <p:spTree>
      <p:nvGrpSpPr>
        <p:cNvPr id="812" name="Shape 812"/>
        <p:cNvGrpSpPr/>
        <p:nvPr/>
      </p:nvGrpSpPr>
      <p:grpSpPr>
        <a:xfrm>
          <a:off x="0" y="0"/>
          <a:ext cx="0" cy="0"/>
          <a:chOff x="0" y="0"/>
          <a:chExt cx="0" cy="0"/>
        </a:xfrm>
      </p:grpSpPr>
      <p:sp>
        <p:nvSpPr>
          <p:cNvPr id="813" name="Google Shape;813;p126"/>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4" name="Google Shape;814;p126"/>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1"/>
              </a:buClr>
              <a:buSzPts val="1800"/>
              <a:buFont typeface="Verizon NHG DS"/>
              <a:buNone/>
              <a:defRPr i="0" sz="1800">
                <a:solidFill>
                  <a:schemeClr val="dk1"/>
                </a:solidFill>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Clr>
                <a:schemeClr val="dk1"/>
              </a:buClr>
              <a:buSzPts val="900"/>
              <a:buChar char="•"/>
              <a:defRPr sz="900"/>
            </a:lvl6pPr>
            <a:lvl7pPr indent="-285750" lvl="6" marL="3200400" algn="l">
              <a:lnSpc>
                <a:spcPct val="100000"/>
              </a:lnSpc>
              <a:spcBef>
                <a:spcPts val="0"/>
              </a:spcBef>
              <a:spcAft>
                <a:spcPts val="0"/>
              </a:spcAft>
              <a:buClr>
                <a:schemeClr val="dk1"/>
              </a:buClr>
              <a:buSzPts val="900"/>
              <a:buChar char="•"/>
              <a:defRPr sz="900"/>
            </a:lvl7pPr>
            <a:lvl8pPr indent="-285750" lvl="7" marL="3657600" algn="l">
              <a:lnSpc>
                <a:spcPct val="100000"/>
              </a:lnSpc>
              <a:spcBef>
                <a:spcPts val="0"/>
              </a:spcBef>
              <a:spcAft>
                <a:spcPts val="0"/>
              </a:spcAft>
              <a:buClr>
                <a:schemeClr val="dk1"/>
              </a:buClr>
              <a:buSzPts val="900"/>
              <a:buChar char="•"/>
              <a:defRPr sz="900"/>
            </a:lvl8pPr>
            <a:lvl9pPr indent="-285750" lvl="8" marL="4114800" algn="l">
              <a:lnSpc>
                <a:spcPct val="100000"/>
              </a:lnSpc>
              <a:spcBef>
                <a:spcPts val="0"/>
              </a:spcBef>
              <a:spcAft>
                <a:spcPts val="0"/>
              </a:spcAft>
              <a:buClr>
                <a:schemeClr val="dk1"/>
              </a:buClr>
              <a:buSzPts val="900"/>
              <a:buChar char="•"/>
              <a:defRPr sz="900"/>
            </a:lvl9pPr>
          </a:lstStyle>
          <a:p/>
        </p:txBody>
      </p:sp>
      <p:sp>
        <p:nvSpPr>
          <p:cNvPr id="815" name="Google Shape;815;p126"/>
          <p:cNvSpPr txBox="1"/>
          <p:nvPr>
            <p:ph type="title"/>
          </p:nvPr>
        </p:nvSpPr>
        <p:spPr>
          <a:xfrm>
            <a:off x="455425"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id="816" name="Google Shape;816;p126"/>
          <p:cNvPicPr preferRelativeResize="0"/>
          <p:nvPr/>
        </p:nvPicPr>
        <p:blipFill rotWithShape="1">
          <a:blip r:embed="rId2">
            <a:alphaModFix/>
          </a:blip>
          <a:srcRect b="43502" l="12071" r="12109" t="23207"/>
          <a:stretch/>
        </p:blipFill>
        <p:spPr>
          <a:xfrm>
            <a:off x="7589475" y="4280635"/>
            <a:ext cx="1080648" cy="246510"/>
          </a:xfrm>
          <a:prstGeom prst="rect">
            <a:avLst/>
          </a:prstGeom>
          <a:noFill/>
          <a:ln>
            <a:noFill/>
          </a:ln>
        </p:spPr>
      </p:pic>
      <p:pic>
        <p:nvPicPr>
          <p:cNvPr descr="A red letter v with a yellow light&#10;&#10;Description automatically generated" id="817" name="Google Shape;817;p126"/>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Primary Cover - Black">
  <p:cSld name="Primary Cover - Black">
    <p:bg>
      <p:bgPr>
        <a:solidFill>
          <a:schemeClr val="dk1"/>
        </a:solidFill>
      </p:bgPr>
    </p:bg>
    <p:spTree>
      <p:nvGrpSpPr>
        <p:cNvPr id="818" name="Shape 818"/>
        <p:cNvGrpSpPr/>
        <p:nvPr/>
      </p:nvGrpSpPr>
      <p:grpSpPr>
        <a:xfrm>
          <a:off x="0" y="0"/>
          <a:ext cx="0" cy="0"/>
          <a:chOff x="0" y="0"/>
          <a:chExt cx="0" cy="0"/>
        </a:xfrm>
      </p:grpSpPr>
      <p:sp>
        <p:nvSpPr>
          <p:cNvPr id="819" name="Google Shape;819;p127"/>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0" name="Google Shape;820;p127"/>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21" name="Google Shape;821;p127"/>
          <p:cNvSpPr txBox="1"/>
          <p:nvPr>
            <p:ph type="title"/>
          </p:nvPr>
        </p:nvSpPr>
        <p:spPr>
          <a:xfrm>
            <a:off x="457200"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id="822" name="Google Shape;822;p127"/>
          <p:cNvPicPr preferRelativeResize="0"/>
          <p:nvPr/>
        </p:nvPicPr>
        <p:blipFill rotWithShape="1">
          <a:blip r:embed="rId2">
            <a:alphaModFix/>
          </a:blip>
          <a:srcRect b="43502" l="12071" r="12109" t="23207"/>
          <a:stretch/>
        </p:blipFill>
        <p:spPr>
          <a:xfrm>
            <a:off x="7589475" y="4280635"/>
            <a:ext cx="1080648" cy="246510"/>
          </a:xfrm>
          <a:prstGeom prst="rect">
            <a:avLst/>
          </a:prstGeom>
          <a:noFill/>
          <a:ln>
            <a:noFill/>
          </a:ln>
        </p:spPr>
      </p:pic>
      <p:pic>
        <p:nvPicPr>
          <p:cNvPr descr="A red letter v with a yellow light&#10;&#10;Description automatically generated" id="823" name="Google Shape;823;p127"/>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
    <p:bg>
      <p:bgPr>
        <a:solidFill>
          <a:schemeClr val="dk1"/>
        </a:solidFill>
      </p:bgPr>
    </p:bg>
    <p:spTree>
      <p:nvGrpSpPr>
        <p:cNvPr id="824" name="Shape 824"/>
        <p:cNvGrpSpPr/>
        <p:nvPr/>
      </p:nvGrpSpPr>
      <p:grpSpPr>
        <a:xfrm>
          <a:off x="0" y="0"/>
          <a:ext cx="0" cy="0"/>
          <a:chOff x="0" y="0"/>
          <a:chExt cx="0" cy="0"/>
        </a:xfrm>
      </p:grpSpPr>
      <p:sp>
        <p:nvSpPr>
          <p:cNvPr id="825" name="Google Shape;825;p128"/>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26" name="Google Shape;826;p128"/>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7" name="Google Shape;827;p128"/>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828" name="Google Shape;828;p128"/>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econdary Cover with logo - White">
  <p:cSld name="Divider - White">
    <p:bg>
      <p:bgPr>
        <a:solidFill>
          <a:schemeClr val="lt1"/>
        </a:solidFill>
      </p:bgPr>
    </p:bg>
    <p:spTree>
      <p:nvGrpSpPr>
        <p:cNvPr id="829" name="Shape 829"/>
        <p:cNvGrpSpPr/>
        <p:nvPr/>
      </p:nvGrpSpPr>
      <p:grpSpPr>
        <a:xfrm>
          <a:off x="0" y="0"/>
          <a:ext cx="0" cy="0"/>
          <a:chOff x="0" y="0"/>
          <a:chExt cx="0" cy="0"/>
        </a:xfrm>
      </p:grpSpPr>
      <p:sp>
        <p:nvSpPr>
          <p:cNvPr id="830" name="Google Shape;830;p129"/>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31" name="Google Shape;831;p129"/>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2" name="Google Shape;832;p129"/>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33" name="Google Shape;833;p129"/>
          <p:cNvSpPr/>
          <p:nvPr/>
        </p:nvSpPr>
        <p:spPr>
          <a:xfrm>
            <a:off x="70550" y="4663700"/>
            <a:ext cx="9073500" cy="46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834" name="Google Shape;834;p129"/>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835" name="Google Shape;835;p129"/>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econdary Cover with logo - Black">
  <p:cSld name="Divider - White_2">
    <p:bg>
      <p:bgPr>
        <a:solidFill>
          <a:schemeClr val="dk1"/>
        </a:solidFill>
      </p:bgPr>
    </p:bg>
    <p:spTree>
      <p:nvGrpSpPr>
        <p:cNvPr id="836" name="Shape 836"/>
        <p:cNvGrpSpPr/>
        <p:nvPr/>
      </p:nvGrpSpPr>
      <p:grpSpPr>
        <a:xfrm>
          <a:off x="0" y="0"/>
          <a:ext cx="0" cy="0"/>
          <a:chOff x="0" y="0"/>
          <a:chExt cx="0" cy="0"/>
        </a:xfrm>
      </p:grpSpPr>
      <p:sp>
        <p:nvSpPr>
          <p:cNvPr id="837" name="Google Shape;837;p130"/>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38" name="Google Shape;838;p130"/>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39" name="Google Shape;839;p130"/>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40" name="Google Shape;840;p130"/>
          <p:cNvSpPr/>
          <p:nvPr/>
        </p:nvSpPr>
        <p:spPr>
          <a:xfrm>
            <a:off x="70550" y="4663700"/>
            <a:ext cx="9073500" cy="463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841" name="Google Shape;841;p130"/>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842" name="Google Shape;842;p130"/>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Divider - White">
  <p:cSld name="Divider - White_1">
    <p:bg>
      <p:bgPr>
        <a:solidFill>
          <a:schemeClr val="lt1"/>
        </a:solidFill>
      </p:bgPr>
    </p:bg>
    <p:spTree>
      <p:nvGrpSpPr>
        <p:cNvPr id="843" name="Shape 843"/>
        <p:cNvGrpSpPr/>
        <p:nvPr/>
      </p:nvGrpSpPr>
      <p:grpSpPr>
        <a:xfrm>
          <a:off x="0" y="0"/>
          <a:ext cx="0" cy="0"/>
          <a:chOff x="0" y="0"/>
          <a:chExt cx="0" cy="0"/>
        </a:xfrm>
      </p:grpSpPr>
      <p:sp>
        <p:nvSpPr>
          <p:cNvPr id="844" name="Google Shape;844;p131"/>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24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45" name="Google Shape;845;p131"/>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46" name="Google Shape;846;p131"/>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Divider - Black">
  <p:cSld name="Divider - Black">
    <p:bg>
      <p:bgPr>
        <a:solidFill>
          <a:schemeClr val="dk1"/>
        </a:solidFill>
      </p:bgPr>
    </p:bg>
    <p:spTree>
      <p:nvGrpSpPr>
        <p:cNvPr id="847" name="Shape 847"/>
        <p:cNvGrpSpPr/>
        <p:nvPr/>
      </p:nvGrpSpPr>
      <p:grpSpPr>
        <a:xfrm>
          <a:off x="0" y="0"/>
          <a:ext cx="0" cy="0"/>
          <a:chOff x="0" y="0"/>
          <a:chExt cx="0" cy="0"/>
        </a:xfrm>
      </p:grpSpPr>
      <p:sp>
        <p:nvSpPr>
          <p:cNvPr id="848" name="Google Shape;848;p132"/>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49" name="Google Shape;849;p132"/>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
        <p:nvSpPr>
          <p:cNvPr id="850" name="Google Shape;850;p132"/>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1" name="Google Shape;851;p132"/>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24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Large statement - White">
  <p:cSld name="Large statement or Divider - White">
    <p:bg>
      <p:bgPr>
        <a:solidFill>
          <a:schemeClr val="lt1"/>
        </a:solidFill>
      </p:bgPr>
    </p:bg>
    <p:spTree>
      <p:nvGrpSpPr>
        <p:cNvPr id="852" name="Shape 852"/>
        <p:cNvGrpSpPr/>
        <p:nvPr/>
      </p:nvGrpSpPr>
      <p:grpSpPr>
        <a:xfrm>
          <a:off x="0" y="0"/>
          <a:ext cx="0" cy="0"/>
          <a:chOff x="0" y="0"/>
          <a:chExt cx="0" cy="0"/>
        </a:xfrm>
      </p:grpSpPr>
      <p:sp>
        <p:nvSpPr>
          <p:cNvPr id="853" name="Google Shape;853;p13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4" name="Google Shape;854;p133"/>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grpSp>
        <p:nvGrpSpPr>
          <p:cNvPr id="855" name="Google Shape;855;p133"/>
          <p:cNvGrpSpPr/>
          <p:nvPr/>
        </p:nvGrpSpPr>
        <p:grpSpPr>
          <a:xfrm>
            <a:off x="0" y="0"/>
            <a:ext cx="9144000" cy="5143500"/>
            <a:chOff x="0" y="0"/>
            <a:chExt cx="9144000" cy="5143500"/>
          </a:xfrm>
        </p:grpSpPr>
        <p:sp>
          <p:nvSpPr>
            <p:cNvPr id="856" name="Google Shape;856;p133"/>
            <p:cNvSpPr/>
            <p:nvPr/>
          </p:nvSpPr>
          <p:spPr>
            <a:xfrm>
              <a:off x="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7" name="Google Shape;857;p133"/>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8" name="Google Shape;858;p133"/>
            <p:cNvSpPr/>
            <p:nvPr/>
          </p:nvSpPr>
          <p:spPr>
            <a:xfrm rot="5400000">
              <a:off x="4514550" y="-4492350"/>
              <a:ext cx="137100" cy="91218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9" name="Google Shape;859;p133"/>
            <p:cNvSpPr/>
            <p:nvPr/>
          </p:nvSpPr>
          <p:spPr>
            <a:xfrm rot="5400000">
              <a:off x="4525500" y="525000"/>
              <a:ext cx="137100" cy="90999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 Red">
    <p:bg>
      <p:bgPr>
        <a:solidFill>
          <a:schemeClr val="dk2"/>
        </a:solidFill>
      </p:bgPr>
    </p:bg>
    <p:spTree>
      <p:nvGrpSpPr>
        <p:cNvPr id="860" name="Shape 860"/>
        <p:cNvGrpSpPr/>
        <p:nvPr/>
      </p:nvGrpSpPr>
      <p:grpSpPr>
        <a:xfrm>
          <a:off x="0" y="0"/>
          <a:ext cx="0" cy="0"/>
          <a:chOff x="0" y="0"/>
          <a:chExt cx="0" cy="0"/>
        </a:xfrm>
      </p:grpSpPr>
      <p:sp>
        <p:nvSpPr>
          <p:cNvPr id="861" name="Google Shape;861;p13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2" name="Google Shape;862;p134"/>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863" name="Google Shape;863;p134"/>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4" name="Google Shape;864;p134"/>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and black logo&#10;&#10;Description automatically generated" id="865" name="Google Shape;865;p134"/>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or Divider - Black">
    <p:bg>
      <p:bgPr>
        <a:solidFill>
          <a:schemeClr val="dk1"/>
        </a:solidFill>
      </p:bgPr>
    </p:bg>
    <p:spTree>
      <p:nvGrpSpPr>
        <p:cNvPr id="866" name="Shape 866"/>
        <p:cNvGrpSpPr/>
        <p:nvPr/>
      </p:nvGrpSpPr>
      <p:grpSpPr>
        <a:xfrm>
          <a:off x="0" y="0"/>
          <a:ext cx="0" cy="0"/>
          <a:chOff x="0" y="0"/>
          <a:chExt cx="0" cy="0"/>
        </a:xfrm>
      </p:grpSpPr>
      <p:sp>
        <p:nvSpPr>
          <p:cNvPr id="867" name="Google Shape;867;p13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8" name="Google Shape;868;p135"/>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869" name="Google Shape;869;p135"/>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70" name="Google Shape;870;p135"/>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Divider w/ Copy - Yellow">
  <p:cSld name="Divider w/ Copy - Yellow">
    <p:bg>
      <p:bgPr>
        <a:solidFill>
          <a:schemeClr val="lt1"/>
        </a:solidFill>
      </p:bgPr>
    </p:bg>
    <p:spTree>
      <p:nvGrpSpPr>
        <p:cNvPr id="871" name="Shape 871"/>
        <p:cNvGrpSpPr/>
        <p:nvPr/>
      </p:nvGrpSpPr>
      <p:grpSpPr>
        <a:xfrm>
          <a:off x="0" y="0"/>
          <a:ext cx="0" cy="0"/>
          <a:chOff x="0" y="0"/>
          <a:chExt cx="0" cy="0"/>
        </a:xfrm>
      </p:grpSpPr>
      <p:sp>
        <p:nvSpPr>
          <p:cNvPr id="872" name="Google Shape;872;p136"/>
          <p:cNvSpPr/>
          <p:nvPr/>
        </p:nvSpPr>
        <p:spPr>
          <a:xfrm>
            <a:off x="0" y="0"/>
            <a:ext cx="4581300" cy="51435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3" name="Google Shape;873;p136"/>
          <p:cNvSpPr/>
          <p:nvPr/>
        </p:nvSpPr>
        <p:spPr>
          <a:xfrm>
            <a:off x="4581298" y="4728064"/>
            <a:ext cx="2017800" cy="1977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4" name="Google Shape;874;p136"/>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2000"/>
              <a:buFont typeface="Verizon NHG DS"/>
              <a:buNone/>
              <a:defRPr i="0" sz="2000">
                <a:solidFill>
                  <a:schemeClr val="dk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2pPr>
            <a:lvl3pPr indent="-228600" lvl="2" marL="13716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3pPr>
            <a:lvl4pPr indent="-228600" lvl="3" marL="18288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4pPr>
            <a:lvl5pPr indent="-228600" lvl="4" marL="22860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5pPr>
            <a:lvl6pPr indent="-285750" lvl="5" marL="27432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6pPr>
            <a:lvl7pPr indent="-285750" lvl="6" marL="32004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7pPr>
            <a:lvl8pPr indent="-285750" lvl="7" marL="36576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8pPr>
            <a:lvl9pPr indent="-285750" lvl="8" marL="41148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9pPr>
          </a:lstStyle>
          <a:p/>
        </p:txBody>
      </p:sp>
      <p:sp>
        <p:nvSpPr>
          <p:cNvPr id="875" name="Google Shape;875;p136"/>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76" name="Google Shape;876;p13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grpSp>
        <p:nvGrpSpPr>
          <p:cNvPr id="877" name="Google Shape;877;p136"/>
          <p:cNvGrpSpPr/>
          <p:nvPr/>
        </p:nvGrpSpPr>
        <p:grpSpPr>
          <a:xfrm>
            <a:off x="4503450" y="0"/>
            <a:ext cx="4640550" cy="5143500"/>
            <a:chOff x="4503450" y="0"/>
            <a:chExt cx="4640550" cy="5143500"/>
          </a:xfrm>
        </p:grpSpPr>
        <p:sp>
          <p:nvSpPr>
            <p:cNvPr id="878" name="Google Shape;878;p136"/>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9" name="Google Shape;879;p136"/>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0" name="Google Shape;880;p136"/>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1" name="Google Shape;881;p136"/>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882" name="Google Shape;882;p136"/>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883" name="Google Shape;883;p136"/>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w/ Copy - Red">
  <p:cSld name="Divider w/ Copy - Red">
    <p:bg>
      <p:bgPr>
        <a:solidFill>
          <a:schemeClr val="lt2"/>
        </a:solidFill>
      </p:bgPr>
    </p:bg>
    <p:spTree>
      <p:nvGrpSpPr>
        <p:cNvPr id="884" name="Shape 884"/>
        <p:cNvGrpSpPr/>
        <p:nvPr/>
      </p:nvGrpSpPr>
      <p:grpSpPr>
        <a:xfrm>
          <a:off x="0" y="0"/>
          <a:ext cx="0" cy="0"/>
          <a:chOff x="0" y="0"/>
          <a:chExt cx="0" cy="0"/>
        </a:xfrm>
      </p:grpSpPr>
      <p:sp>
        <p:nvSpPr>
          <p:cNvPr id="885" name="Google Shape;885;p137"/>
          <p:cNvSpPr/>
          <p:nvPr/>
        </p:nvSpPr>
        <p:spPr>
          <a:xfrm>
            <a:off x="2716823"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6" name="Google Shape;886;p137"/>
          <p:cNvSpPr/>
          <p:nvPr/>
        </p:nvSpPr>
        <p:spPr>
          <a:xfrm>
            <a:off x="4567428" y="0"/>
            <a:ext cx="4576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7" name="Google Shape;887;p137"/>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2000"/>
              <a:buFont typeface="Verizon NHG DS"/>
              <a:buNone/>
              <a:defRPr i="0" sz="2000">
                <a:solidFill>
                  <a:schemeClr val="lt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lt2"/>
              </a:buClr>
              <a:buSzPts val="900"/>
              <a:buNone/>
              <a:defRPr b="1">
                <a:solidFill>
                  <a:schemeClr val="lt2"/>
                </a:solidFill>
              </a:defRPr>
            </a:lvl2pPr>
            <a:lvl3pPr indent="-228600" lvl="2" marL="1371600" algn="l">
              <a:lnSpc>
                <a:spcPct val="100000"/>
              </a:lnSpc>
              <a:spcBef>
                <a:spcPts val="400"/>
              </a:spcBef>
              <a:spcAft>
                <a:spcPts val="0"/>
              </a:spcAft>
              <a:buClr>
                <a:schemeClr val="lt2"/>
              </a:buClr>
              <a:buSzPts val="900"/>
              <a:buNone/>
              <a:defRPr b="1">
                <a:solidFill>
                  <a:schemeClr val="lt2"/>
                </a:solidFill>
              </a:defRPr>
            </a:lvl3pPr>
            <a:lvl4pPr indent="-228600" lvl="3" marL="1828800" algn="l">
              <a:lnSpc>
                <a:spcPct val="100000"/>
              </a:lnSpc>
              <a:spcBef>
                <a:spcPts val="400"/>
              </a:spcBef>
              <a:spcAft>
                <a:spcPts val="0"/>
              </a:spcAft>
              <a:buClr>
                <a:schemeClr val="lt2"/>
              </a:buClr>
              <a:buSzPts val="900"/>
              <a:buNone/>
              <a:defRPr b="1">
                <a:solidFill>
                  <a:schemeClr val="lt2"/>
                </a:solidFill>
              </a:defRPr>
            </a:lvl4pPr>
            <a:lvl5pPr indent="-228600" lvl="4" marL="2286000" algn="l">
              <a:lnSpc>
                <a:spcPct val="100000"/>
              </a:lnSpc>
              <a:spcBef>
                <a:spcPts val="400"/>
              </a:spcBef>
              <a:spcAft>
                <a:spcPts val="0"/>
              </a:spcAft>
              <a:buClr>
                <a:schemeClr val="lt2"/>
              </a:buClr>
              <a:buSzPts val="900"/>
              <a:buNone/>
              <a:defRPr b="1">
                <a:solidFill>
                  <a:schemeClr val="lt2"/>
                </a:solidFill>
              </a:defRPr>
            </a:lvl5pPr>
            <a:lvl6pPr indent="-285750" lvl="5" marL="2743200" algn="l">
              <a:lnSpc>
                <a:spcPct val="90000"/>
              </a:lnSpc>
              <a:spcBef>
                <a:spcPts val="400"/>
              </a:spcBef>
              <a:spcAft>
                <a:spcPts val="0"/>
              </a:spcAft>
              <a:buClr>
                <a:schemeClr val="lt2"/>
              </a:buClr>
              <a:buSzPts val="900"/>
              <a:buChar char="•"/>
              <a:defRPr b="1" sz="900">
                <a:solidFill>
                  <a:schemeClr val="lt2"/>
                </a:solidFill>
              </a:defRPr>
            </a:lvl6pPr>
            <a:lvl7pPr indent="-285750" lvl="6" marL="3200400" algn="l">
              <a:lnSpc>
                <a:spcPct val="90000"/>
              </a:lnSpc>
              <a:spcBef>
                <a:spcPts val="400"/>
              </a:spcBef>
              <a:spcAft>
                <a:spcPts val="0"/>
              </a:spcAft>
              <a:buClr>
                <a:schemeClr val="lt2"/>
              </a:buClr>
              <a:buSzPts val="900"/>
              <a:buChar char="•"/>
              <a:defRPr b="1" sz="900">
                <a:solidFill>
                  <a:schemeClr val="lt2"/>
                </a:solidFill>
              </a:defRPr>
            </a:lvl7pPr>
            <a:lvl8pPr indent="-285750" lvl="7" marL="3657600" algn="l">
              <a:lnSpc>
                <a:spcPct val="90000"/>
              </a:lnSpc>
              <a:spcBef>
                <a:spcPts val="400"/>
              </a:spcBef>
              <a:spcAft>
                <a:spcPts val="0"/>
              </a:spcAft>
              <a:buClr>
                <a:schemeClr val="lt2"/>
              </a:buClr>
              <a:buSzPts val="900"/>
              <a:buChar char="•"/>
              <a:defRPr b="1" sz="900">
                <a:solidFill>
                  <a:schemeClr val="lt2"/>
                </a:solidFill>
              </a:defRPr>
            </a:lvl8pPr>
            <a:lvl9pPr indent="-285750" lvl="8" marL="4114800" algn="l">
              <a:lnSpc>
                <a:spcPct val="90000"/>
              </a:lnSpc>
              <a:spcBef>
                <a:spcPts val="400"/>
              </a:spcBef>
              <a:spcAft>
                <a:spcPts val="0"/>
              </a:spcAft>
              <a:buClr>
                <a:schemeClr val="lt2"/>
              </a:buClr>
              <a:buSzPts val="900"/>
              <a:buChar char="•"/>
              <a:defRPr b="1" sz="900">
                <a:solidFill>
                  <a:schemeClr val="lt2"/>
                </a:solidFill>
              </a:defRPr>
            </a:lvl9pPr>
          </a:lstStyle>
          <a:p/>
        </p:txBody>
      </p:sp>
      <p:sp>
        <p:nvSpPr>
          <p:cNvPr id="888" name="Google Shape;888;p137"/>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600"/>
              <a:buFont typeface="Arial"/>
              <a:buNone/>
              <a:defRPr sz="3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9" name="Google Shape;889;p137"/>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Divider w/ Image - Stone">
  <p:cSld name="Divider w/ Image - Stone">
    <p:bg>
      <p:bgPr>
        <a:solidFill>
          <a:schemeClr val="lt2"/>
        </a:solidFill>
      </p:bgPr>
    </p:bg>
    <p:spTree>
      <p:nvGrpSpPr>
        <p:cNvPr id="890" name="Shape 890"/>
        <p:cNvGrpSpPr/>
        <p:nvPr/>
      </p:nvGrpSpPr>
      <p:grpSpPr>
        <a:xfrm>
          <a:off x="0" y="0"/>
          <a:ext cx="0" cy="0"/>
          <a:chOff x="0" y="0"/>
          <a:chExt cx="0" cy="0"/>
        </a:xfrm>
      </p:grpSpPr>
      <p:sp>
        <p:nvSpPr>
          <p:cNvPr id="891" name="Google Shape;891;p138"/>
          <p:cNvSpPr/>
          <p:nvPr/>
        </p:nvSpPr>
        <p:spPr>
          <a:xfrm>
            <a:off x="2716823" y="4728064"/>
            <a:ext cx="2017800" cy="1977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2" name="Google Shape;892;p138"/>
          <p:cNvSpPr/>
          <p:nvPr>
            <p:ph idx="2" type="pic"/>
          </p:nvPr>
        </p:nvSpPr>
        <p:spPr>
          <a:xfrm>
            <a:off x="4510683" y="0"/>
            <a:ext cx="4632900" cy="5143500"/>
          </a:xfrm>
          <a:prstGeom prst="rect">
            <a:avLst/>
          </a:prstGeom>
          <a:solidFill>
            <a:schemeClr val="lt1"/>
          </a:solidFill>
          <a:ln>
            <a:noFill/>
          </a:ln>
        </p:spPr>
      </p:sp>
      <p:sp>
        <p:nvSpPr>
          <p:cNvPr id="893" name="Google Shape;893;p138"/>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4" name="Google Shape;894;p13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95" name="Google Shape;895;p138"/>
          <p:cNvSpPr txBox="1"/>
          <p:nvPr>
            <p:ph idx="1" type="body"/>
          </p:nvPr>
        </p:nvSpPr>
        <p:spPr>
          <a:xfrm>
            <a:off x="473869" y="2628900"/>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grpSp>
        <p:nvGrpSpPr>
          <p:cNvPr id="896" name="Google Shape;896;p138"/>
          <p:cNvGrpSpPr/>
          <p:nvPr/>
        </p:nvGrpSpPr>
        <p:grpSpPr>
          <a:xfrm>
            <a:off x="4503450" y="0"/>
            <a:ext cx="4640550" cy="5143500"/>
            <a:chOff x="4503450" y="0"/>
            <a:chExt cx="4640550" cy="5143500"/>
          </a:xfrm>
        </p:grpSpPr>
        <p:sp>
          <p:nvSpPr>
            <p:cNvPr id="897" name="Google Shape;897;p138"/>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8" name="Google Shape;898;p138"/>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9" name="Google Shape;899;p138"/>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0" name="Google Shape;900;p138"/>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901" name="Google Shape;901;p138"/>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Divider w/ Image - Red">
  <p:cSld name="Divider w/ Image - Red">
    <p:bg>
      <p:bgPr>
        <a:solidFill>
          <a:schemeClr val="dk2"/>
        </a:solidFill>
      </p:bgPr>
    </p:bg>
    <p:spTree>
      <p:nvGrpSpPr>
        <p:cNvPr id="902" name="Shape 902"/>
        <p:cNvGrpSpPr/>
        <p:nvPr/>
      </p:nvGrpSpPr>
      <p:grpSpPr>
        <a:xfrm>
          <a:off x="0" y="0"/>
          <a:ext cx="0" cy="0"/>
          <a:chOff x="0" y="0"/>
          <a:chExt cx="0" cy="0"/>
        </a:xfrm>
      </p:grpSpPr>
      <p:sp>
        <p:nvSpPr>
          <p:cNvPr id="903" name="Google Shape;903;p139"/>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4" name="Google Shape;904;p139"/>
          <p:cNvSpPr/>
          <p:nvPr>
            <p:ph idx="2" type="pic"/>
          </p:nvPr>
        </p:nvSpPr>
        <p:spPr>
          <a:xfrm>
            <a:off x="4510683" y="0"/>
            <a:ext cx="4632900" cy="5143500"/>
          </a:xfrm>
          <a:prstGeom prst="rect">
            <a:avLst/>
          </a:prstGeom>
          <a:solidFill>
            <a:schemeClr val="lt1"/>
          </a:solidFill>
          <a:ln>
            <a:noFill/>
          </a:ln>
        </p:spPr>
      </p:sp>
      <p:sp>
        <p:nvSpPr>
          <p:cNvPr id="905" name="Google Shape;905;p13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06" name="Google Shape;906;p139"/>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3600"/>
              <a:buFont typeface="Arial"/>
              <a:buNone/>
              <a:defRPr sz="36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907" name="Google Shape;907;p139"/>
          <p:cNvSpPr txBox="1"/>
          <p:nvPr>
            <p:ph idx="1" type="body"/>
          </p:nvPr>
        </p:nvSpPr>
        <p:spPr>
          <a:xfrm>
            <a:off x="473869" y="2634095"/>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descr="A red and black logo&#10;&#10;Description automatically generated" id="908" name="Google Shape;908;p139"/>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Agenda/TOC - White">
  <p:cSld name="Agenda/TOC - White">
    <p:spTree>
      <p:nvGrpSpPr>
        <p:cNvPr id="909" name="Shape 909"/>
        <p:cNvGrpSpPr/>
        <p:nvPr/>
      </p:nvGrpSpPr>
      <p:grpSpPr>
        <a:xfrm>
          <a:off x="0" y="0"/>
          <a:ext cx="0" cy="0"/>
          <a:chOff x="0" y="0"/>
          <a:chExt cx="0" cy="0"/>
        </a:xfrm>
      </p:grpSpPr>
      <p:sp>
        <p:nvSpPr>
          <p:cNvPr id="910" name="Google Shape;910;p140"/>
          <p:cNvSpPr txBox="1"/>
          <p:nvPr>
            <p:ph type="title"/>
          </p:nvPr>
        </p:nvSpPr>
        <p:spPr>
          <a:xfrm>
            <a:off x="473869" y="411669"/>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911" name="Google Shape;911;p14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Agenda/TOC Alt - White">
  <p:cSld name="Agenda/TOC Alt - White">
    <p:spTree>
      <p:nvGrpSpPr>
        <p:cNvPr id="912" name="Shape 912"/>
        <p:cNvGrpSpPr/>
        <p:nvPr/>
      </p:nvGrpSpPr>
      <p:grpSpPr>
        <a:xfrm>
          <a:off x="0" y="0"/>
          <a:ext cx="0" cy="0"/>
          <a:chOff x="0" y="0"/>
          <a:chExt cx="0" cy="0"/>
        </a:xfrm>
      </p:grpSpPr>
      <p:sp>
        <p:nvSpPr>
          <p:cNvPr id="913" name="Google Shape;913;p141"/>
          <p:cNvSpPr txBox="1"/>
          <p:nvPr>
            <p:ph idx="1" type="body"/>
          </p:nvPr>
        </p:nvSpPr>
        <p:spPr>
          <a:xfrm>
            <a:off x="473875" y="804668"/>
            <a:ext cx="33432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14" name="Google Shape;914;p141"/>
          <p:cNvSpPr txBox="1"/>
          <p:nvPr>
            <p:ph idx="2" type="body"/>
          </p:nvPr>
        </p:nvSpPr>
        <p:spPr>
          <a:xfrm>
            <a:off x="4626775" y="804668"/>
            <a:ext cx="3351600" cy="39318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15" name="Google Shape;915;p14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6" name="Google Shape;916;p141"/>
          <p:cNvSpPr txBox="1"/>
          <p:nvPr>
            <p:ph type="title"/>
          </p:nvPr>
        </p:nvSpPr>
        <p:spPr>
          <a:xfrm>
            <a:off x="475488"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Ideals/Principles - White">
  <p:cSld name="Ideals/Principles - White">
    <p:bg>
      <p:bgPr>
        <a:solidFill>
          <a:srgbClr val="FFFFFF"/>
        </a:solidFill>
      </p:bgPr>
    </p:bg>
    <p:spTree>
      <p:nvGrpSpPr>
        <p:cNvPr id="917" name="Shape 917"/>
        <p:cNvGrpSpPr/>
        <p:nvPr/>
      </p:nvGrpSpPr>
      <p:grpSpPr>
        <a:xfrm>
          <a:off x="0" y="0"/>
          <a:ext cx="0" cy="0"/>
          <a:chOff x="0" y="0"/>
          <a:chExt cx="0" cy="0"/>
        </a:xfrm>
      </p:grpSpPr>
      <p:sp>
        <p:nvSpPr>
          <p:cNvPr id="918" name="Google Shape;918;p14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9" name="Google Shape;919;p142"/>
          <p:cNvSpPr txBox="1"/>
          <p:nvPr>
            <p:ph type="title"/>
          </p:nvPr>
        </p:nvSpPr>
        <p:spPr>
          <a:xfrm>
            <a:off x="473869"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920" name="Google Shape;920;p142"/>
          <p:cNvSpPr txBox="1"/>
          <p:nvPr>
            <p:ph idx="1" type="body"/>
          </p:nvPr>
        </p:nvSpPr>
        <p:spPr>
          <a:xfrm>
            <a:off x="473875" y="804668"/>
            <a:ext cx="61173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Basic text content - White">
  <p:cSld name="Bullet point and optional partner 2 - White">
    <p:bg>
      <p:bgPr>
        <a:solidFill>
          <a:schemeClr val="lt1"/>
        </a:solidFill>
      </p:bgPr>
    </p:bg>
    <p:spTree>
      <p:nvGrpSpPr>
        <p:cNvPr id="921" name="Shape 921"/>
        <p:cNvGrpSpPr/>
        <p:nvPr/>
      </p:nvGrpSpPr>
      <p:grpSpPr>
        <a:xfrm>
          <a:off x="0" y="0"/>
          <a:ext cx="0" cy="0"/>
          <a:chOff x="0" y="0"/>
          <a:chExt cx="0" cy="0"/>
        </a:xfrm>
      </p:grpSpPr>
      <p:sp>
        <p:nvSpPr>
          <p:cNvPr id="922" name="Google Shape;922;p143"/>
          <p:cNvSpPr/>
          <p:nvPr>
            <p:ph idx="2" type="pic"/>
          </p:nvPr>
        </p:nvSpPr>
        <p:spPr>
          <a:xfrm>
            <a:off x="7394975" y="469103"/>
            <a:ext cx="1275000" cy="675600"/>
          </a:xfrm>
          <a:prstGeom prst="rect">
            <a:avLst/>
          </a:prstGeom>
          <a:solidFill>
            <a:srgbClr val="F2F2F2"/>
          </a:solidFill>
          <a:ln>
            <a:noFill/>
          </a:ln>
        </p:spPr>
      </p:sp>
      <p:sp>
        <p:nvSpPr>
          <p:cNvPr id="923" name="Google Shape;923;p14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4" name="Google Shape;924;p143"/>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25" name="Google Shape;925;p143"/>
          <p:cNvSpPr txBox="1"/>
          <p:nvPr>
            <p:ph type="title"/>
          </p:nvPr>
        </p:nvSpPr>
        <p:spPr>
          <a:xfrm>
            <a:off x="473870" y="437625"/>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Basic text content with eyebrow - White">
  <p:cSld name="Bullet point and optional partner 2 - White_2">
    <p:bg>
      <p:bgPr>
        <a:solidFill>
          <a:schemeClr val="lt1"/>
        </a:solidFill>
      </p:bgPr>
    </p:bg>
    <p:spTree>
      <p:nvGrpSpPr>
        <p:cNvPr id="926" name="Shape 926"/>
        <p:cNvGrpSpPr/>
        <p:nvPr/>
      </p:nvGrpSpPr>
      <p:grpSpPr>
        <a:xfrm>
          <a:off x="0" y="0"/>
          <a:ext cx="0" cy="0"/>
          <a:chOff x="0" y="0"/>
          <a:chExt cx="0" cy="0"/>
        </a:xfrm>
      </p:grpSpPr>
      <p:sp>
        <p:nvSpPr>
          <p:cNvPr id="927" name="Google Shape;927;p14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8" name="Google Shape;928;p144"/>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929" name="Google Shape;929;p144"/>
          <p:cNvSpPr txBox="1"/>
          <p:nvPr>
            <p:ph idx="2" type="body"/>
          </p:nvPr>
        </p:nvSpPr>
        <p:spPr>
          <a:xfrm>
            <a:off x="476251" y="274320"/>
            <a:ext cx="6112500" cy="13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30" name="Google Shape;930;p144"/>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Basic text content - Black">
  <p:cSld name="Bullet point and optional partner 2 - White_1">
    <p:bg>
      <p:bgPr>
        <a:solidFill>
          <a:schemeClr val="dk1"/>
        </a:solidFill>
      </p:bgPr>
    </p:bg>
    <p:spTree>
      <p:nvGrpSpPr>
        <p:cNvPr id="931" name="Shape 931"/>
        <p:cNvGrpSpPr/>
        <p:nvPr/>
      </p:nvGrpSpPr>
      <p:grpSpPr>
        <a:xfrm>
          <a:off x="0" y="0"/>
          <a:ext cx="0" cy="0"/>
          <a:chOff x="0" y="0"/>
          <a:chExt cx="0" cy="0"/>
        </a:xfrm>
      </p:grpSpPr>
      <p:sp>
        <p:nvSpPr>
          <p:cNvPr id="932" name="Google Shape;932;p14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3" name="Google Shape;933;p145"/>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100"/>
              <a:buNone/>
              <a:defRPr sz="1100">
                <a:solidFill>
                  <a:schemeClr val="lt1"/>
                </a:solidFill>
              </a:defRPr>
            </a:lvl1pPr>
            <a:lvl2pPr indent="-228600" lvl="1" marL="914400" algn="l">
              <a:lnSpc>
                <a:spcPct val="100000"/>
              </a:lnSpc>
              <a:spcBef>
                <a:spcPts val="900"/>
              </a:spcBef>
              <a:spcAft>
                <a:spcPts val="0"/>
              </a:spcAft>
              <a:buClr>
                <a:schemeClr val="lt1"/>
              </a:buClr>
              <a:buSzPts val="1100"/>
              <a:buNone/>
              <a:defRPr sz="1100">
                <a:solidFill>
                  <a:schemeClr val="lt1"/>
                </a:solidFill>
              </a:defRPr>
            </a:lvl2pPr>
            <a:lvl3pPr indent="-298450" lvl="2" marL="1371600" algn="l">
              <a:lnSpc>
                <a:spcPct val="100000"/>
              </a:lnSpc>
              <a:spcBef>
                <a:spcPts val="400"/>
              </a:spcBef>
              <a:spcAft>
                <a:spcPts val="0"/>
              </a:spcAft>
              <a:buClr>
                <a:schemeClr val="lt1"/>
              </a:buClr>
              <a:buSzPts val="1100"/>
              <a:buChar char="•"/>
              <a:defRPr sz="1100">
                <a:solidFill>
                  <a:schemeClr val="lt1"/>
                </a:solidFill>
              </a:defRPr>
            </a:lvl3pPr>
            <a:lvl4pPr indent="-298450" lvl="3" marL="1828800" algn="l">
              <a:lnSpc>
                <a:spcPct val="100000"/>
              </a:lnSpc>
              <a:spcBef>
                <a:spcPts val="200"/>
              </a:spcBef>
              <a:spcAft>
                <a:spcPts val="0"/>
              </a:spcAft>
              <a:buClr>
                <a:schemeClr val="lt1"/>
              </a:buClr>
              <a:buSzPts val="1100"/>
              <a:buChar char="⁃"/>
              <a:defRPr sz="1100">
                <a:solidFill>
                  <a:schemeClr val="lt1"/>
                </a:solidFill>
              </a:defRPr>
            </a:lvl4pPr>
            <a:lvl5pPr indent="-298450" lvl="4" marL="2286000" algn="l">
              <a:lnSpc>
                <a:spcPct val="100000"/>
              </a:lnSpc>
              <a:spcBef>
                <a:spcPts val="100"/>
              </a:spcBef>
              <a:spcAft>
                <a:spcPts val="0"/>
              </a:spcAft>
              <a:buClr>
                <a:schemeClr val="lt1"/>
              </a:buClr>
              <a:buSzPts val="1100"/>
              <a:buChar char="⁃"/>
              <a:defRPr sz="1100">
                <a:solidFill>
                  <a:schemeClr val="lt1"/>
                </a:solidFill>
              </a:defRPr>
            </a:lvl5pPr>
            <a:lvl6pPr indent="-285750" lvl="5" marL="2743200" algn="l">
              <a:lnSpc>
                <a:spcPct val="100000"/>
              </a:lnSpc>
              <a:spcBef>
                <a:spcPts val="100"/>
              </a:spcBef>
              <a:spcAft>
                <a:spcPts val="0"/>
              </a:spcAft>
              <a:buClr>
                <a:schemeClr val="lt1"/>
              </a:buClr>
              <a:buSzPts val="900"/>
              <a:buChar char="⁃"/>
              <a:defRPr sz="900">
                <a:solidFill>
                  <a:schemeClr val="lt1"/>
                </a:solidFill>
              </a:defRPr>
            </a:lvl6pPr>
            <a:lvl7pPr indent="-279400" lvl="6" marL="3200400" algn="l">
              <a:lnSpc>
                <a:spcPct val="100000"/>
              </a:lnSpc>
              <a:spcBef>
                <a:spcPts val="0"/>
              </a:spcBef>
              <a:spcAft>
                <a:spcPts val="0"/>
              </a:spcAft>
              <a:buClr>
                <a:schemeClr val="lt1"/>
              </a:buClr>
              <a:buSzPts val="800"/>
              <a:buChar char="•"/>
              <a:defRPr sz="8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934" name="Google Shape;934;p145"/>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Font typeface="Arial"/>
              <a:buNone/>
              <a:defRPr sz="21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935" name="Google Shape;935;p145"/>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wo column text content - White">
  <p:cSld name="Bullet point and optional partner 2 - White_2_1">
    <p:bg>
      <p:bgPr>
        <a:solidFill>
          <a:schemeClr val="lt1"/>
        </a:solidFill>
      </p:bgPr>
    </p:bg>
    <p:spTree>
      <p:nvGrpSpPr>
        <p:cNvPr id="936" name="Shape 936"/>
        <p:cNvGrpSpPr/>
        <p:nvPr/>
      </p:nvGrpSpPr>
      <p:grpSpPr>
        <a:xfrm>
          <a:off x="0" y="0"/>
          <a:ext cx="0" cy="0"/>
          <a:chOff x="0" y="0"/>
          <a:chExt cx="0" cy="0"/>
        </a:xfrm>
      </p:grpSpPr>
      <p:sp>
        <p:nvSpPr>
          <p:cNvPr id="937" name="Google Shape;937;p14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8" name="Google Shape;938;p146"/>
          <p:cNvSpPr txBox="1"/>
          <p:nvPr>
            <p:ph idx="1" type="body"/>
          </p:nvPr>
        </p:nvSpPr>
        <p:spPr>
          <a:xfrm>
            <a:off x="473869"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939" name="Google Shape;939;p146"/>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0" name="Google Shape;940;p146"/>
          <p:cNvSpPr txBox="1"/>
          <p:nvPr>
            <p:ph idx="2" type="body"/>
          </p:nvPr>
        </p:nvSpPr>
        <p:spPr>
          <a:xfrm>
            <a:off x="4562856"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hree column picture - White">
  <p:cSld name="Three column picture - White">
    <p:bg>
      <p:bgPr>
        <a:solidFill>
          <a:schemeClr val="lt1"/>
        </a:solidFill>
      </p:bgPr>
    </p:bg>
    <p:spTree>
      <p:nvGrpSpPr>
        <p:cNvPr id="941" name="Shape 941"/>
        <p:cNvGrpSpPr/>
        <p:nvPr/>
      </p:nvGrpSpPr>
      <p:grpSpPr>
        <a:xfrm>
          <a:off x="0" y="0"/>
          <a:ext cx="0" cy="0"/>
          <a:chOff x="0" y="0"/>
          <a:chExt cx="0" cy="0"/>
        </a:xfrm>
      </p:grpSpPr>
      <p:sp>
        <p:nvSpPr>
          <p:cNvPr id="942" name="Google Shape;942;p14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43" name="Google Shape;943;p147"/>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4" name="Google Shape;944;p147"/>
          <p:cNvSpPr txBox="1"/>
          <p:nvPr>
            <p:ph idx="1" type="body"/>
          </p:nvPr>
        </p:nvSpPr>
        <p:spPr>
          <a:xfrm>
            <a:off x="473869" y="1371600"/>
            <a:ext cx="18198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5" name="Google Shape;945;p147"/>
          <p:cNvSpPr txBox="1"/>
          <p:nvPr>
            <p:ph idx="2" type="body"/>
          </p:nvPr>
        </p:nvSpPr>
        <p:spPr>
          <a:xfrm>
            <a:off x="2555081"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6" name="Google Shape;946;p147"/>
          <p:cNvSpPr txBox="1"/>
          <p:nvPr>
            <p:ph idx="3" type="body"/>
          </p:nvPr>
        </p:nvSpPr>
        <p:spPr>
          <a:xfrm>
            <a:off x="4629150"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7" name="Google Shape;947;p147"/>
          <p:cNvSpPr txBox="1"/>
          <p:nvPr>
            <p:ph idx="4" type="body"/>
          </p:nvPr>
        </p:nvSpPr>
        <p:spPr>
          <a:xfrm>
            <a:off x="6704409"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8" name="Google Shape;948;p147"/>
          <p:cNvSpPr/>
          <p:nvPr>
            <p:ph idx="5" type="pic"/>
          </p:nvPr>
        </p:nvSpPr>
        <p:spPr>
          <a:xfrm>
            <a:off x="2555075" y="1367250"/>
            <a:ext cx="1965900" cy="2061000"/>
          </a:xfrm>
          <a:prstGeom prst="rect">
            <a:avLst/>
          </a:prstGeom>
          <a:solidFill>
            <a:srgbClr val="F2F2F2"/>
          </a:solidFill>
          <a:ln>
            <a:noFill/>
          </a:ln>
        </p:spPr>
      </p:sp>
      <p:sp>
        <p:nvSpPr>
          <p:cNvPr id="949" name="Google Shape;949;p147"/>
          <p:cNvSpPr/>
          <p:nvPr>
            <p:ph idx="6" type="pic"/>
          </p:nvPr>
        </p:nvSpPr>
        <p:spPr>
          <a:xfrm>
            <a:off x="4629738" y="1367250"/>
            <a:ext cx="1965900" cy="2061000"/>
          </a:xfrm>
          <a:prstGeom prst="rect">
            <a:avLst/>
          </a:prstGeom>
          <a:solidFill>
            <a:srgbClr val="F2F2F2"/>
          </a:solidFill>
          <a:ln>
            <a:noFill/>
          </a:ln>
        </p:spPr>
      </p:sp>
      <p:sp>
        <p:nvSpPr>
          <p:cNvPr id="950" name="Google Shape;950;p147"/>
          <p:cNvSpPr/>
          <p:nvPr>
            <p:ph idx="7" type="pic"/>
          </p:nvPr>
        </p:nvSpPr>
        <p:spPr>
          <a:xfrm>
            <a:off x="6704413" y="1367250"/>
            <a:ext cx="1965900" cy="2061000"/>
          </a:xfrm>
          <a:prstGeom prst="rect">
            <a:avLst/>
          </a:prstGeom>
          <a:solidFill>
            <a:srgbClr val="F2F2F2"/>
          </a:solidFill>
          <a:ln>
            <a:noFill/>
          </a:ln>
        </p:spPr>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ext with picture - White">
  <p:cSld name="Text and right picture - White">
    <p:bg>
      <p:bgPr>
        <a:solidFill>
          <a:schemeClr val="lt1"/>
        </a:solidFill>
      </p:bgPr>
    </p:bg>
    <p:spTree>
      <p:nvGrpSpPr>
        <p:cNvPr id="951" name="Shape 951"/>
        <p:cNvGrpSpPr/>
        <p:nvPr/>
      </p:nvGrpSpPr>
      <p:grpSpPr>
        <a:xfrm>
          <a:off x="0" y="0"/>
          <a:ext cx="0" cy="0"/>
          <a:chOff x="0" y="0"/>
          <a:chExt cx="0" cy="0"/>
        </a:xfrm>
      </p:grpSpPr>
      <p:sp>
        <p:nvSpPr>
          <p:cNvPr id="952" name="Google Shape;952;p148"/>
          <p:cNvSpPr txBox="1"/>
          <p:nvPr>
            <p:ph idx="1" type="body"/>
          </p:nvPr>
        </p:nvSpPr>
        <p:spPr>
          <a:xfrm>
            <a:off x="4630339" y="4242816"/>
            <a:ext cx="40398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53" name="Google Shape;953;p14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54" name="Google Shape;954;p148"/>
          <p:cNvSpPr txBox="1"/>
          <p:nvPr>
            <p:ph idx="2" type="body"/>
          </p:nvPr>
        </p:nvSpPr>
        <p:spPr>
          <a:xfrm>
            <a:off x="473870" y="1371600"/>
            <a:ext cx="39318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5" name="Google Shape;955;p148"/>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6" name="Google Shape;956;p148"/>
          <p:cNvSpPr/>
          <p:nvPr>
            <p:ph idx="3" type="pic"/>
          </p:nvPr>
        </p:nvSpPr>
        <p:spPr>
          <a:xfrm>
            <a:off x="4687458" y="1371600"/>
            <a:ext cx="3931800" cy="26793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ext with big picture - White">
  <p:cSld name="Text and right picture BIG - White">
    <p:bg>
      <p:bgPr>
        <a:solidFill>
          <a:schemeClr val="lt1"/>
        </a:solidFill>
      </p:bgPr>
    </p:bg>
    <p:spTree>
      <p:nvGrpSpPr>
        <p:cNvPr id="957" name="Shape 957"/>
        <p:cNvGrpSpPr/>
        <p:nvPr/>
      </p:nvGrpSpPr>
      <p:grpSpPr>
        <a:xfrm>
          <a:off x="0" y="0"/>
          <a:ext cx="0" cy="0"/>
          <a:chOff x="0" y="0"/>
          <a:chExt cx="0" cy="0"/>
        </a:xfrm>
      </p:grpSpPr>
      <p:sp>
        <p:nvSpPr>
          <p:cNvPr id="958" name="Google Shape;958;p149"/>
          <p:cNvSpPr txBox="1"/>
          <p:nvPr>
            <p:ph idx="1" type="body"/>
          </p:nvPr>
        </p:nvSpPr>
        <p:spPr>
          <a:xfrm>
            <a:off x="473870" y="4354043"/>
            <a:ext cx="25146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59" name="Google Shape;959;p14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0" name="Google Shape;960;p149"/>
          <p:cNvSpPr txBox="1"/>
          <p:nvPr>
            <p:ph idx="2" type="body"/>
          </p:nvPr>
        </p:nvSpPr>
        <p:spPr>
          <a:xfrm>
            <a:off x="473870" y="1371600"/>
            <a:ext cx="25146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61" name="Google Shape;961;p149"/>
          <p:cNvSpPr txBox="1"/>
          <p:nvPr>
            <p:ph type="title"/>
          </p:nvPr>
        </p:nvSpPr>
        <p:spPr>
          <a:xfrm>
            <a:off x="473870" y="438912"/>
            <a:ext cx="26466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2" name="Google Shape;962;p149"/>
          <p:cNvSpPr/>
          <p:nvPr>
            <p:ph idx="3" type="pic"/>
          </p:nvPr>
        </p:nvSpPr>
        <p:spPr>
          <a:xfrm>
            <a:off x="3378558" y="512064"/>
            <a:ext cx="5239500" cy="40416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ext with picture 1/2 - Stone">
  <p:cSld name="Text and right picture 1/2 - Stone">
    <p:bg>
      <p:bgPr>
        <a:solidFill>
          <a:schemeClr val="lt1"/>
        </a:solidFill>
      </p:bgPr>
    </p:bg>
    <p:spTree>
      <p:nvGrpSpPr>
        <p:cNvPr id="963" name="Shape 963"/>
        <p:cNvGrpSpPr/>
        <p:nvPr/>
      </p:nvGrpSpPr>
      <p:grpSpPr>
        <a:xfrm>
          <a:off x="0" y="0"/>
          <a:ext cx="0" cy="0"/>
          <a:chOff x="0" y="0"/>
          <a:chExt cx="0" cy="0"/>
        </a:xfrm>
      </p:grpSpPr>
      <p:sp>
        <p:nvSpPr>
          <p:cNvPr id="964" name="Google Shape;964;p150"/>
          <p:cNvSpPr/>
          <p:nvPr/>
        </p:nvSpPr>
        <p:spPr>
          <a:xfrm>
            <a:off x="-1" y="2578298"/>
            <a:ext cx="9144000" cy="2565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5" name="Google Shape;965;p150"/>
          <p:cNvSpPr txBox="1"/>
          <p:nvPr>
            <p:ph idx="1" type="body"/>
          </p:nvPr>
        </p:nvSpPr>
        <p:spPr>
          <a:xfrm>
            <a:off x="4626770" y="4197096"/>
            <a:ext cx="40434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66" name="Google Shape;966;p15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7" name="Google Shape;967;p150"/>
          <p:cNvSpPr txBox="1"/>
          <p:nvPr>
            <p:ph idx="2" type="body"/>
          </p:nvPr>
        </p:nvSpPr>
        <p:spPr>
          <a:xfrm>
            <a:off x="473869" y="1371600"/>
            <a:ext cx="3474600" cy="127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8" name="Google Shape;968;p150"/>
          <p:cNvSpPr txBox="1"/>
          <p:nvPr>
            <p:ph idx="3" type="body"/>
          </p:nvPr>
        </p:nvSpPr>
        <p:spPr>
          <a:xfrm>
            <a:off x="473869" y="2815016"/>
            <a:ext cx="3474600" cy="148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9" name="Google Shape;969;p150"/>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970" name="Google Shape;970;p15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1" name="Google Shape;971;p150"/>
          <p:cNvSpPr/>
          <p:nvPr>
            <p:ph idx="4" type="pic"/>
          </p:nvPr>
        </p:nvSpPr>
        <p:spPr>
          <a:xfrm>
            <a:off x="4626775" y="1371600"/>
            <a:ext cx="4043400" cy="2755200"/>
          </a:xfrm>
          <a:prstGeom prst="rect">
            <a:avLst/>
          </a:prstGeom>
          <a:solidFill>
            <a:srgbClr val="F2F2F2"/>
          </a:solidFill>
          <a:ln>
            <a:noFill/>
          </a:ln>
        </p:spPr>
      </p:sp>
      <p:pic>
        <p:nvPicPr>
          <p:cNvPr descr="A red and black logo&#10;&#10;Description automatically generated" id="972" name="Google Shape;972;p150"/>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
    <p:bg>
      <p:bgPr>
        <a:solidFill>
          <a:schemeClr val="lt1"/>
        </a:solidFill>
      </p:bgPr>
    </p:bg>
    <p:spTree>
      <p:nvGrpSpPr>
        <p:cNvPr id="973" name="Shape 973"/>
        <p:cNvGrpSpPr/>
        <p:nvPr/>
      </p:nvGrpSpPr>
      <p:grpSpPr>
        <a:xfrm>
          <a:off x="0" y="0"/>
          <a:ext cx="0" cy="0"/>
          <a:chOff x="0" y="0"/>
          <a:chExt cx="0" cy="0"/>
        </a:xfrm>
      </p:grpSpPr>
      <p:sp>
        <p:nvSpPr>
          <p:cNvPr id="974" name="Google Shape;974;p15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5" name="Google Shape;975;p151"/>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ix-piece information - White">
  <p:cSld name="Six-piece information">
    <p:spTree>
      <p:nvGrpSpPr>
        <p:cNvPr id="976" name="Shape 976"/>
        <p:cNvGrpSpPr/>
        <p:nvPr/>
      </p:nvGrpSpPr>
      <p:grpSpPr>
        <a:xfrm>
          <a:off x="0" y="0"/>
          <a:ext cx="0" cy="0"/>
          <a:chOff x="0" y="0"/>
          <a:chExt cx="0" cy="0"/>
        </a:xfrm>
      </p:grpSpPr>
      <p:sp>
        <p:nvSpPr>
          <p:cNvPr id="977" name="Google Shape;977;p15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8" name="Google Shape;978;p152"/>
          <p:cNvSpPr txBox="1"/>
          <p:nvPr>
            <p:ph idx="1" type="body"/>
          </p:nvPr>
        </p:nvSpPr>
        <p:spPr>
          <a:xfrm>
            <a:off x="470297"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9" name="Google Shape;979;p152"/>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0" name="Google Shape;980;p152"/>
          <p:cNvSpPr txBox="1"/>
          <p:nvPr>
            <p:ph idx="2" type="body"/>
          </p:nvPr>
        </p:nvSpPr>
        <p:spPr>
          <a:xfrm>
            <a:off x="3248025"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1" name="Google Shape;981;p152"/>
          <p:cNvSpPr txBox="1"/>
          <p:nvPr>
            <p:ph idx="3" type="body"/>
          </p:nvPr>
        </p:nvSpPr>
        <p:spPr>
          <a:xfrm>
            <a:off x="6012656"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2" name="Google Shape;982;p152"/>
          <p:cNvSpPr txBox="1"/>
          <p:nvPr>
            <p:ph idx="4" type="body"/>
          </p:nvPr>
        </p:nvSpPr>
        <p:spPr>
          <a:xfrm>
            <a:off x="470297"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3" name="Google Shape;983;p152"/>
          <p:cNvSpPr txBox="1"/>
          <p:nvPr>
            <p:ph idx="5" type="body"/>
          </p:nvPr>
        </p:nvSpPr>
        <p:spPr>
          <a:xfrm>
            <a:off x="3248025"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4" name="Google Shape;984;p152"/>
          <p:cNvSpPr txBox="1"/>
          <p:nvPr>
            <p:ph idx="6" type="body"/>
          </p:nvPr>
        </p:nvSpPr>
        <p:spPr>
          <a:xfrm>
            <a:off x="6012656"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hree-image - Red">
  <p:cSld name="Six-image - Stone">
    <p:bg>
      <p:bgPr>
        <a:solidFill>
          <a:schemeClr val="lt1"/>
        </a:solidFill>
      </p:bgPr>
    </p:bg>
    <p:spTree>
      <p:nvGrpSpPr>
        <p:cNvPr id="985" name="Shape 985"/>
        <p:cNvGrpSpPr/>
        <p:nvPr/>
      </p:nvGrpSpPr>
      <p:grpSpPr>
        <a:xfrm>
          <a:off x="0" y="0"/>
          <a:ext cx="0" cy="0"/>
          <a:chOff x="0" y="0"/>
          <a:chExt cx="0" cy="0"/>
        </a:xfrm>
      </p:grpSpPr>
      <p:sp>
        <p:nvSpPr>
          <p:cNvPr id="986" name="Google Shape;986;p153"/>
          <p:cNvSpPr/>
          <p:nvPr/>
        </p:nvSpPr>
        <p:spPr>
          <a:xfrm>
            <a:off x="2555075" y="0"/>
            <a:ext cx="6588900" cy="51540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7" name="Google Shape;987;p153"/>
          <p:cNvSpPr/>
          <p:nvPr>
            <p:ph idx="2" type="pic"/>
          </p:nvPr>
        </p:nvSpPr>
        <p:spPr>
          <a:xfrm>
            <a:off x="2555075" y="0"/>
            <a:ext cx="2186700" cy="2577000"/>
          </a:xfrm>
          <a:prstGeom prst="rect">
            <a:avLst/>
          </a:prstGeom>
          <a:solidFill>
            <a:srgbClr val="F2F2F2"/>
          </a:solidFill>
          <a:ln>
            <a:noFill/>
          </a:ln>
        </p:spPr>
      </p:sp>
      <p:sp>
        <p:nvSpPr>
          <p:cNvPr id="988" name="Google Shape;988;p153"/>
          <p:cNvSpPr/>
          <p:nvPr>
            <p:ph idx="3" type="pic"/>
          </p:nvPr>
        </p:nvSpPr>
        <p:spPr>
          <a:xfrm>
            <a:off x="6974125" y="0"/>
            <a:ext cx="2186700" cy="2577000"/>
          </a:xfrm>
          <a:prstGeom prst="rect">
            <a:avLst/>
          </a:prstGeom>
          <a:solidFill>
            <a:srgbClr val="F2F2F2"/>
          </a:solidFill>
          <a:ln>
            <a:noFill/>
          </a:ln>
        </p:spPr>
      </p:sp>
      <p:sp>
        <p:nvSpPr>
          <p:cNvPr id="989" name="Google Shape;989;p153"/>
          <p:cNvSpPr/>
          <p:nvPr>
            <p:ph idx="4" type="pic"/>
          </p:nvPr>
        </p:nvSpPr>
        <p:spPr>
          <a:xfrm>
            <a:off x="4741775" y="2577000"/>
            <a:ext cx="2232300" cy="2577000"/>
          </a:xfrm>
          <a:prstGeom prst="rect">
            <a:avLst/>
          </a:prstGeom>
          <a:solidFill>
            <a:srgbClr val="F2F2F2"/>
          </a:solidFill>
          <a:ln>
            <a:noFill/>
          </a:ln>
        </p:spPr>
      </p:sp>
      <p:sp>
        <p:nvSpPr>
          <p:cNvPr id="990" name="Google Shape;990;p153"/>
          <p:cNvSpPr txBox="1"/>
          <p:nvPr>
            <p:ph idx="1" type="body"/>
          </p:nvPr>
        </p:nvSpPr>
        <p:spPr>
          <a:xfrm>
            <a:off x="2679192"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1" name="Google Shape;991;p153"/>
          <p:cNvSpPr txBox="1"/>
          <p:nvPr>
            <p:ph idx="5"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2" name="Google Shape;992;p153"/>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3" name="Google Shape;993;p153"/>
          <p:cNvSpPr txBox="1"/>
          <p:nvPr>
            <p:ph idx="6" type="body"/>
          </p:nvPr>
        </p:nvSpPr>
        <p:spPr>
          <a:xfrm>
            <a:off x="7088021"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4" name="Google Shape;994;p153"/>
          <p:cNvSpPr txBox="1"/>
          <p:nvPr>
            <p:ph idx="7" type="body"/>
          </p:nvPr>
        </p:nvSpPr>
        <p:spPr>
          <a:xfrm>
            <a:off x="4882896" y="2139696"/>
            <a:ext cx="1691700" cy="3201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5" name="Google Shape;995;p153"/>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hree-image - Yellow">
  <p:cSld name="Six-image - Yellow">
    <p:bg>
      <p:bgPr>
        <a:solidFill>
          <a:schemeClr val="lt1"/>
        </a:solidFill>
      </p:bgPr>
    </p:bg>
    <p:spTree>
      <p:nvGrpSpPr>
        <p:cNvPr id="996" name="Shape 996"/>
        <p:cNvGrpSpPr/>
        <p:nvPr/>
      </p:nvGrpSpPr>
      <p:grpSpPr>
        <a:xfrm>
          <a:off x="0" y="0"/>
          <a:ext cx="0" cy="0"/>
          <a:chOff x="0" y="0"/>
          <a:chExt cx="0" cy="0"/>
        </a:xfrm>
      </p:grpSpPr>
      <p:sp>
        <p:nvSpPr>
          <p:cNvPr id="997" name="Google Shape;997;p154"/>
          <p:cNvSpPr/>
          <p:nvPr/>
        </p:nvSpPr>
        <p:spPr>
          <a:xfrm>
            <a:off x="2555081" y="0"/>
            <a:ext cx="65889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98" name="Google Shape;998;p154"/>
          <p:cNvSpPr txBox="1"/>
          <p:nvPr>
            <p:ph idx="1" type="body"/>
          </p:nvPr>
        </p:nvSpPr>
        <p:spPr>
          <a:xfrm>
            <a:off x="4855464" y="2706624"/>
            <a:ext cx="1956900" cy="35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9" name="Google Shape;999;p154"/>
          <p:cNvSpPr txBox="1"/>
          <p:nvPr>
            <p:ph idx="12" type="sldNum"/>
          </p:nvPr>
        </p:nvSpPr>
        <p:spPr>
          <a:xfrm>
            <a:off x="8317509" y="4725915"/>
            <a:ext cx="352500" cy="169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00" name="Google Shape;1000;p154"/>
          <p:cNvSpPr txBox="1"/>
          <p:nvPr>
            <p:ph idx="2"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1" name="Google Shape;1001;p154"/>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2" name="Google Shape;1002;p154"/>
          <p:cNvSpPr txBox="1"/>
          <p:nvPr>
            <p:ph idx="3" type="body"/>
          </p:nvPr>
        </p:nvSpPr>
        <p:spPr>
          <a:xfrm>
            <a:off x="705002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3" name="Google Shape;1003;p154"/>
          <p:cNvSpPr txBox="1"/>
          <p:nvPr>
            <p:ph idx="4" type="body"/>
          </p:nvPr>
        </p:nvSpPr>
        <p:spPr>
          <a:xfrm>
            <a:off x="266090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4" name="Google Shape;1004;p154"/>
          <p:cNvSpPr txBox="1"/>
          <p:nvPr>
            <p:ph idx="5"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05" name="Google Shape;1005;p154"/>
          <p:cNvSpPr/>
          <p:nvPr>
            <p:ph idx="6" type="pic"/>
          </p:nvPr>
        </p:nvSpPr>
        <p:spPr>
          <a:xfrm>
            <a:off x="2555075" y="2569200"/>
            <a:ext cx="2186700" cy="2577000"/>
          </a:xfrm>
          <a:prstGeom prst="rect">
            <a:avLst/>
          </a:prstGeom>
          <a:solidFill>
            <a:srgbClr val="F2F2F2"/>
          </a:solidFill>
          <a:ln>
            <a:noFill/>
          </a:ln>
        </p:spPr>
      </p:sp>
      <p:sp>
        <p:nvSpPr>
          <p:cNvPr id="1006" name="Google Shape;1006;p154"/>
          <p:cNvSpPr/>
          <p:nvPr>
            <p:ph idx="7" type="pic"/>
          </p:nvPr>
        </p:nvSpPr>
        <p:spPr>
          <a:xfrm>
            <a:off x="6974125" y="2569200"/>
            <a:ext cx="2186700" cy="2577000"/>
          </a:xfrm>
          <a:prstGeom prst="rect">
            <a:avLst/>
          </a:prstGeom>
          <a:solidFill>
            <a:srgbClr val="F2F2F2"/>
          </a:solidFill>
          <a:ln>
            <a:noFill/>
          </a:ln>
        </p:spPr>
      </p:sp>
      <p:sp>
        <p:nvSpPr>
          <p:cNvPr id="1007" name="Google Shape;1007;p154"/>
          <p:cNvSpPr/>
          <p:nvPr>
            <p:ph idx="8" type="pic"/>
          </p:nvPr>
        </p:nvSpPr>
        <p:spPr>
          <a:xfrm>
            <a:off x="4741775" y="0"/>
            <a:ext cx="2232300" cy="2569200"/>
          </a:xfrm>
          <a:prstGeom prst="rect">
            <a:avLst/>
          </a:prstGeom>
          <a:solidFill>
            <a:srgbClr val="F2F2F2"/>
          </a:solidFill>
          <a:ln>
            <a:noFill/>
          </a:ln>
        </p:spPr>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4-image with description - White">
  <p:cSld name="4-image w/ description - White">
    <p:bg>
      <p:bgPr>
        <a:solidFill>
          <a:schemeClr val="lt1"/>
        </a:solidFill>
      </p:bgPr>
    </p:bg>
    <p:spTree>
      <p:nvGrpSpPr>
        <p:cNvPr id="1008" name="Shape 1008"/>
        <p:cNvGrpSpPr/>
        <p:nvPr/>
      </p:nvGrpSpPr>
      <p:grpSpPr>
        <a:xfrm>
          <a:off x="0" y="0"/>
          <a:ext cx="0" cy="0"/>
          <a:chOff x="0" y="0"/>
          <a:chExt cx="0" cy="0"/>
        </a:xfrm>
      </p:grpSpPr>
      <p:sp>
        <p:nvSpPr>
          <p:cNvPr id="1009" name="Google Shape;1009;p15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10" name="Google Shape;1010;p155"/>
          <p:cNvSpPr txBox="1"/>
          <p:nvPr>
            <p:ph idx="1" type="body"/>
          </p:nvPr>
        </p:nvSpPr>
        <p:spPr>
          <a:xfrm>
            <a:off x="4644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1" name="Google Shape;1011;p155"/>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2" name="Google Shape;1012;p155"/>
          <p:cNvSpPr txBox="1"/>
          <p:nvPr>
            <p:ph idx="2" type="body"/>
          </p:nvPr>
        </p:nvSpPr>
        <p:spPr>
          <a:xfrm>
            <a:off x="2547996"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3" name="Google Shape;1013;p155"/>
          <p:cNvSpPr txBox="1"/>
          <p:nvPr>
            <p:ph idx="3" type="body"/>
          </p:nvPr>
        </p:nvSpPr>
        <p:spPr>
          <a:xfrm>
            <a:off x="4631567"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4" name="Google Shape;1014;p155"/>
          <p:cNvSpPr txBox="1"/>
          <p:nvPr>
            <p:ph idx="4" type="body"/>
          </p:nvPr>
        </p:nvSpPr>
        <p:spPr>
          <a:xfrm>
            <a:off x="67151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5" name="Google Shape;1015;p155"/>
          <p:cNvSpPr/>
          <p:nvPr>
            <p:ph idx="5" type="pic"/>
          </p:nvPr>
        </p:nvSpPr>
        <p:spPr>
          <a:xfrm>
            <a:off x="464425" y="1137000"/>
            <a:ext cx="1964700" cy="2097900"/>
          </a:xfrm>
          <a:prstGeom prst="rect">
            <a:avLst/>
          </a:prstGeom>
          <a:solidFill>
            <a:srgbClr val="F2F2F2"/>
          </a:solidFill>
          <a:ln>
            <a:noFill/>
          </a:ln>
        </p:spPr>
      </p:sp>
      <p:sp>
        <p:nvSpPr>
          <p:cNvPr id="1016" name="Google Shape;1016;p155"/>
          <p:cNvSpPr/>
          <p:nvPr>
            <p:ph idx="6" type="pic"/>
          </p:nvPr>
        </p:nvSpPr>
        <p:spPr>
          <a:xfrm>
            <a:off x="2547996" y="1137000"/>
            <a:ext cx="1964700" cy="2097900"/>
          </a:xfrm>
          <a:prstGeom prst="rect">
            <a:avLst/>
          </a:prstGeom>
          <a:solidFill>
            <a:srgbClr val="F2F2F2"/>
          </a:solidFill>
          <a:ln>
            <a:noFill/>
          </a:ln>
        </p:spPr>
      </p:sp>
      <p:sp>
        <p:nvSpPr>
          <p:cNvPr id="1017" name="Google Shape;1017;p155"/>
          <p:cNvSpPr/>
          <p:nvPr>
            <p:ph idx="7" type="pic"/>
          </p:nvPr>
        </p:nvSpPr>
        <p:spPr>
          <a:xfrm>
            <a:off x="4631567" y="1137000"/>
            <a:ext cx="1964700" cy="2097900"/>
          </a:xfrm>
          <a:prstGeom prst="rect">
            <a:avLst/>
          </a:prstGeom>
          <a:solidFill>
            <a:srgbClr val="F2F2F2"/>
          </a:solidFill>
          <a:ln>
            <a:noFill/>
          </a:ln>
        </p:spPr>
      </p:sp>
      <p:sp>
        <p:nvSpPr>
          <p:cNvPr id="1018" name="Google Shape;1018;p155"/>
          <p:cNvSpPr/>
          <p:nvPr>
            <p:ph idx="8" type="pic"/>
          </p:nvPr>
        </p:nvSpPr>
        <p:spPr>
          <a:xfrm>
            <a:off x="6715125" y="1137000"/>
            <a:ext cx="1964700" cy="2097900"/>
          </a:xfrm>
          <a:prstGeom prst="rect">
            <a:avLst/>
          </a:prstGeom>
          <a:solidFill>
            <a:srgbClr val="F2F2F2"/>
          </a:solidFill>
          <a:ln>
            <a:noFill/>
          </a:ln>
        </p:spPr>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Basic table slide">
  <p:cSld name="Basic table slide">
    <p:bg>
      <p:bgPr>
        <a:solidFill>
          <a:schemeClr val="lt1"/>
        </a:solidFill>
      </p:bgPr>
    </p:bg>
    <p:spTree>
      <p:nvGrpSpPr>
        <p:cNvPr id="1019" name="Shape 1019"/>
        <p:cNvGrpSpPr/>
        <p:nvPr/>
      </p:nvGrpSpPr>
      <p:grpSpPr>
        <a:xfrm>
          <a:off x="0" y="0"/>
          <a:ext cx="0" cy="0"/>
          <a:chOff x="0" y="0"/>
          <a:chExt cx="0" cy="0"/>
        </a:xfrm>
      </p:grpSpPr>
      <p:sp>
        <p:nvSpPr>
          <p:cNvPr id="1020" name="Google Shape;1020;p156"/>
          <p:cNvSpPr txBox="1"/>
          <p:nvPr>
            <p:ph idx="1"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1" name="Google Shape;1021;p15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22" name="Google Shape;1022;p156"/>
          <p:cNvSpPr txBox="1"/>
          <p:nvPr>
            <p:ph idx="2" type="body"/>
          </p:nvPr>
        </p:nvSpPr>
        <p:spPr>
          <a:xfrm>
            <a:off x="473869"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3" name="Google Shape;1023;p156"/>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24" name="Google Shape;1024;p156"/>
          <p:cNvSpPr txBox="1"/>
          <p:nvPr>
            <p:ph idx="3" type="body"/>
          </p:nvPr>
        </p:nvSpPr>
        <p:spPr>
          <a:xfrm>
            <a:off x="25717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5" name="Google Shape;1025;p156"/>
          <p:cNvSpPr txBox="1"/>
          <p:nvPr>
            <p:ph idx="4" type="body"/>
          </p:nvPr>
        </p:nvSpPr>
        <p:spPr>
          <a:xfrm>
            <a:off x="46291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6" name="Google Shape;1026;p156"/>
          <p:cNvSpPr txBox="1"/>
          <p:nvPr>
            <p:ph idx="5" type="body"/>
          </p:nvPr>
        </p:nvSpPr>
        <p:spPr>
          <a:xfrm>
            <a:off x="6715125"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Left content slide">
  <p:cSld name="Left content slide">
    <p:bg>
      <p:bgPr>
        <a:solidFill>
          <a:schemeClr val="lt1"/>
        </a:solidFill>
      </p:bgPr>
    </p:bg>
    <p:spTree>
      <p:nvGrpSpPr>
        <p:cNvPr id="1027" name="Shape 1027"/>
        <p:cNvGrpSpPr/>
        <p:nvPr/>
      </p:nvGrpSpPr>
      <p:grpSpPr>
        <a:xfrm>
          <a:off x="0" y="0"/>
          <a:ext cx="0" cy="0"/>
          <a:chOff x="0" y="0"/>
          <a:chExt cx="0" cy="0"/>
        </a:xfrm>
      </p:grpSpPr>
      <p:sp>
        <p:nvSpPr>
          <p:cNvPr id="1028" name="Google Shape;1028;p15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29" name="Google Shape;1029;p157"/>
          <p:cNvSpPr txBox="1"/>
          <p:nvPr>
            <p:ph idx="1" type="body"/>
          </p:nvPr>
        </p:nvSpPr>
        <p:spPr>
          <a:xfrm>
            <a:off x="473870" y="1371600"/>
            <a:ext cx="1355100" cy="3083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0" name="Google Shape;1030;p157"/>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 Content with Description">
  <p:cSld name="Title + Content with Description">
    <p:bg>
      <p:bgPr>
        <a:solidFill>
          <a:schemeClr val="lt1"/>
        </a:solidFill>
      </p:bgPr>
    </p:bg>
    <p:spTree>
      <p:nvGrpSpPr>
        <p:cNvPr id="1031" name="Shape 1031"/>
        <p:cNvGrpSpPr/>
        <p:nvPr/>
      </p:nvGrpSpPr>
      <p:grpSpPr>
        <a:xfrm>
          <a:off x="0" y="0"/>
          <a:ext cx="0" cy="0"/>
          <a:chOff x="0" y="0"/>
          <a:chExt cx="0" cy="0"/>
        </a:xfrm>
      </p:grpSpPr>
      <p:sp>
        <p:nvSpPr>
          <p:cNvPr id="1032" name="Google Shape;1032;p15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33" name="Google Shape;1033;p158"/>
          <p:cNvSpPr txBox="1"/>
          <p:nvPr>
            <p:ph idx="1" type="body"/>
          </p:nvPr>
        </p:nvSpPr>
        <p:spPr>
          <a:xfrm>
            <a:off x="473868" y="1371600"/>
            <a:ext cx="5486400" cy="344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4" name="Google Shape;1034;p158"/>
          <p:cNvSpPr txBox="1"/>
          <p:nvPr>
            <p:ph idx="2"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5" name="Google Shape;1035;p158"/>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Title, Content, Chart">
  <p:cSld name="Title, Content, Chart">
    <p:bg>
      <p:bgPr>
        <a:solidFill>
          <a:schemeClr val="lt1"/>
        </a:solidFill>
      </p:bgPr>
    </p:bg>
    <p:spTree>
      <p:nvGrpSpPr>
        <p:cNvPr id="1036" name="Shape 1036"/>
        <p:cNvGrpSpPr/>
        <p:nvPr/>
      </p:nvGrpSpPr>
      <p:grpSpPr>
        <a:xfrm>
          <a:off x="0" y="0"/>
          <a:ext cx="0" cy="0"/>
          <a:chOff x="0" y="0"/>
          <a:chExt cx="0" cy="0"/>
        </a:xfrm>
      </p:grpSpPr>
      <p:sp>
        <p:nvSpPr>
          <p:cNvPr id="1037" name="Google Shape;1037;p159"/>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cxnSp>
        <p:nvCxnSpPr>
          <p:cNvPr id="1038" name="Google Shape;1038;p159"/>
          <p:cNvCxnSpPr/>
          <p:nvPr/>
        </p:nvCxnSpPr>
        <p:spPr>
          <a:xfrm>
            <a:off x="471488" y="4074512"/>
            <a:ext cx="1705200" cy="0"/>
          </a:xfrm>
          <a:prstGeom prst="straightConnector1">
            <a:avLst/>
          </a:prstGeom>
          <a:noFill/>
          <a:ln cap="flat" cmpd="sng" w="9525">
            <a:solidFill>
              <a:schemeClr val="dk1"/>
            </a:solidFill>
            <a:prstDash val="solid"/>
            <a:miter lim="800000"/>
            <a:headEnd len="sm" w="sm" type="none"/>
            <a:tailEnd len="sm" w="sm" type="none"/>
          </a:ln>
        </p:spPr>
      </p:cxnSp>
      <p:sp>
        <p:nvSpPr>
          <p:cNvPr id="1039" name="Google Shape;1039;p15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40" name="Google Shape;1040;p159"/>
          <p:cNvSpPr txBox="1"/>
          <p:nvPr>
            <p:ph idx="2" type="body"/>
          </p:nvPr>
        </p:nvSpPr>
        <p:spPr>
          <a:xfrm>
            <a:off x="475488" y="1371600"/>
            <a:ext cx="28164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1" name="Google Shape;1041;p159"/>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Numbers graphic slide">
  <p:cSld name="Numbers graphic slide">
    <p:spTree>
      <p:nvGrpSpPr>
        <p:cNvPr id="1042" name="Shape 1042"/>
        <p:cNvGrpSpPr/>
        <p:nvPr/>
      </p:nvGrpSpPr>
      <p:grpSpPr>
        <a:xfrm>
          <a:off x="0" y="0"/>
          <a:ext cx="0" cy="0"/>
          <a:chOff x="0" y="0"/>
          <a:chExt cx="0" cy="0"/>
        </a:xfrm>
      </p:grpSpPr>
      <p:sp>
        <p:nvSpPr>
          <p:cNvPr id="1043" name="Google Shape;1043;p16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44" name="Google Shape;1044;p160"/>
          <p:cNvSpPr txBox="1"/>
          <p:nvPr>
            <p:ph idx="1" type="body"/>
          </p:nvPr>
        </p:nvSpPr>
        <p:spPr>
          <a:xfrm>
            <a:off x="47387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45" name="Google Shape;1045;p160"/>
          <p:cNvSpPr txBox="1"/>
          <p:nvPr>
            <p:ph idx="2" type="body"/>
          </p:nvPr>
        </p:nvSpPr>
        <p:spPr>
          <a:xfrm>
            <a:off x="47386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6" name="Google Shape;1046;p16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7" name="Google Shape;1047;p160"/>
          <p:cNvSpPr txBox="1"/>
          <p:nvPr>
            <p:ph idx="3" type="body"/>
          </p:nvPr>
        </p:nvSpPr>
        <p:spPr>
          <a:xfrm>
            <a:off x="325755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48" name="Google Shape;1048;p160"/>
          <p:cNvSpPr txBox="1"/>
          <p:nvPr>
            <p:ph idx="4" type="body"/>
          </p:nvPr>
        </p:nvSpPr>
        <p:spPr>
          <a:xfrm>
            <a:off x="325754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9" name="Google Shape;1049;p160"/>
          <p:cNvSpPr txBox="1"/>
          <p:nvPr>
            <p:ph idx="5" type="body"/>
          </p:nvPr>
        </p:nvSpPr>
        <p:spPr>
          <a:xfrm>
            <a:off x="6013107"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0" name="Google Shape;1050;p160"/>
          <p:cNvSpPr txBox="1"/>
          <p:nvPr>
            <p:ph idx="6" type="body"/>
          </p:nvPr>
        </p:nvSpPr>
        <p:spPr>
          <a:xfrm>
            <a:off x="6013106"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1" name="Google Shape;1051;p160"/>
          <p:cNvSpPr txBox="1"/>
          <p:nvPr>
            <p:ph idx="7"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2" name="Google Shape;1052;p160"/>
          <p:cNvSpPr txBox="1"/>
          <p:nvPr>
            <p:ph idx="8" type="body"/>
          </p:nvPr>
        </p:nvSpPr>
        <p:spPr>
          <a:xfrm>
            <a:off x="47386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3" name="Google Shape;1053;p160"/>
          <p:cNvSpPr txBox="1"/>
          <p:nvPr>
            <p:ph idx="9"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4" name="Google Shape;1054;p160"/>
          <p:cNvSpPr txBox="1"/>
          <p:nvPr>
            <p:ph idx="13" type="body"/>
          </p:nvPr>
        </p:nvSpPr>
        <p:spPr>
          <a:xfrm>
            <a:off x="325754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5" name="Google Shape;1055;p160"/>
          <p:cNvSpPr txBox="1"/>
          <p:nvPr>
            <p:ph idx="14"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6" name="Google Shape;1056;p160"/>
          <p:cNvSpPr txBox="1"/>
          <p:nvPr>
            <p:ph idx="15" type="body"/>
          </p:nvPr>
        </p:nvSpPr>
        <p:spPr>
          <a:xfrm>
            <a:off x="6013106"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Ender 1 - Stone">
  <p:cSld name="Ender 1 - White">
    <p:bg>
      <p:bgPr>
        <a:solidFill>
          <a:schemeClr val="lt1"/>
        </a:solidFill>
      </p:bgPr>
    </p:bg>
    <p:spTree>
      <p:nvGrpSpPr>
        <p:cNvPr id="1057" name="Shape 1057"/>
        <p:cNvGrpSpPr/>
        <p:nvPr/>
      </p:nvGrpSpPr>
      <p:grpSpPr>
        <a:xfrm>
          <a:off x="0" y="0"/>
          <a:ext cx="0" cy="0"/>
          <a:chOff x="0" y="0"/>
          <a:chExt cx="0" cy="0"/>
        </a:xfrm>
      </p:grpSpPr>
      <p:sp>
        <p:nvSpPr>
          <p:cNvPr id="1058" name="Google Shape;1058;p161"/>
          <p:cNvSpPr/>
          <p:nvPr/>
        </p:nvSpPr>
        <p:spPr>
          <a:xfrm>
            <a:off x="217609" y="4711944"/>
            <a:ext cx="61854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59" name="Google Shape;1059;p161"/>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Ender 1 - Black">
  <p:cSld name="Ender 1 - Black">
    <p:bg>
      <p:bgPr>
        <a:solidFill>
          <a:srgbClr val="000000"/>
        </a:solidFill>
      </p:bgPr>
    </p:bg>
    <p:spTree>
      <p:nvGrpSpPr>
        <p:cNvPr id="1060" name="Shape 1060"/>
        <p:cNvGrpSpPr/>
        <p:nvPr/>
      </p:nvGrpSpPr>
      <p:grpSpPr>
        <a:xfrm>
          <a:off x="0" y="0"/>
          <a:ext cx="0" cy="0"/>
          <a:chOff x="0" y="0"/>
          <a:chExt cx="0" cy="0"/>
        </a:xfrm>
      </p:grpSpPr>
      <p:sp>
        <p:nvSpPr>
          <p:cNvPr id="1061" name="Google Shape;1061;p162"/>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2" name="Google Shape;1062;p162"/>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63" name="Google Shape;1063;p162"/>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Ender 2 - Stone">
  <p:cSld name="Ender 2 - White">
    <p:bg>
      <p:bgPr>
        <a:solidFill>
          <a:schemeClr val="lt1"/>
        </a:solidFill>
      </p:bgPr>
    </p:bg>
    <p:spTree>
      <p:nvGrpSpPr>
        <p:cNvPr id="1064" name="Shape 1064"/>
        <p:cNvGrpSpPr/>
        <p:nvPr/>
      </p:nvGrpSpPr>
      <p:grpSpPr>
        <a:xfrm>
          <a:off x="0" y="0"/>
          <a:ext cx="0" cy="0"/>
          <a:chOff x="0" y="0"/>
          <a:chExt cx="0" cy="0"/>
        </a:xfrm>
      </p:grpSpPr>
      <p:sp>
        <p:nvSpPr>
          <p:cNvPr id="1065" name="Google Shape;1065;p163"/>
          <p:cNvSpPr/>
          <p:nvPr/>
        </p:nvSpPr>
        <p:spPr>
          <a:xfrm>
            <a:off x="217600" y="4591324"/>
            <a:ext cx="6185400" cy="37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66" name="Google Shape;1066;p163"/>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Ender 2 - Black">
  <p:cSld name="Ender 2 - Black">
    <p:bg>
      <p:bgPr>
        <a:solidFill>
          <a:srgbClr val="000000"/>
        </a:solidFill>
      </p:bgPr>
    </p:bg>
    <p:spTree>
      <p:nvGrpSpPr>
        <p:cNvPr id="1067" name="Shape 1067"/>
        <p:cNvGrpSpPr/>
        <p:nvPr/>
      </p:nvGrpSpPr>
      <p:grpSpPr>
        <a:xfrm>
          <a:off x="0" y="0"/>
          <a:ext cx="0" cy="0"/>
          <a:chOff x="0" y="0"/>
          <a:chExt cx="0" cy="0"/>
        </a:xfrm>
      </p:grpSpPr>
      <p:sp>
        <p:nvSpPr>
          <p:cNvPr id="1068" name="Google Shape;1068;p164"/>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69" name="Google Shape;1069;p164"/>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0" name="Shape 1070"/>
        <p:cNvGrpSpPr/>
        <p:nvPr/>
      </p:nvGrpSpPr>
      <p:grpSpPr>
        <a:xfrm>
          <a:off x="0" y="0"/>
          <a:ext cx="0" cy="0"/>
          <a:chOff x="0" y="0"/>
          <a:chExt cx="0" cy="0"/>
        </a:xfrm>
      </p:grpSpPr>
      <p:sp>
        <p:nvSpPr>
          <p:cNvPr id="1071" name="Google Shape;1071;p165"/>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chemeClr val="dk1"/>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2" name="Google Shape;1072;p165"/>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3" name="Google Shape;1073;p165"/>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4" name="Shape 1074"/>
        <p:cNvGrpSpPr/>
        <p:nvPr/>
      </p:nvGrpSpPr>
      <p:grpSpPr>
        <a:xfrm>
          <a:off x="0" y="0"/>
          <a:ext cx="0" cy="0"/>
          <a:chOff x="0" y="0"/>
          <a:chExt cx="0" cy="0"/>
        </a:xfrm>
      </p:grpSpPr>
      <p:sp>
        <p:nvSpPr>
          <p:cNvPr id="1075" name="Google Shape;1075;p166"/>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6" name="Google Shape;1076;p166"/>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7" name="Google Shape;1077;p166"/>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078" name="Shape 1078"/>
        <p:cNvGrpSpPr/>
        <p:nvPr/>
      </p:nvGrpSpPr>
      <p:grpSpPr>
        <a:xfrm>
          <a:off x="0" y="0"/>
          <a:ext cx="0" cy="0"/>
          <a:chOff x="0" y="0"/>
          <a:chExt cx="0" cy="0"/>
        </a:xfrm>
      </p:grpSpPr>
      <p:sp>
        <p:nvSpPr>
          <p:cNvPr id="1079" name="Google Shape;1079;p167"/>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0" name="Google Shape;1080;p167"/>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081" name="Google Shape;1081;p167"/>
          <p:cNvSpPr txBox="1"/>
          <p:nvPr>
            <p:ph idx="12" type="sldNum"/>
          </p:nvPr>
        </p:nvSpPr>
        <p:spPr>
          <a:xfrm>
            <a:off x="8458200" y="4700016"/>
            <a:ext cx="228600" cy="107700"/>
          </a:xfrm>
          <a:prstGeom prst="rect">
            <a:avLst/>
          </a:prstGeom>
          <a:noFill/>
          <a:ln>
            <a:noFill/>
          </a:ln>
        </p:spPr>
        <p:txBody>
          <a:bodyPr anchorCtr="0" anchor="b" bIns="0" lIns="0" spcFirstLastPara="1" rIns="0" wrap="square" tIns="0">
            <a:no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0.xml"/><Relationship Id="rId42" Type="http://schemas.openxmlformats.org/officeDocument/2006/relationships/slideLayout" Target="../slideLayouts/slideLayout52.xml"/><Relationship Id="rId41" Type="http://schemas.openxmlformats.org/officeDocument/2006/relationships/slideLayout" Target="../slideLayouts/slideLayout51.xml"/><Relationship Id="rId44" Type="http://schemas.openxmlformats.org/officeDocument/2006/relationships/slideLayout" Target="../slideLayouts/slideLayout54.xml"/><Relationship Id="rId43" Type="http://schemas.openxmlformats.org/officeDocument/2006/relationships/slideLayout" Target="../slideLayouts/slideLayout53.xml"/><Relationship Id="rId46" Type="http://schemas.openxmlformats.org/officeDocument/2006/relationships/slideLayout" Target="../slideLayouts/slideLayout56.xml"/><Relationship Id="rId45" Type="http://schemas.openxmlformats.org/officeDocument/2006/relationships/slideLayout" Target="../slideLayouts/slideLayout55.xml"/><Relationship Id="rId1" Type="http://schemas.openxmlformats.org/officeDocument/2006/relationships/image" Target="../media/image22.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48" Type="http://schemas.openxmlformats.org/officeDocument/2006/relationships/slideLayout" Target="../slideLayouts/slideLayout58.xml"/><Relationship Id="rId47" Type="http://schemas.openxmlformats.org/officeDocument/2006/relationships/slideLayout" Target="../slideLayouts/slideLayout57.xml"/><Relationship Id="rId49" Type="http://schemas.openxmlformats.org/officeDocument/2006/relationships/slideLayout" Target="../slideLayouts/slideLayout5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33" Type="http://schemas.openxmlformats.org/officeDocument/2006/relationships/slideLayout" Target="../slideLayouts/slideLayout43.xml"/><Relationship Id="rId32" Type="http://schemas.openxmlformats.org/officeDocument/2006/relationships/slideLayout" Target="../slideLayouts/slideLayout42.xml"/><Relationship Id="rId35" Type="http://schemas.openxmlformats.org/officeDocument/2006/relationships/slideLayout" Target="../slideLayouts/slideLayout45.xml"/><Relationship Id="rId34" Type="http://schemas.openxmlformats.org/officeDocument/2006/relationships/slideLayout" Target="../slideLayouts/slideLayout44.xml"/><Relationship Id="rId37" Type="http://schemas.openxmlformats.org/officeDocument/2006/relationships/slideLayout" Target="../slideLayouts/slideLayout47.xml"/><Relationship Id="rId36" Type="http://schemas.openxmlformats.org/officeDocument/2006/relationships/slideLayout" Target="../slideLayouts/slideLayout46.xml"/><Relationship Id="rId39" Type="http://schemas.openxmlformats.org/officeDocument/2006/relationships/slideLayout" Target="../slideLayouts/slideLayout49.xml"/><Relationship Id="rId38" Type="http://schemas.openxmlformats.org/officeDocument/2006/relationships/slideLayout" Target="../slideLayouts/slideLayout48.xml"/><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9" Type="http://schemas.openxmlformats.org/officeDocument/2006/relationships/slideLayout" Target="../slideLayouts/slideLayout39.xml"/><Relationship Id="rId51" Type="http://schemas.openxmlformats.org/officeDocument/2006/relationships/slideLayout" Target="../slideLayouts/slideLayout61.xml"/><Relationship Id="rId50" Type="http://schemas.openxmlformats.org/officeDocument/2006/relationships/slideLayout" Target="../slideLayouts/slideLayout60.xml"/><Relationship Id="rId53" Type="http://schemas.openxmlformats.org/officeDocument/2006/relationships/theme" Target="../theme/theme2.xml"/><Relationship Id="rId52" Type="http://schemas.openxmlformats.org/officeDocument/2006/relationships/slideLayout" Target="../slideLayouts/slideLayout6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2.xml"/><Relationship Id="rId42" Type="http://schemas.openxmlformats.org/officeDocument/2006/relationships/slideLayout" Target="../slideLayouts/slideLayout104.xml"/><Relationship Id="rId41" Type="http://schemas.openxmlformats.org/officeDocument/2006/relationships/slideLayout" Target="../slideLayouts/slideLayout103.xml"/><Relationship Id="rId44" Type="http://schemas.openxmlformats.org/officeDocument/2006/relationships/slideLayout" Target="../slideLayouts/slideLayout106.xml"/><Relationship Id="rId43" Type="http://schemas.openxmlformats.org/officeDocument/2006/relationships/slideLayout" Target="../slideLayouts/slideLayout105.xml"/><Relationship Id="rId46" Type="http://schemas.openxmlformats.org/officeDocument/2006/relationships/slideLayout" Target="../slideLayouts/slideLayout108.xml"/><Relationship Id="rId45" Type="http://schemas.openxmlformats.org/officeDocument/2006/relationships/slideLayout" Target="../slideLayouts/slideLayout107.xml"/><Relationship Id="rId1" Type="http://schemas.openxmlformats.org/officeDocument/2006/relationships/slideLayout" Target="../slideLayouts/slideLayout63.xml"/><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9" Type="http://schemas.openxmlformats.org/officeDocument/2006/relationships/slideLayout" Target="../slideLayouts/slideLayout71.xml"/><Relationship Id="rId48" Type="http://schemas.openxmlformats.org/officeDocument/2006/relationships/slideLayout" Target="../slideLayouts/slideLayout110.xml"/><Relationship Id="rId47" Type="http://schemas.openxmlformats.org/officeDocument/2006/relationships/slideLayout" Target="../slideLayouts/slideLayout109.xml"/><Relationship Id="rId49" Type="http://schemas.openxmlformats.org/officeDocument/2006/relationships/slideLayout" Target="../slideLayouts/slideLayout111.xml"/><Relationship Id="rId5" Type="http://schemas.openxmlformats.org/officeDocument/2006/relationships/slideLayout" Target="../slideLayouts/slideLayout67.xml"/><Relationship Id="rId6" Type="http://schemas.openxmlformats.org/officeDocument/2006/relationships/slideLayout" Target="../slideLayouts/slideLayout68.xml"/><Relationship Id="rId7" Type="http://schemas.openxmlformats.org/officeDocument/2006/relationships/slideLayout" Target="../slideLayouts/slideLayout69.xml"/><Relationship Id="rId8" Type="http://schemas.openxmlformats.org/officeDocument/2006/relationships/slideLayout" Target="../slideLayouts/slideLayout70.xml"/><Relationship Id="rId31" Type="http://schemas.openxmlformats.org/officeDocument/2006/relationships/slideLayout" Target="../slideLayouts/slideLayout93.xml"/><Relationship Id="rId30" Type="http://schemas.openxmlformats.org/officeDocument/2006/relationships/slideLayout" Target="../slideLayouts/slideLayout92.xml"/><Relationship Id="rId33" Type="http://schemas.openxmlformats.org/officeDocument/2006/relationships/slideLayout" Target="../slideLayouts/slideLayout95.xml"/><Relationship Id="rId32" Type="http://schemas.openxmlformats.org/officeDocument/2006/relationships/slideLayout" Target="../slideLayouts/slideLayout94.xml"/><Relationship Id="rId35" Type="http://schemas.openxmlformats.org/officeDocument/2006/relationships/slideLayout" Target="../slideLayouts/slideLayout97.xml"/><Relationship Id="rId34" Type="http://schemas.openxmlformats.org/officeDocument/2006/relationships/slideLayout" Target="../slideLayouts/slideLayout96.xml"/><Relationship Id="rId37" Type="http://schemas.openxmlformats.org/officeDocument/2006/relationships/slideLayout" Target="../slideLayouts/slideLayout99.xml"/><Relationship Id="rId36" Type="http://schemas.openxmlformats.org/officeDocument/2006/relationships/slideLayout" Target="../slideLayouts/slideLayout98.xml"/><Relationship Id="rId39" Type="http://schemas.openxmlformats.org/officeDocument/2006/relationships/slideLayout" Target="../slideLayouts/slideLayout101.xml"/><Relationship Id="rId38" Type="http://schemas.openxmlformats.org/officeDocument/2006/relationships/slideLayout" Target="../slideLayouts/slideLayout100.xml"/><Relationship Id="rId20" Type="http://schemas.openxmlformats.org/officeDocument/2006/relationships/slideLayout" Target="../slideLayouts/slideLayout82.xml"/><Relationship Id="rId22" Type="http://schemas.openxmlformats.org/officeDocument/2006/relationships/slideLayout" Target="../slideLayouts/slideLayout84.xml"/><Relationship Id="rId21" Type="http://schemas.openxmlformats.org/officeDocument/2006/relationships/slideLayout" Target="../slideLayouts/slideLayout83.xml"/><Relationship Id="rId24" Type="http://schemas.openxmlformats.org/officeDocument/2006/relationships/slideLayout" Target="../slideLayouts/slideLayout86.xml"/><Relationship Id="rId23" Type="http://schemas.openxmlformats.org/officeDocument/2006/relationships/slideLayout" Target="../slideLayouts/slideLayout85.xml"/><Relationship Id="rId26" Type="http://schemas.openxmlformats.org/officeDocument/2006/relationships/slideLayout" Target="../slideLayouts/slideLayout88.xml"/><Relationship Id="rId25" Type="http://schemas.openxmlformats.org/officeDocument/2006/relationships/slideLayout" Target="../slideLayouts/slideLayout87.xml"/><Relationship Id="rId28" Type="http://schemas.openxmlformats.org/officeDocument/2006/relationships/slideLayout" Target="../slideLayouts/slideLayout90.xml"/><Relationship Id="rId27" Type="http://schemas.openxmlformats.org/officeDocument/2006/relationships/slideLayout" Target="../slideLayouts/slideLayout89.xml"/><Relationship Id="rId29" Type="http://schemas.openxmlformats.org/officeDocument/2006/relationships/slideLayout" Target="../slideLayouts/slideLayout91.xml"/><Relationship Id="rId51" Type="http://schemas.openxmlformats.org/officeDocument/2006/relationships/slideLayout" Target="../slideLayouts/slideLayout113.xml"/><Relationship Id="rId50" Type="http://schemas.openxmlformats.org/officeDocument/2006/relationships/slideLayout" Target="../slideLayouts/slideLayout112.xml"/><Relationship Id="rId53" Type="http://schemas.openxmlformats.org/officeDocument/2006/relationships/slideLayout" Target="../slideLayouts/slideLayout115.xml"/><Relationship Id="rId52" Type="http://schemas.openxmlformats.org/officeDocument/2006/relationships/slideLayout" Target="../slideLayouts/slideLayout114.xml"/><Relationship Id="rId11" Type="http://schemas.openxmlformats.org/officeDocument/2006/relationships/slideLayout" Target="../slideLayouts/slideLayout73.xml"/><Relationship Id="rId55" Type="http://schemas.openxmlformats.org/officeDocument/2006/relationships/slideLayout" Target="../slideLayouts/slideLayout117.xml"/><Relationship Id="rId10" Type="http://schemas.openxmlformats.org/officeDocument/2006/relationships/slideLayout" Target="../slideLayouts/slideLayout72.xml"/><Relationship Id="rId54" Type="http://schemas.openxmlformats.org/officeDocument/2006/relationships/slideLayout" Target="../slideLayouts/slideLayout116.xml"/><Relationship Id="rId13" Type="http://schemas.openxmlformats.org/officeDocument/2006/relationships/slideLayout" Target="../slideLayouts/slideLayout75.xml"/><Relationship Id="rId57" Type="http://schemas.openxmlformats.org/officeDocument/2006/relationships/theme" Target="../theme/theme4.xml"/><Relationship Id="rId12" Type="http://schemas.openxmlformats.org/officeDocument/2006/relationships/slideLayout" Target="../slideLayouts/slideLayout74.xml"/><Relationship Id="rId56" Type="http://schemas.openxmlformats.org/officeDocument/2006/relationships/slideLayout" Target="../slideLayouts/slideLayout118.xml"/><Relationship Id="rId15" Type="http://schemas.openxmlformats.org/officeDocument/2006/relationships/slideLayout" Target="../slideLayouts/slideLayout77.xml"/><Relationship Id="rId14" Type="http://schemas.openxmlformats.org/officeDocument/2006/relationships/slideLayout" Target="../slideLayouts/slideLayout76.xml"/><Relationship Id="rId17" Type="http://schemas.openxmlformats.org/officeDocument/2006/relationships/slideLayout" Target="../slideLayouts/slideLayout79.xml"/><Relationship Id="rId16" Type="http://schemas.openxmlformats.org/officeDocument/2006/relationships/slideLayout" Target="../slideLayouts/slideLayout78.xml"/><Relationship Id="rId19" Type="http://schemas.openxmlformats.org/officeDocument/2006/relationships/slideLayout" Target="../slideLayouts/slideLayout81.xml"/><Relationship Id="rId18" Type="http://schemas.openxmlformats.org/officeDocument/2006/relationships/slideLayout" Target="../slideLayouts/slideLayout80.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57.xml"/><Relationship Id="rId42" Type="http://schemas.openxmlformats.org/officeDocument/2006/relationships/slideLayout" Target="../slideLayouts/slideLayout159.xml"/><Relationship Id="rId41" Type="http://schemas.openxmlformats.org/officeDocument/2006/relationships/slideLayout" Target="../slideLayouts/slideLayout158.xml"/><Relationship Id="rId44" Type="http://schemas.openxmlformats.org/officeDocument/2006/relationships/slideLayout" Target="../slideLayouts/slideLayout161.xml"/><Relationship Id="rId43" Type="http://schemas.openxmlformats.org/officeDocument/2006/relationships/slideLayout" Target="../slideLayouts/slideLayout160.xml"/><Relationship Id="rId46" Type="http://schemas.openxmlformats.org/officeDocument/2006/relationships/slideLayout" Target="../slideLayouts/slideLayout163.xml"/><Relationship Id="rId45" Type="http://schemas.openxmlformats.org/officeDocument/2006/relationships/slideLayout" Target="../slideLayouts/slideLayout162.xml"/><Relationship Id="rId1" Type="http://schemas.openxmlformats.org/officeDocument/2006/relationships/image" Target="../media/image49.png"/><Relationship Id="rId2" Type="http://schemas.openxmlformats.org/officeDocument/2006/relationships/slideLayout" Target="../slideLayouts/slideLayout119.xml"/><Relationship Id="rId3" Type="http://schemas.openxmlformats.org/officeDocument/2006/relationships/slideLayout" Target="../slideLayouts/slideLayout120.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47" Type="http://schemas.openxmlformats.org/officeDocument/2006/relationships/theme" Target="../theme/theme5.xml"/><Relationship Id="rId5" Type="http://schemas.openxmlformats.org/officeDocument/2006/relationships/slideLayout" Target="../slideLayouts/slideLayout122.xml"/><Relationship Id="rId6" Type="http://schemas.openxmlformats.org/officeDocument/2006/relationships/slideLayout" Target="../slideLayouts/slideLayout123.xml"/><Relationship Id="rId7" Type="http://schemas.openxmlformats.org/officeDocument/2006/relationships/slideLayout" Target="../slideLayouts/slideLayout124.xml"/><Relationship Id="rId8" Type="http://schemas.openxmlformats.org/officeDocument/2006/relationships/slideLayout" Target="../slideLayouts/slideLayout125.xml"/><Relationship Id="rId31" Type="http://schemas.openxmlformats.org/officeDocument/2006/relationships/slideLayout" Target="../slideLayouts/slideLayout148.xml"/><Relationship Id="rId30" Type="http://schemas.openxmlformats.org/officeDocument/2006/relationships/slideLayout" Target="../slideLayouts/slideLayout147.xml"/><Relationship Id="rId33" Type="http://schemas.openxmlformats.org/officeDocument/2006/relationships/slideLayout" Target="../slideLayouts/slideLayout150.xml"/><Relationship Id="rId32" Type="http://schemas.openxmlformats.org/officeDocument/2006/relationships/slideLayout" Target="../slideLayouts/slideLayout149.xml"/><Relationship Id="rId35" Type="http://schemas.openxmlformats.org/officeDocument/2006/relationships/slideLayout" Target="../slideLayouts/slideLayout152.xml"/><Relationship Id="rId34" Type="http://schemas.openxmlformats.org/officeDocument/2006/relationships/slideLayout" Target="../slideLayouts/slideLayout151.xml"/><Relationship Id="rId37" Type="http://schemas.openxmlformats.org/officeDocument/2006/relationships/slideLayout" Target="../slideLayouts/slideLayout154.xml"/><Relationship Id="rId36" Type="http://schemas.openxmlformats.org/officeDocument/2006/relationships/slideLayout" Target="../slideLayouts/slideLayout153.xml"/><Relationship Id="rId39" Type="http://schemas.openxmlformats.org/officeDocument/2006/relationships/slideLayout" Target="../slideLayouts/slideLayout156.xml"/><Relationship Id="rId38" Type="http://schemas.openxmlformats.org/officeDocument/2006/relationships/slideLayout" Target="../slideLayouts/slideLayout155.xml"/><Relationship Id="rId20" Type="http://schemas.openxmlformats.org/officeDocument/2006/relationships/slideLayout" Target="../slideLayouts/slideLayout137.xml"/><Relationship Id="rId22" Type="http://schemas.openxmlformats.org/officeDocument/2006/relationships/slideLayout" Target="../slideLayouts/slideLayout139.xml"/><Relationship Id="rId21" Type="http://schemas.openxmlformats.org/officeDocument/2006/relationships/slideLayout" Target="../slideLayouts/slideLayout138.xml"/><Relationship Id="rId24" Type="http://schemas.openxmlformats.org/officeDocument/2006/relationships/slideLayout" Target="../slideLayouts/slideLayout141.xml"/><Relationship Id="rId23" Type="http://schemas.openxmlformats.org/officeDocument/2006/relationships/slideLayout" Target="../slideLayouts/slideLayout140.xml"/><Relationship Id="rId26" Type="http://schemas.openxmlformats.org/officeDocument/2006/relationships/slideLayout" Target="../slideLayouts/slideLayout143.xml"/><Relationship Id="rId25" Type="http://schemas.openxmlformats.org/officeDocument/2006/relationships/slideLayout" Target="../slideLayouts/slideLayout142.xml"/><Relationship Id="rId28" Type="http://schemas.openxmlformats.org/officeDocument/2006/relationships/slideLayout" Target="../slideLayouts/slideLayout145.xml"/><Relationship Id="rId27" Type="http://schemas.openxmlformats.org/officeDocument/2006/relationships/slideLayout" Target="../slideLayouts/slideLayout144.xml"/><Relationship Id="rId29" Type="http://schemas.openxmlformats.org/officeDocument/2006/relationships/slideLayout" Target="../slideLayouts/slideLayout146.xml"/><Relationship Id="rId11" Type="http://schemas.openxmlformats.org/officeDocument/2006/relationships/slideLayout" Target="../slideLayouts/slideLayout128.xml"/><Relationship Id="rId10" Type="http://schemas.openxmlformats.org/officeDocument/2006/relationships/slideLayout" Target="../slideLayouts/slideLayout127.xml"/><Relationship Id="rId13" Type="http://schemas.openxmlformats.org/officeDocument/2006/relationships/slideLayout" Target="../slideLayouts/slideLayout130.xml"/><Relationship Id="rId12" Type="http://schemas.openxmlformats.org/officeDocument/2006/relationships/slideLayout" Target="../slideLayouts/slideLayout129.xml"/><Relationship Id="rId15" Type="http://schemas.openxmlformats.org/officeDocument/2006/relationships/slideLayout" Target="../slideLayouts/slideLayout132.xml"/><Relationship Id="rId14" Type="http://schemas.openxmlformats.org/officeDocument/2006/relationships/slideLayout" Target="../slideLayouts/slideLayout131.xml"/><Relationship Id="rId17" Type="http://schemas.openxmlformats.org/officeDocument/2006/relationships/slideLayout" Target="../slideLayouts/slideLayout134.xml"/><Relationship Id="rId16" Type="http://schemas.openxmlformats.org/officeDocument/2006/relationships/slideLayout" Target="../slideLayouts/slideLayout133.xml"/><Relationship Id="rId19" Type="http://schemas.openxmlformats.org/officeDocument/2006/relationships/slideLayout" Target="../slideLayouts/slideLayout136.xml"/><Relationship Id="rId18" Type="http://schemas.openxmlformats.org/officeDocument/2006/relationships/slideLayout" Target="../slideLayouts/slideLayout1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52" name="Google Shape;52;p13"/>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marR="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a:spcBef>
                <a:spcPts val="0"/>
              </a:spcBef>
              <a:spcAft>
                <a:spcPts val="0"/>
              </a:spcAft>
              <a:buSzPts val="1100"/>
              <a:buFont typeface="Verizon NHG TX"/>
              <a:buNone/>
              <a:defRPr sz="1400">
                <a:latin typeface="Verizon NHG TX"/>
                <a:ea typeface="Verizon NHG TX"/>
                <a:cs typeface="Verizon NHG TX"/>
                <a:sym typeface="Verizon NHG TX"/>
              </a:defRPr>
            </a:lvl2pPr>
            <a:lvl3pPr lvl="2">
              <a:spcBef>
                <a:spcPts val="0"/>
              </a:spcBef>
              <a:spcAft>
                <a:spcPts val="0"/>
              </a:spcAft>
              <a:buSzPts val="1100"/>
              <a:buFont typeface="Verizon NHG TX"/>
              <a:buNone/>
              <a:defRPr sz="1400">
                <a:latin typeface="Verizon NHG TX"/>
                <a:ea typeface="Verizon NHG TX"/>
                <a:cs typeface="Verizon NHG TX"/>
                <a:sym typeface="Verizon NHG TX"/>
              </a:defRPr>
            </a:lvl3pPr>
            <a:lvl4pPr lvl="3">
              <a:spcBef>
                <a:spcPts val="0"/>
              </a:spcBef>
              <a:spcAft>
                <a:spcPts val="0"/>
              </a:spcAft>
              <a:buSzPts val="1100"/>
              <a:buFont typeface="Verizon NHG TX"/>
              <a:buNone/>
              <a:defRPr sz="1400">
                <a:latin typeface="Verizon NHG TX"/>
                <a:ea typeface="Verizon NHG TX"/>
                <a:cs typeface="Verizon NHG TX"/>
                <a:sym typeface="Verizon NHG TX"/>
              </a:defRPr>
            </a:lvl4pPr>
            <a:lvl5pPr lvl="4">
              <a:spcBef>
                <a:spcPts val="0"/>
              </a:spcBef>
              <a:spcAft>
                <a:spcPts val="0"/>
              </a:spcAft>
              <a:buSzPts val="1100"/>
              <a:buFont typeface="Verizon NHG TX"/>
              <a:buNone/>
              <a:defRPr sz="1400">
                <a:latin typeface="Verizon NHG TX"/>
                <a:ea typeface="Verizon NHG TX"/>
                <a:cs typeface="Verizon NHG TX"/>
                <a:sym typeface="Verizon NHG TX"/>
              </a:defRPr>
            </a:lvl5pPr>
            <a:lvl6pPr lvl="5">
              <a:spcBef>
                <a:spcPts val="0"/>
              </a:spcBef>
              <a:spcAft>
                <a:spcPts val="0"/>
              </a:spcAft>
              <a:buSzPts val="1100"/>
              <a:buFont typeface="Verizon NHG TX"/>
              <a:buNone/>
              <a:defRPr sz="1400">
                <a:latin typeface="Verizon NHG TX"/>
                <a:ea typeface="Verizon NHG TX"/>
                <a:cs typeface="Verizon NHG TX"/>
                <a:sym typeface="Verizon NHG TX"/>
              </a:defRPr>
            </a:lvl6pPr>
            <a:lvl7pPr lvl="6">
              <a:spcBef>
                <a:spcPts val="0"/>
              </a:spcBef>
              <a:spcAft>
                <a:spcPts val="0"/>
              </a:spcAft>
              <a:buSzPts val="1100"/>
              <a:buFont typeface="Verizon NHG TX"/>
              <a:buNone/>
              <a:defRPr sz="1400">
                <a:latin typeface="Verizon NHG TX"/>
                <a:ea typeface="Verizon NHG TX"/>
                <a:cs typeface="Verizon NHG TX"/>
                <a:sym typeface="Verizon NHG TX"/>
              </a:defRPr>
            </a:lvl7pPr>
            <a:lvl8pPr lvl="7">
              <a:spcBef>
                <a:spcPts val="0"/>
              </a:spcBef>
              <a:spcAft>
                <a:spcPts val="0"/>
              </a:spcAft>
              <a:buSzPts val="1100"/>
              <a:buFont typeface="Verizon NHG TX"/>
              <a:buNone/>
              <a:defRPr sz="1400">
                <a:latin typeface="Verizon NHG TX"/>
                <a:ea typeface="Verizon NHG TX"/>
                <a:cs typeface="Verizon NHG TX"/>
                <a:sym typeface="Verizon NHG TX"/>
              </a:defRPr>
            </a:lvl8pPr>
            <a:lvl9pPr lvl="8">
              <a:spcBef>
                <a:spcPts val="0"/>
              </a:spcBef>
              <a:spcAft>
                <a:spcPts val="0"/>
              </a:spcAft>
              <a:buSzPts val="1100"/>
              <a:buFont typeface="Verizon NHG TX"/>
              <a:buNone/>
              <a:defRPr sz="1400">
                <a:latin typeface="Verizon NHG TX"/>
                <a:ea typeface="Verizon NHG TX"/>
                <a:cs typeface="Verizon NHG TX"/>
                <a:sym typeface="Verizon NHG TX"/>
              </a:defRPr>
            </a:lvl9pPr>
          </a:lstStyle>
          <a:p/>
        </p:txBody>
      </p:sp>
      <p:sp>
        <p:nvSpPr>
          <p:cNvPr id="53" name="Google Shape;53;p1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sz="110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sz="110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sz="110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sz="110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sz="110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sz="110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sz="110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p13"/>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55" name="Google Shape;55;p13"/>
          <p:cNvSpPr txBox="1"/>
          <p:nvPr>
            <p:ph idx="1" type="body"/>
          </p:nvPr>
        </p:nvSpPr>
        <p:spPr>
          <a:xfrm>
            <a:off x="473869" y="1188244"/>
            <a:ext cx="7951200" cy="32634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 id="2147483704" r:id="rId47"/>
    <p:sldLayoutId id="2147483705" r:id="rId48"/>
    <p:sldLayoutId id="2147483706" r:id="rId49"/>
    <p:sldLayoutId id="2147483707" r:id="rId50"/>
    <p:sldLayoutId id="2147483708" r:id="rId51"/>
    <p:sldLayoutId id="214748370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 name="Shape 36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 id="2147483764" r:id="rId55"/>
    <p:sldLayoutId id="2147483765" r:id="rId5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533">
          <p15:clr>
            <a:srgbClr val="C35EA4"/>
          </p15:clr>
        </p15:guide>
        <p15:guide id="3" pos="607">
          <p15:clr>
            <a:srgbClr val="C35EA4"/>
          </p15:clr>
        </p15:guide>
        <p15:guide id="4" pos="996">
          <p15:clr>
            <a:srgbClr val="C35EA4"/>
          </p15:clr>
        </p15:guide>
        <p15:guide id="5" pos="1067">
          <p15:clr>
            <a:srgbClr val="C35EA4"/>
          </p15:clr>
        </p15:guide>
        <p15:guide id="6" pos="1457">
          <p15:clr>
            <a:srgbClr val="C35EA4"/>
          </p15:clr>
        </p15:guide>
        <p15:guide id="7" pos="1529">
          <p15:clr>
            <a:srgbClr val="C35EA4"/>
          </p15:clr>
        </p15:guide>
        <p15:guide id="8" pos="1919">
          <p15:clr>
            <a:srgbClr val="C35EA4"/>
          </p15:clr>
        </p15:guide>
        <p15:guide id="9" pos="1992">
          <p15:clr>
            <a:srgbClr val="C35EA4"/>
          </p15:clr>
        </p15:guide>
        <p15:guide id="10" pos="2381">
          <p15:clr>
            <a:srgbClr val="C35EA4"/>
          </p15:clr>
        </p15:guide>
        <p15:guide id="11" pos="2453">
          <p15:clr>
            <a:srgbClr val="C35EA4"/>
          </p15:clr>
        </p15:guide>
        <p15:guide id="12" orient="horz" pos="1656">
          <p15:clr>
            <a:srgbClr val="C35EA4"/>
          </p15:clr>
        </p15:guide>
        <p15:guide id="13" pos="2842">
          <p15:clr>
            <a:srgbClr val="C35EA4"/>
          </p15:clr>
        </p15:guide>
        <p15:guide id="14" pos="2915">
          <p15:clr>
            <a:srgbClr val="C35EA4"/>
          </p15:clr>
        </p15:guide>
        <p15:guide id="15" pos="3305">
          <p15:clr>
            <a:srgbClr val="C35EA4"/>
          </p15:clr>
        </p15:guide>
        <p15:guide id="16" pos="3377">
          <p15:clr>
            <a:srgbClr val="C35EA4"/>
          </p15:clr>
        </p15:guide>
        <p15:guide id="17" pos="3766">
          <p15:clr>
            <a:srgbClr val="C35EA4"/>
          </p15:clr>
        </p15:guide>
        <p15:guide id="18" pos="3840">
          <p15:clr>
            <a:srgbClr val="C35EA4"/>
          </p15:clr>
        </p15:guide>
        <p15:guide id="19" pos="4229">
          <p15:clr>
            <a:srgbClr val="C35EA4"/>
          </p15:clr>
        </p15:guide>
        <p15:guide id="20" pos="4301">
          <p15:clr>
            <a:srgbClr val="C35EA4"/>
          </p15:clr>
        </p15:guide>
        <p15:guide id="21" pos="4691">
          <p15:clr>
            <a:srgbClr val="C35EA4"/>
          </p15:clr>
        </p15:guide>
        <p15:guide id="22" pos="4763">
          <p15:clr>
            <a:srgbClr val="C35EA4"/>
          </p15:clr>
        </p15:guide>
        <p15:guide id="23" pos="5151">
          <p15:clr>
            <a:srgbClr val="C35EA4"/>
          </p15:clr>
        </p15:guide>
        <p15:guide id="24" pos="5224">
          <p15:clr>
            <a:srgbClr val="C35EA4"/>
          </p15:clr>
        </p15:guide>
        <p15:guide id="25" orient="horz" pos="1152">
          <p15:clr>
            <a:srgbClr val="C35EA4"/>
          </p15:clr>
        </p15:guide>
        <p15:guide id="26" orient="horz" pos="1080">
          <p15:clr>
            <a:srgbClr val="C35EA4"/>
          </p15:clr>
        </p15:guide>
        <p15:guide id="27" orient="horz" pos="648">
          <p15:clr>
            <a:srgbClr val="C35EA4"/>
          </p15:clr>
        </p15:guide>
        <p15:guide id="28" orient="horz" pos="576">
          <p15:clr>
            <a:srgbClr val="C35EA4"/>
          </p15:clr>
        </p15:guide>
        <p15:guide id="29" orient="horz" pos="2087">
          <p15:clr>
            <a:srgbClr val="C35EA4"/>
          </p15:clr>
        </p15:guide>
        <p15:guide id="30" orient="horz" pos="2160">
          <p15:clr>
            <a:srgbClr val="C35EA4"/>
          </p15:clr>
        </p15:guide>
        <p15:guide id="31" orient="horz" pos="2591">
          <p15:clr>
            <a:srgbClr val="C35EA4"/>
          </p15:clr>
        </p15:guide>
        <p15:guide id="32" orient="horz" pos="2664">
          <p15:clr>
            <a:srgbClr val="C35EA4"/>
          </p15:clr>
        </p15:guide>
        <p15:guide id="33" orient="horz" pos="144">
          <p15:clr>
            <a:srgbClr val="5ACBF0"/>
          </p15:clr>
        </p15:guide>
        <p15:guide id="34" orient="horz" pos="3095">
          <p15:clr>
            <a:srgbClr val="5ACBF0"/>
          </p15:clr>
        </p15:guide>
        <p15:guide id="35" pos="143">
          <p15:clr>
            <a:srgbClr val="5ACBF0"/>
          </p15:clr>
        </p15:guide>
        <p15:guide id="36" pos="5615">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2" name="Shape 792"/>
        <p:cNvGrpSpPr/>
        <p:nvPr/>
      </p:nvGrpSpPr>
      <p:grpSpPr>
        <a:xfrm>
          <a:off x="0" y="0"/>
          <a:ext cx="0" cy="0"/>
          <a:chOff x="0" y="0"/>
          <a:chExt cx="0" cy="0"/>
        </a:xfrm>
      </p:grpSpPr>
      <p:sp>
        <p:nvSpPr>
          <p:cNvPr id="793" name="Google Shape;793;p122"/>
          <p:cNvSpPr txBox="1"/>
          <p:nvPr>
            <p:ph type="title"/>
          </p:nvPr>
        </p:nvSpPr>
        <p:spPr>
          <a:xfrm>
            <a:off x="473869" y="438912"/>
            <a:ext cx="7951200" cy="5319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2100"/>
              <a:buFont typeface="Verizon NHG DS"/>
              <a:buNone/>
              <a:defRPr b="1" i="0" sz="2100" u="none" cap="none" strike="noStrike">
                <a:solidFill>
                  <a:schemeClr val="dk1"/>
                </a:solidFill>
                <a:latin typeface="Verizon NHG DS"/>
                <a:ea typeface="Verizon NHG DS"/>
                <a:cs typeface="Verizon NHG DS"/>
                <a:sym typeface="Verizon NHG DS"/>
              </a:defRPr>
            </a:lvl1pPr>
            <a:lvl2pPr lvl="1"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2pPr>
            <a:lvl3pPr lvl="2"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3pPr>
            <a:lvl4pPr lvl="3"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4pPr>
            <a:lvl5pPr lvl="4"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5pPr>
            <a:lvl6pPr lvl="5"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6pPr>
            <a:lvl7pPr lvl="6"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7pPr>
            <a:lvl8pPr lvl="7"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8pPr>
            <a:lvl9pPr lvl="8"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9pPr>
          </a:lstStyle>
          <a:p/>
        </p:txBody>
      </p:sp>
      <p:sp>
        <p:nvSpPr>
          <p:cNvPr id="794" name="Google Shape;794;p12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95" name="Google Shape;795;p122"/>
          <p:cNvSpPr txBox="1"/>
          <p:nvPr>
            <p:ph idx="1" type="body"/>
          </p:nvPr>
        </p:nvSpPr>
        <p:spPr>
          <a:xfrm>
            <a:off x="473869" y="1371600"/>
            <a:ext cx="7951200" cy="32634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pic>
        <p:nvPicPr>
          <p:cNvPr descr="A red and black logo&#10;&#10;Description automatically generated" id="796" name="Google Shape;796;p122"/>
          <p:cNvPicPr preferRelativeResize="0"/>
          <p:nvPr/>
        </p:nvPicPr>
        <p:blipFill rotWithShape="1">
          <a:blip r:embed="rId1">
            <a:alphaModFix/>
          </a:blip>
          <a:srcRect b="0" l="0" r="0" t="0"/>
          <a:stretch/>
        </p:blipFill>
        <p:spPr>
          <a:xfrm>
            <a:off x="374904" y="4636008"/>
            <a:ext cx="850390" cy="34783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798" r:id="rId34"/>
    <p:sldLayoutId id="2147483799" r:id="rId35"/>
    <p:sldLayoutId id="2147483800" r:id="rId36"/>
    <p:sldLayoutId id="2147483801" r:id="rId37"/>
    <p:sldLayoutId id="2147483802" r:id="rId38"/>
    <p:sldLayoutId id="2147483803" r:id="rId39"/>
    <p:sldLayoutId id="2147483804" r:id="rId40"/>
    <p:sldLayoutId id="2147483805" r:id="rId41"/>
    <p:sldLayoutId id="2147483806" r:id="rId42"/>
    <p:sldLayoutId id="2147483807" r:id="rId43"/>
    <p:sldLayoutId id="2147483808" r:id="rId44"/>
    <p:sldLayoutId id="2147483809" r:id="rId45"/>
    <p:sldLayoutId id="2147483810"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 Id="rId3" Type="http://schemas.openxmlformats.org/officeDocument/2006/relationships/image" Target="../media/image23.jpg"/><Relationship Id="rId4" Type="http://schemas.openxmlformats.org/officeDocument/2006/relationships/image" Target="../media/image27.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9.png"/><Relationship Id="rId9"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32.png"/><Relationship Id="rId7" Type="http://schemas.openxmlformats.org/officeDocument/2006/relationships/image" Target="../media/image39.png"/><Relationship Id="rId8" Type="http://schemas.openxmlformats.org/officeDocument/2006/relationships/image" Target="../media/image4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29.png"/><Relationship Id="rId9"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32.png"/><Relationship Id="rId7" Type="http://schemas.openxmlformats.org/officeDocument/2006/relationships/image" Target="../media/image39.png"/><Relationship Id="rId8"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0.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68"/>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Andrew Pendleton</a:t>
            </a:r>
            <a:endParaRPr/>
          </a:p>
          <a:p>
            <a:pPr indent="0" lvl="0" marL="0" rtl="0" algn="l">
              <a:lnSpc>
                <a:spcPct val="90000"/>
              </a:lnSpc>
              <a:spcBef>
                <a:spcPts val="0"/>
              </a:spcBef>
              <a:spcAft>
                <a:spcPts val="0"/>
              </a:spcAft>
              <a:buSzPts val="1800"/>
              <a:buNone/>
            </a:pPr>
            <a:r>
              <a:rPr lang="en"/>
              <a:t>CX Design Systems</a:t>
            </a:r>
            <a:endParaRPr/>
          </a:p>
          <a:p>
            <a:pPr indent="0" lvl="0" marL="0" rtl="0" algn="l">
              <a:lnSpc>
                <a:spcPct val="90000"/>
              </a:lnSpc>
              <a:spcBef>
                <a:spcPts val="0"/>
              </a:spcBef>
              <a:spcAft>
                <a:spcPts val="0"/>
              </a:spcAft>
              <a:buSzPts val="1800"/>
              <a:buNone/>
            </a:pPr>
            <a:r>
              <a:t/>
            </a:r>
            <a:endParaRPr/>
          </a:p>
        </p:txBody>
      </p:sp>
      <p:sp>
        <p:nvSpPr>
          <p:cNvPr id="1088" name="Google Shape;1088;p168"/>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a:t>VDS </a:t>
            </a:r>
            <a:endParaRPr/>
          </a:p>
          <a:p>
            <a:pPr indent="0" lvl="0" marL="0" rtl="0" algn="l">
              <a:lnSpc>
                <a:spcPct val="90000"/>
              </a:lnSpc>
              <a:spcBef>
                <a:spcPts val="0"/>
              </a:spcBef>
              <a:spcAft>
                <a:spcPts val="0"/>
              </a:spcAft>
              <a:buSzPts val="5000"/>
              <a:buNone/>
            </a:pPr>
            <a:r>
              <a:rPr lang="en"/>
              <a:t>Native Library</a:t>
            </a:r>
            <a:endParaRPr/>
          </a:p>
        </p:txBody>
      </p:sp>
      <p:sp>
        <p:nvSpPr>
          <p:cNvPr id="1089" name="Google Shape;1089;p168"/>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1090" name="Google Shape;1090;p168"/>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1091" name="Google Shape;1091;p168"/>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6" name="Shape 1096"/>
        <p:cNvGrpSpPr/>
        <p:nvPr/>
      </p:nvGrpSpPr>
      <p:grpSpPr>
        <a:xfrm>
          <a:off x="0" y="0"/>
          <a:ext cx="0" cy="0"/>
          <a:chOff x="0" y="0"/>
          <a:chExt cx="0" cy="0"/>
        </a:xfrm>
      </p:grpSpPr>
      <p:sp>
        <p:nvSpPr>
          <p:cNvPr id="1097" name="Google Shape;1097;p169"/>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1098" name="Google Shape;1098;p169"/>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099" name="Google Shape;1099;p169"/>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Verizon Design Systems</a:t>
            </a:r>
            <a:endParaRPr b="0"/>
          </a:p>
        </p:txBody>
      </p:sp>
      <p:sp>
        <p:nvSpPr>
          <p:cNvPr id="1100" name="Google Shape;1100;p169"/>
          <p:cNvSpPr txBox="1"/>
          <p:nvPr/>
        </p:nvSpPr>
        <p:spPr>
          <a:xfrm>
            <a:off x="228600" y="3592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Executive Summary</a:t>
            </a:r>
            <a:r>
              <a:rPr b="1" lang="en" sz="2100">
                <a:latin typeface="Verizon NHG DS"/>
                <a:ea typeface="Verizon NHG DS"/>
                <a:cs typeface="Verizon NHG DS"/>
                <a:sym typeface="Verizon NHG DS"/>
              </a:rPr>
              <a:t> | </a:t>
            </a:r>
            <a:r>
              <a:rPr b="1" lang="en" sz="2100">
                <a:solidFill>
                  <a:srgbClr val="EE001E"/>
                </a:solidFill>
                <a:latin typeface="Verizon NHG DS"/>
                <a:ea typeface="Verizon NHG DS"/>
                <a:cs typeface="Verizon NHG DS"/>
                <a:sym typeface="Verizon NHG DS"/>
              </a:rPr>
              <a:t>Native Library </a:t>
            </a:r>
            <a:endParaRPr b="1" sz="2100">
              <a:solidFill>
                <a:srgbClr val="EE001E"/>
              </a:solidFill>
              <a:latin typeface="Verizon NHG DS"/>
              <a:ea typeface="Verizon NHG DS"/>
              <a:cs typeface="Verizon NHG DS"/>
              <a:sym typeface="Verizon NHG DS"/>
            </a:endParaRPr>
          </a:p>
        </p:txBody>
      </p:sp>
      <p:grpSp>
        <p:nvGrpSpPr>
          <p:cNvPr id="1101" name="Google Shape;1101;p169"/>
          <p:cNvGrpSpPr/>
          <p:nvPr/>
        </p:nvGrpSpPr>
        <p:grpSpPr>
          <a:xfrm>
            <a:off x="128569" y="1008713"/>
            <a:ext cx="3555300" cy="4001175"/>
            <a:chOff x="171425" y="1344950"/>
            <a:chExt cx="4740400" cy="5334900"/>
          </a:xfrm>
        </p:grpSpPr>
        <p:sp>
          <p:nvSpPr>
            <p:cNvPr id="1102" name="Google Shape;1102;p169"/>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03" name="Google Shape;1103;p169"/>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1104" name="Google Shape;1104;p169"/>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sp>
          <p:nvSpPr>
            <p:cNvPr id="1105" name="Google Shape;1105;p169"/>
            <p:cNvSpPr txBox="1"/>
            <p:nvPr/>
          </p:nvSpPr>
          <p:spPr>
            <a:xfrm>
              <a:off x="978800" y="1949761"/>
              <a:ext cx="3919800" cy="11922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800">
                  <a:solidFill>
                    <a:schemeClr val="dk1"/>
                  </a:solidFill>
                  <a:latin typeface="Verizon NHG TX"/>
                  <a:ea typeface="Verizon NHG TX"/>
                  <a:cs typeface="Verizon NHG TX"/>
                  <a:sym typeface="Verizon NHG TX"/>
                </a:rPr>
                <a:t>Architect, develop, and launch the VDS Native Library, a comprehensive suite of reusable, pre-built, and rigorously tested UI components for iOS (UIKit, SwiftUI) and Android (Jetpack Compose). This includes robust documentation, clear usage guidelines, theming capabilities, and direct support channels (e.g., Slack, office hours) ensuring seamless adoption and ongoing maintenance.</a:t>
              </a:r>
              <a:endParaRPr sz="800">
                <a:solidFill>
                  <a:schemeClr val="dk1"/>
                </a:solidFill>
                <a:latin typeface="Verizon NHG TX"/>
                <a:ea typeface="Verizon NHG TX"/>
                <a:cs typeface="Verizon NHG TX"/>
                <a:sym typeface="Verizon NHG TX"/>
              </a:endParaRPr>
            </a:p>
          </p:txBody>
        </p:sp>
        <p:cxnSp>
          <p:nvCxnSpPr>
            <p:cNvPr id="1106" name="Google Shape;1106;p169"/>
            <p:cNvCxnSpPr/>
            <p:nvPr/>
          </p:nvCxnSpPr>
          <p:spPr>
            <a:xfrm>
              <a:off x="171425" y="33447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107" name="Google Shape;1107;p169"/>
            <p:cNvGrpSpPr/>
            <p:nvPr/>
          </p:nvGrpSpPr>
          <p:grpSpPr>
            <a:xfrm>
              <a:off x="978796" y="3410688"/>
              <a:ext cx="3919804" cy="537187"/>
              <a:chOff x="978796" y="3029688"/>
              <a:chExt cx="3919804" cy="537187"/>
            </a:xfrm>
          </p:grpSpPr>
          <p:sp>
            <p:nvSpPr>
              <p:cNvPr id="1108" name="Google Shape;1108;p169"/>
              <p:cNvSpPr txBox="1"/>
              <p:nvPr/>
            </p:nvSpPr>
            <p:spPr>
              <a:xfrm>
                <a:off x="978800" y="32590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Native developers will experience a significant boost in productivity by using pre-built, VDS-compliant components, reducing boilerplate code and rework. This leads to faster feature delivery, fewer visual defects, and enhanced UI consistency. They gain robust tools to build more accessible applications and can focus on solving unique user problems rather than reinventing common UI elements, fostering better collaboration.</a:t>
                </a:r>
                <a:endParaRPr sz="800">
                  <a:solidFill>
                    <a:schemeClr val="dk1"/>
                  </a:solidFill>
                  <a:latin typeface="Verizon NHG TX"/>
                  <a:ea typeface="Verizon NHG TX"/>
                  <a:cs typeface="Verizon NHG TX"/>
                  <a:sym typeface="Verizon NHG TX"/>
                </a:endParaRPr>
              </a:p>
            </p:txBody>
          </p:sp>
          <p:sp>
            <p:nvSpPr>
              <p:cNvPr id="1109" name="Google Shape;1109;p169"/>
              <p:cNvSpPr txBox="1"/>
              <p:nvPr/>
            </p:nvSpPr>
            <p:spPr>
              <a:xfrm>
                <a:off x="978796" y="30296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Customer Impact</a:t>
                </a:r>
                <a:endParaRPr b="1" sz="1100">
                  <a:solidFill>
                    <a:schemeClr val="dk1"/>
                  </a:solidFill>
                  <a:latin typeface="Verizon NHG TX"/>
                  <a:ea typeface="Verizon NHG TX"/>
                  <a:cs typeface="Verizon NHG TX"/>
                  <a:sym typeface="Verizon NHG TX"/>
                </a:endParaRPr>
              </a:p>
            </p:txBody>
          </p:sp>
        </p:grpSp>
        <p:sp>
          <p:nvSpPr>
            <p:cNvPr id="1110" name="Google Shape;1110;p169"/>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1111" name="Google Shape;1111;p169"/>
            <p:cNvSpPr txBox="1"/>
            <p:nvPr/>
          </p:nvSpPr>
          <p:spPr>
            <a:xfrm>
              <a:off x="324350" y="34121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grpSp>
          <p:nvGrpSpPr>
            <p:cNvPr id="1112" name="Google Shape;1112;p169"/>
            <p:cNvGrpSpPr/>
            <p:nvPr/>
          </p:nvGrpSpPr>
          <p:grpSpPr>
            <a:xfrm>
              <a:off x="978796" y="5159003"/>
              <a:ext cx="3919804" cy="566572"/>
              <a:chOff x="978796" y="3863603"/>
              <a:chExt cx="3919804" cy="566572"/>
            </a:xfrm>
          </p:grpSpPr>
          <p:sp>
            <p:nvSpPr>
              <p:cNvPr id="1113" name="Google Shape;1113;p169"/>
              <p:cNvSpPr txBox="1"/>
              <p:nvPr/>
            </p:nvSpPr>
            <p:spPr>
              <a:xfrm>
                <a:off x="978800" y="40914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By empowering native developers, VDS Native Library will deliver superior, more consistent brand experiences across all Verizon apps, enhancing customer satisfaction and trust. It accelerates time-to-market for critical features, improves overall product quality and accessibility, and reduces redundant development costs. This directly increases VDS adoption, maximizing its ROI and strategic value.</a:t>
                </a:r>
                <a:endParaRPr sz="800">
                  <a:solidFill>
                    <a:schemeClr val="dk1"/>
                  </a:solidFill>
                  <a:latin typeface="Verizon NHG TX"/>
                  <a:ea typeface="Verizon NHG TX"/>
                  <a:cs typeface="Verizon NHG TX"/>
                  <a:sym typeface="Verizon NHG TX"/>
                </a:endParaRPr>
              </a:p>
            </p:txBody>
          </p:sp>
          <p:sp>
            <p:nvSpPr>
              <p:cNvPr id="1114" name="Google Shape;1114;p169"/>
              <p:cNvSpPr txBox="1"/>
              <p:nvPr/>
            </p:nvSpPr>
            <p:spPr>
              <a:xfrm>
                <a:off x="978796" y="38636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Business Impact</a:t>
                </a:r>
                <a:endParaRPr b="1" sz="1100">
                  <a:solidFill>
                    <a:schemeClr val="dk1"/>
                  </a:solidFill>
                  <a:latin typeface="Verizon NHG TX"/>
                  <a:ea typeface="Verizon NHG TX"/>
                  <a:cs typeface="Verizon NHG TX"/>
                  <a:sym typeface="Verizon NHG TX"/>
                </a:endParaRPr>
              </a:p>
            </p:txBody>
          </p:sp>
        </p:grpSp>
        <p:sp>
          <p:nvSpPr>
            <p:cNvPr id="1115" name="Google Shape;1115;p169"/>
            <p:cNvSpPr txBox="1"/>
            <p:nvPr/>
          </p:nvSpPr>
          <p:spPr>
            <a:xfrm>
              <a:off x="324350" y="51801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cxnSp>
          <p:nvCxnSpPr>
            <p:cNvPr id="1116" name="Google Shape;1116;p169"/>
            <p:cNvCxnSpPr/>
            <p:nvPr/>
          </p:nvCxnSpPr>
          <p:spPr>
            <a:xfrm>
              <a:off x="171425" y="51227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1117" name="Google Shape;1117;p169"/>
          <p:cNvSpPr/>
          <p:nvPr/>
        </p:nvSpPr>
        <p:spPr>
          <a:xfrm>
            <a:off x="3790275" y="1008713"/>
            <a:ext cx="33228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18" name="Google Shape;1118;p169"/>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North Star</a:t>
            </a:r>
            <a:endParaRPr sz="1200">
              <a:solidFill>
                <a:schemeClr val="dk1"/>
              </a:solidFill>
              <a:latin typeface="Verizon NHG DS"/>
              <a:ea typeface="Verizon NHG DS"/>
              <a:cs typeface="Verizon NHG DS"/>
              <a:sym typeface="Verizon NHG DS"/>
            </a:endParaRPr>
          </a:p>
        </p:txBody>
      </p:sp>
      <p:cxnSp>
        <p:nvCxnSpPr>
          <p:cNvPr id="1119" name="Google Shape;1119;p169"/>
          <p:cNvCxnSpPr/>
          <p:nvPr/>
        </p:nvCxnSpPr>
        <p:spPr>
          <a:xfrm>
            <a:off x="3790275" y="1338488"/>
            <a:ext cx="3334800" cy="0"/>
          </a:xfrm>
          <a:prstGeom prst="straightConnector1">
            <a:avLst/>
          </a:prstGeom>
          <a:noFill/>
          <a:ln cap="flat" cmpd="sng" w="9525">
            <a:solidFill>
              <a:srgbClr val="EE001E"/>
            </a:solidFill>
            <a:prstDash val="solid"/>
            <a:miter lim="800000"/>
            <a:headEnd len="sm" w="sm" type="none"/>
            <a:tailEnd len="sm" w="sm" type="none"/>
          </a:ln>
        </p:spPr>
      </p:cxnSp>
      <p:grpSp>
        <p:nvGrpSpPr>
          <p:cNvPr id="1120" name="Google Shape;1120;p169"/>
          <p:cNvGrpSpPr/>
          <p:nvPr/>
        </p:nvGrpSpPr>
        <p:grpSpPr>
          <a:xfrm>
            <a:off x="3790275" y="2847169"/>
            <a:ext cx="2519006" cy="2162700"/>
            <a:chOff x="5053700" y="3796225"/>
            <a:chExt cx="3358675" cy="2883600"/>
          </a:xfrm>
        </p:grpSpPr>
        <p:sp>
          <p:nvSpPr>
            <p:cNvPr id="1121" name="Google Shape;1121;p169"/>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22" name="Google Shape;1122;p169"/>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KPIs Impacted</a:t>
              </a:r>
              <a:endParaRPr sz="1200">
                <a:solidFill>
                  <a:schemeClr val="dk1"/>
                </a:solidFill>
                <a:latin typeface="Verizon NHG DS"/>
                <a:ea typeface="Verizon NHG DS"/>
                <a:cs typeface="Verizon NHG DS"/>
                <a:sym typeface="Verizon NHG DS"/>
              </a:endParaRPr>
            </a:p>
          </p:txBody>
        </p:sp>
        <p:sp>
          <p:nvSpPr>
            <p:cNvPr id="1123" name="Google Shape;1123;p169"/>
            <p:cNvSpPr/>
            <p:nvPr/>
          </p:nvSpPr>
          <p:spPr>
            <a:xfrm>
              <a:off x="6840387" y="4513762"/>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Digital Interaction Score</a:t>
              </a:r>
              <a:endParaRPr sz="1000">
                <a:solidFill>
                  <a:schemeClr val="lt1"/>
                </a:solidFill>
                <a:latin typeface="Verizon NHG TX"/>
                <a:ea typeface="Verizon NHG TX"/>
                <a:cs typeface="Verizon NHG TX"/>
                <a:sym typeface="Verizon NHG TX"/>
              </a:endParaRPr>
            </a:p>
          </p:txBody>
        </p:sp>
        <p:sp>
          <p:nvSpPr>
            <p:cNvPr id="1124" name="Google Shape;1124;p169"/>
            <p:cNvSpPr/>
            <p:nvPr/>
          </p:nvSpPr>
          <p:spPr>
            <a:xfrm>
              <a:off x="5249891" y="4513750"/>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Customer Satisfaction</a:t>
              </a:r>
              <a:endParaRPr sz="1000">
                <a:solidFill>
                  <a:schemeClr val="lt1"/>
                </a:solidFill>
                <a:latin typeface="Verizon NHG TX"/>
                <a:ea typeface="Verizon NHG TX"/>
                <a:cs typeface="Verizon NHG TX"/>
                <a:sym typeface="Verizon NHG TX"/>
              </a:endParaRPr>
            </a:p>
          </p:txBody>
        </p:sp>
        <p:sp>
          <p:nvSpPr>
            <p:cNvPr id="1125" name="Google Shape;1125;p169"/>
            <p:cNvSpPr/>
            <p:nvPr/>
          </p:nvSpPr>
          <p:spPr>
            <a:xfrm>
              <a:off x="5249875"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Clr>
                  <a:schemeClr val="dk1"/>
                </a:buClr>
                <a:buSzPts val="1100"/>
                <a:buFont typeface="Arial"/>
                <a:buNone/>
              </a:pPr>
              <a:r>
                <a:rPr b="1" lang="en" sz="800">
                  <a:solidFill>
                    <a:schemeClr val="lt1"/>
                  </a:solidFill>
                  <a:latin typeface="Verizon NHG TX"/>
                  <a:ea typeface="Verizon NHG TX"/>
                  <a:cs typeface="Verizon NHG TX"/>
                  <a:sym typeface="Verizon NHG TX"/>
                </a:rPr>
                <a:t>Overall Conversion</a:t>
              </a:r>
              <a:endParaRPr sz="1000">
                <a:solidFill>
                  <a:schemeClr val="lt1"/>
                </a:solidFill>
                <a:latin typeface="Verizon NHG TX"/>
                <a:ea typeface="Verizon NHG TX"/>
                <a:cs typeface="Verizon NHG TX"/>
                <a:sym typeface="Verizon NHG TX"/>
              </a:endParaRPr>
            </a:p>
          </p:txBody>
        </p:sp>
        <p:sp>
          <p:nvSpPr>
            <p:cNvPr id="1126" name="Google Shape;1126;p169"/>
            <p:cNvSpPr/>
            <p:nvPr/>
          </p:nvSpPr>
          <p:spPr>
            <a:xfrm>
              <a:off x="6840387"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Prospect Conversion</a:t>
              </a:r>
              <a:endParaRPr sz="1000">
                <a:solidFill>
                  <a:schemeClr val="lt1"/>
                </a:solidFill>
                <a:latin typeface="Verizon NHG TX"/>
                <a:ea typeface="Verizon NHG TX"/>
                <a:cs typeface="Verizon NHG TX"/>
                <a:sym typeface="Verizon NHG TX"/>
              </a:endParaRPr>
            </a:p>
          </p:txBody>
        </p:sp>
        <p:cxnSp>
          <p:nvCxnSpPr>
            <p:cNvPr id="1127" name="Google Shape;1127;p169"/>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sp>
          <p:nvSpPr>
            <p:cNvPr id="1128" name="Google Shape;1128;p169"/>
            <p:cNvSpPr/>
            <p:nvPr/>
          </p:nvSpPr>
          <p:spPr>
            <a:xfrm>
              <a:off x="5249857" y="5877700"/>
              <a:ext cx="29964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Other Cost Savings</a:t>
              </a:r>
              <a:endParaRPr sz="1000">
                <a:solidFill>
                  <a:schemeClr val="lt1"/>
                </a:solidFill>
                <a:latin typeface="Verizon NHG TX"/>
                <a:ea typeface="Verizon NHG TX"/>
                <a:cs typeface="Verizon NHG TX"/>
                <a:sym typeface="Verizon NHG TX"/>
              </a:endParaRPr>
            </a:p>
          </p:txBody>
        </p:sp>
      </p:grpSp>
      <p:grpSp>
        <p:nvGrpSpPr>
          <p:cNvPr id="1129" name="Google Shape;1129;p169"/>
          <p:cNvGrpSpPr/>
          <p:nvPr/>
        </p:nvGrpSpPr>
        <p:grpSpPr>
          <a:xfrm>
            <a:off x="6411375" y="2847169"/>
            <a:ext cx="2601225" cy="2162700"/>
            <a:chOff x="8548500" y="3796225"/>
            <a:chExt cx="3468300" cy="2883600"/>
          </a:xfrm>
        </p:grpSpPr>
        <p:sp>
          <p:nvSpPr>
            <p:cNvPr id="1130" name="Google Shape;1130;p169"/>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31" name="Google Shape;1131;p169"/>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132" name="Google Shape;1132;p169"/>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P*Q</a:t>
              </a:r>
              <a:endParaRPr sz="1200">
                <a:solidFill>
                  <a:schemeClr val="dk1"/>
                </a:solidFill>
                <a:latin typeface="Verizon NHG DS"/>
                <a:ea typeface="Verizon NHG DS"/>
                <a:cs typeface="Verizon NHG DS"/>
                <a:sym typeface="Verizon NHG DS"/>
              </a:endParaRPr>
            </a:p>
          </p:txBody>
        </p:sp>
        <p:sp>
          <p:nvSpPr>
            <p:cNvPr id="1133" name="Google Shape;1133;p169"/>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1134" name="Google Shape;1134;p169"/>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1135" name="Google Shape;1135;p169"/>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1136" name="Google Shape;1136;p169"/>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$8.1M</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1137" name="Google Shape;1137;p169"/>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1138" name="Google Shape;1138;p169"/>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$TBDM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1139" name="Google Shape;1139;p169"/>
          <p:cNvSpPr/>
          <p:nvPr/>
        </p:nvSpPr>
        <p:spPr>
          <a:xfrm>
            <a:off x="7185625" y="1008721"/>
            <a:ext cx="1821000" cy="12327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40" name="Google Shape;1140;p169"/>
          <p:cNvSpPr txBox="1"/>
          <p:nvPr/>
        </p:nvSpPr>
        <p:spPr>
          <a:xfrm>
            <a:off x="7224927" y="1075800"/>
            <a:ext cx="15795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Leads</a:t>
            </a:r>
            <a:endParaRPr sz="1200">
              <a:solidFill>
                <a:schemeClr val="dk1"/>
              </a:solidFill>
              <a:latin typeface="Verizon NHG DS"/>
              <a:ea typeface="Verizon NHG DS"/>
              <a:cs typeface="Verizon NHG DS"/>
              <a:sym typeface="Verizon NHG DS"/>
            </a:endParaRPr>
          </a:p>
        </p:txBody>
      </p:sp>
      <p:cxnSp>
        <p:nvCxnSpPr>
          <p:cNvPr id="1141" name="Google Shape;1141;p169"/>
          <p:cNvCxnSpPr/>
          <p:nvPr/>
        </p:nvCxnSpPr>
        <p:spPr>
          <a:xfrm>
            <a:off x="7180256" y="1333706"/>
            <a:ext cx="1832100" cy="4800"/>
          </a:xfrm>
          <a:prstGeom prst="straightConnector1">
            <a:avLst/>
          </a:prstGeom>
          <a:noFill/>
          <a:ln cap="flat" cmpd="sng" w="9525">
            <a:solidFill>
              <a:srgbClr val="EE001E"/>
            </a:solidFill>
            <a:prstDash val="solid"/>
            <a:miter lim="800000"/>
            <a:headEnd len="sm" w="sm" type="none"/>
            <a:tailEnd len="sm" w="sm" type="none"/>
          </a:ln>
        </p:spPr>
      </p:cxnSp>
      <p:sp>
        <p:nvSpPr>
          <p:cNvPr id="1142" name="Google Shape;1142;p169"/>
          <p:cNvSpPr txBox="1"/>
          <p:nvPr/>
        </p:nvSpPr>
        <p:spPr>
          <a:xfrm>
            <a:off x="3877350" y="1506875"/>
            <a:ext cx="3118500" cy="207600"/>
          </a:xfrm>
          <a:prstGeom prst="rect">
            <a:avLst/>
          </a:prstGeom>
          <a:noFill/>
          <a:ln>
            <a:noFill/>
          </a:ln>
        </p:spPr>
        <p:txBody>
          <a:bodyPr anchorCtr="0" anchor="t" bIns="34275" lIns="0" spcFirstLastPara="1" rIns="0" wrap="square" tIns="34275">
            <a:noAutofit/>
          </a:bodyPr>
          <a:lstStyle/>
          <a:p>
            <a:pPr indent="0" lvl="0" marL="0" rtl="0" algn="l">
              <a:spcBef>
                <a:spcPts val="400"/>
              </a:spcBef>
              <a:spcAft>
                <a:spcPts val="0"/>
              </a:spcAft>
              <a:buClr>
                <a:schemeClr val="dk1"/>
              </a:buClr>
              <a:buSzPts val="800"/>
              <a:buFont typeface="Arial"/>
              <a:buNone/>
            </a:pPr>
            <a:r>
              <a:rPr lang="en" sz="900">
                <a:solidFill>
                  <a:schemeClr val="dk1"/>
                </a:solidFill>
                <a:latin typeface="Verizon NHG TX"/>
                <a:ea typeface="Verizon NHG TX"/>
                <a:cs typeface="Verizon NHG TX"/>
                <a:sym typeface="Verizon NHG TX"/>
              </a:rPr>
              <a:t>Bridge the gap for native application development (iOS: UIKit/SwiftUI; Android: Jetpack Compose) by providing a </a:t>
            </a:r>
            <a:r>
              <a:rPr b="1" lang="en" sz="900">
                <a:solidFill>
                  <a:schemeClr val="dk1"/>
                </a:solidFill>
                <a:latin typeface="Verizon NHG TX"/>
                <a:ea typeface="Verizon NHG TX"/>
                <a:cs typeface="Verizon NHG TX"/>
                <a:sym typeface="Verizon NHG TX"/>
              </a:rPr>
              <a:t>comprehensive, coded VDS component library</a:t>
            </a:r>
            <a:r>
              <a:rPr lang="en" sz="900">
                <a:solidFill>
                  <a:schemeClr val="dk1"/>
                </a:solidFill>
                <a:latin typeface="Verizon NHG TX"/>
                <a:ea typeface="Verizon NHG TX"/>
                <a:cs typeface="Verizon NHG TX"/>
                <a:sym typeface="Verizon NHG TX"/>
              </a:rPr>
              <a:t>. </a:t>
            </a:r>
            <a:endParaRPr sz="900">
              <a:solidFill>
                <a:schemeClr val="dk1"/>
              </a:solidFill>
              <a:latin typeface="Verizon NHG TX"/>
              <a:ea typeface="Verizon NHG TX"/>
              <a:cs typeface="Verizon NHG TX"/>
              <a:sym typeface="Verizon NHG TX"/>
            </a:endParaRPr>
          </a:p>
          <a:p>
            <a:pPr indent="0" lvl="0" marL="0" rtl="0" algn="l">
              <a:spcBef>
                <a:spcPts val="600"/>
              </a:spcBef>
              <a:spcAft>
                <a:spcPts val="600"/>
              </a:spcAft>
              <a:buClr>
                <a:schemeClr val="dk1"/>
              </a:buClr>
              <a:buSzPts val="800"/>
              <a:buFont typeface="Arial"/>
              <a:buNone/>
            </a:pPr>
            <a:r>
              <a:rPr lang="en" sz="900">
                <a:solidFill>
                  <a:schemeClr val="dk1"/>
                </a:solidFill>
                <a:latin typeface="Verizon NHG TX"/>
                <a:ea typeface="Verizon NHG TX"/>
                <a:cs typeface="Verizon NHG TX"/>
                <a:sym typeface="Verizon NHG TX"/>
              </a:rPr>
              <a:t>This will empower native developers to achieve full parity with web VDS users, enabling the creation of </a:t>
            </a:r>
            <a:r>
              <a:rPr b="1" lang="en" sz="900">
                <a:solidFill>
                  <a:schemeClr val="dk1"/>
                </a:solidFill>
                <a:latin typeface="Verizon NHG TX"/>
                <a:ea typeface="Verizon NHG TX"/>
                <a:cs typeface="Verizon NHG TX"/>
                <a:sym typeface="Verizon NHG TX"/>
              </a:rPr>
              <a:t>efficient, consistent, reliable, accessible, scalable, and high-quality</a:t>
            </a:r>
            <a:r>
              <a:rPr lang="en" sz="900">
                <a:solidFill>
                  <a:schemeClr val="dk1"/>
                </a:solidFill>
                <a:latin typeface="Verizon NHG TX"/>
                <a:ea typeface="Verizon NHG TX"/>
                <a:cs typeface="Verizon NHG TX"/>
                <a:sym typeface="Verizon NHG TX"/>
              </a:rPr>
              <a:t> customer experiences on all native platforms.</a:t>
            </a:r>
            <a:endParaRPr sz="800">
              <a:solidFill>
                <a:schemeClr val="dk1"/>
              </a:solidFill>
              <a:latin typeface="Verizon NHG TX"/>
              <a:ea typeface="Verizon NHG TX"/>
              <a:cs typeface="Verizon NHG TX"/>
              <a:sym typeface="Verizon NHG TX"/>
            </a:endParaRPr>
          </a:p>
        </p:txBody>
      </p:sp>
      <p:sp>
        <p:nvSpPr>
          <p:cNvPr id="1143" name="Google Shape;1143;p169"/>
          <p:cNvSpPr txBox="1"/>
          <p:nvPr/>
        </p:nvSpPr>
        <p:spPr>
          <a:xfrm>
            <a:off x="7180256" y="1435050"/>
            <a:ext cx="1821000" cy="7341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Workstream Lead</a:t>
            </a:r>
            <a:endParaRPr sz="8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t/>
            </a:r>
            <a:endParaRPr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Initiative Lead</a:t>
            </a:r>
            <a:endParaRPr sz="500">
              <a:latin typeface="Verizon NHG TX"/>
              <a:ea typeface="Verizon NHG TX"/>
              <a:cs typeface="Verizon NHG TX"/>
              <a:sym typeface="Verizon NHG TX"/>
            </a:endParaRPr>
          </a:p>
        </p:txBody>
      </p:sp>
      <p:sp>
        <p:nvSpPr>
          <p:cNvPr id="1144" name="Google Shape;1144;p169"/>
          <p:cNvSpPr/>
          <p:nvPr/>
        </p:nvSpPr>
        <p:spPr>
          <a:xfrm>
            <a:off x="7182350" y="2356362"/>
            <a:ext cx="1830000" cy="4044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Quattrocento Sans"/>
              <a:ea typeface="Quattrocento Sans"/>
              <a:cs typeface="Quattrocento Sans"/>
              <a:sym typeface="Quattrocento Sans"/>
            </a:endParaRPr>
          </a:p>
        </p:txBody>
      </p:sp>
      <p:sp>
        <p:nvSpPr>
          <p:cNvPr id="1145" name="Google Shape;1145;p169"/>
          <p:cNvSpPr txBox="1"/>
          <p:nvPr/>
        </p:nvSpPr>
        <p:spPr>
          <a:xfrm>
            <a:off x="7234950" y="2436497"/>
            <a:ext cx="16866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latin typeface="Verizon NHG DS"/>
                <a:ea typeface="Verizon NHG DS"/>
                <a:cs typeface="Verizon NHG DS"/>
                <a:sym typeface="Verizon NHG DS"/>
              </a:rPr>
              <a:t>Scale</a:t>
            </a:r>
            <a:endParaRPr sz="1200">
              <a:solidFill>
                <a:srgbClr val="000000"/>
              </a:solidFill>
              <a:latin typeface="Verizon NHG DS"/>
              <a:ea typeface="Verizon NHG DS"/>
              <a:cs typeface="Verizon NHG DS"/>
              <a:sym typeface="Verizon NHG DS"/>
            </a:endParaRPr>
          </a:p>
        </p:txBody>
      </p:sp>
      <p:sp>
        <p:nvSpPr>
          <p:cNvPr id="1146" name="Google Shape;1146;p169"/>
          <p:cNvSpPr txBox="1"/>
          <p:nvPr/>
        </p:nvSpPr>
        <p:spPr>
          <a:xfrm>
            <a:off x="7660025" y="2349075"/>
            <a:ext cx="567900" cy="337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Mobile</a:t>
            </a:r>
            <a:endParaRPr sz="900">
              <a:latin typeface="Verizon NHG TX"/>
              <a:ea typeface="Verizon NHG TX"/>
              <a:cs typeface="Verizon NHG TX"/>
              <a:sym typeface="Verizon NHG TX"/>
            </a:endParaRPr>
          </a:p>
        </p:txBody>
      </p:sp>
      <p:sp>
        <p:nvSpPr>
          <p:cNvPr id="1147" name="Google Shape;1147;p169"/>
          <p:cNvSpPr txBox="1"/>
          <p:nvPr/>
        </p:nvSpPr>
        <p:spPr>
          <a:xfrm>
            <a:off x="8156532" y="2379226"/>
            <a:ext cx="444300" cy="2769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Fios</a:t>
            </a:r>
            <a:endParaRPr sz="900">
              <a:latin typeface="Verizon NHG TX"/>
              <a:ea typeface="Verizon NHG TX"/>
              <a:cs typeface="Verizon NHG TX"/>
              <a:sym typeface="Verizon NHG TX"/>
            </a:endParaRPr>
          </a:p>
        </p:txBody>
      </p:sp>
      <p:sp>
        <p:nvSpPr>
          <p:cNvPr id="1148" name="Google Shape;1148;p169"/>
          <p:cNvSpPr txBox="1"/>
          <p:nvPr/>
        </p:nvSpPr>
        <p:spPr>
          <a:xfrm>
            <a:off x="8567976" y="2349075"/>
            <a:ext cx="444300" cy="337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FWA</a:t>
            </a:r>
            <a:endParaRPr sz="900">
              <a:latin typeface="Verizon NHG TX"/>
              <a:ea typeface="Verizon NHG TX"/>
              <a:cs typeface="Verizon NHG TX"/>
              <a:sym typeface="Verizon NHG TX"/>
            </a:endParaRPr>
          </a:p>
        </p:txBody>
      </p:sp>
      <p:sp>
        <p:nvSpPr>
          <p:cNvPr id="1149" name="Google Shape;1149;p169"/>
          <p:cNvSpPr/>
          <p:nvPr/>
        </p:nvSpPr>
        <p:spPr>
          <a:xfrm>
            <a:off x="7760475" y="2591477"/>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50" name="Google Shape;1150;p169"/>
          <p:cNvSpPr/>
          <p:nvPr/>
        </p:nvSpPr>
        <p:spPr>
          <a:xfrm>
            <a:off x="8193834" y="2593228"/>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51" name="Google Shape;1151;p169"/>
          <p:cNvSpPr/>
          <p:nvPr/>
        </p:nvSpPr>
        <p:spPr>
          <a:xfrm>
            <a:off x="8605276" y="2593219"/>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70"/>
          <p:cNvSpPr txBox="1"/>
          <p:nvPr/>
        </p:nvSpPr>
        <p:spPr>
          <a:xfrm>
            <a:off x="4696125" y="2552693"/>
            <a:ext cx="18909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Native Coded Components (x2)</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Developers will primarily utilize our production-ready VDS Coded Components for iOS (SwiftUI/UIKit) and Android (Jetpack Compose).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These easily installable, rigorously tested, and performant libraries are built with accessibility and theming at their core.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The impact is a dramatic reduction in native development time and effort, as these reusable building blocks minimize custom code, ensure consistency, improve quality, and free up developers to focus on core business logic.</a:t>
            </a:r>
            <a:endParaRPr b="1" i="0" sz="800" u="none" cap="none" strike="noStrike">
              <a:solidFill>
                <a:srgbClr val="000000"/>
              </a:solidFill>
              <a:latin typeface="Verizon NHG DS"/>
              <a:ea typeface="Verizon NHG DS"/>
              <a:cs typeface="Verizon NHG DS"/>
              <a:sym typeface="Verizon NHG DS"/>
            </a:endParaRPr>
          </a:p>
        </p:txBody>
      </p:sp>
      <p:sp>
        <p:nvSpPr>
          <p:cNvPr id="1157" name="Google Shape;1157;p170"/>
          <p:cNvSpPr txBox="1"/>
          <p:nvPr/>
        </p:nvSpPr>
        <p:spPr>
          <a:xfrm>
            <a:off x="6814250" y="2552693"/>
            <a:ext cx="19413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Support &amp; Feedback</a:t>
            </a:r>
            <a:br>
              <a:rPr b="1" i="1" lang="en" sz="800">
                <a:solidFill>
                  <a:srgbClr val="000000"/>
                </a:solidFill>
                <a:latin typeface="Verizon NHG DS"/>
                <a:ea typeface="Verizon NHG DS"/>
                <a:cs typeface="Verizon NHG DS"/>
                <a:sym typeface="Verizon NHG DS"/>
              </a:rPr>
            </a:br>
            <a:r>
              <a:rPr lang="en" sz="800">
                <a:solidFill>
                  <a:srgbClr val="000000"/>
                </a:solidFill>
                <a:latin typeface="Verizon NHG DS"/>
                <a:ea typeface="Verizon NHG DS"/>
                <a:cs typeface="Verizon NHG DS"/>
                <a:sym typeface="Verizon NHG DS"/>
              </a:rPr>
              <a:t>Both designers and developers will benefit from our dedicated VDS Native support channels, including a responsive Slack community and VDS team office hours.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With clear processes for bug reporting, feature requests, and feedback collection, we ensure continuous improvement.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This provides a crucial safety net, unblocking users quickly and fostering a collaborative partnership where feedback directly shapes a more robust, user-centric native library.</a:t>
            </a:r>
            <a:endParaRPr b="0" i="0" sz="800" u="none" cap="none" strike="noStrike">
              <a:solidFill>
                <a:srgbClr val="000000"/>
              </a:solidFill>
              <a:latin typeface="Verizon NHG DS"/>
              <a:ea typeface="Verizon NHG DS"/>
              <a:cs typeface="Verizon NHG DS"/>
              <a:sym typeface="Verizon NHG DS"/>
            </a:endParaRPr>
          </a:p>
        </p:txBody>
      </p:sp>
      <p:sp>
        <p:nvSpPr>
          <p:cNvPr id="1158" name="Google Shape;1158;p170"/>
          <p:cNvSpPr txBox="1"/>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2100">
                <a:solidFill>
                  <a:srgbClr val="000000"/>
                </a:solidFill>
                <a:latin typeface="Verizon NHG DS"/>
                <a:ea typeface="Verizon NHG DS"/>
                <a:cs typeface="Verizon NHG DS"/>
                <a:sym typeface="Verizon NHG DS"/>
              </a:rPr>
              <a:t>Journey Map | </a:t>
            </a:r>
            <a:r>
              <a:rPr b="1" lang="en" sz="2100">
                <a:solidFill>
                  <a:srgbClr val="EE001E"/>
                </a:solidFill>
                <a:latin typeface="Verizon NHG DS"/>
                <a:ea typeface="Verizon NHG DS"/>
                <a:cs typeface="Verizon NHG DS"/>
                <a:sym typeface="Verizon NHG DS"/>
              </a:rPr>
              <a:t>Native Library</a:t>
            </a:r>
            <a:endParaRPr b="1" sz="2100">
              <a:solidFill>
                <a:srgbClr val="EE001E"/>
              </a:solidFill>
              <a:latin typeface="Verizon NHG DS"/>
              <a:ea typeface="Verizon NHG DS"/>
              <a:cs typeface="Verizon NHG DS"/>
              <a:sym typeface="Verizon NHG DS"/>
            </a:endParaRPr>
          </a:p>
          <a:p>
            <a:pPr indent="0" lvl="0" marL="0" rtl="0" algn="l">
              <a:spcBef>
                <a:spcPts val="0"/>
              </a:spcBef>
              <a:spcAft>
                <a:spcPts val="0"/>
              </a:spcAft>
              <a:buNone/>
            </a:pPr>
            <a:r>
              <a:t/>
            </a:r>
            <a:endParaRPr b="1" sz="2100">
              <a:solidFill>
                <a:srgbClr val="000000"/>
              </a:solidFill>
              <a:latin typeface="Verizon NHG DS"/>
              <a:ea typeface="Verizon NHG DS"/>
              <a:cs typeface="Verizon NHG DS"/>
              <a:sym typeface="Verizon NHG DS"/>
            </a:endParaRPr>
          </a:p>
        </p:txBody>
      </p:sp>
      <p:sp>
        <p:nvSpPr>
          <p:cNvPr id="1159" name="Google Shape;1159;p170"/>
          <p:cNvSpPr txBox="1"/>
          <p:nvPr/>
        </p:nvSpPr>
        <p:spPr>
          <a:xfrm>
            <a:off x="2582670" y="2552693"/>
            <a:ext cx="19413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Native Figma Components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Designers creating native app experiences will benefit from a hybrid VDS Figma approach.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Existing VDS web components will be used where suitable for native, ensuring cross-platform consistency. This is complemented by a new, dedicated VDS Native Figma library for any uniquely mobile UI components, variants, and states.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This strategy, mainly for designers (devs for reference), speeds up native design, ensures UI fidelity, and improves handoff.</a:t>
            </a:r>
            <a:endParaRPr b="1" i="0" sz="800" u="none" cap="none" strike="noStrike">
              <a:solidFill>
                <a:srgbClr val="000000"/>
              </a:solidFill>
              <a:latin typeface="Verizon NHG DS"/>
              <a:ea typeface="Verizon NHG DS"/>
              <a:cs typeface="Verizon NHG DS"/>
              <a:sym typeface="Verizon NHG DS"/>
            </a:endParaRPr>
          </a:p>
        </p:txBody>
      </p:sp>
      <p:sp>
        <p:nvSpPr>
          <p:cNvPr id="1160" name="Google Shape;1160;p170"/>
          <p:cNvSpPr txBox="1"/>
          <p:nvPr/>
        </p:nvSpPr>
        <p:spPr>
          <a:xfrm>
            <a:off x="456075" y="2552693"/>
            <a:ext cx="18909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Documentation &amp; Guidelines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Our VDS Native Library will feature comprehensive documentation and clear guidelines, serving as the single source of truth for both designers and developers.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These accessible resources detail native principles, component APIs, platform-specific usage (iOS/Android), accessibility standards, and contribution models.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 impact is immediate: teams are empowered with actionable knowledge, speeding up onboarding and ensuring consistent, high-quality, and compliant native experiences.</a:t>
            </a:r>
            <a:endParaRPr b="0" i="0" sz="800" u="none" cap="none" strike="noStrike">
              <a:solidFill>
                <a:srgbClr val="000000"/>
              </a:solidFill>
              <a:latin typeface="Verizon NHG DS"/>
              <a:ea typeface="Verizon NHG DS"/>
              <a:cs typeface="Verizon NHG DS"/>
              <a:sym typeface="Verizon NHG DS"/>
            </a:endParaRPr>
          </a:p>
        </p:txBody>
      </p:sp>
      <p:sp>
        <p:nvSpPr>
          <p:cNvPr id="1161" name="Google Shape;1161;p170"/>
          <p:cNvSpPr txBox="1"/>
          <p:nvPr/>
        </p:nvSpPr>
        <p:spPr>
          <a:xfrm>
            <a:off x="400051" y="392906"/>
            <a:ext cx="6112500" cy="13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lang="en" sz="900">
                <a:latin typeface="Verizon NHG TX"/>
                <a:ea typeface="Verizon NHG TX"/>
                <a:cs typeface="Verizon NHG TX"/>
                <a:sym typeface="Verizon NHG TX"/>
              </a:rPr>
              <a:t>Verizon Design Systems</a:t>
            </a:r>
            <a:endParaRPr b="0" i="0" sz="900" u="none" cap="none" strike="noStrike">
              <a:solidFill>
                <a:srgbClr val="000000"/>
              </a:solidFill>
              <a:latin typeface="Verizon NHG TX"/>
              <a:ea typeface="Verizon NHG TX"/>
              <a:cs typeface="Verizon NHG TX"/>
              <a:sym typeface="Verizon NHG TX"/>
            </a:endParaRPr>
          </a:p>
        </p:txBody>
      </p:sp>
      <p:pic>
        <p:nvPicPr>
          <p:cNvPr descr="placeholder image that uses icon representative of a design system" id="1162" name="Google Shape;1162;p170"/>
          <p:cNvPicPr preferRelativeResize="0"/>
          <p:nvPr/>
        </p:nvPicPr>
        <p:blipFill rotWithShape="1">
          <a:blip r:embed="rId3">
            <a:alphaModFix/>
          </a:blip>
          <a:srcRect b="22094" l="1286" r="1296" t="14418"/>
          <a:stretch/>
        </p:blipFill>
        <p:spPr>
          <a:xfrm>
            <a:off x="477000" y="1149150"/>
            <a:ext cx="1891200" cy="1232401"/>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1163" name="Google Shape;1163;p170"/>
          <p:cNvPicPr preferRelativeResize="0"/>
          <p:nvPr/>
        </p:nvPicPr>
        <p:blipFill rotWithShape="1">
          <a:blip r:embed="rId3">
            <a:alphaModFix/>
          </a:blip>
          <a:srcRect b="22094" l="1286" r="1296" t="14418"/>
          <a:stretch/>
        </p:blipFill>
        <p:spPr>
          <a:xfrm>
            <a:off x="2586487" y="1149150"/>
            <a:ext cx="1891200" cy="1232401"/>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1164" name="Google Shape;1164;p170"/>
          <p:cNvPicPr preferRelativeResize="0"/>
          <p:nvPr/>
        </p:nvPicPr>
        <p:blipFill rotWithShape="1">
          <a:blip r:embed="rId3">
            <a:alphaModFix/>
          </a:blip>
          <a:srcRect b="22094" l="1286" r="1296" t="14418"/>
          <a:stretch/>
        </p:blipFill>
        <p:spPr>
          <a:xfrm>
            <a:off x="4698287" y="1149150"/>
            <a:ext cx="1891200" cy="1232401"/>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1165" name="Google Shape;1165;p170"/>
          <p:cNvPicPr preferRelativeResize="0"/>
          <p:nvPr/>
        </p:nvPicPr>
        <p:blipFill rotWithShape="1">
          <a:blip r:embed="rId3">
            <a:alphaModFix/>
          </a:blip>
          <a:srcRect b="22094" l="1286" r="1296" t="14418"/>
          <a:stretch/>
        </p:blipFill>
        <p:spPr>
          <a:xfrm>
            <a:off x="6819052" y="1149150"/>
            <a:ext cx="1891200" cy="1232401"/>
          </a:xfrm>
          <a:prstGeom prst="rect">
            <a:avLst/>
          </a:prstGeom>
          <a:noFill/>
          <a:ln cap="flat" cmpd="sng" w="9525">
            <a:solidFill>
              <a:srgbClr val="000000"/>
            </a:solidFill>
            <a:prstDash val="solid"/>
            <a:round/>
            <a:headEnd len="sm" w="sm" type="none"/>
            <a:tailEnd len="sm" w="sm" type="none"/>
          </a:ln>
        </p:spPr>
      </p:pic>
      <p:pic>
        <p:nvPicPr>
          <p:cNvPr id="1166" name="Google Shape;1166;p170"/>
          <p:cNvPicPr preferRelativeResize="0"/>
          <p:nvPr/>
        </p:nvPicPr>
        <p:blipFill rotWithShape="1">
          <a:blip r:embed="rId4">
            <a:alphaModFix/>
          </a:blip>
          <a:srcRect b="9690" l="0" r="0" t="0"/>
          <a:stretch/>
        </p:blipFill>
        <p:spPr>
          <a:xfrm>
            <a:off x="476250" y="1149150"/>
            <a:ext cx="1890898" cy="1232401"/>
          </a:xfrm>
          <a:prstGeom prst="rect">
            <a:avLst/>
          </a:prstGeom>
          <a:noFill/>
          <a:ln>
            <a:noFill/>
          </a:ln>
        </p:spPr>
      </p:pic>
      <p:pic>
        <p:nvPicPr>
          <p:cNvPr id="1167" name="Google Shape;1167;p170"/>
          <p:cNvPicPr preferRelativeResize="0"/>
          <p:nvPr/>
        </p:nvPicPr>
        <p:blipFill rotWithShape="1">
          <a:blip r:embed="rId5">
            <a:alphaModFix/>
          </a:blip>
          <a:srcRect b="0" l="7331" r="7331" t="0"/>
          <a:stretch/>
        </p:blipFill>
        <p:spPr>
          <a:xfrm>
            <a:off x="2586475" y="1149150"/>
            <a:ext cx="1890899" cy="1232400"/>
          </a:xfrm>
          <a:prstGeom prst="rect">
            <a:avLst/>
          </a:prstGeom>
          <a:noFill/>
          <a:ln>
            <a:noFill/>
          </a:ln>
        </p:spPr>
      </p:pic>
      <p:pic>
        <p:nvPicPr>
          <p:cNvPr id="1168" name="Google Shape;1168;p170"/>
          <p:cNvPicPr preferRelativeResize="0"/>
          <p:nvPr/>
        </p:nvPicPr>
        <p:blipFill rotWithShape="1">
          <a:blip r:embed="rId6">
            <a:alphaModFix/>
          </a:blip>
          <a:srcRect b="0" l="0" r="3744" t="0"/>
          <a:stretch/>
        </p:blipFill>
        <p:spPr>
          <a:xfrm>
            <a:off x="4695950" y="1150050"/>
            <a:ext cx="1891200" cy="1232400"/>
          </a:xfrm>
          <a:prstGeom prst="rect">
            <a:avLst/>
          </a:prstGeom>
          <a:noFill/>
          <a:ln>
            <a:noFill/>
          </a:ln>
        </p:spPr>
      </p:pic>
      <p:pic>
        <p:nvPicPr>
          <p:cNvPr id="1169" name="Google Shape;1169;p170"/>
          <p:cNvPicPr preferRelativeResize="0"/>
          <p:nvPr/>
        </p:nvPicPr>
        <p:blipFill rotWithShape="1">
          <a:blip r:embed="rId7">
            <a:alphaModFix/>
          </a:blip>
          <a:srcRect b="0" l="-279" r="4042" t="0"/>
          <a:stretch/>
        </p:blipFill>
        <p:spPr>
          <a:xfrm>
            <a:off x="6822425" y="1150050"/>
            <a:ext cx="1890900" cy="1232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171"/>
          <p:cNvSpPr txBox="1"/>
          <p:nvPr/>
        </p:nvSpPr>
        <p:spPr>
          <a:xfrm>
            <a:off x="4791619" y="4455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Currently, native app developers (iOS/Android) cannot leverage VDS coded components, unlike web teams. This critical gap hinders their efficiency, creates design inconsistencies, impacts product quality, and slows feature delivery. It results in duplicated effort, potential UI/UX divergence from the core brand, and a diminished ability to rapidly iterate on native customer experiences.</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Architect, develop, and launch the VDS Native Library, a comprehensive suite of reusable, pre-built, and rigorously tested UI components for iOS (UIKit, SwiftUI) and Android (Jetpack Compose). This includes robust documentation, clear usage guidelines, theming capabilities, and direct support channels (e.g., Slack, office hours) ensuring seamless adoption and ongoing maintenance.</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Native developers will experience a significant boost in productivity by using pre-built, VDS-compliant components, reducing boilerplate code and rework. This leads to faster feature delivery, fewer visual defects, and enhanced UI consistency. They gain robust tools to build more accessible applications and can focus on solving unique user problems rather than reinventing common UI elements, fostering better collaboration.</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800"/>
              </a:spcAft>
              <a:buClr>
                <a:schemeClr val="dk1"/>
              </a:buClr>
              <a:buSzPts val="1100"/>
              <a:buFont typeface="Arial"/>
              <a:buNone/>
            </a:pPr>
            <a:r>
              <a:rPr lang="en" sz="800">
                <a:solidFill>
                  <a:schemeClr val="dk1"/>
                </a:solidFill>
                <a:latin typeface="Verizon NHG DS"/>
                <a:ea typeface="Verizon NHG DS"/>
                <a:cs typeface="Verizon NHG DS"/>
                <a:sym typeface="Verizon NHG DS"/>
              </a:rPr>
              <a:t>By empowering native developers, VDS Native Library will deliver superior, more consistent brand experiences across all Verizon apps, enhancing customer satisfaction and trust. It accelerates time-to-market for critical features, improves overall product quality and accessibility, and reduces redundant development costs. This directly increases VDS adoption, maximizing its ROI and strategic value to the business.</a:t>
            </a:r>
            <a:endParaRPr b="1" sz="800">
              <a:solidFill>
                <a:srgbClr val="EE001E"/>
              </a:solidFill>
              <a:latin typeface="Verizon NHG DS"/>
              <a:ea typeface="Verizon NHG DS"/>
              <a:cs typeface="Verizon NHG DS"/>
              <a:sym typeface="Verizon NHG DS"/>
            </a:endParaRPr>
          </a:p>
        </p:txBody>
      </p:sp>
      <p:sp>
        <p:nvSpPr>
          <p:cNvPr id="1176" name="Google Shape;1176;p17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177" name="Google Shape;1177;p171"/>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Native Library</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a:t>
            </a:r>
            <a:br>
              <a:rPr lang="en" sz="1800">
                <a:solidFill>
                  <a:schemeClr val="dk1"/>
                </a:solidFill>
                <a:latin typeface="Verizon NHG DS"/>
                <a:ea typeface="Verizon NHG DS"/>
                <a:cs typeface="Verizon NHG DS"/>
                <a:sym typeface="Verizon NHG DS"/>
              </a:rPr>
            </a:br>
            <a:r>
              <a:rPr lang="en" sz="1800">
                <a:solidFill>
                  <a:schemeClr val="dk1"/>
                </a:solidFill>
                <a:latin typeface="Verizon NHG DS"/>
                <a:ea typeface="Verizon NHG DS"/>
                <a:cs typeface="Verizon NHG DS"/>
                <a:sym typeface="Verizon NHG DS"/>
              </a:rPr>
              <a:t>Functional Expansion</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1178" name="Google Shape;1178;p171"/>
          <p:cNvSpPr txBox="1"/>
          <p:nvPr/>
        </p:nvSpPr>
        <p:spPr>
          <a:xfrm>
            <a:off x="508750" y="3478565"/>
            <a:ext cx="3606900" cy="122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0"/>
              </a:spcAft>
              <a:buClr>
                <a:schemeClr val="dk1"/>
              </a:buClr>
              <a:buSzPts val="800"/>
              <a:buFont typeface="Arial"/>
              <a:buNone/>
            </a:pPr>
            <a:r>
              <a:rPr lang="en" sz="1000">
                <a:solidFill>
                  <a:schemeClr val="dk1"/>
                </a:solidFill>
                <a:latin typeface="Verizon NHG DS"/>
                <a:ea typeface="Verizon NHG DS"/>
                <a:cs typeface="Verizon NHG DS"/>
                <a:sym typeface="Verizon NHG DS"/>
              </a:rPr>
              <a:t>Our North Star is to bridge the gap for native application development (iOS: UIKit/SwiftUI; Android: Jetpack Compose) by providing a </a:t>
            </a:r>
            <a:r>
              <a:rPr b="1" lang="en" sz="1000">
                <a:solidFill>
                  <a:schemeClr val="dk1"/>
                </a:solidFill>
                <a:latin typeface="Verizon NHG DS"/>
                <a:ea typeface="Verizon NHG DS"/>
                <a:cs typeface="Verizon NHG DS"/>
                <a:sym typeface="Verizon NHG DS"/>
              </a:rPr>
              <a:t>comprehensive, coded VDS component library</a:t>
            </a:r>
            <a:r>
              <a:rPr lang="en" sz="1000">
                <a:solidFill>
                  <a:schemeClr val="dk1"/>
                </a:solidFill>
                <a:latin typeface="Verizon NHG DS"/>
                <a:ea typeface="Verizon NHG DS"/>
                <a:cs typeface="Verizon NHG DS"/>
                <a:sym typeface="Verizon NHG DS"/>
              </a:rPr>
              <a:t>. </a:t>
            </a:r>
            <a:endParaRPr sz="1000">
              <a:solidFill>
                <a:schemeClr val="dk1"/>
              </a:solidFill>
              <a:latin typeface="Verizon NHG DS"/>
              <a:ea typeface="Verizon NHG DS"/>
              <a:cs typeface="Verizon NHG DS"/>
              <a:sym typeface="Verizon NHG DS"/>
            </a:endParaRPr>
          </a:p>
          <a:p>
            <a:pPr indent="0" lvl="0" marL="0" marR="0" rtl="0" algn="l">
              <a:lnSpc>
                <a:spcPct val="100000"/>
              </a:lnSpc>
              <a:spcBef>
                <a:spcPts val="600"/>
              </a:spcBef>
              <a:spcAft>
                <a:spcPts val="600"/>
              </a:spcAft>
              <a:buClr>
                <a:schemeClr val="dk1"/>
              </a:buClr>
              <a:buSzPts val="800"/>
              <a:buFont typeface="Arial"/>
              <a:buNone/>
            </a:pPr>
            <a:r>
              <a:rPr lang="en" sz="1000">
                <a:solidFill>
                  <a:schemeClr val="dk1"/>
                </a:solidFill>
                <a:latin typeface="Verizon NHG DS"/>
                <a:ea typeface="Verizon NHG DS"/>
                <a:cs typeface="Verizon NHG DS"/>
                <a:sym typeface="Verizon NHG DS"/>
              </a:rPr>
              <a:t>This will empower native developers to achieve full parity with web VDS users, enabling the creation of </a:t>
            </a:r>
            <a:r>
              <a:rPr b="1" lang="en" sz="1000">
                <a:solidFill>
                  <a:schemeClr val="dk1"/>
                </a:solidFill>
                <a:latin typeface="Verizon NHG DS"/>
                <a:ea typeface="Verizon NHG DS"/>
                <a:cs typeface="Verizon NHG DS"/>
                <a:sym typeface="Verizon NHG DS"/>
              </a:rPr>
              <a:t>efficient, consistent, reliable, accessible, scalable, and high-quality</a:t>
            </a:r>
            <a:r>
              <a:rPr lang="en" sz="1000">
                <a:solidFill>
                  <a:schemeClr val="dk1"/>
                </a:solidFill>
                <a:latin typeface="Verizon NHG DS"/>
                <a:ea typeface="Verizon NHG DS"/>
                <a:cs typeface="Verizon NHG DS"/>
                <a:sym typeface="Verizon NHG DS"/>
              </a:rPr>
              <a:t> customer experiences on all native platforms.</a:t>
            </a:r>
            <a:endParaRPr b="0" i="0" sz="1000" u="none" cap="none" strike="noStrike">
              <a:solidFill>
                <a:srgbClr val="1F1F1F"/>
              </a:solidFill>
              <a:latin typeface="Verizon NHG DS"/>
              <a:ea typeface="Verizon NHG DS"/>
              <a:cs typeface="Verizon NHG DS"/>
              <a:sym typeface="Verizon NHG DS"/>
            </a:endParaRPr>
          </a:p>
        </p:txBody>
      </p:sp>
      <p:grpSp>
        <p:nvGrpSpPr>
          <p:cNvPr id="1179" name="Google Shape;1179;p171"/>
          <p:cNvGrpSpPr/>
          <p:nvPr/>
        </p:nvGrpSpPr>
        <p:grpSpPr>
          <a:xfrm>
            <a:off x="1601419" y="377006"/>
            <a:ext cx="1421550" cy="1393875"/>
            <a:chOff x="2135225" y="502675"/>
            <a:chExt cx="1895400" cy="1858500"/>
          </a:xfrm>
        </p:grpSpPr>
        <p:sp>
          <p:nvSpPr>
            <p:cNvPr id="1180" name="Google Shape;1180;p171"/>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1181" name="Google Shape;1181;p171"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1182" name="Google Shape;1182;p171"/>
          <p:cNvGrpSpPr/>
          <p:nvPr/>
        </p:nvGrpSpPr>
        <p:grpSpPr>
          <a:xfrm>
            <a:off x="6893719" y="154838"/>
            <a:ext cx="2104650" cy="212400"/>
            <a:chOff x="9242425" y="104850"/>
            <a:chExt cx="2806200" cy="283200"/>
          </a:xfrm>
        </p:grpSpPr>
        <p:sp>
          <p:nvSpPr>
            <p:cNvPr id="1183" name="Google Shape;1183;p171"/>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1184" name="Google Shape;1184;p171"/>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1185" name="Google Shape;1185;p171"/>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7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192" name="Google Shape;1192;p172"/>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Expansion: VDS Native Library</a:t>
            </a:r>
            <a:endParaRPr/>
          </a:p>
        </p:txBody>
      </p:sp>
      <p:graphicFrame>
        <p:nvGraphicFramePr>
          <p:cNvPr id="1193" name="Google Shape;1193;p172"/>
          <p:cNvGraphicFramePr/>
          <p:nvPr/>
        </p:nvGraphicFramePr>
        <p:xfrm>
          <a:off x="429394" y="1230450"/>
          <a:ext cx="3000000" cy="3000000"/>
        </p:xfrm>
        <a:graphic>
          <a:graphicData uri="http://schemas.openxmlformats.org/drawingml/2006/table">
            <a:tbl>
              <a:tblPr>
                <a:noFill/>
                <a:tableStyleId>{C430139A-E0D2-419A-AD38-C10F43B15EEC}</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194" name="Google Shape;1194;p172"/>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1195" name="Google Shape;1195;p172"/>
          <p:cNvGraphicFramePr/>
          <p:nvPr/>
        </p:nvGraphicFramePr>
        <p:xfrm>
          <a:off x="4665081" y="1230450"/>
          <a:ext cx="3000000" cy="3000000"/>
        </p:xfrm>
        <a:graphic>
          <a:graphicData uri="http://schemas.openxmlformats.org/drawingml/2006/table">
            <a:tbl>
              <a:tblPr>
                <a:noFill/>
                <a:tableStyleId>{C430139A-E0D2-419A-AD38-C10F43B15EEC}</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a:t>
                      </a:r>
                      <a:r>
                        <a:rPr lang="en" sz="800" u="sng" cap="none" strike="noStrike">
                          <a:solidFill>
                            <a:schemeClr val="dk1"/>
                          </a:solidFill>
                          <a:latin typeface="Verizon NHG TX"/>
                          <a:ea typeface="Verizon NHG TX"/>
                          <a:cs typeface="Verizon NHG TX"/>
                          <a:sym typeface="Verizon NHG TX"/>
                        </a:rPr>
                        <a:t>8</a:t>
                      </a:r>
                      <a:r>
                        <a:rPr lang="en" sz="800" u="sng">
                          <a:solidFill>
                            <a:schemeClr val="dk1"/>
                          </a:solidFill>
                          <a:latin typeface="Verizon NHG TX"/>
                          <a:ea typeface="Verizon NHG TX"/>
                          <a:cs typeface="Verizon NHG TX"/>
                          <a:sym typeface="Verizon NHG TX"/>
                        </a:rPr>
                        <a:t>.1M</a:t>
                      </a:r>
                      <a:r>
                        <a:rPr lang="en" sz="800" u="none" cap="none" strike="noStrike">
                          <a:solidFill>
                            <a:schemeClr val="dk1"/>
                          </a:solidFill>
                          <a:latin typeface="Verizon NHG TX"/>
                          <a:ea typeface="Verizon NHG TX"/>
                          <a:cs typeface="Verizon NHG TX"/>
                          <a:sym typeface="Verizon NHG TX"/>
                        </a:rPr>
                        <a:t>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196" name="Google Shape;1196;p172"/>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1197" name="Google Shape;1197;p172"/>
          <p:cNvGrpSpPr/>
          <p:nvPr/>
        </p:nvGrpSpPr>
        <p:grpSpPr>
          <a:xfrm>
            <a:off x="6665119" y="154838"/>
            <a:ext cx="2104650" cy="212400"/>
            <a:chOff x="9242425" y="104850"/>
            <a:chExt cx="2806200" cy="283200"/>
          </a:xfrm>
        </p:grpSpPr>
        <p:sp>
          <p:nvSpPr>
            <p:cNvPr id="1198" name="Google Shape;1198;p172"/>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199" name="Google Shape;1199;p172"/>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200" name="Google Shape;1200;p172"/>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5" name="Shape 1205"/>
        <p:cNvGrpSpPr/>
        <p:nvPr/>
      </p:nvGrpSpPr>
      <p:grpSpPr>
        <a:xfrm>
          <a:off x="0" y="0"/>
          <a:ext cx="0" cy="0"/>
          <a:chOff x="0" y="0"/>
          <a:chExt cx="0" cy="0"/>
        </a:xfrm>
      </p:grpSpPr>
      <p:sp>
        <p:nvSpPr>
          <p:cNvPr id="1206" name="Google Shape;1206;p173"/>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Capex + Opex Incremental</a:t>
            </a:r>
            <a:endParaRPr>
              <a:latin typeface="Verizon NHG DS"/>
              <a:ea typeface="Verizon NHG DS"/>
              <a:cs typeface="Verizon NHG DS"/>
              <a:sym typeface="Verizon NHG DS"/>
            </a:endParaRPr>
          </a:p>
        </p:txBody>
      </p:sp>
      <p:graphicFrame>
        <p:nvGraphicFramePr>
          <p:cNvPr id="1207" name="Google Shape;1207;p173"/>
          <p:cNvGraphicFramePr/>
          <p:nvPr/>
        </p:nvGraphicFramePr>
        <p:xfrm>
          <a:off x="139200" y="1108475"/>
          <a:ext cx="3000000" cy="3000000"/>
        </p:xfrm>
        <a:graphic>
          <a:graphicData uri="http://schemas.openxmlformats.org/drawingml/2006/table">
            <a:tbl>
              <a:tblPr>
                <a:noFill/>
                <a:tableStyleId>{9058EB34-C21F-4FFB-82F8-1F189C11C6AC}</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solidFill>
                            <a:schemeClr val="dk1"/>
                          </a:solidFill>
                          <a:latin typeface="Verizon NHG TX"/>
                          <a:ea typeface="Verizon NHG TX"/>
                          <a:cs typeface="Verizon NHG TX"/>
                          <a:sym typeface="Verizon NHG TX"/>
                        </a:rPr>
                        <a:t>(see notes)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208" name="Google Shape;1208;p173"/>
          <p:cNvGraphicFramePr/>
          <p:nvPr/>
        </p:nvGraphicFramePr>
        <p:xfrm>
          <a:off x="7669163" y="4452650"/>
          <a:ext cx="3000000" cy="3000000"/>
        </p:xfrm>
        <a:graphic>
          <a:graphicData uri="http://schemas.openxmlformats.org/drawingml/2006/table">
            <a:tbl>
              <a:tblPr>
                <a:noFill/>
                <a:tableStyleId>{9058EB34-C21F-4FFB-82F8-1F189C11C6AC}</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209" name="Google Shape;1209;p173"/>
          <p:cNvGrpSpPr/>
          <p:nvPr/>
        </p:nvGrpSpPr>
        <p:grpSpPr>
          <a:xfrm>
            <a:off x="6665119" y="154838"/>
            <a:ext cx="2104650" cy="212400"/>
            <a:chOff x="9242425" y="104850"/>
            <a:chExt cx="2806200" cy="283200"/>
          </a:xfrm>
        </p:grpSpPr>
        <p:sp>
          <p:nvSpPr>
            <p:cNvPr id="1210" name="Google Shape;1210;p173"/>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211" name="Google Shape;1211;p173"/>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212" name="Google Shape;1212;p173"/>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22" name="Shape 1222"/>
        <p:cNvGrpSpPr/>
        <p:nvPr/>
      </p:nvGrpSpPr>
      <p:grpSpPr>
        <a:xfrm>
          <a:off x="0" y="0"/>
          <a:ext cx="0" cy="0"/>
          <a:chOff x="0" y="0"/>
          <a:chExt cx="0" cy="0"/>
        </a:xfrm>
      </p:grpSpPr>
      <p:sp>
        <p:nvSpPr>
          <p:cNvPr id="1223" name="Google Shape;1223;p175"/>
          <p:cNvSpPr txBox="1"/>
          <p:nvPr>
            <p:ph type="title"/>
          </p:nvPr>
        </p:nvSpPr>
        <p:spPr>
          <a:xfrm>
            <a:off x="457200" y="3349229"/>
            <a:ext cx="5424600" cy="131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Initiative Name</a:t>
            </a:r>
            <a:endParaRPr/>
          </a:p>
        </p:txBody>
      </p:sp>
      <p:sp>
        <p:nvSpPr>
          <p:cNvPr id="1224" name="Google Shape;1224;p175"/>
          <p:cNvSpPr txBox="1"/>
          <p:nvPr>
            <p:ph idx="1" type="body"/>
          </p:nvPr>
        </p:nvSpPr>
        <p:spPr>
          <a:xfrm>
            <a:off x="6417581" y="3406500"/>
            <a:ext cx="2253000" cy="58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Submitter Name</a:t>
            </a:r>
            <a:endParaRPr/>
          </a:p>
          <a:p>
            <a:pPr indent="0" lvl="0" marL="0" rtl="0" algn="l">
              <a:spcBef>
                <a:spcPts val="0"/>
              </a:spcBef>
              <a:spcAft>
                <a:spcPts val="0"/>
              </a:spcAft>
              <a:buNone/>
            </a:pPr>
            <a:r>
              <a:rPr lang="en"/>
              <a:t>Band 5 Team Name</a:t>
            </a:r>
            <a:endParaRPr/>
          </a:p>
          <a:p>
            <a:pPr indent="0" lvl="0" marL="0" rtl="0" algn="l">
              <a:spcBef>
                <a:spcPts val="0"/>
              </a:spcBef>
              <a:spcAft>
                <a:spcPts val="0"/>
              </a:spcAft>
              <a:buNone/>
            </a:pPr>
            <a:r>
              <a:t/>
            </a:r>
            <a:endParaRPr/>
          </a:p>
        </p:txBody>
      </p:sp>
      <p:sp>
        <p:nvSpPr>
          <p:cNvPr id="1225" name="Google Shape;1225;p175"/>
          <p:cNvSpPr txBox="1"/>
          <p:nvPr>
            <p:ph type="title"/>
          </p:nvPr>
        </p:nvSpPr>
        <p:spPr>
          <a:xfrm>
            <a:off x="3257550" y="491733"/>
            <a:ext cx="5424600" cy="6972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rgbClr val="F8FF3C"/>
                </a:solidFill>
              </a:rPr>
              <a:t>Master Artifact</a:t>
            </a:r>
            <a:endParaRPr>
              <a:solidFill>
                <a:srgbClr val="F8FF3C"/>
              </a:solidFill>
            </a:endParaRPr>
          </a:p>
        </p:txBody>
      </p:sp>
      <p:sp>
        <p:nvSpPr>
          <p:cNvPr id="1226" name="Google Shape;1226;p175"/>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900">
                <a:solidFill>
                  <a:schemeClr val="dk1"/>
                </a:solidFill>
                <a:latin typeface="Verizon NHG TX"/>
                <a:ea typeface="Verizon NHG TX"/>
                <a:cs typeface="Verizon NHG TX"/>
                <a:sym typeface="Verizon NHG TX"/>
              </a:rPr>
              <a:t>Core Product</a:t>
            </a:r>
            <a:endParaRPr sz="900">
              <a:solidFill>
                <a:schemeClr val="dk1"/>
              </a:solidFill>
              <a:latin typeface="Verizon NHG TX"/>
              <a:ea typeface="Verizon NHG TX"/>
              <a:cs typeface="Verizon NHG TX"/>
              <a:sym typeface="Verizon NHG TX"/>
            </a:endParaRPr>
          </a:p>
        </p:txBody>
      </p:sp>
      <p:sp>
        <p:nvSpPr>
          <p:cNvPr id="1227" name="Google Shape;1227;p175"/>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900">
                <a:solidFill>
                  <a:schemeClr val="lt2"/>
                </a:solidFill>
                <a:latin typeface="Verizon NHG TX"/>
                <a:ea typeface="Verizon NHG TX"/>
                <a:cs typeface="Verizon NHG TX"/>
                <a:sym typeface="Verizon NHG TX"/>
              </a:rPr>
              <a:t>Project</a:t>
            </a:r>
            <a:endParaRPr sz="900">
              <a:solidFill>
                <a:schemeClr val="lt2"/>
              </a:solidFill>
              <a:latin typeface="Verizon NHG TX"/>
              <a:ea typeface="Verizon NHG TX"/>
              <a:cs typeface="Verizon NHG TX"/>
              <a:sym typeface="Verizon NHG TX"/>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232" name="Shape 1232"/>
        <p:cNvGrpSpPr/>
        <p:nvPr/>
      </p:nvGrpSpPr>
      <p:grpSpPr>
        <a:xfrm>
          <a:off x="0" y="0"/>
          <a:ext cx="0" cy="0"/>
          <a:chOff x="0" y="0"/>
          <a:chExt cx="0" cy="0"/>
        </a:xfrm>
      </p:grpSpPr>
      <p:sp>
        <p:nvSpPr>
          <p:cNvPr id="1233" name="Google Shape;1233;p176"/>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1234" name="Google Shape;1234;p176"/>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235" name="Google Shape;1235;p176"/>
          <p:cNvSpPr txBox="1"/>
          <p:nvPr/>
        </p:nvSpPr>
        <p:spPr>
          <a:xfrm>
            <a:off x="228600" y="554419"/>
            <a:ext cx="6182700" cy="2385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i="1" lang="en" sz="1100">
                <a:solidFill>
                  <a:schemeClr val="dk1"/>
                </a:solidFill>
                <a:latin typeface="Verizon NHG TX"/>
                <a:ea typeface="Verizon NHG TX"/>
                <a:cs typeface="Verizon NHG TX"/>
                <a:sym typeface="Verizon NHG TX"/>
              </a:rPr>
              <a:t>Northstar:</a:t>
            </a:r>
            <a:endParaRPr i="1" sz="1100">
              <a:solidFill>
                <a:schemeClr val="dk1"/>
              </a:solidFill>
              <a:latin typeface="Verizon NHG TX"/>
              <a:ea typeface="Verizon NHG TX"/>
              <a:cs typeface="Verizon NHG TX"/>
              <a:sym typeface="Verizon NHG TX"/>
            </a:endParaRPr>
          </a:p>
        </p:txBody>
      </p:sp>
      <p:sp>
        <p:nvSpPr>
          <p:cNvPr id="1236" name="Google Shape;1236;p176"/>
          <p:cNvSpPr txBox="1"/>
          <p:nvPr>
            <p:ph idx="4294967295" type="body"/>
          </p:nvPr>
        </p:nvSpPr>
        <p:spPr>
          <a:xfrm>
            <a:off x="228601" y="1143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2026 CXO Planning</a:t>
            </a:r>
            <a:endParaRPr b="0"/>
          </a:p>
        </p:txBody>
      </p:sp>
      <p:sp>
        <p:nvSpPr>
          <p:cNvPr id="1237" name="Google Shape;1237;p176"/>
          <p:cNvSpPr txBox="1"/>
          <p:nvPr/>
        </p:nvSpPr>
        <p:spPr>
          <a:xfrm>
            <a:off x="228600" y="2449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Workstream Name | </a:t>
            </a:r>
            <a:r>
              <a:rPr b="1" lang="en" sz="2100">
                <a:latin typeface="Verizon NHG DS"/>
                <a:ea typeface="Verizon NHG DS"/>
                <a:cs typeface="Verizon NHG DS"/>
                <a:sym typeface="Verizon NHG DS"/>
              </a:rPr>
              <a:t>Initiative Name </a:t>
            </a:r>
            <a:r>
              <a:rPr b="1" lang="en" sz="2100">
                <a:solidFill>
                  <a:schemeClr val="accent1"/>
                </a:solidFill>
                <a:latin typeface="Verizon NHG DS"/>
                <a:ea typeface="Verizon NHG DS"/>
                <a:cs typeface="Verizon NHG DS"/>
                <a:sym typeface="Verizon NHG DS"/>
              </a:rPr>
              <a:t>TEMPLATE</a:t>
            </a:r>
            <a:endParaRPr b="1" sz="2100">
              <a:solidFill>
                <a:schemeClr val="accent1"/>
              </a:solidFill>
              <a:latin typeface="Verizon NHG DS"/>
              <a:ea typeface="Verizon NHG DS"/>
              <a:cs typeface="Verizon NHG DS"/>
              <a:sym typeface="Verizon NHG DS"/>
            </a:endParaRPr>
          </a:p>
        </p:txBody>
      </p:sp>
      <p:grpSp>
        <p:nvGrpSpPr>
          <p:cNvPr id="1238" name="Google Shape;1238;p176"/>
          <p:cNvGrpSpPr/>
          <p:nvPr/>
        </p:nvGrpSpPr>
        <p:grpSpPr>
          <a:xfrm>
            <a:off x="128569" y="1008713"/>
            <a:ext cx="3555300" cy="4001175"/>
            <a:chOff x="171425" y="1344950"/>
            <a:chExt cx="4740400" cy="5334900"/>
          </a:xfrm>
        </p:grpSpPr>
        <p:sp>
          <p:nvSpPr>
            <p:cNvPr id="1239" name="Google Shape;1239;p176"/>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40" name="Google Shape;1240;p176"/>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1241" name="Google Shape;1241;p176"/>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grpSp>
          <p:nvGrpSpPr>
            <p:cNvPr id="1242" name="Google Shape;1242;p176"/>
            <p:cNvGrpSpPr/>
            <p:nvPr/>
          </p:nvGrpSpPr>
          <p:grpSpPr>
            <a:xfrm>
              <a:off x="978796" y="1949725"/>
              <a:ext cx="3919804" cy="488725"/>
              <a:chOff x="978796" y="1797325"/>
              <a:chExt cx="3919804" cy="488725"/>
            </a:xfrm>
          </p:grpSpPr>
          <p:sp>
            <p:nvSpPr>
              <p:cNvPr id="1243" name="Google Shape;1243;p176"/>
              <p:cNvSpPr txBox="1"/>
              <p:nvPr/>
            </p:nvSpPr>
            <p:spPr>
              <a:xfrm>
                <a:off x="978800" y="2009150"/>
                <a:ext cx="3919800" cy="2769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900">
                    <a:solidFill>
                      <a:schemeClr val="dk1"/>
                    </a:solidFill>
                    <a:latin typeface="Verizon NHG TX"/>
                    <a:ea typeface="Verizon NHG TX"/>
                    <a:cs typeface="Verizon NHG TX"/>
                    <a:sym typeface="Verizon NHG TX"/>
                  </a:rPr>
                  <a:t>High-level program goal description/objective </a:t>
                </a:r>
                <a:endParaRPr sz="1100">
                  <a:solidFill>
                    <a:schemeClr val="dk1"/>
                  </a:solidFill>
                  <a:latin typeface="Verizon NHG TX"/>
                  <a:ea typeface="Verizon NHG TX"/>
                  <a:cs typeface="Verizon NHG TX"/>
                  <a:sym typeface="Verizon NHG TX"/>
                </a:endParaRPr>
              </a:p>
            </p:txBody>
          </p:sp>
          <p:sp>
            <p:nvSpPr>
              <p:cNvPr id="1244" name="Google Shape;1244;p176"/>
              <p:cNvSpPr txBox="1"/>
              <p:nvPr/>
            </p:nvSpPr>
            <p:spPr>
              <a:xfrm>
                <a:off x="978796" y="1797325"/>
                <a:ext cx="3919800" cy="3180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100">
                    <a:solidFill>
                      <a:schemeClr val="dk1"/>
                    </a:solidFill>
                    <a:latin typeface="Verizon NHG TX"/>
                    <a:ea typeface="Verizon NHG TX"/>
                    <a:cs typeface="Verizon NHG TX"/>
                    <a:sym typeface="Verizon NHG TX"/>
                  </a:rPr>
                  <a:t>Program goal </a:t>
                </a:r>
                <a:endParaRPr sz="1100">
                  <a:solidFill>
                    <a:schemeClr val="dk1"/>
                  </a:solidFill>
                  <a:latin typeface="Verizon NHG TX"/>
                  <a:ea typeface="Verizon NHG TX"/>
                  <a:cs typeface="Verizon NHG TX"/>
                  <a:sym typeface="Verizon NHG TX"/>
                </a:endParaRPr>
              </a:p>
            </p:txBody>
          </p:sp>
        </p:grpSp>
        <p:grpSp>
          <p:nvGrpSpPr>
            <p:cNvPr id="1245" name="Google Shape;1245;p176"/>
            <p:cNvGrpSpPr/>
            <p:nvPr/>
          </p:nvGrpSpPr>
          <p:grpSpPr>
            <a:xfrm>
              <a:off x="978796" y="2787925"/>
              <a:ext cx="3919804" cy="541125"/>
              <a:chOff x="978796" y="2483125"/>
              <a:chExt cx="3919804" cy="541125"/>
            </a:xfrm>
          </p:grpSpPr>
          <p:sp>
            <p:nvSpPr>
              <p:cNvPr id="1246" name="Google Shape;1246;p176"/>
              <p:cNvSpPr txBox="1"/>
              <p:nvPr/>
            </p:nvSpPr>
            <p:spPr>
              <a:xfrm>
                <a:off x="978800" y="2701150"/>
                <a:ext cx="3919800" cy="3231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47" name="Google Shape;1247;p176"/>
              <p:cNvSpPr txBox="1"/>
              <p:nvPr/>
            </p:nvSpPr>
            <p:spPr>
              <a:xfrm>
                <a:off x="978796" y="2483125"/>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None/>
                </a:pPr>
                <a:r>
                  <a:rPr b="1" lang="en" sz="1100">
                    <a:solidFill>
                      <a:schemeClr val="dk1"/>
                    </a:solidFill>
                    <a:latin typeface="Verizon NHG TX"/>
                    <a:ea typeface="Verizon NHG TX"/>
                    <a:cs typeface="Verizon NHG TX"/>
                    <a:sym typeface="Verizon NHG TX"/>
                  </a:rPr>
                  <a:t>Program goal</a:t>
                </a:r>
                <a:endParaRPr b="1" sz="1100">
                  <a:solidFill>
                    <a:schemeClr val="dk1"/>
                  </a:solidFill>
                  <a:latin typeface="Verizon NHG TX"/>
                  <a:ea typeface="Verizon NHG TX"/>
                  <a:cs typeface="Verizon NHG TX"/>
                  <a:sym typeface="Verizon NHG TX"/>
                </a:endParaRPr>
              </a:p>
            </p:txBody>
          </p:sp>
        </p:grpSp>
        <p:cxnSp>
          <p:nvCxnSpPr>
            <p:cNvPr id="1248" name="Google Shape;1248;p176"/>
            <p:cNvCxnSpPr/>
            <p:nvPr/>
          </p:nvCxnSpPr>
          <p:spPr>
            <a:xfrm>
              <a:off x="171425" y="2744075"/>
              <a:ext cx="4735800" cy="0"/>
            </a:xfrm>
            <a:prstGeom prst="straightConnector1">
              <a:avLst/>
            </a:prstGeom>
            <a:noFill/>
            <a:ln cap="flat" cmpd="sng" w="9525">
              <a:solidFill>
                <a:srgbClr val="F6FF1F"/>
              </a:solidFill>
              <a:prstDash val="solid"/>
              <a:miter lim="800000"/>
              <a:headEnd len="sm" w="sm" type="none"/>
              <a:tailEnd len="sm" w="sm" type="none"/>
            </a:ln>
          </p:spPr>
        </p:cxnSp>
        <p:cxnSp>
          <p:nvCxnSpPr>
            <p:cNvPr id="1249" name="Google Shape;1249;p176"/>
            <p:cNvCxnSpPr/>
            <p:nvPr/>
          </p:nvCxnSpPr>
          <p:spPr>
            <a:xfrm>
              <a:off x="171425" y="35479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250" name="Google Shape;1250;p176"/>
            <p:cNvGrpSpPr/>
            <p:nvPr/>
          </p:nvGrpSpPr>
          <p:grpSpPr>
            <a:xfrm>
              <a:off x="978796" y="3613888"/>
              <a:ext cx="3919804" cy="537187"/>
              <a:chOff x="978796" y="3232888"/>
              <a:chExt cx="3919804" cy="537187"/>
            </a:xfrm>
          </p:grpSpPr>
          <p:sp>
            <p:nvSpPr>
              <p:cNvPr id="1251" name="Google Shape;1251;p176"/>
              <p:cNvSpPr txBox="1"/>
              <p:nvPr/>
            </p:nvSpPr>
            <p:spPr>
              <a:xfrm>
                <a:off x="978800" y="34622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52" name="Google Shape;1252;p176"/>
              <p:cNvSpPr txBox="1"/>
              <p:nvPr/>
            </p:nvSpPr>
            <p:spPr>
              <a:xfrm>
                <a:off x="978796" y="32328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cxnSp>
          <p:nvCxnSpPr>
            <p:cNvPr id="1253" name="Google Shape;1253;p176"/>
            <p:cNvCxnSpPr/>
            <p:nvPr/>
          </p:nvCxnSpPr>
          <p:spPr>
            <a:xfrm>
              <a:off x="171425" y="4354692"/>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254" name="Google Shape;1254;p176"/>
            <p:cNvGrpSpPr/>
            <p:nvPr/>
          </p:nvGrpSpPr>
          <p:grpSpPr>
            <a:xfrm>
              <a:off x="978796" y="4422403"/>
              <a:ext cx="3919804" cy="566572"/>
              <a:chOff x="978796" y="3965203"/>
              <a:chExt cx="3919804" cy="566572"/>
            </a:xfrm>
          </p:grpSpPr>
          <p:sp>
            <p:nvSpPr>
              <p:cNvPr id="1255" name="Google Shape;1255;p176"/>
              <p:cNvSpPr txBox="1"/>
              <p:nvPr/>
            </p:nvSpPr>
            <p:spPr>
              <a:xfrm>
                <a:off x="978800" y="41930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56" name="Google Shape;1256;p176"/>
              <p:cNvSpPr txBox="1"/>
              <p:nvPr/>
            </p:nvSpPr>
            <p:spPr>
              <a:xfrm>
                <a:off x="978796" y="39652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sp>
          <p:nvSpPr>
            <p:cNvPr id="1257" name="Google Shape;1257;p176"/>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1258" name="Google Shape;1258;p176"/>
            <p:cNvSpPr txBox="1"/>
            <p:nvPr/>
          </p:nvSpPr>
          <p:spPr>
            <a:xfrm>
              <a:off x="324350" y="27879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sp>
          <p:nvSpPr>
            <p:cNvPr id="1259" name="Google Shape;1259;p176"/>
            <p:cNvSpPr txBox="1"/>
            <p:nvPr/>
          </p:nvSpPr>
          <p:spPr>
            <a:xfrm>
              <a:off x="324350" y="36153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sp>
          <p:nvSpPr>
            <p:cNvPr id="1260" name="Google Shape;1260;p176"/>
            <p:cNvSpPr txBox="1"/>
            <p:nvPr/>
          </p:nvSpPr>
          <p:spPr>
            <a:xfrm>
              <a:off x="324350" y="44435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04</a:t>
              </a:r>
              <a:endParaRPr sz="1300">
                <a:solidFill>
                  <a:srgbClr val="EE001E"/>
                </a:solidFill>
                <a:latin typeface="Verizon NHG DS"/>
                <a:ea typeface="Verizon NHG DS"/>
                <a:cs typeface="Verizon NHG DS"/>
                <a:sym typeface="Verizon NHG DS"/>
              </a:endParaRPr>
            </a:p>
          </p:txBody>
        </p:sp>
        <p:grpSp>
          <p:nvGrpSpPr>
            <p:cNvPr id="1261" name="Google Shape;1261;p176"/>
            <p:cNvGrpSpPr/>
            <p:nvPr/>
          </p:nvGrpSpPr>
          <p:grpSpPr>
            <a:xfrm>
              <a:off x="978796" y="5260603"/>
              <a:ext cx="3919804" cy="566572"/>
              <a:chOff x="978796" y="3965203"/>
              <a:chExt cx="3919804" cy="566572"/>
            </a:xfrm>
          </p:grpSpPr>
          <p:sp>
            <p:nvSpPr>
              <p:cNvPr id="1262" name="Google Shape;1262;p176"/>
              <p:cNvSpPr txBox="1"/>
              <p:nvPr/>
            </p:nvSpPr>
            <p:spPr>
              <a:xfrm>
                <a:off x="978800" y="41930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63" name="Google Shape;1263;p176"/>
              <p:cNvSpPr txBox="1"/>
              <p:nvPr/>
            </p:nvSpPr>
            <p:spPr>
              <a:xfrm>
                <a:off x="978796" y="39652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sp>
          <p:nvSpPr>
            <p:cNvPr id="1264" name="Google Shape;1264;p176"/>
            <p:cNvSpPr txBox="1"/>
            <p:nvPr/>
          </p:nvSpPr>
          <p:spPr>
            <a:xfrm>
              <a:off x="324350" y="52817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05</a:t>
              </a:r>
              <a:endParaRPr sz="1300">
                <a:solidFill>
                  <a:srgbClr val="EE001E"/>
                </a:solidFill>
                <a:latin typeface="Verizon NHG DS"/>
                <a:ea typeface="Verizon NHG DS"/>
                <a:cs typeface="Verizon NHG DS"/>
                <a:sym typeface="Verizon NHG DS"/>
              </a:endParaRPr>
            </a:p>
          </p:txBody>
        </p:sp>
        <p:cxnSp>
          <p:nvCxnSpPr>
            <p:cNvPr id="1265" name="Google Shape;1265;p176"/>
            <p:cNvCxnSpPr/>
            <p:nvPr/>
          </p:nvCxnSpPr>
          <p:spPr>
            <a:xfrm>
              <a:off x="171425" y="52243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1266" name="Google Shape;1266;p176"/>
          <p:cNvSpPr/>
          <p:nvPr/>
        </p:nvSpPr>
        <p:spPr>
          <a:xfrm>
            <a:off x="3790275" y="1008713"/>
            <a:ext cx="52224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67" name="Google Shape;1267;p176"/>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Journey Map</a:t>
            </a:r>
            <a:endParaRPr sz="1200">
              <a:solidFill>
                <a:schemeClr val="dk1"/>
              </a:solidFill>
              <a:latin typeface="Verizon NHG DS"/>
              <a:ea typeface="Verizon NHG DS"/>
              <a:cs typeface="Verizon NHG DS"/>
              <a:sym typeface="Verizon NHG DS"/>
            </a:endParaRPr>
          </a:p>
        </p:txBody>
      </p:sp>
      <p:cxnSp>
        <p:nvCxnSpPr>
          <p:cNvPr id="1268" name="Google Shape;1268;p176"/>
          <p:cNvCxnSpPr/>
          <p:nvPr/>
        </p:nvCxnSpPr>
        <p:spPr>
          <a:xfrm>
            <a:off x="3790275" y="1338488"/>
            <a:ext cx="5241600" cy="0"/>
          </a:xfrm>
          <a:prstGeom prst="straightConnector1">
            <a:avLst/>
          </a:prstGeom>
          <a:noFill/>
          <a:ln cap="flat" cmpd="sng" w="9525">
            <a:solidFill>
              <a:srgbClr val="EE001E"/>
            </a:solidFill>
            <a:prstDash val="solid"/>
            <a:miter lim="800000"/>
            <a:headEnd len="sm" w="sm" type="none"/>
            <a:tailEnd len="sm" w="sm" type="none"/>
          </a:ln>
        </p:spPr>
      </p:cxnSp>
      <p:sp>
        <p:nvSpPr>
          <p:cNvPr id="1269" name="Google Shape;1269;p176"/>
          <p:cNvSpPr/>
          <p:nvPr/>
        </p:nvSpPr>
        <p:spPr>
          <a:xfrm>
            <a:off x="393741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70" name="Google Shape;1270;p176"/>
          <p:cNvSpPr/>
          <p:nvPr/>
        </p:nvSpPr>
        <p:spPr>
          <a:xfrm>
            <a:off x="513756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71" name="Google Shape;1271;p176"/>
          <p:cNvSpPr/>
          <p:nvPr/>
        </p:nvSpPr>
        <p:spPr>
          <a:xfrm>
            <a:off x="633771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72" name="Google Shape;1272;p176"/>
          <p:cNvSpPr/>
          <p:nvPr/>
        </p:nvSpPr>
        <p:spPr>
          <a:xfrm>
            <a:off x="753786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73" name="Google Shape;1273;p176"/>
          <p:cNvSpPr/>
          <p:nvPr/>
        </p:nvSpPr>
        <p:spPr>
          <a:xfrm>
            <a:off x="393741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74" name="Google Shape;1274;p176"/>
          <p:cNvSpPr/>
          <p:nvPr/>
        </p:nvSpPr>
        <p:spPr>
          <a:xfrm>
            <a:off x="513756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75" name="Google Shape;1275;p176"/>
          <p:cNvSpPr/>
          <p:nvPr/>
        </p:nvSpPr>
        <p:spPr>
          <a:xfrm>
            <a:off x="633771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76" name="Google Shape;1276;p176"/>
          <p:cNvSpPr/>
          <p:nvPr/>
        </p:nvSpPr>
        <p:spPr>
          <a:xfrm>
            <a:off x="753786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grpSp>
        <p:nvGrpSpPr>
          <p:cNvPr id="1277" name="Google Shape;1277;p176"/>
          <p:cNvGrpSpPr/>
          <p:nvPr/>
        </p:nvGrpSpPr>
        <p:grpSpPr>
          <a:xfrm>
            <a:off x="3790275" y="2847169"/>
            <a:ext cx="2519006" cy="2162700"/>
            <a:chOff x="5053700" y="3796225"/>
            <a:chExt cx="3358675" cy="2883600"/>
          </a:xfrm>
        </p:grpSpPr>
        <p:sp>
          <p:nvSpPr>
            <p:cNvPr id="1278" name="Google Shape;1278;p176"/>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79" name="Google Shape;1279;p176"/>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Expected Outcomes</a:t>
              </a:r>
              <a:endParaRPr sz="1200">
                <a:solidFill>
                  <a:schemeClr val="dk1"/>
                </a:solidFill>
                <a:latin typeface="Verizon NHG DS"/>
                <a:ea typeface="Verizon NHG DS"/>
                <a:cs typeface="Verizon NHG DS"/>
                <a:sym typeface="Verizon NHG DS"/>
              </a:endParaRPr>
            </a:p>
          </p:txBody>
        </p:sp>
        <p:sp>
          <p:nvSpPr>
            <p:cNvPr id="1280" name="Google Shape;1280;p176"/>
            <p:cNvSpPr/>
            <p:nvPr/>
          </p:nvSpPr>
          <p:spPr>
            <a:xfrm>
              <a:off x="6840387" y="4513762"/>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81" name="Google Shape;1281;p176"/>
            <p:cNvSpPr/>
            <p:nvPr/>
          </p:nvSpPr>
          <p:spPr>
            <a:xfrm>
              <a:off x="5249891" y="4513750"/>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82" name="Google Shape;1282;p176"/>
            <p:cNvSpPr/>
            <p:nvPr/>
          </p:nvSpPr>
          <p:spPr>
            <a:xfrm>
              <a:off x="5249875"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83" name="Google Shape;1283;p176"/>
            <p:cNvSpPr/>
            <p:nvPr/>
          </p:nvSpPr>
          <p:spPr>
            <a:xfrm>
              <a:off x="6840387"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cxnSp>
          <p:nvCxnSpPr>
            <p:cNvPr id="1284" name="Google Shape;1284;p176"/>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sp>
          <p:nvSpPr>
            <p:cNvPr id="1285" name="Google Shape;1285;p176"/>
            <p:cNvSpPr/>
            <p:nvPr/>
          </p:nvSpPr>
          <p:spPr>
            <a:xfrm>
              <a:off x="5249875" y="58776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86" name="Google Shape;1286;p176"/>
            <p:cNvSpPr/>
            <p:nvPr/>
          </p:nvSpPr>
          <p:spPr>
            <a:xfrm>
              <a:off x="6840387" y="58776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grpSp>
      <p:grpSp>
        <p:nvGrpSpPr>
          <p:cNvPr id="1287" name="Google Shape;1287;p176"/>
          <p:cNvGrpSpPr/>
          <p:nvPr/>
        </p:nvGrpSpPr>
        <p:grpSpPr>
          <a:xfrm>
            <a:off x="6411375" y="2847169"/>
            <a:ext cx="2601225" cy="2162700"/>
            <a:chOff x="8548500" y="3796225"/>
            <a:chExt cx="3468300" cy="2883600"/>
          </a:xfrm>
        </p:grpSpPr>
        <p:sp>
          <p:nvSpPr>
            <p:cNvPr id="1288" name="Google Shape;1288;p176"/>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89" name="Google Shape;1289;p176"/>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290" name="Google Shape;1290;p176"/>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Expected Results</a:t>
              </a:r>
              <a:endParaRPr sz="1200">
                <a:solidFill>
                  <a:schemeClr val="dk1"/>
                </a:solidFill>
                <a:latin typeface="Verizon NHG DS"/>
                <a:ea typeface="Verizon NHG DS"/>
                <a:cs typeface="Verizon NHG DS"/>
                <a:sym typeface="Verizon NHG DS"/>
              </a:endParaRPr>
            </a:p>
          </p:txBody>
        </p:sp>
        <p:sp>
          <p:nvSpPr>
            <p:cNvPr id="1291" name="Google Shape;1291;p176"/>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1292" name="Google Shape;1292;p176"/>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1293" name="Google Shape;1293;p176"/>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$XX</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1294" name="Google Shape;1294;p176"/>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1295" name="Google Shape;1295;p176"/>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1296" name="Google Shape;1296;p176"/>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$XXM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1297" name="Google Shape;1297;p176"/>
          <p:cNvSpPr/>
          <p:nvPr/>
        </p:nvSpPr>
        <p:spPr>
          <a:xfrm>
            <a:off x="139375" y="239250"/>
            <a:ext cx="8974800" cy="4550700"/>
          </a:xfrm>
          <a:prstGeom prst="rect">
            <a:avLst/>
          </a:prstGeom>
          <a:solidFill>
            <a:srgbClr val="999999">
              <a:alpha val="32700"/>
            </a:srgbClr>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600">
                <a:solidFill>
                  <a:srgbClr val="F50A23"/>
                </a:solidFill>
                <a:latin typeface="Verizon NHG TX"/>
                <a:ea typeface="Verizon NHG TX"/>
                <a:cs typeface="Verizon NHG TX"/>
                <a:sym typeface="Verizon NHG TX"/>
              </a:rPr>
              <a:t>For CX Strategy Use - Do Not Fill Out</a:t>
            </a:r>
            <a:endParaRPr b="1" sz="2600">
              <a:solidFill>
                <a:srgbClr val="F50A23"/>
              </a:solidFill>
              <a:latin typeface="Verizon NHG TX"/>
              <a:ea typeface="Verizon NHG TX"/>
              <a:cs typeface="Verizon NHG TX"/>
              <a:sym typeface="Verizon NHG TX"/>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2" name="Shape 1302"/>
        <p:cNvGrpSpPr/>
        <p:nvPr/>
      </p:nvGrpSpPr>
      <p:grpSpPr>
        <a:xfrm>
          <a:off x="0" y="0"/>
          <a:ext cx="0" cy="0"/>
          <a:chOff x="0" y="0"/>
          <a:chExt cx="0" cy="0"/>
        </a:xfrm>
      </p:grpSpPr>
      <p:sp>
        <p:nvSpPr>
          <p:cNvPr id="1303" name="Google Shape;1303;p177"/>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304" name="Google Shape;1304;p177"/>
          <p:cNvSpPr txBox="1"/>
          <p:nvPr>
            <p:ph type="title"/>
          </p:nvPr>
        </p:nvSpPr>
        <p:spPr>
          <a:xfrm>
            <a:off x="508706" y="2080031"/>
            <a:ext cx="3606900" cy="583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100">
                <a:latin typeface="Verizon NHG DS"/>
                <a:ea typeface="Verizon NHG DS"/>
                <a:cs typeface="Verizon NHG DS"/>
                <a:sym typeface="Verizon NHG DS"/>
              </a:rPr>
              <a:t>Initiative Name</a:t>
            </a:r>
            <a:endParaRPr sz="2100">
              <a:latin typeface="Verizon NHG DS"/>
              <a:ea typeface="Verizon NHG DS"/>
              <a:cs typeface="Verizon NHG DS"/>
              <a:sym typeface="Verizon NHG DS"/>
            </a:endParaRPr>
          </a:p>
          <a:p>
            <a:pPr indent="0" lvl="0" marL="0" rtl="0" algn="ctr">
              <a:spcBef>
                <a:spcPts val="0"/>
              </a:spcBef>
              <a:spcAft>
                <a:spcPts val="0"/>
              </a:spcAft>
              <a:buNone/>
            </a:pPr>
            <a:r>
              <a:rPr lang="en" sz="1800">
                <a:solidFill>
                  <a:schemeClr val="dk1"/>
                </a:solidFill>
                <a:latin typeface="Verizon NHG DS"/>
                <a:ea typeface="Verizon NHG DS"/>
                <a:cs typeface="Verizon NHG DS"/>
                <a:sym typeface="Verizon NHG DS"/>
              </a:rPr>
              <a:t>Workstream Name</a:t>
            </a:r>
            <a:endParaRPr sz="18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rPr b="0" lang="en" sz="1400">
                <a:solidFill>
                  <a:schemeClr val="dk1"/>
                </a:solidFill>
                <a:latin typeface="Verizon NHG DS"/>
                <a:ea typeface="Verizon NHG DS"/>
                <a:cs typeface="Verizon NHG DS"/>
                <a:sym typeface="Verizon NHG DS"/>
              </a:rPr>
              <a:t>Workstream Lead:  Name</a:t>
            </a:r>
            <a:endParaRPr b="0" sz="14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rPr b="0" lang="en" sz="1400">
                <a:solidFill>
                  <a:schemeClr val="dk1"/>
                </a:solidFill>
                <a:latin typeface="Verizon NHG DS"/>
                <a:ea typeface="Verizon NHG DS"/>
                <a:cs typeface="Verizon NHG DS"/>
                <a:sym typeface="Verizon NHG DS"/>
              </a:rPr>
              <a:t>Initiative Lead:  Name</a:t>
            </a:r>
            <a:endParaRPr b="0" sz="14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t/>
            </a:r>
            <a:endParaRPr sz="18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t/>
            </a:r>
            <a:endParaRPr sz="1800">
              <a:solidFill>
                <a:schemeClr val="dk1"/>
              </a:solidFill>
              <a:latin typeface="Verizon NHG DS"/>
              <a:ea typeface="Verizon NHG DS"/>
              <a:cs typeface="Verizon NHG DS"/>
              <a:sym typeface="Verizon NHG DS"/>
            </a:endParaRPr>
          </a:p>
        </p:txBody>
      </p:sp>
      <p:sp>
        <p:nvSpPr>
          <p:cNvPr id="1305" name="Google Shape;1305;p177"/>
          <p:cNvSpPr txBox="1"/>
          <p:nvPr/>
        </p:nvSpPr>
        <p:spPr>
          <a:xfrm>
            <a:off x="508706" y="3410195"/>
            <a:ext cx="3606900" cy="303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[Northstar statement - Ambition Here]</a:t>
            </a:r>
            <a:endParaRPr sz="1100">
              <a:solidFill>
                <a:srgbClr val="1F1F1F"/>
              </a:solidFill>
              <a:latin typeface="Verizon NHG DS"/>
              <a:ea typeface="Verizon NHG DS"/>
              <a:cs typeface="Verizon NHG DS"/>
              <a:sym typeface="Verizon NHG DS"/>
            </a:endParaRPr>
          </a:p>
        </p:txBody>
      </p:sp>
      <p:sp>
        <p:nvSpPr>
          <p:cNvPr id="1306" name="Google Shape;1306;p177"/>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500">
                <a:solidFill>
                  <a:srgbClr val="EE001E"/>
                </a:solidFill>
                <a:latin typeface="Verizon NHG DS"/>
                <a:ea typeface="Verizon NHG DS"/>
                <a:cs typeface="Verizon NHG DS"/>
                <a:sym typeface="Verizon NHG DS"/>
              </a:rPr>
              <a:t>Strategic Themes</a:t>
            </a:r>
            <a:endParaRPr b="1" sz="1500">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sz="1100">
              <a:solidFill>
                <a:srgbClr val="222222"/>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7F7F7F"/>
                </a:solidFill>
                <a:latin typeface="Verizon NHG DS"/>
                <a:ea typeface="Verizon NHG DS"/>
                <a:cs typeface="Verizon NHG DS"/>
                <a:sym typeface="Verizon NHG DS"/>
              </a:rPr>
              <a:t>[EXAMPLE] Customer need or problem being solved</a:t>
            </a:r>
            <a:endParaRPr b="1" sz="1100">
              <a:solidFill>
                <a:srgbClr val="7F7F7F"/>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rgbClr val="9E9E9E"/>
                </a:solidFill>
                <a:latin typeface="Verizon NHG DS"/>
                <a:ea typeface="Verizon NHG DS"/>
                <a:cs typeface="Verizon NHG DS"/>
                <a:sym typeface="Verizon NHG DS"/>
              </a:rPr>
              <a:t>Giving customers visibility and creating end to end ownership on issues that we cannot resolve on the initial interaction</a:t>
            </a:r>
            <a:endParaRPr sz="800">
              <a:solidFill>
                <a:srgbClr val="9E9E9E"/>
              </a:solidFill>
              <a:latin typeface="Verizon NHG TX"/>
              <a:ea typeface="Verizon NHG TX"/>
              <a:cs typeface="Verizon NHG TX"/>
              <a:sym typeface="Verizon NHG TX"/>
            </a:endParaRPr>
          </a:p>
          <a:p>
            <a:pPr indent="0" lvl="0" marL="0" rtl="0" algn="l">
              <a:spcBef>
                <a:spcPts val="0"/>
              </a:spcBef>
              <a:spcAft>
                <a:spcPts val="0"/>
              </a:spcAft>
              <a:buClr>
                <a:schemeClr val="dk1"/>
              </a:buClr>
              <a:buSzPts val="800"/>
              <a:buFont typeface="Arial"/>
              <a:buNone/>
            </a:pPr>
            <a:r>
              <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is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rgbClr val="222222"/>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800"/>
              </a:spcAft>
              <a:buNone/>
            </a:pPr>
            <a:r>
              <a:t/>
            </a:r>
            <a:endParaRPr sz="1100">
              <a:solidFill>
                <a:schemeClr val="dk1"/>
              </a:solidFill>
              <a:latin typeface="Verizon NHG DS"/>
              <a:ea typeface="Verizon NHG DS"/>
              <a:cs typeface="Verizon NHG DS"/>
              <a:sym typeface="Verizon NHG DS"/>
            </a:endParaRPr>
          </a:p>
        </p:txBody>
      </p:sp>
      <p:sp>
        <p:nvSpPr>
          <p:cNvPr id="1307" name="Google Shape;1307;p177"/>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pSp>
        <p:nvGrpSpPr>
          <p:cNvPr id="1308" name="Google Shape;1308;p177"/>
          <p:cNvGrpSpPr/>
          <p:nvPr/>
        </p:nvGrpSpPr>
        <p:grpSpPr>
          <a:xfrm>
            <a:off x="1601419" y="377006"/>
            <a:ext cx="1421550" cy="1393875"/>
            <a:chOff x="2135225" y="502675"/>
            <a:chExt cx="1895400" cy="1858500"/>
          </a:xfrm>
        </p:grpSpPr>
        <p:sp>
          <p:nvSpPr>
            <p:cNvPr id="1309" name="Google Shape;1309;p177"/>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Verizon NHG TX"/>
                <a:ea typeface="Verizon NHG TX"/>
                <a:cs typeface="Verizon NHG TX"/>
                <a:sym typeface="Verizon NHG TX"/>
              </a:endParaRPr>
            </a:p>
          </p:txBody>
        </p:sp>
        <p:pic>
          <p:nvPicPr>
            <p:cNvPr id="1310" name="Google Shape;1310;p177" title="Verizon_GlowV_RGB.png"/>
            <p:cNvPicPr preferRelativeResize="0"/>
            <p:nvPr/>
          </p:nvPicPr>
          <p:blipFill>
            <a:blip r:embed="rId3">
              <a:alphaModFix/>
            </a:blip>
            <a:stretch>
              <a:fillRect/>
            </a:stretch>
          </p:blipFill>
          <p:spPr>
            <a:xfrm>
              <a:off x="2583446" y="965192"/>
              <a:ext cx="998950" cy="933477"/>
            </a:xfrm>
            <a:prstGeom prst="rect">
              <a:avLst/>
            </a:prstGeom>
            <a:noFill/>
            <a:ln>
              <a:noFill/>
            </a:ln>
          </p:spPr>
        </p:pic>
      </p:grpSp>
      <p:grpSp>
        <p:nvGrpSpPr>
          <p:cNvPr id="1311" name="Google Shape;1311;p177"/>
          <p:cNvGrpSpPr/>
          <p:nvPr/>
        </p:nvGrpSpPr>
        <p:grpSpPr>
          <a:xfrm>
            <a:off x="6893719" y="154838"/>
            <a:ext cx="2104650" cy="212400"/>
            <a:chOff x="9242425" y="104850"/>
            <a:chExt cx="2806200" cy="283200"/>
          </a:xfrm>
        </p:grpSpPr>
        <p:sp>
          <p:nvSpPr>
            <p:cNvPr id="1312" name="Google Shape;1312;p177"/>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lt1"/>
                  </a:solidFill>
                  <a:latin typeface="Verizon NHG TX"/>
                  <a:ea typeface="Verizon NHG TX"/>
                  <a:cs typeface="Verizon NHG TX"/>
                  <a:sym typeface="Verizon NHG TX"/>
                </a:rPr>
                <a:t>Northstar</a:t>
              </a:r>
              <a:endParaRPr sz="600">
                <a:solidFill>
                  <a:schemeClr val="lt1"/>
                </a:solidFill>
                <a:latin typeface="Verizon NHG TX"/>
                <a:ea typeface="Verizon NHG TX"/>
                <a:cs typeface="Verizon NHG TX"/>
                <a:sym typeface="Verizon NHG TX"/>
              </a:endParaRPr>
            </a:p>
          </p:txBody>
        </p:sp>
        <p:sp>
          <p:nvSpPr>
            <p:cNvPr id="1313" name="Google Shape;1313;p177"/>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Scope</a:t>
              </a:r>
              <a:endParaRPr sz="600">
                <a:solidFill>
                  <a:schemeClr val="dk1"/>
                </a:solidFill>
                <a:latin typeface="Verizon NHG TX"/>
                <a:ea typeface="Verizon NHG TX"/>
                <a:cs typeface="Verizon NHG TX"/>
                <a:sym typeface="Verizon NHG TX"/>
              </a:endParaRPr>
            </a:p>
          </p:txBody>
        </p:sp>
        <p:sp>
          <p:nvSpPr>
            <p:cNvPr id="1314" name="Google Shape;1314;p177"/>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Results</a:t>
              </a:r>
              <a:endParaRPr sz="600">
                <a:solidFill>
                  <a:schemeClr val="dk1"/>
                </a:solidFill>
                <a:latin typeface="Verizon NHG TX"/>
                <a:ea typeface="Verizon NHG TX"/>
                <a:cs typeface="Verizon NHG TX"/>
                <a:sym typeface="Verizon NHG TX"/>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8" name="Shape 1318"/>
        <p:cNvGrpSpPr/>
        <p:nvPr/>
      </p:nvGrpSpPr>
      <p:grpSpPr>
        <a:xfrm>
          <a:off x="0" y="0"/>
          <a:ext cx="0" cy="0"/>
          <a:chOff x="0" y="0"/>
          <a:chExt cx="0" cy="0"/>
        </a:xfrm>
      </p:grpSpPr>
      <p:sp>
        <p:nvSpPr>
          <p:cNvPr id="1319" name="Google Shape;1319;p178"/>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latin typeface="Verizon NHG DS"/>
                <a:ea typeface="Verizon NHG DS"/>
                <a:cs typeface="Verizon NHG DS"/>
                <a:sym typeface="Verizon NHG DS"/>
              </a:rPr>
              <a:t>Journey Map Template</a:t>
            </a:r>
            <a:endParaRPr>
              <a:latin typeface="Verizon NHG DS"/>
              <a:ea typeface="Verizon NHG DS"/>
              <a:cs typeface="Verizon NHG DS"/>
              <a:sym typeface="Verizon NHG DS"/>
            </a:endParaRPr>
          </a:p>
          <a:p>
            <a:pPr indent="0" lvl="0" marL="0" rtl="0" algn="l">
              <a:lnSpc>
                <a:spcPct val="100000"/>
              </a:lnSpc>
              <a:spcBef>
                <a:spcPts val="0"/>
              </a:spcBef>
              <a:spcAft>
                <a:spcPts val="0"/>
              </a:spcAft>
              <a:buClr>
                <a:schemeClr val="dk1"/>
              </a:buClr>
              <a:buSzPts val="2100"/>
              <a:buNone/>
            </a:pPr>
            <a:r>
              <a:t/>
            </a:r>
            <a:endParaRPr>
              <a:latin typeface="Verizon NHG DS"/>
              <a:ea typeface="Verizon NHG DS"/>
              <a:cs typeface="Verizon NHG DS"/>
              <a:sym typeface="Verizon NHG DS"/>
            </a:endParaRPr>
          </a:p>
        </p:txBody>
      </p:sp>
      <p:sp>
        <p:nvSpPr>
          <p:cNvPr id="1320" name="Google Shape;1320;p178"/>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 </a:t>
            </a: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p:txBody>
      </p:sp>
      <p:sp>
        <p:nvSpPr>
          <p:cNvPr id="1321" name="Google Shape;1321;p178"/>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p:txBody>
      </p:sp>
      <p:sp>
        <p:nvSpPr>
          <p:cNvPr id="1322" name="Google Shape;1322;p178"/>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sz="800">
              <a:solidFill>
                <a:srgbClr val="000000"/>
              </a:solidFill>
              <a:latin typeface="Verizon NHG DS"/>
              <a:ea typeface="Verizon NHG DS"/>
              <a:cs typeface="Verizon NHG DS"/>
              <a:sym typeface="Verizon NHG DS"/>
            </a:endParaRPr>
          </a:p>
        </p:txBody>
      </p:sp>
      <p:sp>
        <p:nvSpPr>
          <p:cNvPr id="1323" name="Google Shape;1323;p178"/>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i="1" sz="800">
              <a:solidFill>
                <a:srgbClr val="EE0000"/>
              </a:solidFill>
              <a:latin typeface="Verizon NHG DS"/>
              <a:ea typeface="Verizon NHG DS"/>
              <a:cs typeface="Verizon NHG DS"/>
              <a:sym typeface="Verizon NHG DS"/>
            </a:endParaRPr>
          </a:p>
        </p:txBody>
      </p:sp>
      <p:sp>
        <p:nvSpPr>
          <p:cNvPr id="1324" name="Google Shape;1324;p178"/>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None/>
            </a:pPr>
            <a:r>
              <a:rPr b="1" lang="en" sz="800">
                <a:latin typeface="Verizon NHG DS"/>
                <a:ea typeface="Verizon NHG DS"/>
                <a:cs typeface="Verizon NHG DS"/>
                <a:sym typeface="Verizon NHG DS"/>
              </a:rPr>
              <a:t>Key Interactions w/ Verizon</a:t>
            </a:r>
            <a:endParaRPr sz="800">
              <a:solidFill>
                <a:srgbClr val="000000"/>
              </a:solidFill>
              <a:latin typeface="Verizon NHG DS"/>
              <a:ea typeface="Verizon NHG DS"/>
              <a:cs typeface="Verizon NHG DS"/>
              <a:sym typeface="Verizon NHG DS"/>
            </a:endParaRPr>
          </a:p>
        </p:txBody>
      </p:sp>
      <p:sp>
        <p:nvSpPr>
          <p:cNvPr id="1325" name="Google Shape;1325;p178"/>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26" name="Google Shape;1326;p178"/>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27" name="Google Shape;1327;p178"/>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i="1" sz="800">
              <a:latin typeface="Verizon NHG DS"/>
              <a:ea typeface="Verizon NHG DS"/>
              <a:cs typeface="Verizon NHG DS"/>
              <a:sym typeface="Verizon NHG DS"/>
            </a:endParaRPr>
          </a:p>
        </p:txBody>
      </p:sp>
      <p:sp>
        <p:nvSpPr>
          <p:cNvPr id="1328" name="Google Shape;1328;p178"/>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cxnSp>
        <p:nvCxnSpPr>
          <p:cNvPr id="1329" name="Google Shape;1329;p178"/>
          <p:cNvCxnSpPr/>
          <p:nvPr/>
        </p:nvCxnSpPr>
        <p:spPr>
          <a:xfrm>
            <a:off x="457245" y="3512324"/>
            <a:ext cx="8204700" cy="0"/>
          </a:xfrm>
          <a:prstGeom prst="straightConnector1">
            <a:avLst/>
          </a:prstGeom>
          <a:noFill/>
          <a:ln cap="flat" cmpd="sng" w="9525">
            <a:solidFill>
              <a:srgbClr val="747676"/>
            </a:solidFill>
            <a:prstDash val="solid"/>
            <a:round/>
            <a:headEnd len="med" w="med" type="none"/>
            <a:tailEnd len="med" w="med" type="none"/>
          </a:ln>
        </p:spPr>
      </p:cxnSp>
      <p:sp>
        <p:nvSpPr>
          <p:cNvPr id="1330" name="Google Shape;1330;p178"/>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p:txBody>
      </p:sp>
      <p:sp>
        <p:nvSpPr>
          <p:cNvPr id="1331" name="Google Shape;1331;p178"/>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32" name="Google Shape;1332;p178"/>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Key Customer Actions</a:t>
            </a:r>
            <a:endParaRPr b="1" i="1" sz="800">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Description customer objectives and actions</a:t>
            </a:r>
            <a:endParaRPr sz="800">
              <a:solidFill>
                <a:srgbClr val="000000"/>
              </a:solidFill>
              <a:latin typeface="Verizon NHG DS"/>
              <a:ea typeface="Verizon NHG DS"/>
              <a:cs typeface="Verizon NHG DS"/>
              <a:sym typeface="Verizon NHG DS"/>
            </a:endParaRPr>
          </a:p>
        </p:txBody>
      </p:sp>
      <p:pic>
        <p:nvPicPr>
          <p:cNvPr id="1333" name="Google Shape;1333;p178"/>
          <p:cNvPicPr preferRelativeResize="0"/>
          <p:nvPr/>
        </p:nvPicPr>
        <p:blipFill>
          <a:blip r:embed="rId3">
            <a:alphaModFix/>
          </a:blip>
          <a:stretch>
            <a:fillRect/>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334" name="Google Shape;1334;p178"/>
          <p:cNvPicPr preferRelativeResize="0"/>
          <p:nvPr/>
        </p:nvPicPr>
        <p:blipFill>
          <a:blip r:embed="rId4">
            <a:alphaModFix/>
          </a:blip>
          <a:stretch>
            <a:fillRect/>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335" name="Google Shape;1335;p178"/>
          <p:cNvPicPr preferRelativeResize="0"/>
          <p:nvPr/>
        </p:nvPicPr>
        <p:blipFill>
          <a:blip r:embed="rId5">
            <a:alphaModFix/>
          </a:blip>
          <a:stretch>
            <a:fillRect/>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336" name="Google Shape;1336;p178"/>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337" name="Google Shape;1337;p178"/>
          <p:cNvPicPr preferRelativeResize="0"/>
          <p:nvPr/>
        </p:nvPicPr>
        <p:blipFill rotWithShape="1">
          <a:blip r:embed="rId7">
            <a:alphaModFix/>
          </a:blip>
          <a:srcRect b="16692" l="35715" r="938" t="19961"/>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338" name="Google Shape;1338;p178"/>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339" name="Google Shape;1339;p178"/>
          <p:cNvPicPr preferRelativeResize="0"/>
          <p:nvPr/>
        </p:nvPicPr>
        <p:blipFill>
          <a:blip r:embed="rId9">
            <a:alphaModFix/>
          </a:blip>
          <a:stretch>
            <a:fillRect/>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340" name="Google Shape;1340;p178"/>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800">
                <a:solidFill>
                  <a:srgbClr val="000000"/>
                </a:solidFill>
                <a:latin typeface="Verizon NHG DS"/>
                <a:ea typeface="Verizon NHG DS"/>
                <a:cs typeface="Verizon NHG DS"/>
                <a:sym typeface="Verizon NHG DS"/>
              </a:rPr>
              <a:t>Key interactions</a:t>
            </a:r>
            <a:endParaRPr sz="800">
              <a:solidFill>
                <a:srgbClr val="000000"/>
              </a:solidFill>
              <a:latin typeface="Verizon NHG DS"/>
              <a:ea typeface="Verizon NHG DS"/>
              <a:cs typeface="Verizon NHG DS"/>
              <a:sym typeface="Verizon NHG DS"/>
            </a:endParaRPr>
          </a:p>
        </p:txBody>
      </p:sp>
      <p:cxnSp>
        <p:nvCxnSpPr>
          <p:cNvPr id="1341" name="Google Shape;1341;p178"/>
          <p:cNvCxnSpPr/>
          <p:nvPr/>
        </p:nvCxnSpPr>
        <p:spPr>
          <a:xfrm>
            <a:off x="457250" y="1102149"/>
            <a:ext cx="8204700" cy="0"/>
          </a:xfrm>
          <a:prstGeom prst="straightConnector1">
            <a:avLst/>
          </a:prstGeom>
          <a:noFill/>
          <a:ln cap="flat" cmpd="sng" w="9525">
            <a:solidFill>
              <a:srgbClr val="747676"/>
            </a:solidFill>
            <a:prstDash val="solid"/>
            <a:round/>
            <a:headEnd len="med" w="med" type="none"/>
            <a:tailEnd len="med" w="med" type="none"/>
          </a:ln>
        </p:spPr>
      </p:cxnSp>
      <p:sp>
        <p:nvSpPr>
          <p:cNvPr id="1342" name="Google Shape;1342;p178"/>
          <p:cNvSpPr txBox="1"/>
          <p:nvPr/>
        </p:nvSpPr>
        <p:spPr>
          <a:xfrm>
            <a:off x="3894804" y="1046275"/>
            <a:ext cx="14547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700">
                <a:latin typeface="Verizon NHG DS"/>
                <a:ea typeface="Verizon NHG DS"/>
                <a:cs typeface="Verizon NHG DS"/>
                <a:sym typeface="Verizon NHG DS"/>
              </a:rPr>
              <a:t>Illustrative Only</a:t>
            </a:r>
            <a:endParaRPr sz="700">
              <a:solidFill>
                <a:srgbClr val="000000"/>
              </a:solidFill>
              <a:latin typeface="Verizon NHG DS"/>
              <a:ea typeface="Verizon NHG DS"/>
              <a:cs typeface="Verizon NHG DS"/>
              <a:sym typeface="Verizon NHG DS"/>
            </a:endParaRPr>
          </a:p>
        </p:txBody>
      </p:sp>
      <p:sp>
        <p:nvSpPr>
          <p:cNvPr id="1343" name="Google Shape;1343;p178"/>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pSp>
        <p:nvGrpSpPr>
          <p:cNvPr id="1344" name="Google Shape;1344;p178"/>
          <p:cNvGrpSpPr/>
          <p:nvPr/>
        </p:nvGrpSpPr>
        <p:grpSpPr>
          <a:xfrm>
            <a:off x="6665119" y="154838"/>
            <a:ext cx="2104650" cy="212400"/>
            <a:chOff x="9242425" y="104850"/>
            <a:chExt cx="2806200" cy="283200"/>
          </a:xfrm>
        </p:grpSpPr>
        <p:sp>
          <p:nvSpPr>
            <p:cNvPr id="1345" name="Google Shape;1345;p178"/>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46" name="Google Shape;1346;p178"/>
            <p:cNvSpPr/>
            <p:nvPr/>
          </p:nvSpPr>
          <p:spPr>
            <a:xfrm>
              <a:off x="10156825" y="104850"/>
              <a:ext cx="977400" cy="283200"/>
            </a:xfrm>
            <a:prstGeom prst="chevron">
              <a:avLst>
                <a:gd fmla="val 50000" name="adj"/>
              </a:avLst>
            </a:prstGeom>
            <a:solidFill>
              <a:schemeClr val="accent1"/>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lt1"/>
                  </a:solidFill>
                  <a:latin typeface="Verizon NHG TX"/>
                  <a:ea typeface="Verizon NHG TX"/>
                  <a:cs typeface="Verizon NHG TX"/>
                  <a:sym typeface="Verizon NHG TX"/>
                </a:rPr>
                <a:t>Scope</a:t>
              </a:r>
              <a:endParaRPr sz="600">
                <a:solidFill>
                  <a:schemeClr val="lt1"/>
                </a:solidFill>
                <a:latin typeface="Verizon NHG TX"/>
                <a:ea typeface="Verizon NHG TX"/>
                <a:cs typeface="Verizon NHG TX"/>
                <a:sym typeface="Verizon NHG TX"/>
              </a:endParaRPr>
            </a:p>
          </p:txBody>
        </p:sp>
        <p:sp>
          <p:nvSpPr>
            <p:cNvPr id="1347" name="Google Shape;1347;p178"/>
            <p:cNvSpPr/>
            <p:nvPr/>
          </p:nvSpPr>
          <p:spPr>
            <a:xfrm>
              <a:off x="11071225" y="104850"/>
              <a:ext cx="977400" cy="283200"/>
            </a:xfrm>
            <a:prstGeom prst="chevron">
              <a:avLst>
                <a:gd fmla="val 50000" name="adj"/>
              </a:avLst>
            </a:prstGeom>
            <a:solidFill>
              <a:schemeClr val="accent2"/>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Results</a:t>
              </a:r>
              <a:endParaRPr sz="600">
                <a:solidFill>
                  <a:schemeClr val="dk1"/>
                </a:solidFill>
                <a:latin typeface="Verizon NHG TX"/>
                <a:ea typeface="Verizon NHG TX"/>
                <a:cs typeface="Verizon NHG TX"/>
                <a:sym typeface="Verizon NHG TX"/>
              </a:endParaRPr>
            </a:p>
          </p:txBody>
        </p:sp>
      </p:grpSp>
      <p:sp>
        <p:nvSpPr>
          <p:cNvPr id="1348" name="Google Shape;1348;p178"/>
          <p:cNvSpPr txBox="1"/>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lang="en" sz="800">
                <a:solidFill>
                  <a:srgbClr val="000000"/>
                </a:solidFill>
                <a:latin typeface="Verizon NHG TX"/>
                <a:ea typeface="Verizon NHG TX"/>
                <a:cs typeface="Verizon NHG TX"/>
                <a:sym typeface="Verizon NHG TX"/>
              </a:rPr>
              <a:t>CX Workstream Name</a:t>
            </a:r>
            <a:endParaRPr sz="800">
              <a:solidFill>
                <a:srgbClr val="000000"/>
              </a:solidFill>
              <a:latin typeface="Verizon NHG TX"/>
              <a:ea typeface="Verizon NHG TX"/>
              <a:cs typeface="Verizon NHG TX"/>
              <a:sym typeface="Verizon NHG TX"/>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53" name="Shape 1353"/>
        <p:cNvGrpSpPr/>
        <p:nvPr/>
      </p:nvGrpSpPr>
      <p:grpSpPr>
        <a:xfrm>
          <a:off x="0" y="0"/>
          <a:ext cx="0" cy="0"/>
          <a:chOff x="0" y="0"/>
          <a:chExt cx="0" cy="0"/>
        </a:xfrm>
      </p:grpSpPr>
      <p:sp>
        <p:nvSpPr>
          <p:cNvPr id="1354" name="Google Shape;1354;p179"/>
          <p:cNvSpPr txBox="1"/>
          <p:nvPr>
            <p:ph type="title"/>
          </p:nvPr>
        </p:nvSpPr>
        <p:spPr>
          <a:xfrm>
            <a:off x="473870" y="6198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355" name="Google Shape;1355;p179"/>
          <p:cNvSpPr txBox="1"/>
          <p:nvPr>
            <p:ph idx="2" type="body"/>
          </p:nvPr>
        </p:nvSpPr>
        <p:spPr>
          <a:xfrm>
            <a:off x="476251" y="469106"/>
            <a:ext cx="6112500" cy="13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CX Workstream Name</a:t>
            </a:r>
            <a:endParaRPr/>
          </a:p>
        </p:txBody>
      </p:sp>
      <p:graphicFrame>
        <p:nvGraphicFramePr>
          <p:cNvPr id="1356" name="Google Shape;1356;p179"/>
          <p:cNvGraphicFramePr/>
          <p:nvPr/>
        </p:nvGraphicFramePr>
        <p:xfrm>
          <a:off x="429394" y="1230450"/>
          <a:ext cx="3000000" cy="3000000"/>
        </p:xfrm>
        <a:graphic>
          <a:graphicData uri="http://schemas.openxmlformats.org/drawingml/2006/table">
            <a:tbl>
              <a:tblPr>
                <a:noFill/>
                <a:tableStyleId>{9058EB34-C21F-4FFB-82F8-1F189C11C6AC}</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rtl="0" algn="ctr">
                        <a:spcBef>
                          <a:spcPts val="0"/>
                        </a:spcBef>
                        <a:spcAft>
                          <a:spcPts val="0"/>
                        </a:spcAft>
                        <a:buNone/>
                      </a:pPr>
                      <a:r>
                        <a:rPr b="1" lang="en" sz="1200">
                          <a:solidFill>
                            <a:schemeClr val="lt1"/>
                          </a:solidFill>
                          <a:latin typeface="Verizon NHG DS"/>
                          <a:ea typeface="Verizon NHG DS"/>
                          <a:cs typeface="Verizon NHG DS"/>
                          <a:sym typeface="Verizon NHG DS"/>
                        </a:rPr>
                        <a:t>KPI’s Impacted- Section 1</a:t>
                      </a:r>
                      <a:endParaRPr b="1" sz="800">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CX Excellence</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Customer Satisfaction (CSAT)</a:t>
                      </a:r>
                      <a:endParaRPr sz="800">
                        <a:latin typeface="Verizon NHG TX"/>
                        <a:ea typeface="Verizon NHG TX"/>
                        <a:cs typeface="Verizon NHG TX"/>
                        <a:sym typeface="Verizon NHG TX"/>
                      </a:endParaRPr>
                    </a:p>
                    <a:p>
                      <a:pPr indent="0" lvl="0" marL="0" rtl="0" algn="ctr">
                        <a:spcBef>
                          <a:spcPts val="0"/>
                        </a:spcBef>
                        <a:spcAft>
                          <a:spcPts val="0"/>
                        </a:spcAft>
                        <a:buNone/>
                      </a:pPr>
                      <a:r>
                        <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rtl="0" algn="l">
                        <a:spcBef>
                          <a:spcPts val="0"/>
                        </a:spcBef>
                        <a:spcAft>
                          <a:spcPts val="0"/>
                        </a:spcAft>
                        <a:buNone/>
                      </a:pPr>
                      <a:r>
                        <a:rPr lang="en" sz="800">
                          <a:latin typeface="Verizon NHG TX"/>
                          <a:ea typeface="Verizon NHG TX"/>
                          <a:cs typeface="Verizon NHG TX"/>
                          <a:sym typeface="Verizon NHG TX"/>
                        </a:rPr>
                        <a:t>Rep Interaction Score (RIS)</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rtl="0" algn="l">
                        <a:spcBef>
                          <a:spcPts val="0"/>
                        </a:spcBef>
                        <a:spcAft>
                          <a:spcPts val="0"/>
                        </a:spcAft>
                        <a:buClr>
                          <a:schemeClr val="dk1"/>
                        </a:buClr>
                        <a:buSzPts val="800"/>
                        <a:buFont typeface="Arial"/>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Churn Reduction</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3-day Resolve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Digital Interaction Score (DIS)</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rtl="0" algn="ctr">
                        <a:spcBef>
                          <a:spcPts val="0"/>
                        </a:spcBef>
                        <a:spcAft>
                          <a:spcPts val="0"/>
                        </a:spcAft>
                        <a:buNone/>
                      </a:pPr>
                      <a:r>
                        <a:t/>
                      </a:r>
                      <a:endParaRPr b="1" sz="2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Revenue Growth</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Service Product Revenue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l">
                        <a:spcBef>
                          <a:spcPts val="0"/>
                        </a:spcBef>
                        <a:spcAft>
                          <a:spcPts val="0"/>
                        </a:spcAft>
                        <a:buClr>
                          <a:schemeClr val="dk1"/>
                        </a:buClr>
                        <a:buSzPts val="800"/>
                        <a:buFont typeface="Arial"/>
                        <a:buNone/>
                      </a:pPr>
                      <a:r>
                        <a:t/>
                      </a:r>
                      <a:endParaRPr sz="11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latin typeface="Verizon NHG TX"/>
                          <a:ea typeface="Verizon NHG TX"/>
                          <a:cs typeface="Verizon NHG TX"/>
                          <a:sym typeface="Verizon NHG TX"/>
                        </a:rPr>
                        <a:t>Overall Conversion</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Service Product Revenue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Prospect Conversion</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rtl="0" algn="ctr">
                        <a:spcBef>
                          <a:spcPts val="0"/>
                        </a:spcBef>
                        <a:spcAft>
                          <a:spcPts val="0"/>
                        </a:spcAft>
                        <a:buNone/>
                      </a:pPr>
                      <a:r>
                        <a:t/>
                      </a:r>
                      <a:endParaRPr b="1" sz="2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b="1" sz="2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Operational Efficiency</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latin typeface="Verizon NHG TX"/>
                          <a:ea typeface="Verizon NHG TX"/>
                          <a:cs typeface="Verizon NHG TX"/>
                          <a:sym typeface="Verizon NHG TX"/>
                        </a:rPr>
                        <a:t>Call Volume Optimization (CVO)</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Average Handle Time (AHT)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Retail Transaction Time</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rtl="0" algn="l">
                        <a:spcBef>
                          <a:spcPts val="0"/>
                        </a:spcBef>
                        <a:spcAft>
                          <a:spcPts val="0"/>
                        </a:spcAft>
                        <a:buNone/>
                      </a:pPr>
                      <a:r>
                        <a:rPr lang="en" sz="800">
                          <a:latin typeface="Verizon NHG TX"/>
                          <a:ea typeface="Verizon NHG TX"/>
                          <a:cs typeface="Verizon NHG TX"/>
                          <a:sym typeface="Verizon NHG TX"/>
                        </a:rPr>
                        <a:t>Other Cost Savings</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357" name="Google Shape;1357;p179"/>
          <p:cNvCxnSpPr/>
          <p:nvPr/>
        </p:nvCxnSpPr>
        <p:spPr>
          <a:xfrm>
            <a:off x="4480665" y="1206769"/>
            <a:ext cx="0" cy="3320700"/>
          </a:xfrm>
          <a:prstGeom prst="straightConnector1">
            <a:avLst/>
          </a:prstGeom>
          <a:noFill/>
          <a:ln cap="flat" cmpd="sng" w="19050">
            <a:solidFill>
              <a:srgbClr val="7F7F7F"/>
            </a:solidFill>
            <a:prstDash val="dash"/>
            <a:round/>
            <a:headEnd len="med" w="med" type="none"/>
            <a:tailEnd len="med" w="med" type="none"/>
          </a:ln>
        </p:spPr>
      </p:cxnSp>
      <p:sp>
        <p:nvSpPr>
          <p:cNvPr id="1358" name="Google Shape;1358;p179"/>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aphicFrame>
        <p:nvGraphicFramePr>
          <p:cNvPr id="1359" name="Google Shape;1359;p179"/>
          <p:cNvGraphicFramePr/>
          <p:nvPr/>
        </p:nvGraphicFramePr>
        <p:xfrm>
          <a:off x="4665081" y="1230450"/>
          <a:ext cx="3000000" cy="3000000"/>
        </p:xfrm>
        <a:graphic>
          <a:graphicData uri="http://schemas.openxmlformats.org/drawingml/2006/table">
            <a:tbl>
              <a:tblPr>
                <a:noFill/>
                <a:tableStyleId>{9058EB34-C21F-4FFB-82F8-1F189C11C6AC}</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rtl="0" algn="ctr">
                        <a:spcBef>
                          <a:spcPts val="0"/>
                        </a:spcBef>
                        <a:spcAft>
                          <a:spcPts val="0"/>
                        </a:spcAft>
                        <a:buNone/>
                      </a:pPr>
                      <a:r>
                        <a:rPr b="1" lang="en" sz="1200">
                          <a:solidFill>
                            <a:schemeClr val="lt1"/>
                          </a:solidFill>
                          <a:latin typeface="Verizon NHG DS"/>
                          <a:ea typeface="Verizon NHG DS"/>
                          <a:cs typeface="Verizon NHG DS"/>
                          <a:sym typeface="Verizon NHG DS"/>
                        </a:rPr>
                        <a:t>Financial Scope &amp; Targets (P*Q)- Section 2</a:t>
                      </a:r>
                      <a:endParaRPr b="1" sz="800">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Benefit Value Estimates </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Incremental Revenue         $_______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Call Volume Optimization  $________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Handle Time Optimization $_______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Other Benefit Value            $________  (please explain)</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Clr>
                          <a:schemeClr val="dk1"/>
                        </a:buClr>
                        <a:buSzPts val="1100"/>
                        <a:buFont typeface="Arial"/>
                        <a:buNone/>
                      </a:pPr>
                      <a:r>
                        <a:rPr b="1" lang="en" sz="1200">
                          <a:solidFill>
                            <a:schemeClr val="lt1"/>
                          </a:solidFill>
                          <a:latin typeface="Verizon NHG DS"/>
                          <a:ea typeface="Verizon NHG DS"/>
                          <a:cs typeface="Verizon NHG DS"/>
                          <a:sym typeface="Verizon NHG DS"/>
                        </a:rPr>
                        <a:t>Investment Planning - Section 3 </a:t>
                      </a:r>
                      <a:r>
                        <a:rPr b="1" lang="en" sz="700">
                          <a:solidFill>
                            <a:schemeClr val="lt1"/>
                          </a:solidFill>
                          <a:latin typeface="Verizon NHG DS"/>
                          <a:ea typeface="Verizon NHG DS"/>
                          <a:cs typeface="Verizon NHG DS"/>
                          <a:sym typeface="Verizon NHG DS"/>
                        </a:rPr>
                        <a:t>(CXO IPG to complete this section)</a:t>
                      </a:r>
                      <a:endParaRPr b="1" sz="5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Capital  Investment Estimates</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rtl="0" algn="l">
                        <a:spcBef>
                          <a:spcPts val="0"/>
                        </a:spcBef>
                        <a:spcAft>
                          <a:spcPts val="0"/>
                        </a:spcAft>
                        <a:buNone/>
                      </a:pPr>
                      <a:r>
                        <a:t/>
                      </a:r>
                      <a:endParaRPr sz="10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rPr lang="en" sz="800">
                          <a:solidFill>
                            <a:schemeClr val="dk1"/>
                          </a:solidFill>
                          <a:latin typeface="Verizon NHG DS"/>
                          <a:ea typeface="Verizon NHG DS"/>
                          <a:cs typeface="Verizon NHG DS"/>
                          <a:sym typeface="Verizon NHG DS"/>
                        </a:rPr>
                        <a:t>GTS Labor estimate $__________</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rPr lang="en" sz="800">
                          <a:solidFill>
                            <a:schemeClr val="dk1"/>
                          </a:solidFill>
                          <a:latin typeface="Verizon NHG DS"/>
                          <a:ea typeface="Verizon NHG DS"/>
                          <a:cs typeface="Verizon NHG DS"/>
                          <a:sym typeface="Verizon NHG DS"/>
                        </a:rPr>
                        <a:t>Non-GTS estimate     $__________</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Operating Expense for Initiative (Incremental)</a:t>
                      </a:r>
                      <a:endParaRPr b="1" sz="10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t/>
                      </a:r>
                      <a:endParaRPr b="1" sz="10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CXO Operating Cost (OPEX)    $________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CXO Incremental Headcount       ________</a:t>
                      </a:r>
                      <a:endParaRPr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360" name="Google Shape;1360;p179"/>
          <p:cNvSpPr/>
          <p:nvPr/>
        </p:nvSpPr>
        <p:spPr>
          <a:xfrm>
            <a:off x="4654800" y="2778400"/>
            <a:ext cx="3828300" cy="1956000"/>
          </a:xfrm>
          <a:prstGeom prst="rect">
            <a:avLst/>
          </a:prstGeom>
          <a:solidFill>
            <a:srgbClr val="9E9E9E">
              <a:alpha val="392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izon NHG TX"/>
              <a:ea typeface="Verizon NHG TX"/>
              <a:cs typeface="Verizon NHG TX"/>
              <a:sym typeface="Verizon NHG TX"/>
            </a:endParaRPr>
          </a:p>
        </p:txBody>
      </p:sp>
      <p:grpSp>
        <p:nvGrpSpPr>
          <p:cNvPr id="1361" name="Google Shape;1361;p179"/>
          <p:cNvGrpSpPr/>
          <p:nvPr/>
        </p:nvGrpSpPr>
        <p:grpSpPr>
          <a:xfrm>
            <a:off x="6665119" y="154838"/>
            <a:ext cx="2104650" cy="212400"/>
            <a:chOff x="9242425" y="104850"/>
            <a:chExt cx="2806200" cy="283200"/>
          </a:xfrm>
        </p:grpSpPr>
        <p:sp>
          <p:nvSpPr>
            <p:cNvPr id="1362" name="Google Shape;1362;p179"/>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63" name="Google Shape;1363;p179"/>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64" name="Google Shape;1364;p179"/>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9" name="Shape 1369"/>
        <p:cNvGrpSpPr/>
        <p:nvPr/>
      </p:nvGrpSpPr>
      <p:grpSpPr>
        <a:xfrm>
          <a:off x="0" y="0"/>
          <a:ext cx="0" cy="0"/>
          <a:chOff x="0" y="0"/>
          <a:chExt cx="0" cy="0"/>
        </a:xfrm>
      </p:grpSpPr>
      <p:sp>
        <p:nvSpPr>
          <p:cNvPr id="1370" name="Google Shape;1370;p180"/>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Capex + Opex Incremental</a:t>
            </a:r>
            <a:endParaRPr>
              <a:latin typeface="Verizon NHG DS"/>
              <a:ea typeface="Verizon NHG DS"/>
              <a:cs typeface="Verizon NHG DS"/>
              <a:sym typeface="Verizon NHG DS"/>
            </a:endParaRPr>
          </a:p>
        </p:txBody>
      </p:sp>
      <p:graphicFrame>
        <p:nvGraphicFramePr>
          <p:cNvPr id="1371" name="Google Shape;1371;p180"/>
          <p:cNvGraphicFramePr/>
          <p:nvPr/>
        </p:nvGraphicFramePr>
        <p:xfrm>
          <a:off x="139200" y="1108475"/>
          <a:ext cx="3000000" cy="3000000"/>
        </p:xfrm>
        <a:graphic>
          <a:graphicData uri="http://schemas.openxmlformats.org/drawingml/2006/table">
            <a:tbl>
              <a:tblPr>
                <a:noFill/>
                <a:tableStyleId>{9058EB34-C21F-4FFB-82F8-1F189C11C6AC}</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solidFill>
                            <a:schemeClr val="dk1"/>
                          </a:solidFill>
                          <a:latin typeface="Verizon NHG TX"/>
                          <a:ea typeface="Verizon NHG TX"/>
                          <a:cs typeface="Verizon NHG TX"/>
                          <a:sym typeface="Verizon NHG TX"/>
                        </a:rPr>
                        <a:t>(see notes)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372" name="Google Shape;1372;p180"/>
          <p:cNvGraphicFramePr/>
          <p:nvPr/>
        </p:nvGraphicFramePr>
        <p:xfrm>
          <a:off x="7669163" y="4452650"/>
          <a:ext cx="3000000" cy="3000000"/>
        </p:xfrm>
        <a:graphic>
          <a:graphicData uri="http://schemas.openxmlformats.org/drawingml/2006/table">
            <a:tbl>
              <a:tblPr>
                <a:noFill/>
                <a:tableStyleId>{9058EB34-C21F-4FFB-82F8-1F189C11C6AC}</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373" name="Google Shape;1373;p180"/>
          <p:cNvGrpSpPr/>
          <p:nvPr/>
        </p:nvGrpSpPr>
        <p:grpSpPr>
          <a:xfrm>
            <a:off x="6665119" y="154838"/>
            <a:ext cx="2104650" cy="212400"/>
            <a:chOff x="9242425" y="104850"/>
            <a:chExt cx="2806200" cy="283200"/>
          </a:xfrm>
        </p:grpSpPr>
        <p:sp>
          <p:nvSpPr>
            <p:cNvPr id="1374" name="Google Shape;1374;p180"/>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75" name="Google Shape;1375;p180"/>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76" name="Google Shape;1376;p180"/>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81" name="Shape 1381"/>
        <p:cNvGrpSpPr/>
        <p:nvPr/>
      </p:nvGrpSpPr>
      <p:grpSpPr>
        <a:xfrm>
          <a:off x="0" y="0"/>
          <a:ext cx="0" cy="0"/>
          <a:chOff x="0" y="0"/>
          <a:chExt cx="0" cy="0"/>
        </a:xfrm>
      </p:grpSpPr>
      <p:sp>
        <p:nvSpPr>
          <p:cNvPr id="1382" name="Google Shape;1382;p181"/>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Opex Only</a:t>
            </a:r>
            <a:endParaRPr>
              <a:latin typeface="Verizon NHG DS"/>
              <a:ea typeface="Verizon NHG DS"/>
              <a:cs typeface="Verizon NHG DS"/>
              <a:sym typeface="Verizon NHG DS"/>
            </a:endParaRPr>
          </a:p>
        </p:txBody>
      </p:sp>
      <p:graphicFrame>
        <p:nvGraphicFramePr>
          <p:cNvPr id="1383" name="Google Shape;1383;p181"/>
          <p:cNvGraphicFramePr/>
          <p:nvPr/>
        </p:nvGraphicFramePr>
        <p:xfrm>
          <a:off x="139200" y="1108475"/>
          <a:ext cx="3000000" cy="3000000"/>
        </p:xfrm>
        <a:graphic>
          <a:graphicData uri="http://schemas.openxmlformats.org/drawingml/2006/table">
            <a:tbl>
              <a:tblPr>
                <a:noFill/>
                <a:tableStyleId>{9058EB34-C21F-4FFB-82F8-1F189C11C6AC}</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latin typeface="Verizon NHG TX"/>
                          <a:ea typeface="Verizon NHG TX"/>
                          <a:cs typeface="Verizon NHG TX"/>
                          <a:sym typeface="Verizon NHG TX"/>
                        </a:rPr>
                        <a:t>(see notes)</a:t>
                      </a:r>
                      <a:endParaRPr sz="7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384" name="Google Shape;1384;p181"/>
          <p:cNvGraphicFramePr/>
          <p:nvPr/>
        </p:nvGraphicFramePr>
        <p:xfrm>
          <a:off x="7669163" y="4452650"/>
          <a:ext cx="3000000" cy="3000000"/>
        </p:xfrm>
        <a:graphic>
          <a:graphicData uri="http://schemas.openxmlformats.org/drawingml/2006/table">
            <a:tbl>
              <a:tblPr>
                <a:noFill/>
                <a:tableStyleId>{9058EB34-C21F-4FFB-82F8-1F189C11C6AC}</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385" name="Google Shape;1385;p181"/>
          <p:cNvGrpSpPr/>
          <p:nvPr/>
        </p:nvGrpSpPr>
        <p:grpSpPr>
          <a:xfrm>
            <a:off x="6665119" y="154838"/>
            <a:ext cx="2104650" cy="212400"/>
            <a:chOff x="9242425" y="104850"/>
            <a:chExt cx="2806200" cy="283200"/>
          </a:xfrm>
        </p:grpSpPr>
        <p:sp>
          <p:nvSpPr>
            <p:cNvPr id="1386" name="Google Shape;1386;p181"/>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87" name="Google Shape;1387;p181"/>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88" name="Google Shape;1388;p181"/>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2" name="Shape 1392"/>
        <p:cNvGrpSpPr/>
        <p:nvPr/>
      </p:nvGrpSpPr>
      <p:grpSpPr>
        <a:xfrm>
          <a:off x="0" y="0"/>
          <a:ext cx="0" cy="0"/>
          <a:chOff x="0" y="0"/>
          <a:chExt cx="0" cy="0"/>
        </a:xfrm>
      </p:grpSpPr>
      <p:sp>
        <p:nvSpPr>
          <p:cNvPr id="1393" name="Google Shape;1393;p182"/>
          <p:cNvSpPr txBox="1"/>
          <p:nvPr>
            <p:ph idx="1" type="body"/>
          </p:nvPr>
        </p:nvSpPr>
        <p:spPr>
          <a:xfrm>
            <a:off x="376953" y="383117"/>
            <a:ext cx="8583600" cy="1941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chemeClr val="accent5"/>
              </a:buClr>
              <a:buSzPts val="900"/>
              <a:buNone/>
            </a:pPr>
            <a:r>
              <a:rPr lang="en">
                <a:solidFill>
                  <a:schemeClr val="dk1"/>
                </a:solidFill>
              </a:rPr>
              <a:t>2026 Planning Artifacts</a:t>
            </a:r>
            <a:endParaRPr/>
          </a:p>
        </p:txBody>
      </p:sp>
      <p:sp>
        <p:nvSpPr>
          <p:cNvPr id="1394" name="Google Shape;1394;p182"/>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t>Journey Map Example</a:t>
            </a:r>
            <a:endParaRPr/>
          </a:p>
          <a:p>
            <a:pPr indent="0" lvl="0" marL="0" rtl="0" algn="l">
              <a:lnSpc>
                <a:spcPct val="100000"/>
              </a:lnSpc>
              <a:spcBef>
                <a:spcPts val="0"/>
              </a:spcBef>
              <a:spcAft>
                <a:spcPts val="0"/>
              </a:spcAft>
              <a:buClr>
                <a:schemeClr val="dk1"/>
              </a:buClr>
              <a:buSzPts val="2100"/>
              <a:buNone/>
            </a:pPr>
            <a:r>
              <a:t/>
            </a:r>
            <a:endParaRPr/>
          </a:p>
        </p:txBody>
      </p:sp>
      <p:sp>
        <p:nvSpPr>
          <p:cNvPr id="1395" name="Google Shape;1395;p182"/>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3. Activate internet</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When the light turns solid white she’s setup. If help is needed, she refers to the 5G Compass in MVA.</a:t>
            </a:r>
            <a:endParaRPr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p:txBody>
      </p:sp>
      <p:sp>
        <p:nvSpPr>
          <p:cNvPr id="1396" name="Google Shape;1396;p182"/>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2. Find a spot</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Using what she learned in-store, she chooses a </a:t>
            </a:r>
            <a:br>
              <a:rPr lang="en" sz="800">
                <a:solidFill>
                  <a:srgbClr val="000000"/>
                </a:solidFill>
                <a:latin typeface="Verizon NHG DS"/>
                <a:ea typeface="Verizon NHG DS"/>
                <a:cs typeface="Verizon NHG DS"/>
                <a:sym typeface="Verizon NHG DS"/>
              </a:rPr>
            </a:br>
            <a:r>
              <a:rPr lang="en" sz="800">
                <a:solidFill>
                  <a:srgbClr val="000000"/>
                </a:solidFill>
                <a:latin typeface="Verizon NHG DS"/>
                <a:ea typeface="Verizon NHG DS"/>
                <a:cs typeface="Verizon NHG DS"/>
                <a:sym typeface="Verizon NHG DS"/>
              </a:rPr>
              <a:t>spot to plug-in.</a:t>
            </a:r>
            <a:endParaRPr sz="800">
              <a:solidFill>
                <a:srgbClr val="000000"/>
              </a:solidFill>
              <a:latin typeface="Verizon NHG DS"/>
              <a:ea typeface="Verizon NHG DS"/>
              <a:cs typeface="Verizon NHG DS"/>
              <a:sym typeface="Verizon NHG DS"/>
            </a:endParaRPr>
          </a:p>
        </p:txBody>
      </p:sp>
      <p:sp>
        <p:nvSpPr>
          <p:cNvPr id="1397" name="Google Shape;1397;p182"/>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Download / Open  MVA</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If Taylor wants to personalize her network, she can scan the QR code or enter the URL to deep link in My Verizon app.</a:t>
            </a:r>
            <a:endParaRPr sz="800">
              <a:solidFill>
                <a:srgbClr val="000000"/>
              </a:solidFill>
              <a:latin typeface="Verizon NHG DS"/>
              <a:ea typeface="Verizon NHG DS"/>
              <a:cs typeface="Verizon NHG DS"/>
              <a:sym typeface="Verizon NHG DS"/>
            </a:endParaRPr>
          </a:p>
        </p:txBody>
      </p:sp>
      <p:sp>
        <p:nvSpPr>
          <p:cNvPr id="1398" name="Google Shape;1398;p182"/>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Device</a:t>
            </a:r>
            <a:endParaRPr b="1" sz="800">
              <a:solidFill>
                <a:srgbClr val="000000"/>
              </a:solidFill>
              <a:latin typeface="Verizon NHG DS"/>
              <a:ea typeface="Verizon NHG DS"/>
              <a:cs typeface="Verizon NHG DS"/>
              <a:sym typeface="Verizon NHG DS"/>
            </a:endParaRPr>
          </a:p>
          <a:p>
            <a:pPr indent="0" lvl="0" marL="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Power adapter</a:t>
            </a:r>
            <a:endParaRPr i="1" sz="800">
              <a:solidFill>
                <a:srgbClr val="EE0000"/>
              </a:solidFill>
              <a:latin typeface="Verizon NHG DS"/>
              <a:ea typeface="Verizon NHG DS"/>
              <a:cs typeface="Verizon NHG DS"/>
              <a:sym typeface="Verizon NHG DS"/>
            </a:endParaRPr>
          </a:p>
        </p:txBody>
      </p:sp>
      <p:sp>
        <p:nvSpPr>
          <p:cNvPr id="1399" name="Google Shape;1399;p182"/>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Confirmation email / </a:t>
            </a:r>
            <a:br>
              <a:rPr b="1" lang="en" sz="800">
                <a:solidFill>
                  <a:srgbClr val="000000"/>
                </a:solidFill>
                <a:latin typeface="Verizon NHG DS"/>
                <a:ea typeface="Verizon NHG DS"/>
                <a:cs typeface="Verizon NHG DS"/>
                <a:sym typeface="Verizon NHG DS"/>
              </a:rPr>
            </a:br>
            <a:r>
              <a:rPr b="1" lang="en" sz="800">
                <a:solidFill>
                  <a:srgbClr val="000000"/>
                </a:solidFill>
                <a:latin typeface="Verizon NHG DS"/>
                <a:ea typeface="Verizon NHG DS"/>
                <a:cs typeface="Verizon NHG DS"/>
                <a:sym typeface="Verizon NHG DS"/>
              </a:rPr>
              <a:t>Get ready page</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Register</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Download MVA</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5G signal map + compass</a:t>
            </a:r>
            <a:endParaRPr sz="800">
              <a:solidFill>
                <a:srgbClr val="000000"/>
              </a:solidFill>
              <a:latin typeface="Verizon NHG DS"/>
              <a:ea typeface="Verizon NHG DS"/>
              <a:cs typeface="Verizon NHG DS"/>
              <a:sym typeface="Verizon NHG DS"/>
            </a:endParaRPr>
          </a:p>
        </p:txBody>
      </p:sp>
      <p:sp>
        <p:nvSpPr>
          <p:cNvPr id="1400" name="Google Shape;1400;p182"/>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LED status</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None/>
            </a:pPr>
            <a:r>
              <a:rPr b="1" lang="en" sz="800">
                <a:solidFill>
                  <a:srgbClr val="000000"/>
                </a:solidFill>
                <a:latin typeface="Verizon NHG DS"/>
                <a:ea typeface="Verizon NHG DS"/>
                <a:cs typeface="Verizon NHG DS"/>
                <a:sym typeface="Verizon NHG DS"/>
              </a:rPr>
              <a:t>Wi-Fi name/password</a:t>
            </a:r>
            <a:endParaRPr b="1" sz="800">
              <a:solidFill>
                <a:srgbClr val="000000"/>
              </a:solidFill>
              <a:latin typeface="Verizon NHG DS"/>
              <a:ea typeface="Verizon NHG DS"/>
              <a:cs typeface="Verizon NHG DS"/>
              <a:sym typeface="Verizon NHG DS"/>
            </a:endParaRPr>
          </a:p>
          <a:p>
            <a:pPr indent="0" lvl="0" marL="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5G signal map + compass</a:t>
            </a:r>
            <a:endParaRPr b="1" sz="800">
              <a:solidFill>
                <a:srgbClr val="000000"/>
              </a:solidFill>
              <a:latin typeface="Verizon NHG DS"/>
              <a:ea typeface="Verizon NHG DS"/>
              <a:cs typeface="Verizon NHG DS"/>
              <a:sym typeface="Verizon NHG DS"/>
            </a:endParaRPr>
          </a:p>
        </p:txBody>
      </p:sp>
      <p:sp>
        <p:nvSpPr>
          <p:cNvPr id="1401" name="Google Shape;1401;p182"/>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Setup guide</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None/>
            </a:pPr>
            <a:r>
              <a:rPr b="1" lang="en" sz="800">
                <a:solidFill>
                  <a:srgbClr val="000000"/>
                </a:solidFill>
                <a:latin typeface="Verizon NHG DS"/>
                <a:ea typeface="Verizon NHG DS"/>
                <a:cs typeface="Verizon NHG DS"/>
                <a:sym typeface="Verizon NHG DS"/>
              </a:rPr>
              <a:t>My Verizon app</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Authentication</a:t>
            </a:r>
            <a:endParaRPr b="1" sz="800">
              <a:solidFill>
                <a:srgbClr val="000000"/>
              </a:solidFill>
              <a:latin typeface="Verizon NHG DS"/>
              <a:ea typeface="Verizon NHG DS"/>
              <a:cs typeface="Verizon NHG DS"/>
              <a:sym typeface="Verizon NHG DS"/>
            </a:endParaRPr>
          </a:p>
        </p:txBody>
      </p:sp>
      <p:sp>
        <p:nvSpPr>
          <p:cNvPr id="1402" name="Google Shape;1402;p182"/>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Personalize internet</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Once she has the My Verizon app open, there are a variety of personalizations and settings that she can change.</a:t>
            </a:r>
            <a:endParaRPr sz="800">
              <a:solidFill>
                <a:srgbClr val="000000"/>
              </a:solidFill>
              <a:latin typeface="Verizon NHG DS"/>
              <a:ea typeface="Verizon NHG DS"/>
              <a:cs typeface="Verizon NHG DS"/>
              <a:sym typeface="Verizon NHG DS"/>
            </a:endParaRPr>
          </a:p>
        </p:txBody>
      </p:sp>
      <p:sp>
        <p:nvSpPr>
          <p:cNvPr id="1403" name="Google Shape;1403;p182"/>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My Verizon app</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Set Wi-Fi name/password</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Connect devices</a:t>
            </a:r>
            <a:endParaRPr b="1" sz="800">
              <a:solidFill>
                <a:srgbClr val="000000"/>
              </a:solidFill>
              <a:latin typeface="Verizon NHG DS"/>
              <a:ea typeface="Verizon NHG DS"/>
              <a:cs typeface="Verizon NHG DS"/>
              <a:sym typeface="Verizon NHG DS"/>
            </a:endParaRPr>
          </a:p>
        </p:txBody>
      </p:sp>
      <p:cxnSp>
        <p:nvCxnSpPr>
          <p:cNvPr id="1404" name="Google Shape;1404;p182"/>
          <p:cNvCxnSpPr/>
          <p:nvPr/>
        </p:nvCxnSpPr>
        <p:spPr>
          <a:xfrm>
            <a:off x="457245" y="3512324"/>
            <a:ext cx="8204700" cy="0"/>
          </a:xfrm>
          <a:prstGeom prst="straightConnector1">
            <a:avLst/>
          </a:prstGeom>
          <a:noFill/>
          <a:ln cap="flat" cmpd="sng" w="9525">
            <a:solidFill>
              <a:srgbClr val="747676"/>
            </a:solidFill>
            <a:prstDash val="solid"/>
            <a:round/>
            <a:headEnd len="med" w="med" type="none"/>
            <a:tailEnd len="med" w="med" type="none"/>
          </a:ln>
        </p:spPr>
      </p:cxnSp>
      <p:sp>
        <p:nvSpPr>
          <p:cNvPr id="1405" name="Google Shape;1405;p182"/>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1. Unbox</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On opening the box, Taylor sees a simple 1-2-3 set of instructions for setup</a:t>
            </a:r>
            <a:endParaRPr sz="800">
              <a:solidFill>
                <a:srgbClr val="000000"/>
              </a:solidFill>
              <a:latin typeface="Verizon NHG DS"/>
              <a:ea typeface="Verizon NHG DS"/>
              <a:cs typeface="Verizon NHG DS"/>
              <a:sym typeface="Verizon NHG DS"/>
            </a:endParaRPr>
          </a:p>
        </p:txBody>
      </p:sp>
      <p:sp>
        <p:nvSpPr>
          <p:cNvPr id="1406" name="Google Shape;1406;p182"/>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600"/>
              </a:spcAft>
              <a:buNone/>
            </a:pPr>
            <a:r>
              <a:rPr b="1" lang="en" sz="800">
                <a:solidFill>
                  <a:srgbClr val="000000"/>
                </a:solidFill>
                <a:latin typeface="Verizon NHG DS"/>
                <a:ea typeface="Verizon NHG DS"/>
                <a:cs typeface="Verizon NHG DS"/>
                <a:sym typeface="Verizon NHG DS"/>
              </a:rPr>
              <a:t>Setup guide</a:t>
            </a:r>
            <a:endParaRPr b="1" sz="800">
              <a:solidFill>
                <a:srgbClr val="000000"/>
              </a:solidFill>
              <a:latin typeface="Verizon NHG DS"/>
              <a:ea typeface="Verizon NHG DS"/>
              <a:cs typeface="Verizon NHG DS"/>
              <a:sym typeface="Verizon NHG DS"/>
            </a:endParaRPr>
          </a:p>
        </p:txBody>
      </p:sp>
      <p:sp>
        <p:nvSpPr>
          <p:cNvPr id="1407" name="Google Shape;1407;p182"/>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Post-Sale / Pre-Setup</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Taylor gets a confirmation email to set her up for success.</a:t>
            </a:r>
            <a:endParaRPr sz="800">
              <a:solidFill>
                <a:srgbClr val="000000"/>
              </a:solidFill>
              <a:latin typeface="Verizon NHG DS"/>
              <a:ea typeface="Verizon NHG DS"/>
              <a:cs typeface="Verizon NHG DS"/>
              <a:sym typeface="Verizon NHG DS"/>
            </a:endParaRPr>
          </a:p>
        </p:txBody>
      </p:sp>
      <p:pic>
        <p:nvPicPr>
          <p:cNvPr id="1408" name="Google Shape;1408;p182"/>
          <p:cNvPicPr preferRelativeResize="0"/>
          <p:nvPr/>
        </p:nvPicPr>
        <p:blipFill>
          <a:blip r:embed="rId3">
            <a:alphaModFix/>
          </a:blip>
          <a:stretch>
            <a:fillRect/>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409" name="Google Shape;1409;p182"/>
          <p:cNvPicPr preferRelativeResize="0"/>
          <p:nvPr/>
        </p:nvPicPr>
        <p:blipFill>
          <a:blip r:embed="rId4">
            <a:alphaModFix/>
          </a:blip>
          <a:stretch>
            <a:fillRect/>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410" name="Google Shape;1410;p182"/>
          <p:cNvPicPr preferRelativeResize="0"/>
          <p:nvPr/>
        </p:nvPicPr>
        <p:blipFill>
          <a:blip r:embed="rId5">
            <a:alphaModFix/>
          </a:blip>
          <a:stretch>
            <a:fillRect/>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411" name="Google Shape;1411;p182"/>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412" name="Google Shape;1412;p182"/>
          <p:cNvPicPr preferRelativeResize="0"/>
          <p:nvPr/>
        </p:nvPicPr>
        <p:blipFill rotWithShape="1">
          <a:blip r:embed="rId7">
            <a:alphaModFix/>
          </a:blip>
          <a:srcRect b="16692" l="35715" r="938" t="19961"/>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413" name="Google Shape;1413;p182"/>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414" name="Google Shape;1414;p182"/>
          <p:cNvPicPr preferRelativeResize="0"/>
          <p:nvPr/>
        </p:nvPicPr>
        <p:blipFill>
          <a:blip r:embed="rId9">
            <a:alphaModFix/>
          </a:blip>
          <a:stretch>
            <a:fillRect/>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415" name="Google Shape;1415;p182"/>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800">
                <a:solidFill>
                  <a:srgbClr val="000000"/>
                </a:solidFill>
                <a:latin typeface="Verizon NHG DS"/>
                <a:ea typeface="Verizon NHG DS"/>
                <a:cs typeface="Verizon NHG DS"/>
                <a:sym typeface="Verizon NHG DS"/>
              </a:rPr>
              <a:t>Key interactions</a:t>
            </a:r>
            <a:endParaRPr sz="800">
              <a:solidFill>
                <a:srgbClr val="000000"/>
              </a:solidFill>
              <a:latin typeface="Verizon NHG DS"/>
              <a:ea typeface="Verizon NHG DS"/>
              <a:cs typeface="Verizon NHG DS"/>
              <a:sym typeface="Verizon NHG DS"/>
            </a:endParaRPr>
          </a:p>
        </p:txBody>
      </p:sp>
      <p:sp>
        <p:nvSpPr>
          <p:cNvPr id="1416" name="Google Shape;1416;p182"/>
          <p:cNvSpPr/>
          <p:nvPr/>
        </p:nvSpPr>
        <p:spPr>
          <a:xfrm>
            <a:off x="0" y="0"/>
            <a:ext cx="1601400" cy="212400"/>
          </a:xfrm>
          <a:prstGeom prst="rect">
            <a:avLst/>
          </a:prstGeom>
          <a:solidFill>
            <a:srgbClr val="FED60E"/>
          </a:solidFill>
          <a:ln cap="flat" cmpd="sng" w="19050">
            <a:solidFill>
              <a:srgbClr val="FED60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rgbClr val="000000"/>
                </a:solidFill>
                <a:latin typeface="Verizon NHG DS"/>
                <a:ea typeface="Verizon NHG DS"/>
                <a:cs typeface="Verizon NHG DS"/>
                <a:sym typeface="Verizon NHG DS"/>
              </a:rPr>
              <a:t>Example</a:t>
            </a:r>
            <a:endParaRPr b="1" i="1" sz="1100">
              <a:solidFill>
                <a:srgbClr val="000000"/>
              </a:solidFill>
              <a:latin typeface="Verizon NHG DS"/>
              <a:ea typeface="Verizon NHG DS"/>
              <a:cs typeface="Verizon NHG DS"/>
              <a:sym typeface="Verizon NHG D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1" name="Shape 1421"/>
        <p:cNvGrpSpPr/>
        <p:nvPr/>
      </p:nvGrpSpPr>
      <p:grpSpPr>
        <a:xfrm>
          <a:off x="0" y="0"/>
          <a:ext cx="0" cy="0"/>
          <a:chOff x="0" y="0"/>
          <a:chExt cx="0" cy="0"/>
        </a:xfrm>
      </p:grpSpPr>
      <p:sp>
        <p:nvSpPr>
          <p:cNvPr id="1422" name="Google Shape;1422;p183"/>
          <p:cNvSpPr txBox="1"/>
          <p:nvPr>
            <p:ph idx="12" type="sldNum"/>
          </p:nvPr>
        </p:nvSpPr>
        <p:spPr>
          <a:xfrm>
            <a:off x="8317509" y="4736592"/>
            <a:ext cx="352500" cy="9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
        <p:nvSpPr>
          <p:cNvPr id="1423" name="Google Shape;1423;p183"/>
          <p:cNvSpPr txBox="1"/>
          <p:nvPr>
            <p:ph type="title"/>
          </p:nvPr>
        </p:nvSpPr>
        <p:spPr>
          <a:xfrm>
            <a:off x="135400" y="143375"/>
            <a:ext cx="8873100" cy="441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Master Artifacts</a:t>
            </a:r>
            <a:endParaRPr/>
          </a:p>
          <a:p>
            <a:pPr indent="0" lvl="0" marL="0" rtl="0" algn="ctr">
              <a:spcBef>
                <a:spcPts val="0"/>
              </a:spcBef>
              <a:spcAft>
                <a:spcPts val="0"/>
              </a:spcAft>
              <a:buNone/>
            </a:pPr>
            <a:r>
              <a:rPr lang="en">
                <a:solidFill>
                  <a:schemeClr val="accent1"/>
                </a:solidFill>
              </a:rPr>
              <a:t>Due 5/19</a:t>
            </a:r>
            <a:endParaRPr>
              <a:solidFill>
                <a:schemeClr val="accent1"/>
              </a:solidFill>
            </a:endParaRPr>
          </a:p>
        </p:txBody>
      </p:sp>
      <p:sp>
        <p:nvSpPr>
          <p:cNvPr id="1424" name="Google Shape;1424;p183"/>
          <p:cNvSpPr txBox="1"/>
          <p:nvPr>
            <p:ph idx="2" type="sldNum"/>
          </p:nvPr>
        </p:nvSpPr>
        <p:spPr>
          <a:xfrm>
            <a:off x="8317509" y="4733270"/>
            <a:ext cx="352500" cy="9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Monarch">
      <a:dk1>
        <a:srgbClr val="000000"/>
      </a:dk1>
      <a:lt1>
        <a:srgbClr val="FFFFFF"/>
      </a:lt1>
      <a:dk2>
        <a:srgbClr val="44546A"/>
      </a:dk2>
      <a:lt2>
        <a:srgbClr val="FFFFFF"/>
      </a:lt2>
      <a:accent1>
        <a:srgbClr val="F50A23"/>
      </a:accent1>
      <a:accent2>
        <a:srgbClr val="F3EDE0"/>
      </a:accent2>
      <a:accent3>
        <a:srgbClr val="F5FF1E"/>
      </a:accent3>
      <a:accent4>
        <a:srgbClr val="FF3C2C"/>
      </a:accent4>
      <a:accent5>
        <a:srgbClr val="000000"/>
      </a:accent5>
      <a:accent6>
        <a:srgbClr val="FFF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Verizon Standard Template">
  <a:themeElements>
    <a:clrScheme name="Custom 7">
      <a:dk1>
        <a:srgbClr val="000000"/>
      </a:dk1>
      <a:lt1>
        <a:srgbClr val="FFFFFF"/>
      </a:lt1>
      <a:dk2>
        <a:srgbClr val="EE001E"/>
      </a:dk2>
      <a:lt2>
        <a:srgbClr val="F6F0E2"/>
      </a:lt2>
      <a:accent1>
        <a:srgbClr val="F8FF3C"/>
      </a:accent1>
      <a:accent2>
        <a:srgbClr val="FF281E"/>
      </a:accent2>
      <a:accent3>
        <a:srgbClr val="0089EC"/>
      </a:accent3>
      <a:accent4>
        <a:srgbClr val="00B845"/>
      </a:accent4>
      <a:accent5>
        <a:srgbClr val="FF8027"/>
      </a:accent5>
      <a:accent6>
        <a:srgbClr val="FED60E"/>
      </a:accent6>
      <a:hlink>
        <a:srgbClr val="F50A23"/>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