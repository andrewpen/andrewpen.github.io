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37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45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47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15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150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33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0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149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144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142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138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146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36.xml"/>
  <Override ContentType="application/vnd.openxmlformats-officedocument.presentationml.slideLayout+xml" PartName="/ppt/slideLayouts/slideLayout152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14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34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14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3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43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39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800" r:id="rId5"/>
    <p:sldMasterId id="2147483801" r:id="rId6"/>
    <p:sldMasterId id="2147483802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</p:sldIdLst>
  <p:sldSz cy="5143500" cx="9144000"/>
  <p:notesSz cx="6858000" cy="9144000"/>
  <p:embeddedFontLst>
    <p:embeddedFont>
      <p:font typeface="Verizon NHG TX"/>
      <p:regular r:id="rId28"/>
      <p:bold r:id="rId29"/>
      <p:italic r:id="rId30"/>
      <p:boldItalic r:id="rId31"/>
    </p:embeddedFont>
    <p:embeddedFont>
      <p:font typeface="Verizon NHG D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FE267BA-A216-4F79-A302-39C6CCE8EB2E}">
  <a:tblStyle styleId="{8FE267BA-A216-4F79-A302-39C6CCE8EB2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font" Target="fonts/VerizonNHGTX-boldItalic.fntdata"/><Relationship Id="rId30" Type="http://schemas.openxmlformats.org/officeDocument/2006/relationships/font" Target="fonts/VerizonNHGTX-italic.fntdata"/><Relationship Id="rId33" Type="http://schemas.openxmlformats.org/officeDocument/2006/relationships/font" Target="fonts/VerizonNHGDS-bold.fntdata"/><Relationship Id="rId32" Type="http://schemas.openxmlformats.org/officeDocument/2006/relationships/font" Target="fonts/VerizonNHGDS-regular.fntdata"/><Relationship Id="rId35" Type="http://schemas.openxmlformats.org/officeDocument/2006/relationships/font" Target="fonts/VerizonNHGDS-boldItalic.fntdata"/><Relationship Id="rId34" Type="http://schemas.openxmlformats.org/officeDocument/2006/relationships/font" Target="fonts/VerizonNHGDS-italic.fntdata"/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font" Target="fonts/VerizonNHGTX-regular.fntdata"/><Relationship Id="rId27" Type="http://schemas.openxmlformats.org/officeDocument/2006/relationships/slide" Target="slides/slide19.xml"/><Relationship Id="rId29" Type="http://schemas.openxmlformats.org/officeDocument/2006/relationships/font" Target="fonts/VerizonNHGTX-bold.fntdata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9" name="Google Shape;1039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0" name="Google Shape;1040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g3581cad6a5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9" name="Google Shape;1049;g3581cad6a5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g3581cad6a51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g3581cad6a51_0_3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g3581cad6a51_0_3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0" name="Google Shape;1100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Add in a grey box over area that business should not complete for clarity, re-org details</a:t>
            </a:r>
            <a:endParaRPr/>
          </a:p>
        </p:txBody>
      </p:sp>
      <p:sp>
        <p:nvSpPr>
          <p:cNvPr id="1101" name="Google Shape;1101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6" name="Google Shape;1116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000">
                <a:latin typeface="Verizon NHG TX"/>
                <a:ea typeface="Verizon NHG TX"/>
                <a:cs typeface="Verizon NHG TX"/>
                <a:sym typeface="Verizon NHG TX"/>
              </a:rPr>
              <a:t>Expense Management Record (EMR) Categories</a:t>
            </a:r>
            <a:endParaRPr sz="1000">
              <a:latin typeface="Verizon NHG TX"/>
              <a:ea typeface="Verizon NHG TX"/>
              <a:cs typeface="Verizon NHG TX"/>
              <a:sym typeface="Verizon NHG TX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Verizon NHG TX"/>
              <a:buChar char="-"/>
            </a:pPr>
            <a:r>
              <a:rPr lang="en" sz="1000">
                <a:latin typeface="Verizon NHG TX"/>
                <a:ea typeface="Verizon NHG TX"/>
                <a:cs typeface="Verizon NHG TX"/>
                <a:sym typeface="Verizon NHG TX"/>
              </a:rPr>
              <a:t>Advertising and Promotion</a:t>
            </a:r>
            <a:endParaRPr sz="1000">
              <a:latin typeface="Verizon NHG TX"/>
              <a:ea typeface="Verizon NHG TX"/>
              <a:cs typeface="Verizon NHG TX"/>
              <a:sym typeface="Verizon NHG TX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Verizon NHG TX"/>
              <a:buChar char="-"/>
            </a:pPr>
            <a:r>
              <a:rPr lang="en" sz="1000">
                <a:latin typeface="Verizon NHG TX"/>
                <a:ea typeface="Verizon NHG TX"/>
                <a:cs typeface="Verizon NHG TX"/>
                <a:sym typeface="Verizon NHG TX"/>
              </a:rPr>
              <a:t>Contracted Services</a:t>
            </a:r>
            <a:endParaRPr sz="1000">
              <a:latin typeface="Verizon NHG TX"/>
              <a:ea typeface="Verizon NHG TX"/>
              <a:cs typeface="Verizon NHG TX"/>
              <a:sym typeface="Verizon NHG TX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Verizon NHG TX"/>
              <a:buChar char="-"/>
            </a:pPr>
            <a:r>
              <a:rPr lang="en" sz="1000">
                <a:latin typeface="Verizon NHG TX"/>
                <a:ea typeface="Verizon NHG TX"/>
                <a:cs typeface="Verizon NHG TX"/>
                <a:sym typeface="Verizon NHG TX"/>
              </a:rPr>
              <a:t>Direct Costs</a:t>
            </a:r>
            <a:endParaRPr sz="1000">
              <a:latin typeface="Verizon NHG TX"/>
              <a:ea typeface="Verizon NHG TX"/>
              <a:cs typeface="Verizon NHG TX"/>
              <a:sym typeface="Verizon NHG TX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Verizon NHG TX"/>
              <a:buChar char="-"/>
            </a:pPr>
            <a:r>
              <a:rPr lang="en" sz="1000">
                <a:latin typeface="Verizon NHG TX"/>
                <a:ea typeface="Verizon NHG TX"/>
                <a:cs typeface="Verizon NHG TX"/>
                <a:sym typeface="Verizon NHG TX"/>
              </a:rPr>
              <a:t>Full Time Labor</a:t>
            </a:r>
            <a:endParaRPr sz="1000">
              <a:latin typeface="Verizon NHG TX"/>
              <a:ea typeface="Verizon NHG TX"/>
              <a:cs typeface="Verizon NHG TX"/>
              <a:sym typeface="Verizon NHG TX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Verizon NHG TX"/>
              <a:buChar char="-"/>
            </a:pPr>
            <a:r>
              <a:rPr lang="en" sz="1000">
                <a:latin typeface="Verizon NHG TX"/>
                <a:ea typeface="Verizon NHG TX"/>
                <a:cs typeface="Verizon NHG TX"/>
                <a:sym typeface="Verizon NHG TX"/>
              </a:rPr>
              <a:t>HR and Training</a:t>
            </a:r>
            <a:endParaRPr sz="1000">
              <a:latin typeface="Verizon NHG TX"/>
              <a:ea typeface="Verizon NHG TX"/>
              <a:cs typeface="Verizon NHG TX"/>
              <a:sym typeface="Verizon NHG TX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Verizon NHG TX"/>
              <a:buChar char="-"/>
            </a:pPr>
            <a:r>
              <a:rPr lang="en" sz="1000">
                <a:latin typeface="Verizon NHG TX"/>
                <a:ea typeface="Verizon NHG TX"/>
                <a:cs typeface="Verizon NHG TX"/>
                <a:sym typeface="Verizon NHG TX"/>
              </a:rPr>
              <a:t>IT and Technology Contracts</a:t>
            </a:r>
            <a:endParaRPr sz="1000">
              <a:latin typeface="Verizon NHG TX"/>
              <a:ea typeface="Verizon NHG TX"/>
              <a:cs typeface="Verizon NHG TX"/>
              <a:sym typeface="Verizon NHG TX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Verizon NHG TX"/>
              <a:buChar char="-"/>
            </a:pPr>
            <a:r>
              <a:rPr lang="en" sz="1000">
                <a:latin typeface="Verizon NHG TX"/>
                <a:ea typeface="Verizon NHG TX"/>
                <a:cs typeface="Verizon NHG TX"/>
                <a:sym typeface="Verizon NHG TX"/>
              </a:rPr>
              <a:t>Other Operating Costs</a:t>
            </a:r>
            <a:endParaRPr sz="1000">
              <a:latin typeface="Verizon NHG TX"/>
              <a:ea typeface="Verizon NHG TX"/>
              <a:cs typeface="Verizon NHG TX"/>
              <a:sym typeface="Verizon NHG TX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Verizon NHG TX"/>
              <a:buChar char="-"/>
            </a:pPr>
            <a:r>
              <a:rPr lang="en" sz="1000">
                <a:latin typeface="Verizon NHG TX"/>
                <a:ea typeface="Verizon NHG TX"/>
                <a:cs typeface="Verizon NHG TX"/>
                <a:sym typeface="Verizon NHG TX"/>
              </a:rPr>
              <a:t>Overhead Costs</a:t>
            </a:r>
            <a:endParaRPr sz="1000">
              <a:latin typeface="Verizon NHG TX"/>
              <a:ea typeface="Verizon NHG TX"/>
              <a:cs typeface="Verizon NHG TX"/>
              <a:sym typeface="Verizon NHG TX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Verizon NHG TX"/>
              <a:buChar char="-"/>
            </a:pPr>
            <a:r>
              <a:rPr lang="en" sz="1000">
                <a:latin typeface="Verizon NHG TX"/>
                <a:ea typeface="Verizon NHG TX"/>
                <a:cs typeface="Verizon NHG TX"/>
                <a:sym typeface="Verizon NHG TX"/>
              </a:rPr>
              <a:t>Professional Services Fees</a:t>
            </a:r>
            <a:endParaRPr sz="1000">
              <a:latin typeface="Verizon NHG TX"/>
              <a:ea typeface="Verizon NHG TX"/>
              <a:cs typeface="Verizon NHG TX"/>
              <a:sym typeface="Verizon NHG TX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Verizon NHG TX"/>
              <a:buChar char="-"/>
            </a:pPr>
            <a:r>
              <a:rPr lang="en" sz="1000">
                <a:latin typeface="Verizon NHG TX"/>
                <a:ea typeface="Verizon NHG TX"/>
                <a:cs typeface="Verizon NHG TX"/>
                <a:sym typeface="Verizon NHG TX"/>
              </a:rPr>
              <a:t>Sales Incentives</a:t>
            </a:r>
            <a:endParaRPr sz="1000">
              <a:latin typeface="Verizon NHG TX"/>
              <a:ea typeface="Verizon NHG TX"/>
              <a:cs typeface="Verizon NHG TX"/>
              <a:sym typeface="Verizon NHG TX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Verizon NHG TX"/>
              <a:buChar char="-"/>
            </a:pPr>
            <a:r>
              <a:rPr lang="en" sz="1000">
                <a:latin typeface="Verizon NHG TX"/>
                <a:ea typeface="Verizon NHG TX"/>
                <a:cs typeface="Verizon NHG TX"/>
                <a:sym typeface="Verizon NHG TX"/>
              </a:rPr>
              <a:t>Temporary Labor</a:t>
            </a:r>
            <a:endParaRPr sz="1000">
              <a:latin typeface="Verizon NHG TX"/>
              <a:ea typeface="Verizon NHG TX"/>
              <a:cs typeface="Verizon NHG TX"/>
              <a:sym typeface="Verizon NHG TX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Verizon NHG TX"/>
              <a:buChar char="-"/>
            </a:pPr>
            <a:r>
              <a:rPr lang="en" sz="1000">
                <a:latin typeface="Verizon NHG TX"/>
                <a:ea typeface="Verizon NHG TX"/>
                <a:cs typeface="Verizon NHG TX"/>
                <a:sym typeface="Verizon NHG TX"/>
              </a:rPr>
              <a:t>Travel and Internal Events</a:t>
            </a:r>
            <a:endParaRPr sz="1000"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1117" name="Google Shape;1117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8" name="Google Shape;1128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000">
                <a:latin typeface="Verizon NHG TX"/>
                <a:ea typeface="Verizon NHG TX"/>
                <a:cs typeface="Verizon NHG TX"/>
                <a:sym typeface="Verizon NHG TX"/>
              </a:rPr>
              <a:t>Expense Management Record (EMR) Categories</a:t>
            </a:r>
            <a:endParaRPr sz="1000">
              <a:latin typeface="Verizon NHG TX"/>
              <a:ea typeface="Verizon NHG TX"/>
              <a:cs typeface="Verizon NHG TX"/>
              <a:sym typeface="Verizon NHG TX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izon NHG TX"/>
              <a:buChar char="-"/>
            </a:pPr>
            <a:r>
              <a:rPr lang="en" sz="1000">
                <a:latin typeface="Verizon NHG TX"/>
                <a:ea typeface="Verizon NHG TX"/>
                <a:cs typeface="Verizon NHG TX"/>
                <a:sym typeface="Verizon NHG TX"/>
              </a:rPr>
              <a:t>Advertising and Promotion</a:t>
            </a:r>
            <a:endParaRPr sz="1000">
              <a:latin typeface="Verizon NHG TX"/>
              <a:ea typeface="Verizon NHG TX"/>
              <a:cs typeface="Verizon NHG TX"/>
              <a:sym typeface="Verizon NHG TX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izon NHG TX"/>
              <a:buChar char="-"/>
            </a:pPr>
            <a:r>
              <a:rPr lang="en" sz="1000">
                <a:latin typeface="Verizon NHG TX"/>
                <a:ea typeface="Verizon NHG TX"/>
                <a:cs typeface="Verizon NHG TX"/>
                <a:sym typeface="Verizon NHG TX"/>
              </a:rPr>
              <a:t>Contracted Services</a:t>
            </a:r>
            <a:endParaRPr sz="1000">
              <a:latin typeface="Verizon NHG TX"/>
              <a:ea typeface="Verizon NHG TX"/>
              <a:cs typeface="Verizon NHG TX"/>
              <a:sym typeface="Verizon NHG TX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izon NHG TX"/>
              <a:buChar char="-"/>
            </a:pPr>
            <a:r>
              <a:rPr lang="en" sz="1000">
                <a:latin typeface="Verizon NHG TX"/>
                <a:ea typeface="Verizon NHG TX"/>
                <a:cs typeface="Verizon NHG TX"/>
                <a:sym typeface="Verizon NHG TX"/>
              </a:rPr>
              <a:t>Direct Costs</a:t>
            </a:r>
            <a:endParaRPr sz="1000">
              <a:latin typeface="Verizon NHG TX"/>
              <a:ea typeface="Verizon NHG TX"/>
              <a:cs typeface="Verizon NHG TX"/>
              <a:sym typeface="Verizon NHG TX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izon NHG TX"/>
              <a:buChar char="-"/>
            </a:pPr>
            <a:r>
              <a:rPr lang="en" sz="1000">
                <a:latin typeface="Verizon NHG TX"/>
                <a:ea typeface="Verizon NHG TX"/>
                <a:cs typeface="Verizon NHG TX"/>
                <a:sym typeface="Verizon NHG TX"/>
              </a:rPr>
              <a:t>Full Time Labor</a:t>
            </a:r>
            <a:endParaRPr sz="1000">
              <a:latin typeface="Verizon NHG TX"/>
              <a:ea typeface="Verizon NHG TX"/>
              <a:cs typeface="Verizon NHG TX"/>
              <a:sym typeface="Verizon NHG TX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izon NHG TX"/>
              <a:buChar char="-"/>
            </a:pPr>
            <a:r>
              <a:rPr lang="en" sz="1000">
                <a:latin typeface="Verizon NHG TX"/>
                <a:ea typeface="Verizon NHG TX"/>
                <a:cs typeface="Verizon NHG TX"/>
                <a:sym typeface="Verizon NHG TX"/>
              </a:rPr>
              <a:t>HR and Training</a:t>
            </a:r>
            <a:endParaRPr sz="1000">
              <a:latin typeface="Verizon NHG TX"/>
              <a:ea typeface="Verizon NHG TX"/>
              <a:cs typeface="Verizon NHG TX"/>
              <a:sym typeface="Verizon NHG TX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izon NHG TX"/>
              <a:buChar char="-"/>
            </a:pPr>
            <a:r>
              <a:rPr lang="en" sz="1000">
                <a:latin typeface="Verizon NHG TX"/>
                <a:ea typeface="Verizon NHG TX"/>
                <a:cs typeface="Verizon NHG TX"/>
                <a:sym typeface="Verizon NHG TX"/>
              </a:rPr>
              <a:t>IT and Technology Contracts</a:t>
            </a:r>
            <a:endParaRPr sz="1000">
              <a:latin typeface="Verizon NHG TX"/>
              <a:ea typeface="Verizon NHG TX"/>
              <a:cs typeface="Verizon NHG TX"/>
              <a:sym typeface="Verizon NHG TX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izon NHG TX"/>
              <a:buChar char="-"/>
            </a:pPr>
            <a:r>
              <a:rPr lang="en" sz="1000">
                <a:latin typeface="Verizon NHG TX"/>
                <a:ea typeface="Verizon NHG TX"/>
                <a:cs typeface="Verizon NHG TX"/>
                <a:sym typeface="Verizon NHG TX"/>
              </a:rPr>
              <a:t>Other Operating Costs</a:t>
            </a:r>
            <a:endParaRPr sz="1000">
              <a:latin typeface="Verizon NHG TX"/>
              <a:ea typeface="Verizon NHG TX"/>
              <a:cs typeface="Verizon NHG TX"/>
              <a:sym typeface="Verizon NHG TX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izon NHG TX"/>
              <a:buChar char="-"/>
            </a:pPr>
            <a:r>
              <a:rPr lang="en" sz="1000">
                <a:latin typeface="Verizon NHG TX"/>
                <a:ea typeface="Verizon NHG TX"/>
                <a:cs typeface="Verizon NHG TX"/>
                <a:sym typeface="Verizon NHG TX"/>
              </a:rPr>
              <a:t>Overhead Costs</a:t>
            </a:r>
            <a:endParaRPr sz="1000">
              <a:latin typeface="Verizon NHG TX"/>
              <a:ea typeface="Verizon NHG TX"/>
              <a:cs typeface="Verizon NHG TX"/>
              <a:sym typeface="Verizon NHG TX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izon NHG TX"/>
              <a:buChar char="-"/>
            </a:pPr>
            <a:r>
              <a:rPr lang="en" sz="1000">
                <a:latin typeface="Verizon NHG TX"/>
                <a:ea typeface="Verizon NHG TX"/>
                <a:cs typeface="Verizon NHG TX"/>
                <a:sym typeface="Verizon NHG TX"/>
              </a:rPr>
              <a:t>Professional Services Fees</a:t>
            </a:r>
            <a:endParaRPr sz="1000">
              <a:latin typeface="Verizon NHG TX"/>
              <a:ea typeface="Verizon NHG TX"/>
              <a:cs typeface="Verizon NHG TX"/>
              <a:sym typeface="Verizon NHG TX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izon NHG TX"/>
              <a:buChar char="-"/>
            </a:pPr>
            <a:r>
              <a:rPr lang="en" sz="1000">
                <a:latin typeface="Verizon NHG TX"/>
                <a:ea typeface="Verizon NHG TX"/>
                <a:cs typeface="Verizon NHG TX"/>
                <a:sym typeface="Verizon NHG TX"/>
              </a:rPr>
              <a:t>Sales Incentives</a:t>
            </a:r>
            <a:endParaRPr sz="1000">
              <a:latin typeface="Verizon NHG TX"/>
              <a:ea typeface="Verizon NHG TX"/>
              <a:cs typeface="Verizon NHG TX"/>
              <a:sym typeface="Verizon NHG TX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izon NHG TX"/>
              <a:buChar char="-"/>
            </a:pPr>
            <a:r>
              <a:rPr lang="en" sz="1000">
                <a:latin typeface="Verizon NHG TX"/>
                <a:ea typeface="Verizon NHG TX"/>
                <a:cs typeface="Verizon NHG TX"/>
                <a:sym typeface="Verizon NHG TX"/>
              </a:rPr>
              <a:t>Temporary Labor</a:t>
            </a:r>
            <a:endParaRPr sz="1000">
              <a:latin typeface="Verizon NHG TX"/>
              <a:ea typeface="Verizon NHG TX"/>
              <a:cs typeface="Verizon NHG TX"/>
              <a:sym typeface="Verizon NHG TX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izon NHG TX"/>
              <a:buChar char="-"/>
            </a:pPr>
            <a:r>
              <a:rPr lang="en" sz="1000">
                <a:latin typeface="Verizon NHG TX"/>
                <a:ea typeface="Verizon NHG TX"/>
                <a:cs typeface="Verizon NHG TX"/>
                <a:sym typeface="Verizon NHG TX"/>
              </a:rPr>
              <a:t>Travel and Internal Events</a:t>
            </a:r>
            <a:endParaRPr/>
          </a:p>
        </p:txBody>
      </p:sp>
      <p:sp>
        <p:nvSpPr>
          <p:cNvPr id="1129" name="Google Shape;1129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0" name="Google Shape;1140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1" name="Google Shape;1141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5" name="Google Shape;114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3" name="Google Shape;1173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4" name="Google Shape;1174;p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g355d6d6c85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1" name="Google Shape;1181;g355d6d6c85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g355d6d6c853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6" name="Google Shape;1186;g355d6d6c853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7" name="Google Shape;1187;g355d6d6c853_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g355d6d6c853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6" name="Google Shape;1196;g355d6d6c853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7" name="Google Shape;1197;g355d6d6c853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g355d6d6c853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3" name="Google Shape;1213;g355d6d6c853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g355d6d6c853_0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7" name="Google Shape;1247;g355d6d6c853_0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Add in a grey box over area that business should not complete for clarity, re-org details</a:t>
            </a:r>
            <a:endParaRPr/>
          </a:p>
        </p:txBody>
      </p:sp>
      <p:sp>
        <p:nvSpPr>
          <p:cNvPr id="1248" name="Google Shape;1248;g355d6d6c853_0_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g355d6d6c853_0_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3" name="Google Shape;1263;g355d6d6c853_0_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000">
                <a:latin typeface="Verizon NHG TX"/>
                <a:ea typeface="Verizon NHG TX"/>
                <a:cs typeface="Verizon NHG TX"/>
                <a:sym typeface="Verizon NHG TX"/>
              </a:rPr>
              <a:t>Expense Management Record (EMR) Categories</a:t>
            </a:r>
            <a:endParaRPr sz="1000">
              <a:latin typeface="Verizon NHG TX"/>
              <a:ea typeface="Verizon NHG TX"/>
              <a:cs typeface="Verizon NHG TX"/>
              <a:sym typeface="Verizon NHG TX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Verizon NHG TX"/>
              <a:buChar char="-"/>
            </a:pPr>
            <a:r>
              <a:rPr lang="en" sz="1000">
                <a:latin typeface="Verizon NHG TX"/>
                <a:ea typeface="Verizon NHG TX"/>
                <a:cs typeface="Verizon NHG TX"/>
                <a:sym typeface="Verizon NHG TX"/>
              </a:rPr>
              <a:t>Advertising and Promotion</a:t>
            </a:r>
            <a:endParaRPr sz="1000">
              <a:latin typeface="Verizon NHG TX"/>
              <a:ea typeface="Verizon NHG TX"/>
              <a:cs typeface="Verizon NHG TX"/>
              <a:sym typeface="Verizon NHG TX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Verizon NHG TX"/>
              <a:buChar char="-"/>
            </a:pPr>
            <a:r>
              <a:rPr lang="en" sz="1000">
                <a:latin typeface="Verizon NHG TX"/>
                <a:ea typeface="Verizon NHG TX"/>
                <a:cs typeface="Verizon NHG TX"/>
                <a:sym typeface="Verizon NHG TX"/>
              </a:rPr>
              <a:t>Contracted Services</a:t>
            </a:r>
            <a:endParaRPr sz="1000">
              <a:latin typeface="Verizon NHG TX"/>
              <a:ea typeface="Verizon NHG TX"/>
              <a:cs typeface="Verizon NHG TX"/>
              <a:sym typeface="Verizon NHG TX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Verizon NHG TX"/>
              <a:buChar char="-"/>
            </a:pPr>
            <a:r>
              <a:rPr lang="en" sz="1000">
                <a:latin typeface="Verizon NHG TX"/>
                <a:ea typeface="Verizon NHG TX"/>
                <a:cs typeface="Verizon NHG TX"/>
                <a:sym typeface="Verizon NHG TX"/>
              </a:rPr>
              <a:t>Direct Costs</a:t>
            </a:r>
            <a:endParaRPr sz="1000">
              <a:latin typeface="Verizon NHG TX"/>
              <a:ea typeface="Verizon NHG TX"/>
              <a:cs typeface="Verizon NHG TX"/>
              <a:sym typeface="Verizon NHG TX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Verizon NHG TX"/>
              <a:buChar char="-"/>
            </a:pPr>
            <a:r>
              <a:rPr lang="en" sz="1000">
                <a:latin typeface="Verizon NHG TX"/>
                <a:ea typeface="Verizon NHG TX"/>
                <a:cs typeface="Verizon NHG TX"/>
                <a:sym typeface="Verizon NHG TX"/>
              </a:rPr>
              <a:t>Full Time Labor</a:t>
            </a:r>
            <a:endParaRPr sz="1000">
              <a:latin typeface="Verizon NHG TX"/>
              <a:ea typeface="Verizon NHG TX"/>
              <a:cs typeface="Verizon NHG TX"/>
              <a:sym typeface="Verizon NHG TX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Verizon NHG TX"/>
              <a:buChar char="-"/>
            </a:pPr>
            <a:r>
              <a:rPr lang="en" sz="1000">
                <a:latin typeface="Verizon NHG TX"/>
                <a:ea typeface="Verizon NHG TX"/>
                <a:cs typeface="Verizon NHG TX"/>
                <a:sym typeface="Verizon NHG TX"/>
              </a:rPr>
              <a:t>HR and Training</a:t>
            </a:r>
            <a:endParaRPr sz="1000">
              <a:latin typeface="Verizon NHG TX"/>
              <a:ea typeface="Verizon NHG TX"/>
              <a:cs typeface="Verizon NHG TX"/>
              <a:sym typeface="Verizon NHG TX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Verizon NHG TX"/>
              <a:buChar char="-"/>
            </a:pPr>
            <a:r>
              <a:rPr lang="en" sz="1000">
                <a:latin typeface="Verizon NHG TX"/>
                <a:ea typeface="Verizon NHG TX"/>
                <a:cs typeface="Verizon NHG TX"/>
                <a:sym typeface="Verizon NHG TX"/>
              </a:rPr>
              <a:t>IT and Technology Contracts</a:t>
            </a:r>
            <a:endParaRPr sz="1000">
              <a:latin typeface="Verizon NHG TX"/>
              <a:ea typeface="Verizon NHG TX"/>
              <a:cs typeface="Verizon NHG TX"/>
              <a:sym typeface="Verizon NHG TX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Verizon NHG TX"/>
              <a:buChar char="-"/>
            </a:pPr>
            <a:r>
              <a:rPr lang="en" sz="1000">
                <a:latin typeface="Verizon NHG TX"/>
                <a:ea typeface="Verizon NHG TX"/>
                <a:cs typeface="Verizon NHG TX"/>
                <a:sym typeface="Verizon NHG TX"/>
              </a:rPr>
              <a:t>Other Operating Costs</a:t>
            </a:r>
            <a:endParaRPr sz="1000">
              <a:latin typeface="Verizon NHG TX"/>
              <a:ea typeface="Verizon NHG TX"/>
              <a:cs typeface="Verizon NHG TX"/>
              <a:sym typeface="Verizon NHG TX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Verizon NHG TX"/>
              <a:buChar char="-"/>
            </a:pPr>
            <a:r>
              <a:rPr lang="en" sz="1000">
                <a:latin typeface="Verizon NHG TX"/>
                <a:ea typeface="Verizon NHG TX"/>
                <a:cs typeface="Verizon NHG TX"/>
                <a:sym typeface="Verizon NHG TX"/>
              </a:rPr>
              <a:t>Overhead Costs</a:t>
            </a:r>
            <a:endParaRPr sz="1000">
              <a:latin typeface="Verizon NHG TX"/>
              <a:ea typeface="Verizon NHG TX"/>
              <a:cs typeface="Verizon NHG TX"/>
              <a:sym typeface="Verizon NHG TX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Verizon NHG TX"/>
              <a:buChar char="-"/>
            </a:pPr>
            <a:r>
              <a:rPr lang="en" sz="1000">
                <a:latin typeface="Verizon NHG TX"/>
                <a:ea typeface="Verizon NHG TX"/>
                <a:cs typeface="Verizon NHG TX"/>
                <a:sym typeface="Verizon NHG TX"/>
              </a:rPr>
              <a:t>Professional Services Fees</a:t>
            </a:r>
            <a:endParaRPr sz="1000">
              <a:latin typeface="Verizon NHG TX"/>
              <a:ea typeface="Verizon NHG TX"/>
              <a:cs typeface="Verizon NHG TX"/>
              <a:sym typeface="Verizon NHG TX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Verizon NHG TX"/>
              <a:buChar char="-"/>
            </a:pPr>
            <a:r>
              <a:rPr lang="en" sz="1000">
                <a:latin typeface="Verizon NHG TX"/>
                <a:ea typeface="Verizon NHG TX"/>
                <a:cs typeface="Verizon NHG TX"/>
                <a:sym typeface="Verizon NHG TX"/>
              </a:rPr>
              <a:t>Sales Incentives</a:t>
            </a:r>
            <a:endParaRPr sz="1000">
              <a:latin typeface="Verizon NHG TX"/>
              <a:ea typeface="Verizon NHG TX"/>
              <a:cs typeface="Verizon NHG TX"/>
              <a:sym typeface="Verizon NHG TX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Verizon NHG TX"/>
              <a:buChar char="-"/>
            </a:pPr>
            <a:r>
              <a:rPr lang="en" sz="1000">
                <a:latin typeface="Verizon NHG TX"/>
                <a:ea typeface="Verizon NHG TX"/>
                <a:cs typeface="Verizon NHG TX"/>
                <a:sym typeface="Verizon NHG TX"/>
              </a:rPr>
              <a:t>Temporary Labor</a:t>
            </a:r>
            <a:endParaRPr sz="1000">
              <a:latin typeface="Verizon NHG TX"/>
              <a:ea typeface="Verizon NHG TX"/>
              <a:cs typeface="Verizon NHG TX"/>
              <a:sym typeface="Verizon NHG TX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Verizon NHG TX"/>
              <a:buChar char="-"/>
            </a:pPr>
            <a:r>
              <a:rPr lang="en" sz="1000">
                <a:latin typeface="Verizon NHG TX"/>
                <a:ea typeface="Verizon NHG TX"/>
                <a:cs typeface="Verizon NHG TX"/>
                <a:sym typeface="Verizon NHG TX"/>
              </a:rPr>
              <a:t>Travel and Internal Events</a:t>
            </a:r>
            <a:endParaRPr sz="1000"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1264" name="Google Shape;1264;g355d6d6c853_0_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g355d6d6c853_0_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5" name="Google Shape;1275;g355d6d6c853_0_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000">
                <a:latin typeface="Verizon NHG TX"/>
                <a:ea typeface="Verizon NHG TX"/>
                <a:cs typeface="Verizon NHG TX"/>
                <a:sym typeface="Verizon NHG TX"/>
              </a:rPr>
              <a:t>Expense Management Record (EMR) Categories</a:t>
            </a:r>
            <a:endParaRPr sz="1000">
              <a:latin typeface="Verizon NHG TX"/>
              <a:ea typeface="Verizon NHG TX"/>
              <a:cs typeface="Verizon NHG TX"/>
              <a:sym typeface="Verizon NHG TX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izon NHG TX"/>
              <a:buChar char="-"/>
            </a:pPr>
            <a:r>
              <a:rPr lang="en" sz="1000">
                <a:latin typeface="Verizon NHG TX"/>
                <a:ea typeface="Verizon NHG TX"/>
                <a:cs typeface="Verizon NHG TX"/>
                <a:sym typeface="Verizon NHG TX"/>
              </a:rPr>
              <a:t>Advertising and Promotion</a:t>
            </a:r>
            <a:endParaRPr sz="1000">
              <a:latin typeface="Verizon NHG TX"/>
              <a:ea typeface="Verizon NHG TX"/>
              <a:cs typeface="Verizon NHG TX"/>
              <a:sym typeface="Verizon NHG TX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izon NHG TX"/>
              <a:buChar char="-"/>
            </a:pPr>
            <a:r>
              <a:rPr lang="en" sz="1000">
                <a:latin typeface="Verizon NHG TX"/>
                <a:ea typeface="Verizon NHG TX"/>
                <a:cs typeface="Verizon NHG TX"/>
                <a:sym typeface="Verizon NHG TX"/>
              </a:rPr>
              <a:t>Contracted Services</a:t>
            </a:r>
            <a:endParaRPr sz="1000">
              <a:latin typeface="Verizon NHG TX"/>
              <a:ea typeface="Verizon NHG TX"/>
              <a:cs typeface="Verizon NHG TX"/>
              <a:sym typeface="Verizon NHG TX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izon NHG TX"/>
              <a:buChar char="-"/>
            </a:pPr>
            <a:r>
              <a:rPr lang="en" sz="1000">
                <a:latin typeface="Verizon NHG TX"/>
                <a:ea typeface="Verizon NHG TX"/>
                <a:cs typeface="Verizon NHG TX"/>
                <a:sym typeface="Verizon NHG TX"/>
              </a:rPr>
              <a:t>Direct Costs</a:t>
            </a:r>
            <a:endParaRPr sz="1000">
              <a:latin typeface="Verizon NHG TX"/>
              <a:ea typeface="Verizon NHG TX"/>
              <a:cs typeface="Verizon NHG TX"/>
              <a:sym typeface="Verizon NHG TX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izon NHG TX"/>
              <a:buChar char="-"/>
            </a:pPr>
            <a:r>
              <a:rPr lang="en" sz="1000">
                <a:latin typeface="Verizon NHG TX"/>
                <a:ea typeface="Verizon NHG TX"/>
                <a:cs typeface="Verizon NHG TX"/>
                <a:sym typeface="Verizon NHG TX"/>
              </a:rPr>
              <a:t>Full Time Labor</a:t>
            </a:r>
            <a:endParaRPr sz="1000">
              <a:latin typeface="Verizon NHG TX"/>
              <a:ea typeface="Verizon NHG TX"/>
              <a:cs typeface="Verizon NHG TX"/>
              <a:sym typeface="Verizon NHG TX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izon NHG TX"/>
              <a:buChar char="-"/>
            </a:pPr>
            <a:r>
              <a:rPr lang="en" sz="1000">
                <a:latin typeface="Verizon NHG TX"/>
                <a:ea typeface="Verizon NHG TX"/>
                <a:cs typeface="Verizon NHG TX"/>
                <a:sym typeface="Verizon NHG TX"/>
              </a:rPr>
              <a:t>HR and Training</a:t>
            </a:r>
            <a:endParaRPr sz="1000">
              <a:latin typeface="Verizon NHG TX"/>
              <a:ea typeface="Verizon NHG TX"/>
              <a:cs typeface="Verizon NHG TX"/>
              <a:sym typeface="Verizon NHG TX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izon NHG TX"/>
              <a:buChar char="-"/>
            </a:pPr>
            <a:r>
              <a:rPr lang="en" sz="1000">
                <a:latin typeface="Verizon NHG TX"/>
                <a:ea typeface="Verizon NHG TX"/>
                <a:cs typeface="Verizon NHG TX"/>
                <a:sym typeface="Verizon NHG TX"/>
              </a:rPr>
              <a:t>IT and Technology Contracts</a:t>
            </a:r>
            <a:endParaRPr sz="1000">
              <a:latin typeface="Verizon NHG TX"/>
              <a:ea typeface="Verizon NHG TX"/>
              <a:cs typeface="Verizon NHG TX"/>
              <a:sym typeface="Verizon NHG TX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izon NHG TX"/>
              <a:buChar char="-"/>
            </a:pPr>
            <a:r>
              <a:rPr lang="en" sz="1000">
                <a:latin typeface="Verizon NHG TX"/>
                <a:ea typeface="Verizon NHG TX"/>
                <a:cs typeface="Verizon NHG TX"/>
                <a:sym typeface="Verizon NHG TX"/>
              </a:rPr>
              <a:t>Other Operating Costs</a:t>
            </a:r>
            <a:endParaRPr sz="1000">
              <a:latin typeface="Verizon NHG TX"/>
              <a:ea typeface="Verizon NHG TX"/>
              <a:cs typeface="Verizon NHG TX"/>
              <a:sym typeface="Verizon NHG TX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izon NHG TX"/>
              <a:buChar char="-"/>
            </a:pPr>
            <a:r>
              <a:rPr lang="en" sz="1000">
                <a:latin typeface="Verizon NHG TX"/>
                <a:ea typeface="Verizon NHG TX"/>
                <a:cs typeface="Verizon NHG TX"/>
                <a:sym typeface="Verizon NHG TX"/>
              </a:rPr>
              <a:t>Overhead Costs</a:t>
            </a:r>
            <a:endParaRPr sz="1000">
              <a:latin typeface="Verizon NHG TX"/>
              <a:ea typeface="Verizon NHG TX"/>
              <a:cs typeface="Verizon NHG TX"/>
              <a:sym typeface="Verizon NHG TX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izon NHG TX"/>
              <a:buChar char="-"/>
            </a:pPr>
            <a:r>
              <a:rPr lang="en" sz="1000">
                <a:latin typeface="Verizon NHG TX"/>
                <a:ea typeface="Verizon NHG TX"/>
                <a:cs typeface="Verizon NHG TX"/>
                <a:sym typeface="Verizon NHG TX"/>
              </a:rPr>
              <a:t>Professional Services Fees</a:t>
            </a:r>
            <a:endParaRPr sz="1000">
              <a:latin typeface="Verizon NHG TX"/>
              <a:ea typeface="Verizon NHG TX"/>
              <a:cs typeface="Verizon NHG TX"/>
              <a:sym typeface="Verizon NHG TX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izon NHG TX"/>
              <a:buChar char="-"/>
            </a:pPr>
            <a:r>
              <a:rPr lang="en" sz="1000">
                <a:latin typeface="Verizon NHG TX"/>
                <a:ea typeface="Verizon NHG TX"/>
                <a:cs typeface="Verizon NHG TX"/>
                <a:sym typeface="Verizon NHG TX"/>
              </a:rPr>
              <a:t>Sales Incentives</a:t>
            </a:r>
            <a:endParaRPr sz="1000">
              <a:latin typeface="Verizon NHG TX"/>
              <a:ea typeface="Verizon NHG TX"/>
              <a:cs typeface="Verizon NHG TX"/>
              <a:sym typeface="Verizon NHG TX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izon NHG TX"/>
              <a:buChar char="-"/>
            </a:pPr>
            <a:r>
              <a:rPr lang="en" sz="1000">
                <a:latin typeface="Verizon NHG TX"/>
                <a:ea typeface="Verizon NHG TX"/>
                <a:cs typeface="Verizon NHG TX"/>
                <a:sym typeface="Verizon NHG TX"/>
              </a:rPr>
              <a:t>Temporary Labor</a:t>
            </a:r>
            <a:endParaRPr sz="1000">
              <a:latin typeface="Verizon NHG TX"/>
              <a:ea typeface="Verizon NHG TX"/>
              <a:cs typeface="Verizon NHG TX"/>
              <a:sym typeface="Verizon NHG TX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izon NHG TX"/>
              <a:buChar char="-"/>
            </a:pPr>
            <a:r>
              <a:rPr lang="en" sz="1000">
                <a:latin typeface="Verizon NHG TX"/>
                <a:ea typeface="Verizon NHG TX"/>
                <a:cs typeface="Verizon NHG TX"/>
                <a:sym typeface="Verizon NHG TX"/>
              </a:rPr>
              <a:t>Travel and Internal Events</a:t>
            </a:r>
            <a:endParaRPr/>
          </a:p>
        </p:txBody>
      </p:sp>
      <p:sp>
        <p:nvSpPr>
          <p:cNvPr id="1276" name="Google Shape;1276;g355d6d6c853_0_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g355d6d6c853_0_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7" name="Google Shape;1287;g355d6d6c853_0_1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8" name="Google Shape;1288;g355d6d6c853_0_10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g355d6d6c853_0_1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2" name="Google Shape;1292;g355d6d6c853_0_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g355d6d6c853_0_1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0" name="Google Shape;1320;g355d6d6c853_0_1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1" name="Google Shape;1321;g355d6d6c853_0_1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7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0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png"/><Relationship Id="rId3" Type="http://schemas.openxmlformats.org/officeDocument/2006/relationships/image" Target="../media/image1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png"/><Relationship Id="rId3" Type="http://schemas.openxmlformats.org/officeDocument/2006/relationships/image" Target="../media/image1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7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7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8.png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0.png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8.png"/></Relationships>
</file>

<file path=ppt/slideLayouts/_rels/slideLayout1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6.png"/></Relationships>
</file>

<file path=ppt/slideLayouts/_rels/slideLayout1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6.png"/></Relationships>
</file>

<file path=ppt/slideLayouts/_rels/slideLayout1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1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1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_Secondary Cover - Black">
  <p:cSld name="Secondary Cover - Black_1">
    <p:bg>
      <p:bgPr>
        <a:solidFill>
          <a:schemeClr val="dk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" type="body"/>
          </p:nvPr>
        </p:nvSpPr>
        <p:spPr>
          <a:xfrm>
            <a:off x="6703219" y="3406501"/>
            <a:ext cx="19671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DS"/>
              <a:buNone/>
              <a:defRPr i="0" sz="1800">
                <a:solidFill>
                  <a:schemeClr val="lt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178044" y="4668716"/>
            <a:ext cx="6284400" cy="309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 txBox="1"/>
          <p:nvPr>
            <p:ph type="title"/>
          </p:nvPr>
        </p:nvSpPr>
        <p:spPr>
          <a:xfrm>
            <a:off x="457200" y="3349229"/>
            <a:ext cx="54246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Font typeface="Arial"/>
              <a:buNone/>
              <a:defRPr sz="5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pic>
        <p:nvPicPr>
          <p:cNvPr descr="A red letter v with a yellow light&#10;&#10;Description automatically generated" id="15" name="Google Shape;15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2880" y="182880"/>
            <a:ext cx="2020823" cy="18901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9_Slide_Divider w/ Copy - Yellow">
  <p:cSld name="Divider w/ Copy - Yellow">
    <p:bg>
      <p:bgPr>
        <a:solidFill>
          <a:schemeClr val="lt2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0"/>
            <a:ext cx="50535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2716823" y="4728064"/>
            <a:ext cx="2017800" cy="197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567428" y="0"/>
            <a:ext cx="4576500" cy="5143500"/>
          </a:xfrm>
          <a:prstGeom prst="rect">
            <a:avLst/>
          </a:prstGeom>
          <a:solidFill>
            <a:schemeClr val="lt2"/>
          </a:solidFill>
          <a:ln cap="flat" cmpd="sng" w="82550">
            <a:solidFill>
              <a:srgbClr val="F5FF1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 txBox="1"/>
          <p:nvPr>
            <p:ph idx="1" type="body"/>
          </p:nvPr>
        </p:nvSpPr>
        <p:spPr>
          <a:xfrm>
            <a:off x="5360194" y="2628900"/>
            <a:ext cx="3552900" cy="14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8125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0" i="0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7pPr>
            <a:lvl8pPr indent="-2857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8pPr>
            <a:lvl9pPr indent="-2857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9pPr>
          </a:lstStyle>
          <a:p/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73869" y="469106"/>
            <a:ext cx="3571800" cy="38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"/>
              <a:buNone/>
              <a:defRPr sz="3600">
                <a:solidFill>
                  <a:schemeClr val="accent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317509" y="4725915"/>
            <a:ext cx="352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" name="Google Shape;2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624" y="4632722"/>
            <a:ext cx="841577" cy="3442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6_Slide_Content slide">
  <p:cSld name="Content slide">
    <p:bg>
      <p:bgPr>
        <a:solidFill>
          <a:schemeClr val="l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317509" y="4725915"/>
            <a:ext cx="352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473868" y="1188244"/>
            <a:ext cx="8196300" cy="3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-"/>
              <a:defRPr/>
            </a:lvl4pPr>
            <a:lvl5pPr indent="-2857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-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-"/>
              <a:defRPr sz="900"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2" type="body"/>
          </p:nvPr>
        </p:nvSpPr>
        <p:spPr>
          <a:xfrm>
            <a:off x="476251" y="469106"/>
            <a:ext cx="61125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type="title"/>
          </p:nvPr>
        </p:nvSpPr>
        <p:spPr>
          <a:xfrm>
            <a:off x="473870" y="619857"/>
            <a:ext cx="75045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7_Slide_Ender 2 - Black">
  <p:cSld name="Ender 2 - Black">
    <p:bg>
      <p:bgPr>
        <a:solidFill>
          <a:srgbClr val="000000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/>
          <p:nvPr/>
        </p:nvSpPr>
        <p:spPr>
          <a:xfrm>
            <a:off x="178044" y="4668716"/>
            <a:ext cx="987600" cy="309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" name="Google Shape;31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45619" y="1140198"/>
            <a:ext cx="3063717" cy="28655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 point and optional partner - White">
  <p:cSld name="Bullet point and optional partner - White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idx="1" type="body"/>
          </p:nvPr>
        </p:nvSpPr>
        <p:spPr>
          <a:xfrm>
            <a:off x="228600" y="228600"/>
            <a:ext cx="6485400" cy="1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None/>
              <a:defRPr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pic>
        <p:nvPicPr>
          <p:cNvPr id="34" name="Google Shape;34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9133" y="4768923"/>
            <a:ext cx="627382" cy="140459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6"/>
          <p:cNvSpPr/>
          <p:nvPr>
            <p:ph idx="2" type="pic"/>
          </p:nvPr>
        </p:nvSpPr>
        <p:spPr>
          <a:xfrm>
            <a:off x="7446169" y="228600"/>
            <a:ext cx="1473600" cy="6858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6"/>
          <p:cNvSpPr txBox="1"/>
          <p:nvPr>
            <p:ph idx="3" type="body"/>
          </p:nvPr>
        </p:nvSpPr>
        <p:spPr>
          <a:xfrm>
            <a:off x="228599" y="359209"/>
            <a:ext cx="6485400" cy="5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erizon NHG TX"/>
              <a:buNone/>
              <a:defRPr b="1" i="0" sz="2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37" name="Google Shape;37;p6"/>
          <p:cNvSpPr txBox="1"/>
          <p:nvPr/>
        </p:nvSpPr>
        <p:spPr>
          <a:xfrm>
            <a:off x="2625367" y="4800600"/>
            <a:ext cx="3693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Verizon confidential and proprietary. Unauthorized disclosure, reproduction or other use prohibited.</a:t>
            </a:r>
            <a:endParaRPr b="0" i="0" sz="1000" u="none" cap="none" strike="noStrike">
              <a:solidFill>
                <a:srgbClr val="000000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38" name="Google Shape;38;p6"/>
          <p:cNvSpPr txBox="1"/>
          <p:nvPr/>
        </p:nvSpPr>
        <p:spPr>
          <a:xfrm>
            <a:off x="8642255" y="4759509"/>
            <a:ext cx="272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‹#›</a:t>
            </a:fld>
            <a:endParaRPr b="1" i="0" sz="1000" u="none" cap="none" strike="noStrike">
              <a:solidFill>
                <a:schemeClr val="accen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39" name="Google Shape;39;p6"/>
          <p:cNvSpPr txBox="1"/>
          <p:nvPr>
            <p:ph idx="4" type="body"/>
          </p:nvPr>
        </p:nvSpPr>
        <p:spPr>
          <a:xfrm>
            <a:off x="226219" y="1835658"/>
            <a:ext cx="7951200" cy="22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izon NHG TX"/>
              <a:buChar char="•"/>
              <a:defRPr b="1" i="0" sz="18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3048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izon NHG TX"/>
              <a:buChar char="•"/>
              <a:defRPr i="0" sz="12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3048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izon NHG TX"/>
              <a:buChar char="•"/>
              <a:defRPr i="0" sz="12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304800" lvl="3" marL="1828800" marR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izon NHG TX"/>
              <a:buChar char="•"/>
              <a:defRPr i="0" sz="12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304800" lvl="4" marL="2286000" marR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izon NHG TX"/>
              <a:buChar char="•"/>
              <a:defRPr i="0" sz="12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8_Slide_Info Slide">
  <p:cSld name="Info Slide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/>
          <p:nvPr/>
        </p:nvSpPr>
        <p:spPr>
          <a:xfrm>
            <a:off x="2749794" y="4741252"/>
            <a:ext cx="3653100" cy="22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317509" y="4725915"/>
            <a:ext cx="352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7"/>
          <p:cNvSpPr/>
          <p:nvPr/>
        </p:nvSpPr>
        <p:spPr>
          <a:xfrm>
            <a:off x="6126956" y="469106"/>
            <a:ext cx="2543100" cy="2073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Read this info slide. This is not a template.</a:t>
            </a:r>
            <a:endParaRPr b="0" i="0" sz="1100" u="none" cap="none" strike="noStrike">
              <a:solidFill>
                <a:srgbClr val="000000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_Slide_Primary Cover - White">
  <p:cSld name="Primary Cover - White">
    <p:bg>
      <p:bgPr>
        <a:solidFill>
          <a:schemeClr val="lt1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/>
          <p:nvPr/>
        </p:nvSpPr>
        <p:spPr>
          <a:xfrm>
            <a:off x="178044" y="4668716"/>
            <a:ext cx="6554700" cy="30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8"/>
          <p:cNvSpPr txBox="1"/>
          <p:nvPr>
            <p:ph idx="1" type="body"/>
          </p:nvPr>
        </p:nvSpPr>
        <p:spPr>
          <a:xfrm>
            <a:off x="473869" y="2628900"/>
            <a:ext cx="6801000" cy="6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i="0"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47" name="Google Shape;47;p8"/>
          <p:cNvSpPr txBox="1"/>
          <p:nvPr>
            <p:ph type="title"/>
          </p:nvPr>
        </p:nvSpPr>
        <p:spPr>
          <a:xfrm>
            <a:off x="473870" y="469106"/>
            <a:ext cx="6115200" cy="13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48" name="Google Shape;48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3380" y="3639800"/>
            <a:ext cx="1289153" cy="1205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_Slide_Primary Cover - Black">
  <p:cSld name="Primary Cover - Black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/>
          <p:nvPr/>
        </p:nvSpPr>
        <p:spPr>
          <a:xfrm>
            <a:off x="178044" y="4668716"/>
            <a:ext cx="6778800" cy="309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9"/>
          <p:cNvSpPr txBox="1"/>
          <p:nvPr>
            <p:ph idx="1" type="body"/>
          </p:nvPr>
        </p:nvSpPr>
        <p:spPr>
          <a:xfrm>
            <a:off x="473869" y="2628900"/>
            <a:ext cx="6801000" cy="6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i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7pPr>
            <a:lvl8pPr indent="-2857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8pPr>
            <a:lvl9pPr indent="-2857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type="title"/>
          </p:nvPr>
        </p:nvSpPr>
        <p:spPr>
          <a:xfrm>
            <a:off x="473870" y="469106"/>
            <a:ext cx="6115200" cy="13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Arial"/>
              <a:buNone/>
              <a:defRPr sz="5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53" name="Google Shape;53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3380" y="3639800"/>
            <a:ext cx="1289153" cy="1205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_Slide_Secondary Cover - White">
  <p:cSld name="Secondary Cover - White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/>
          <p:nvPr/>
        </p:nvSpPr>
        <p:spPr>
          <a:xfrm>
            <a:off x="178044" y="4668716"/>
            <a:ext cx="6554700" cy="30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" name="Google Shape;56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4928" y="187277"/>
            <a:ext cx="2028093" cy="1896929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6703219" y="3356087"/>
            <a:ext cx="19671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i="0" sz="18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7pPr>
            <a:lvl8pPr indent="-2857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8pPr>
            <a:lvl9pPr indent="-2857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9pPr>
          </a:lstStyle>
          <a:p/>
        </p:txBody>
      </p:sp>
      <p:sp>
        <p:nvSpPr>
          <p:cNvPr id="58" name="Google Shape;58;p10"/>
          <p:cNvSpPr txBox="1"/>
          <p:nvPr>
            <p:ph type="title"/>
          </p:nvPr>
        </p:nvSpPr>
        <p:spPr>
          <a:xfrm>
            <a:off x="473870" y="3349229"/>
            <a:ext cx="54246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0"/>
          <p:cNvSpPr/>
          <p:nvPr>
            <p:ph idx="2" type="pic"/>
          </p:nvPr>
        </p:nvSpPr>
        <p:spPr>
          <a:xfrm>
            <a:off x="7394972" y="469106"/>
            <a:ext cx="1275000" cy="1325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_Slide_Secondary Cover - Black">
  <p:cSld name="Secondary Cover - Black">
    <p:bg>
      <p:bgPr>
        <a:solidFill>
          <a:schemeClr val="dk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/>
          <p:nvPr/>
        </p:nvSpPr>
        <p:spPr>
          <a:xfrm>
            <a:off x="178044" y="4668716"/>
            <a:ext cx="6284400" cy="309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4928" y="187277"/>
            <a:ext cx="2028093" cy="1896929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6703219" y="3356087"/>
            <a:ext cx="19671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i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" name="Google Shape;64;p11"/>
          <p:cNvSpPr txBox="1"/>
          <p:nvPr>
            <p:ph type="title"/>
          </p:nvPr>
        </p:nvSpPr>
        <p:spPr>
          <a:xfrm>
            <a:off x="473870" y="3349229"/>
            <a:ext cx="54246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Arial"/>
              <a:buNone/>
              <a:defRPr sz="5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1"/>
          <p:cNvSpPr/>
          <p:nvPr>
            <p:ph idx="2" type="pic"/>
          </p:nvPr>
        </p:nvSpPr>
        <p:spPr>
          <a:xfrm>
            <a:off x="7394972" y="469106"/>
            <a:ext cx="1275000" cy="1325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_Slide_Divider - White">
  <p:cSld name="Divider - White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" type="body"/>
          </p:nvPr>
        </p:nvSpPr>
        <p:spPr>
          <a:xfrm>
            <a:off x="473869" y="2628900"/>
            <a:ext cx="40467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8125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i="0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7pPr>
            <a:lvl8pPr indent="-2857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8pPr>
            <a:lvl9pPr indent="-2857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9pPr>
          </a:lstStyle>
          <a:p/>
        </p:txBody>
      </p:sp>
      <p:sp>
        <p:nvSpPr>
          <p:cNvPr id="68" name="Google Shape;68;p12"/>
          <p:cNvSpPr txBox="1"/>
          <p:nvPr>
            <p:ph type="title"/>
          </p:nvPr>
        </p:nvSpPr>
        <p:spPr>
          <a:xfrm>
            <a:off x="473869" y="469107"/>
            <a:ext cx="6801000" cy="13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000"/>
              <a:buFont typeface="Arial"/>
              <a:buNone/>
              <a:defRPr sz="5000">
                <a:solidFill>
                  <a:schemeClr val="accent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2"/>
          <p:cNvSpPr txBox="1"/>
          <p:nvPr>
            <p:ph idx="12" type="sldNum"/>
          </p:nvPr>
        </p:nvSpPr>
        <p:spPr>
          <a:xfrm>
            <a:off x="8317509" y="4725915"/>
            <a:ext cx="352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6_Slide_Divider - Black">
  <p:cSld name="Divider - Black">
    <p:bg>
      <p:bgPr>
        <a:solidFill>
          <a:schemeClr val="dk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473869" y="2628900"/>
            <a:ext cx="40467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812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i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7pPr>
            <a:lvl8pPr indent="-2857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8pPr>
            <a:lvl9pPr indent="-2857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type="title"/>
          </p:nvPr>
        </p:nvSpPr>
        <p:spPr>
          <a:xfrm>
            <a:off x="473869" y="469107"/>
            <a:ext cx="6801000" cy="13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000"/>
              <a:buFont typeface="Arial"/>
              <a:buNone/>
              <a:defRPr sz="5000">
                <a:solidFill>
                  <a:schemeClr val="accent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12" type="sldNum"/>
          </p:nvPr>
        </p:nvSpPr>
        <p:spPr>
          <a:xfrm>
            <a:off x="8317509" y="4725915"/>
            <a:ext cx="352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" name="Google Shape;74;p13"/>
          <p:cNvSpPr txBox="1"/>
          <p:nvPr/>
        </p:nvSpPr>
        <p:spPr>
          <a:xfrm>
            <a:off x="2625367" y="4761251"/>
            <a:ext cx="3693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Verizon confidential and proprietary. Unauthorized disclosure, reproduction or other use prohibited.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7_Slide_Large statement or Divider - White">
  <p:cSld name="Large statement or Divider - White">
    <p:bg>
      <p:bgPr>
        <a:solidFill>
          <a:schemeClr val="dk2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/>
          <p:nvPr/>
        </p:nvSpPr>
        <p:spPr>
          <a:xfrm>
            <a:off x="498022" y="522350"/>
            <a:ext cx="8131800" cy="4074000"/>
          </a:xfrm>
          <a:prstGeom prst="rect">
            <a:avLst/>
          </a:prstGeom>
          <a:solidFill>
            <a:schemeClr val="lt2"/>
          </a:solidFill>
          <a:ln cap="flat" cmpd="sng" w="63500">
            <a:solidFill>
              <a:srgbClr val="F5FF1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4"/>
          <p:cNvSpPr txBox="1"/>
          <p:nvPr>
            <p:ph idx="12" type="sldNum"/>
          </p:nvPr>
        </p:nvSpPr>
        <p:spPr>
          <a:xfrm>
            <a:off x="8317509" y="4725915"/>
            <a:ext cx="352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4"/>
          <p:cNvSpPr txBox="1"/>
          <p:nvPr>
            <p:ph type="title"/>
          </p:nvPr>
        </p:nvSpPr>
        <p:spPr>
          <a:xfrm>
            <a:off x="726935" y="742322"/>
            <a:ext cx="5767800" cy="15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000"/>
              <a:buFont typeface="Arial"/>
              <a:buNone/>
              <a:defRPr sz="5000">
                <a:solidFill>
                  <a:schemeClr val="accent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8_Slide_Large statement or Divider - Black">
  <p:cSld name="Large statement or Divider - Black">
    <p:bg>
      <p:bgPr>
        <a:solidFill>
          <a:schemeClr val="lt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idx="12" type="sldNum"/>
          </p:nvPr>
        </p:nvSpPr>
        <p:spPr>
          <a:xfrm>
            <a:off x="8317509" y="4725915"/>
            <a:ext cx="352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" name="Google Shape;81;p15"/>
          <p:cNvSpPr/>
          <p:nvPr/>
        </p:nvSpPr>
        <p:spPr>
          <a:xfrm>
            <a:off x="498022" y="522350"/>
            <a:ext cx="8131800" cy="4074000"/>
          </a:xfrm>
          <a:prstGeom prst="rect">
            <a:avLst/>
          </a:prstGeom>
          <a:solidFill>
            <a:schemeClr val="dk1"/>
          </a:solidFill>
          <a:ln cap="flat" cmpd="sng" w="63500">
            <a:solidFill>
              <a:srgbClr val="F5FF1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5"/>
          <p:cNvSpPr txBox="1"/>
          <p:nvPr>
            <p:ph type="title"/>
          </p:nvPr>
        </p:nvSpPr>
        <p:spPr>
          <a:xfrm>
            <a:off x="726935" y="742322"/>
            <a:ext cx="5767800" cy="15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Arial"/>
              <a:buNone/>
              <a:defRPr sz="5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Slide_Divider w/ Copy - Red">
  <p:cSld name="Divider w/ Copy - Red">
    <p:bg>
      <p:bgPr>
        <a:solidFill>
          <a:srgbClr val="F3EDE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2716823" y="4728064"/>
            <a:ext cx="2017800" cy="197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4567428" y="0"/>
            <a:ext cx="4576500" cy="5143500"/>
          </a:xfrm>
          <a:prstGeom prst="rect">
            <a:avLst/>
          </a:prstGeom>
          <a:solidFill>
            <a:schemeClr val="accent6"/>
          </a:solidFill>
          <a:ln cap="flat" cmpd="sng" w="8255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5360194" y="2628900"/>
            <a:ext cx="3552900" cy="14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812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i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7pPr>
            <a:lvl8pPr indent="-2857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8pPr>
            <a:lvl9pPr indent="-2857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" name="Google Shape;87;p16"/>
          <p:cNvSpPr txBox="1"/>
          <p:nvPr>
            <p:ph type="title"/>
          </p:nvPr>
        </p:nvSpPr>
        <p:spPr>
          <a:xfrm>
            <a:off x="473869" y="469106"/>
            <a:ext cx="3571800" cy="38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317509" y="4725915"/>
            <a:ext cx="352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Slide_Divider w/ Image - Stone">
  <p:cSld name="Divider w/ Image - Stone">
    <p:bg>
      <p:bgPr>
        <a:solidFill>
          <a:srgbClr val="F3EDE0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/>
          <p:nvPr/>
        </p:nvSpPr>
        <p:spPr>
          <a:xfrm>
            <a:off x="2716823" y="4728064"/>
            <a:ext cx="2017800" cy="197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7"/>
          <p:cNvSpPr/>
          <p:nvPr>
            <p:ph idx="2" type="pic"/>
          </p:nvPr>
        </p:nvSpPr>
        <p:spPr>
          <a:xfrm>
            <a:off x="4510683" y="0"/>
            <a:ext cx="4632900" cy="5143500"/>
          </a:xfrm>
          <a:prstGeom prst="rect">
            <a:avLst/>
          </a:prstGeom>
          <a:solidFill>
            <a:schemeClr val="lt1"/>
          </a:solidFill>
          <a:ln cap="flat" cmpd="sng" w="82550">
            <a:solidFill>
              <a:srgbClr val="F5FF1E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17"/>
          <p:cNvSpPr txBox="1"/>
          <p:nvPr>
            <p:ph type="title"/>
          </p:nvPr>
        </p:nvSpPr>
        <p:spPr>
          <a:xfrm>
            <a:off x="473869" y="1908572"/>
            <a:ext cx="3343200" cy="6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317509" y="4725915"/>
            <a:ext cx="352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473869" y="2628900"/>
            <a:ext cx="3343200" cy="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/>
            </a:lvl4pPr>
            <a:lvl5pPr indent="-3175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Slide_Divider w/ Image - Red">
  <p:cSld name="Divider w/ Image - Red">
    <p:bg>
      <p:bgPr>
        <a:solidFill>
          <a:schemeClr val="accent6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/>
          <p:nvPr/>
        </p:nvSpPr>
        <p:spPr>
          <a:xfrm>
            <a:off x="2716823" y="4728064"/>
            <a:ext cx="2017800" cy="197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8"/>
          <p:cNvSpPr/>
          <p:nvPr>
            <p:ph idx="2" type="pic"/>
          </p:nvPr>
        </p:nvSpPr>
        <p:spPr>
          <a:xfrm>
            <a:off x="4510683" y="0"/>
            <a:ext cx="4632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8" name="Google Shape;98;p18"/>
          <p:cNvSpPr txBox="1"/>
          <p:nvPr>
            <p:ph idx="12" type="sldNum"/>
          </p:nvPr>
        </p:nvSpPr>
        <p:spPr>
          <a:xfrm>
            <a:off x="8317509" y="4725915"/>
            <a:ext cx="352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18"/>
          <p:cNvSpPr txBox="1"/>
          <p:nvPr>
            <p:ph type="title"/>
          </p:nvPr>
        </p:nvSpPr>
        <p:spPr>
          <a:xfrm>
            <a:off x="473869" y="1908572"/>
            <a:ext cx="3343200" cy="6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473869" y="2634095"/>
            <a:ext cx="3343200" cy="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>
                <a:solidFill>
                  <a:schemeClr val="lt1"/>
                </a:solidFill>
              </a:defRPr>
            </a:lvl3pPr>
            <a:lvl4pPr indent="-2857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Char char="-"/>
              <a:defRPr>
                <a:solidFill>
                  <a:schemeClr val="lt1"/>
                </a:solidFill>
              </a:defRPr>
            </a:lvl4pPr>
            <a:lvl5pPr indent="-2857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Char char="-"/>
              <a:defRPr>
                <a:solidFill>
                  <a:schemeClr val="lt1"/>
                </a:solidFill>
              </a:defRPr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7pPr>
            <a:lvl8pPr indent="-2857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8pPr>
            <a:lvl9pPr indent="-2857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01" name="Google Shape;10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692" y="4632722"/>
            <a:ext cx="841577" cy="3442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Slide_Agenda/TOC - White">
  <p:cSld name="Agenda/TOC - White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473869" y="469106"/>
            <a:ext cx="75045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"/>
              <a:buNone/>
              <a:defRPr sz="3600">
                <a:solidFill>
                  <a:schemeClr val="accent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19"/>
          <p:cNvSpPr txBox="1"/>
          <p:nvPr>
            <p:ph idx="12" type="sldNum"/>
          </p:nvPr>
        </p:nvSpPr>
        <p:spPr>
          <a:xfrm>
            <a:off x="8317509" y="4725915"/>
            <a:ext cx="352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19"/>
          <p:cNvSpPr/>
          <p:nvPr>
            <p:ph idx="2" type="tbl"/>
          </p:nvPr>
        </p:nvSpPr>
        <p:spPr>
          <a:xfrm>
            <a:off x="473869" y="1301354"/>
            <a:ext cx="8196300" cy="3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Slide_Agenda/TOC Alt - White">
  <p:cSld name="Agenda/TOC Alt - White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473870" y="1908572"/>
            <a:ext cx="3343200" cy="24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125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i="0" sz="36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7pPr>
            <a:lvl8pPr indent="-2857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8pPr>
            <a:lvl9pPr indent="-2857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9pPr>
          </a:lstStyle>
          <a:p/>
        </p:txBody>
      </p:sp>
      <p:sp>
        <p:nvSpPr>
          <p:cNvPr id="108" name="Google Shape;108;p20"/>
          <p:cNvSpPr txBox="1"/>
          <p:nvPr>
            <p:ph idx="2" type="body"/>
          </p:nvPr>
        </p:nvSpPr>
        <p:spPr>
          <a:xfrm>
            <a:off x="4626769" y="1908572"/>
            <a:ext cx="3351600" cy="24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125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i="0" sz="36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7pPr>
            <a:lvl8pPr indent="-2857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8pPr>
            <a:lvl9pPr indent="-2857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9pPr>
          </a:lstStyle>
          <a:p/>
        </p:txBody>
      </p:sp>
      <p:sp>
        <p:nvSpPr>
          <p:cNvPr id="109" name="Google Shape;109;p20"/>
          <p:cNvSpPr txBox="1"/>
          <p:nvPr>
            <p:ph idx="12" type="sldNum"/>
          </p:nvPr>
        </p:nvSpPr>
        <p:spPr>
          <a:xfrm>
            <a:off x="8317509" y="4725915"/>
            <a:ext cx="352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20"/>
          <p:cNvSpPr txBox="1"/>
          <p:nvPr>
            <p:ph type="title"/>
          </p:nvPr>
        </p:nvSpPr>
        <p:spPr>
          <a:xfrm>
            <a:off x="473869" y="469106"/>
            <a:ext cx="75045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"/>
              <a:buNone/>
              <a:defRPr sz="3600">
                <a:solidFill>
                  <a:schemeClr val="accent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Slide_Ideals/Principles - White">
  <p:cSld name="Ideals/Principles - White">
    <p:bg>
      <p:bgPr>
        <a:solidFill>
          <a:srgbClr val="FFFF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473869" y="1912482"/>
            <a:ext cx="6115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125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i="0" sz="36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7pPr>
            <a:lvl8pPr indent="-2857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8pPr>
            <a:lvl9pPr indent="-2857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9pPr>
          </a:lstStyle>
          <a:p/>
        </p:txBody>
      </p:sp>
      <p:sp>
        <p:nvSpPr>
          <p:cNvPr id="113" name="Google Shape;113;p21"/>
          <p:cNvSpPr txBox="1"/>
          <p:nvPr>
            <p:ph idx="12" type="sldNum"/>
          </p:nvPr>
        </p:nvSpPr>
        <p:spPr>
          <a:xfrm>
            <a:off x="8317509" y="4725915"/>
            <a:ext cx="352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4" name="Google Shape;114;p21"/>
          <p:cNvSpPr txBox="1"/>
          <p:nvPr>
            <p:ph type="title"/>
          </p:nvPr>
        </p:nvSpPr>
        <p:spPr>
          <a:xfrm>
            <a:off x="473869" y="469106"/>
            <a:ext cx="75045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"/>
              <a:buNone/>
              <a:defRPr sz="3600">
                <a:solidFill>
                  <a:schemeClr val="accent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Slide_Bullet point and optional partner 2 - White">
  <p:cSld name="Bullet point and optional partner 2 - White">
    <p:bg>
      <p:bgPr>
        <a:solidFill>
          <a:schemeClr val="lt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/>
          <p:nvPr>
            <p:ph idx="2" type="pic"/>
          </p:nvPr>
        </p:nvSpPr>
        <p:spPr>
          <a:xfrm>
            <a:off x="7394972" y="469106"/>
            <a:ext cx="1275000" cy="1325400"/>
          </a:xfrm>
          <a:prstGeom prst="rect">
            <a:avLst/>
          </a:prstGeom>
          <a:noFill/>
          <a:ln>
            <a:noFill/>
          </a:ln>
        </p:spPr>
      </p:sp>
      <p:sp>
        <p:nvSpPr>
          <p:cNvPr id="117" name="Google Shape;117;p22"/>
          <p:cNvSpPr txBox="1"/>
          <p:nvPr>
            <p:ph idx="12" type="sldNum"/>
          </p:nvPr>
        </p:nvSpPr>
        <p:spPr>
          <a:xfrm>
            <a:off x="8317509" y="4725915"/>
            <a:ext cx="352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473869" y="1908572"/>
            <a:ext cx="8196300" cy="22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⁃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Char char="⁃"/>
              <a:defRPr sz="1100"/>
            </a:lvl5pPr>
            <a:lvl6pPr indent="-2857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Char char="⁃"/>
              <a:defRPr sz="9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857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119" name="Google Shape;119;p22"/>
          <p:cNvSpPr txBox="1"/>
          <p:nvPr>
            <p:ph idx="3" type="body"/>
          </p:nvPr>
        </p:nvSpPr>
        <p:spPr>
          <a:xfrm>
            <a:off x="476251" y="469106"/>
            <a:ext cx="61125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8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7pPr>
            <a:lvl8pPr indent="-2857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8pPr>
            <a:lvl9pPr indent="-2857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9pPr>
          </a:lstStyle>
          <a:p/>
        </p:txBody>
      </p:sp>
      <p:sp>
        <p:nvSpPr>
          <p:cNvPr id="120" name="Google Shape;120;p22"/>
          <p:cNvSpPr txBox="1"/>
          <p:nvPr>
            <p:ph type="title"/>
          </p:nvPr>
        </p:nvSpPr>
        <p:spPr>
          <a:xfrm>
            <a:off x="473870" y="619857"/>
            <a:ext cx="61152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Slide_Three column picture - White">
  <p:cSld name="Three column picture - White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476251" y="469106"/>
            <a:ext cx="61125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3" name="Google Shape;123;p23"/>
          <p:cNvSpPr/>
          <p:nvPr>
            <p:ph idx="2" type="pic"/>
          </p:nvPr>
        </p:nvSpPr>
        <p:spPr>
          <a:xfrm>
            <a:off x="2555081" y="1188244"/>
            <a:ext cx="1965900" cy="2054400"/>
          </a:xfrm>
          <a:prstGeom prst="round2SameRect">
            <a:avLst>
              <a:gd fmla="val 0" name="adj1"/>
              <a:gd fmla="val 0" name="adj2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124" name="Google Shape;124;p23"/>
          <p:cNvSpPr txBox="1"/>
          <p:nvPr>
            <p:ph idx="12" type="sldNum"/>
          </p:nvPr>
        </p:nvSpPr>
        <p:spPr>
          <a:xfrm>
            <a:off x="8317509" y="4725915"/>
            <a:ext cx="352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5" name="Google Shape;125;p23"/>
          <p:cNvSpPr txBox="1"/>
          <p:nvPr>
            <p:ph type="title"/>
          </p:nvPr>
        </p:nvSpPr>
        <p:spPr>
          <a:xfrm>
            <a:off x="473870" y="619857"/>
            <a:ext cx="75045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3"/>
          <p:cNvSpPr txBox="1"/>
          <p:nvPr>
            <p:ph idx="3" type="body"/>
          </p:nvPr>
        </p:nvSpPr>
        <p:spPr>
          <a:xfrm>
            <a:off x="473869" y="1188244"/>
            <a:ext cx="1955100" cy="22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⁃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Char char="⁃"/>
              <a:defRPr sz="1100"/>
            </a:lvl5pPr>
            <a:lvl6pPr indent="-2857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Char char="⁃"/>
              <a:defRPr sz="9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7" name="Google Shape;127;p23"/>
          <p:cNvSpPr txBox="1"/>
          <p:nvPr>
            <p:ph idx="4" type="body"/>
          </p:nvPr>
        </p:nvSpPr>
        <p:spPr>
          <a:xfrm>
            <a:off x="2555081" y="3349229"/>
            <a:ext cx="1965900" cy="10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indent="-2794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⁃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800"/>
              <a:buChar char="⁃"/>
              <a:defRPr sz="800"/>
            </a:lvl5pPr>
            <a:lvl6pPr indent="-2857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Char char="⁃"/>
              <a:defRPr sz="9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8" name="Google Shape;128;p23"/>
          <p:cNvSpPr/>
          <p:nvPr>
            <p:ph idx="5" type="pic"/>
          </p:nvPr>
        </p:nvSpPr>
        <p:spPr>
          <a:xfrm>
            <a:off x="4626769" y="1188244"/>
            <a:ext cx="1965900" cy="2054400"/>
          </a:xfrm>
          <a:prstGeom prst="round2SameRect">
            <a:avLst>
              <a:gd fmla="val 0" name="adj1"/>
              <a:gd fmla="val 0" name="adj2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129" name="Google Shape;129;p23"/>
          <p:cNvSpPr/>
          <p:nvPr>
            <p:ph idx="6" type="pic"/>
          </p:nvPr>
        </p:nvSpPr>
        <p:spPr>
          <a:xfrm>
            <a:off x="6704409" y="1188244"/>
            <a:ext cx="1965900" cy="2054400"/>
          </a:xfrm>
          <a:prstGeom prst="round2SameRect">
            <a:avLst>
              <a:gd fmla="val 0" name="adj1"/>
              <a:gd fmla="val 0" name="adj2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130" name="Google Shape;130;p23"/>
          <p:cNvSpPr txBox="1"/>
          <p:nvPr>
            <p:ph idx="7" type="body"/>
          </p:nvPr>
        </p:nvSpPr>
        <p:spPr>
          <a:xfrm>
            <a:off x="4629150" y="3349229"/>
            <a:ext cx="1965900" cy="10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indent="-2794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⁃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800"/>
              <a:buChar char="⁃"/>
              <a:defRPr sz="800"/>
            </a:lvl5pPr>
            <a:lvl6pPr indent="-2857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Char char="⁃"/>
              <a:defRPr sz="9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1" name="Google Shape;131;p23"/>
          <p:cNvSpPr txBox="1"/>
          <p:nvPr>
            <p:ph idx="8" type="body"/>
          </p:nvPr>
        </p:nvSpPr>
        <p:spPr>
          <a:xfrm>
            <a:off x="6704409" y="3349229"/>
            <a:ext cx="1965900" cy="10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indent="-2794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⁃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800"/>
              <a:buChar char="⁃"/>
              <a:defRPr sz="800"/>
            </a:lvl5pPr>
            <a:lvl6pPr indent="-2857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Char char="⁃"/>
              <a:defRPr sz="9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Slide_Text and right picture - White">
  <p:cSld name="Text and right picture - White"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/>
          <p:nvPr>
            <p:ph idx="2" type="pic"/>
          </p:nvPr>
        </p:nvSpPr>
        <p:spPr>
          <a:xfrm>
            <a:off x="4687458" y="1247185"/>
            <a:ext cx="3930600" cy="2675100"/>
          </a:xfrm>
          <a:prstGeom prst="rect">
            <a:avLst/>
          </a:prstGeom>
          <a:solidFill>
            <a:schemeClr val="accent5"/>
          </a:solidFill>
          <a:ln cap="flat" cmpd="sng" w="76200">
            <a:solidFill>
              <a:srgbClr val="F5FF1E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24"/>
          <p:cNvSpPr txBox="1"/>
          <p:nvPr>
            <p:ph idx="1" type="body"/>
          </p:nvPr>
        </p:nvSpPr>
        <p:spPr>
          <a:xfrm>
            <a:off x="4630339" y="4063604"/>
            <a:ext cx="40398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35" name="Google Shape;135;p24"/>
          <p:cNvSpPr txBox="1"/>
          <p:nvPr>
            <p:ph idx="12" type="sldNum"/>
          </p:nvPr>
        </p:nvSpPr>
        <p:spPr>
          <a:xfrm>
            <a:off x="8317509" y="4725915"/>
            <a:ext cx="352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6" name="Google Shape;136;p24"/>
          <p:cNvSpPr txBox="1"/>
          <p:nvPr>
            <p:ph idx="3" type="body"/>
          </p:nvPr>
        </p:nvSpPr>
        <p:spPr>
          <a:xfrm>
            <a:off x="473870" y="1188244"/>
            <a:ext cx="3343200" cy="27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⁃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Char char="⁃"/>
              <a:defRPr sz="1100"/>
            </a:lvl5pPr>
            <a:lvl6pPr indent="-2857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Char char="⁃"/>
              <a:defRPr sz="9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7" name="Google Shape;137;p24"/>
          <p:cNvSpPr txBox="1"/>
          <p:nvPr>
            <p:ph idx="4" type="body"/>
          </p:nvPr>
        </p:nvSpPr>
        <p:spPr>
          <a:xfrm>
            <a:off x="476251" y="469106"/>
            <a:ext cx="61125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8" name="Google Shape;138;p24"/>
          <p:cNvSpPr txBox="1"/>
          <p:nvPr>
            <p:ph type="title"/>
          </p:nvPr>
        </p:nvSpPr>
        <p:spPr>
          <a:xfrm>
            <a:off x="473870" y="619857"/>
            <a:ext cx="75045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Slide_Text and right picture BIG - White">
  <p:cSld name="Text and right picture BIG - White">
    <p:bg>
      <p:bgPr>
        <a:solidFill>
          <a:schemeClr val="lt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/>
          <p:nvPr>
            <p:ph idx="2" type="pic"/>
          </p:nvPr>
        </p:nvSpPr>
        <p:spPr>
          <a:xfrm>
            <a:off x="3301550" y="512833"/>
            <a:ext cx="5339400" cy="4150800"/>
          </a:xfrm>
          <a:prstGeom prst="rect">
            <a:avLst/>
          </a:prstGeom>
          <a:solidFill>
            <a:schemeClr val="accent5"/>
          </a:solidFill>
          <a:ln cap="flat" cmpd="sng" w="76200">
            <a:solidFill>
              <a:srgbClr val="F5FF1E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25"/>
          <p:cNvSpPr txBox="1"/>
          <p:nvPr>
            <p:ph idx="1" type="body"/>
          </p:nvPr>
        </p:nvSpPr>
        <p:spPr>
          <a:xfrm>
            <a:off x="3428672" y="4354043"/>
            <a:ext cx="40398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42" name="Google Shape;142;p25"/>
          <p:cNvSpPr txBox="1"/>
          <p:nvPr>
            <p:ph idx="12" type="sldNum"/>
          </p:nvPr>
        </p:nvSpPr>
        <p:spPr>
          <a:xfrm>
            <a:off x="8317509" y="4725915"/>
            <a:ext cx="352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25"/>
          <p:cNvSpPr txBox="1"/>
          <p:nvPr>
            <p:ph idx="3" type="body"/>
          </p:nvPr>
        </p:nvSpPr>
        <p:spPr>
          <a:xfrm>
            <a:off x="473870" y="1308497"/>
            <a:ext cx="2646600" cy="27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⁃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100"/>
              <a:buChar char="⁃"/>
              <a:defRPr sz="1100"/>
            </a:lvl5pPr>
            <a:lvl6pPr indent="-2857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900"/>
              <a:buChar char="⁃"/>
              <a:defRPr sz="9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44" name="Google Shape;144;p25"/>
          <p:cNvSpPr txBox="1"/>
          <p:nvPr>
            <p:ph idx="4" type="body"/>
          </p:nvPr>
        </p:nvSpPr>
        <p:spPr>
          <a:xfrm>
            <a:off x="476251" y="469106"/>
            <a:ext cx="2644500" cy="1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8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45" name="Google Shape;145;p25"/>
          <p:cNvSpPr txBox="1"/>
          <p:nvPr>
            <p:ph type="title"/>
          </p:nvPr>
        </p:nvSpPr>
        <p:spPr>
          <a:xfrm>
            <a:off x="473870" y="619857"/>
            <a:ext cx="26466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Slide_Text and right picture 1/2 - Stone">
  <p:cSld name="Text and right picture 1/2 - Stone"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/>
          <p:nvPr/>
        </p:nvSpPr>
        <p:spPr>
          <a:xfrm>
            <a:off x="-1" y="2578298"/>
            <a:ext cx="9144000" cy="2565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6"/>
          <p:cNvSpPr/>
          <p:nvPr>
            <p:ph idx="2" type="pic"/>
          </p:nvPr>
        </p:nvSpPr>
        <p:spPr>
          <a:xfrm>
            <a:off x="4626769" y="1188245"/>
            <a:ext cx="4043400" cy="27552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49" name="Google Shape;149;p26"/>
          <p:cNvSpPr txBox="1"/>
          <p:nvPr>
            <p:ph idx="1" type="body"/>
          </p:nvPr>
        </p:nvSpPr>
        <p:spPr>
          <a:xfrm>
            <a:off x="4626770" y="4063604"/>
            <a:ext cx="40434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50" name="Google Shape;150;p26"/>
          <p:cNvSpPr txBox="1"/>
          <p:nvPr>
            <p:ph idx="12" type="sldNum"/>
          </p:nvPr>
        </p:nvSpPr>
        <p:spPr>
          <a:xfrm>
            <a:off x="8317509" y="4725915"/>
            <a:ext cx="352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1" name="Google Shape;151;p26"/>
          <p:cNvSpPr txBox="1"/>
          <p:nvPr>
            <p:ph idx="3" type="body"/>
          </p:nvPr>
        </p:nvSpPr>
        <p:spPr>
          <a:xfrm>
            <a:off x="473869" y="1188244"/>
            <a:ext cx="2831400" cy="12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⁃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Char char="⁃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Char char="⁃"/>
              <a:defRPr sz="9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2" name="Google Shape;152;p26"/>
          <p:cNvSpPr txBox="1"/>
          <p:nvPr>
            <p:ph idx="4" type="body"/>
          </p:nvPr>
        </p:nvSpPr>
        <p:spPr>
          <a:xfrm>
            <a:off x="473869" y="2815016"/>
            <a:ext cx="28314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⁃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Char char="⁃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Char char="⁃"/>
              <a:defRPr sz="9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3" name="Google Shape;153;p26"/>
          <p:cNvSpPr txBox="1"/>
          <p:nvPr/>
        </p:nvSpPr>
        <p:spPr>
          <a:xfrm>
            <a:off x="2625367" y="4761251"/>
            <a:ext cx="3693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Verizon confidential and proprietary. Unauthorized disclosure, reproduction or other use prohibited.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624" y="4632722"/>
            <a:ext cx="841577" cy="344233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6"/>
          <p:cNvSpPr txBox="1"/>
          <p:nvPr>
            <p:ph idx="5" type="body"/>
          </p:nvPr>
        </p:nvSpPr>
        <p:spPr>
          <a:xfrm>
            <a:off x="476251" y="469106"/>
            <a:ext cx="61125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6" name="Google Shape;156;p26"/>
          <p:cNvSpPr txBox="1"/>
          <p:nvPr>
            <p:ph type="title"/>
          </p:nvPr>
        </p:nvSpPr>
        <p:spPr>
          <a:xfrm>
            <a:off x="473870" y="619857"/>
            <a:ext cx="75045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0_Slide_Title and Content">
  <p:cSld name="Title and Content">
    <p:bg>
      <p:bgPr>
        <a:solidFill>
          <a:schemeClr val="lt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/>
          <p:nvPr>
            <p:ph idx="12" type="sldNum"/>
          </p:nvPr>
        </p:nvSpPr>
        <p:spPr>
          <a:xfrm>
            <a:off x="8317509" y="4725915"/>
            <a:ext cx="352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9" name="Google Shape;159;p27"/>
          <p:cNvSpPr txBox="1"/>
          <p:nvPr>
            <p:ph idx="1" type="body"/>
          </p:nvPr>
        </p:nvSpPr>
        <p:spPr>
          <a:xfrm>
            <a:off x="473870" y="1188244"/>
            <a:ext cx="8196300" cy="34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/>
            </a:lvl3pPr>
            <a:lvl4pPr indent="-2857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Char char="-"/>
              <a:defRPr/>
            </a:lvl4pPr>
            <a:lvl5pPr indent="-2857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Char char="-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-"/>
              <a:defRPr sz="900"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60" name="Google Shape;160;p27"/>
          <p:cNvSpPr txBox="1"/>
          <p:nvPr>
            <p:ph idx="2" type="body"/>
          </p:nvPr>
        </p:nvSpPr>
        <p:spPr>
          <a:xfrm>
            <a:off x="476251" y="469106"/>
            <a:ext cx="61125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8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61" name="Google Shape;161;p27"/>
          <p:cNvSpPr txBox="1"/>
          <p:nvPr>
            <p:ph type="title"/>
          </p:nvPr>
        </p:nvSpPr>
        <p:spPr>
          <a:xfrm>
            <a:off x="473870" y="619857"/>
            <a:ext cx="75045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2_Slide_Six-piece information">
  <p:cSld name="Six-piece information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"/>
          <p:cNvSpPr txBox="1"/>
          <p:nvPr>
            <p:ph idx="12" type="sldNum"/>
          </p:nvPr>
        </p:nvSpPr>
        <p:spPr>
          <a:xfrm>
            <a:off x="8317509" y="4725915"/>
            <a:ext cx="352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4" name="Google Shape;164;p28"/>
          <p:cNvSpPr txBox="1"/>
          <p:nvPr>
            <p:ph idx="1" type="body"/>
          </p:nvPr>
        </p:nvSpPr>
        <p:spPr>
          <a:xfrm>
            <a:off x="470297" y="1188244"/>
            <a:ext cx="2545800" cy="12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5" name="Google Shape;165;p28"/>
          <p:cNvSpPr txBox="1"/>
          <p:nvPr>
            <p:ph idx="2" type="body"/>
          </p:nvPr>
        </p:nvSpPr>
        <p:spPr>
          <a:xfrm>
            <a:off x="476251" y="469106"/>
            <a:ext cx="61125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8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66" name="Google Shape;166;p28"/>
          <p:cNvSpPr txBox="1"/>
          <p:nvPr>
            <p:ph type="title"/>
          </p:nvPr>
        </p:nvSpPr>
        <p:spPr>
          <a:xfrm>
            <a:off x="473870" y="619857"/>
            <a:ext cx="75045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7" name="Google Shape;167;p28"/>
          <p:cNvSpPr txBox="1"/>
          <p:nvPr>
            <p:ph idx="3" type="body"/>
          </p:nvPr>
        </p:nvSpPr>
        <p:spPr>
          <a:xfrm>
            <a:off x="3248025" y="1188244"/>
            <a:ext cx="2545800" cy="12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8" name="Google Shape;168;p28"/>
          <p:cNvSpPr txBox="1"/>
          <p:nvPr>
            <p:ph idx="4" type="body"/>
          </p:nvPr>
        </p:nvSpPr>
        <p:spPr>
          <a:xfrm>
            <a:off x="6012656" y="1188244"/>
            <a:ext cx="2545800" cy="12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9" name="Google Shape;169;p28"/>
          <p:cNvSpPr txBox="1"/>
          <p:nvPr>
            <p:ph idx="5" type="body"/>
          </p:nvPr>
        </p:nvSpPr>
        <p:spPr>
          <a:xfrm>
            <a:off x="470297" y="2636520"/>
            <a:ext cx="2545800" cy="12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0" name="Google Shape;170;p28"/>
          <p:cNvSpPr txBox="1"/>
          <p:nvPr>
            <p:ph idx="6" type="body"/>
          </p:nvPr>
        </p:nvSpPr>
        <p:spPr>
          <a:xfrm>
            <a:off x="3248025" y="2636520"/>
            <a:ext cx="2545800" cy="12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1" name="Google Shape;171;p28"/>
          <p:cNvSpPr txBox="1"/>
          <p:nvPr>
            <p:ph idx="7" type="body"/>
          </p:nvPr>
        </p:nvSpPr>
        <p:spPr>
          <a:xfrm>
            <a:off x="6012656" y="2636520"/>
            <a:ext cx="2545800" cy="12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_Slide_Six-image - Stone">
  <p:cSld name="Six-image - Stone">
    <p:bg>
      <p:bgPr>
        <a:solidFill>
          <a:schemeClr val="lt2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9"/>
          <p:cNvSpPr/>
          <p:nvPr/>
        </p:nvSpPr>
        <p:spPr>
          <a:xfrm>
            <a:off x="2555081" y="0"/>
            <a:ext cx="6588900" cy="5143500"/>
          </a:xfrm>
          <a:prstGeom prst="rect">
            <a:avLst/>
          </a:prstGeom>
          <a:solidFill>
            <a:srgbClr val="FF3C2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9"/>
          <p:cNvSpPr/>
          <p:nvPr>
            <p:ph idx="2" type="pic"/>
          </p:nvPr>
        </p:nvSpPr>
        <p:spPr>
          <a:xfrm>
            <a:off x="2555081" y="0"/>
            <a:ext cx="2186700" cy="2577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75" name="Google Shape;175;p29"/>
          <p:cNvSpPr txBox="1"/>
          <p:nvPr>
            <p:ph idx="1" type="body"/>
          </p:nvPr>
        </p:nvSpPr>
        <p:spPr>
          <a:xfrm>
            <a:off x="2670803" y="1666851"/>
            <a:ext cx="1689600" cy="801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i="0" sz="9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76" name="Google Shape;176;p29"/>
          <p:cNvSpPr txBox="1"/>
          <p:nvPr>
            <p:ph idx="12" type="sldNum"/>
          </p:nvPr>
        </p:nvSpPr>
        <p:spPr>
          <a:xfrm>
            <a:off x="8317509" y="4725915"/>
            <a:ext cx="352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7" name="Google Shape;177;p29"/>
          <p:cNvSpPr txBox="1"/>
          <p:nvPr>
            <p:ph idx="3" type="body"/>
          </p:nvPr>
        </p:nvSpPr>
        <p:spPr>
          <a:xfrm>
            <a:off x="473869" y="1188244"/>
            <a:ext cx="1955100" cy="22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⁃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Char char="⁃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Char char="⁃"/>
              <a:defRPr sz="9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8" name="Google Shape;178;p29"/>
          <p:cNvSpPr txBox="1"/>
          <p:nvPr>
            <p:ph idx="4" type="body"/>
          </p:nvPr>
        </p:nvSpPr>
        <p:spPr>
          <a:xfrm>
            <a:off x="476251" y="469106"/>
            <a:ext cx="1952700" cy="1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8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79" name="Google Shape;179;p29"/>
          <p:cNvSpPr txBox="1"/>
          <p:nvPr>
            <p:ph type="title"/>
          </p:nvPr>
        </p:nvSpPr>
        <p:spPr>
          <a:xfrm>
            <a:off x="473870" y="619857"/>
            <a:ext cx="19551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0" name="Google Shape;180;p29"/>
          <p:cNvSpPr/>
          <p:nvPr>
            <p:ph idx="5" type="pic"/>
          </p:nvPr>
        </p:nvSpPr>
        <p:spPr>
          <a:xfrm>
            <a:off x="4746599" y="2571750"/>
            <a:ext cx="2222700" cy="25719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81" name="Google Shape;181;p29"/>
          <p:cNvSpPr/>
          <p:nvPr>
            <p:ph idx="6" type="pic"/>
          </p:nvPr>
        </p:nvSpPr>
        <p:spPr>
          <a:xfrm>
            <a:off x="6972300" y="0"/>
            <a:ext cx="2186700" cy="2577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82" name="Google Shape;182;p29"/>
          <p:cNvSpPr txBox="1"/>
          <p:nvPr>
            <p:ph idx="7" type="body"/>
          </p:nvPr>
        </p:nvSpPr>
        <p:spPr>
          <a:xfrm>
            <a:off x="7088021" y="1666851"/>
            <a:ext cx="1689600" cy="801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i="0" sz="9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83" name="Google Shape;183;p29"/>
          <p:cNvSpPr txBox="1"/>
          <p:nvPr>
            <p:ph idx="8" type="body"/>
          </p:nvPr>
        </p:nvSpPr>
        <p:spPr>
          <a:xfrm>
            <a:off x="4834293" y="2745043"/>
            <a:ext cx="19836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i="0" sz="9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_Slide_Six-image - Yellow">
  <p:cSld name="Six-image - Yellow">
    <p:bg>
      <p:bgPr>
        <a:solidFill>
          <a:schemeClr val="lt2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/>
          <p:nvPr/>
        </p:nvSpPr>
        <p:spPr>
          <a:xfrm>
            <a:off x="2555081" y="0"/>
            <a:ext cx="6588900" cy="5143500"/>
          </a:xfrm>
          <a:prstGeom prst="rect">
            <a:avLst/>
          </a:prstGeom>
          <a:solidFill>
            <a:srgbClr val="F5FF1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30"/>
          <p:cNvSpPr/>
          <p:nvPr>
            <p:ph idx="2" type="pic"/>
          </p:nvPr>
        </p:nvSpPr>
        <p:spPr>
          <a:xfrm>
            <a:off x="4748405" y="0"/>
            <a:ext cx="2171400" cy="2577000"/>
          </a:xfrm>
          <a:prstGeom prst="rect">
            <a:avLst/>
          </a:prstGeom>
          <a:solidFill>
            <a:schemeClr val="dk2"/>
          </a:solidFill>
          <a:ln>
            <a:noFill/>
          </a:ln>
        </p:spPr>
      </p:sp>
      <p:sp>
        <p:nvSpPr>
          <p:cNvPr id="187" name="Google Shape;187;p30"/>
          <p:cNvSpPr txBox="1"/>
          <p:nvPr>
            <p:ph idx="1" type="body"/>
          </p:nvPr>
        </p:nvSpPr>
        <p:spPr>
          <a:xfrm>
            <a:off x="4864127" y="1666851"/>
            <a:ext cx="1689600" cy="801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i="0" sz="9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88" name="Google Shape;188;p30"/>
          <p:cNvSpPr txBox="1"/>
          <p:nvPr>
            <p:ph idx="12" type="sldNum"/>
          </p:nvPr>
        </p:nvSpPr>
        <p:spPr>
          <a:xfrm>
            <a:off x="8317509" y="4725915"/>
            <a:ext cx="352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9" name="Google Shape;189;p30"/>
          <p:cNvSpPr txBox="1"/>
          <p:nvPr>
            <p:ph idx="3" type="body"/>
          </p:nvPr>
        </p:nvSpPr>
        <p:spPr>
          <a:xfrm>
            <a:off x="473869" y="1188244"/>
            <a:ext cx="1955100" cy="22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None/>
              <a:defRPr sz="900"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None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Char char="⁃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900"/>
              <a:buChar char="⁃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900"/>
              <a:buChar char="⁃"/>
              <a:defRPr sz="9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90" name="Google Shape;190;p30"/>
          <p:cNvSpPr txBox="1"/>
          <p:nvPr>
            <p:ph idx="4" type="body"/>
          </p:nvPr>
        </p:nvSpPr>
        <p:spPr>
          <a:xfrm>
            <a:off x="476251" y="469106"/>
            <a:ext cx="1952700" cy="1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8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91" name="Google Shape;191;p30"/>
          <p:cNvSpPr txBox="1"/>
          <p:nvPr>
            <p:ph type="title"/>
          </p:nvPr>
        </p:nvSpPr>
        <p:spPr>
          <a:xfrm>
            <a:off x="473870" y="619857"/>
            <a:ext cx="19551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2" name="Google Shape;192;p30"/>
          <p:cNvSpPr/>
          <p:nvPr>
            <p:ph idx="5" type="pic"/>
          </p:nvPr>
        </p:nvSpPr>
        <p:spPr>
          <a:xfrm>
            <a:off x="6921268" y="2571750"/>
            <a:ext cx="2222700" cy="2571900"/>
          </a:xfrm>
          <a:prstGeom prst="rect">
            <a:avLst/>
          </a:prstGeom>
          <a:solidFill>
            <a:schemeClr val="dk2"/>
          </a:solidFill>
          <a:ln>
            <a:noFill/>
          </a:ln>
        </p:spPr>
      </p:sp>
      <p:sp>
        <p:nvSpPr>
          <p:cNvPr id="193" name="Google Shape;193;p30"/>
          <p:cNvSpPr txBox="1"/>
          <p:nvPr>
            <p:ph idx="6" type="body"/>
          </p:nvPr>
        </p:nvSpPr>
        <p:spPr>
          <a:xfrm>
            <a:off x="7008962" y="2745043"/>
            <a:ext cx="19836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i="0" sz="9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94" name="Google Shape;194;p30"/>
          <p:cNvSpPr/>
          <p:nvPr>
            <p:ph idx="7" type="pic"/>
          </p:nvPr>
        </p:nvSpPr>
        <p:spPr>
          <a:xfrm>
            <a:off x="2555082" y="2571750"/>
            <a:ext cx="2190000" cy="2571900"/>
          </a:xfrm>
          <a:prstGeom prst="rect">
            <a:avLst/>
          </a:prstGeom>
          <a:solidFill>
            <a:schemeClr val="dk2"/>
          </a:solidFill>
          <a:ln>
            <a:noFill/>
          </a:ln>
        </p:spPr>
      </p:sp>
      <p:sp>
        <p:nvSpPr>
          <p:cNvPr id="195" name="Google Shape;195;p30"/>
          <p:cNvSpPr txBox="1"/>
          <p:nvPr>
            <p:ph idx="8" type="body"/>
          </p:nvPr>
        </p:nvSpPr>
        <p:spPr>
          <a:xfrm>
            <a:off x="2642775" y="2745043"/>
            <a:ext cx="19836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i="0" sz="9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_Slide_4-image w/ description - White">
  <p:cSld name="4-image w/ description - White">
    <p:bg>
      <p:bgPr>
        <a:solidFill>
          <a:schemeClr val="lt1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1"/>
          <p:cNvSpPr/>
          <p:nvPr>
            <p:ph idx="2" type="pic"/>
          </p:nvPr>
        </p:nvSpPr>
        <p:spPr>
          <a:xfrm>
            <a:off x="473869" y="1188244"/>
            <a:ext cx="1955100" cy="2046000"/>
          </a:xfrm>
          <a:prstGeom prst="rect">
            <a:avLst/>
          </a:prstGeom>
          <a:solidFill>
            <a:schemeClr val="dk2"/>
          </a:solidFill>
          <a:ln>
            <a:noFill/>
          </a:ln>
        </p:spPr>
      </p:sp>
      <p:sp>
        <p:nvSpPr>
          <p:cNvPr id="198" name="Google Shape;198;p31"/>
          <p:cNvSpPr txBox="1"/>
          <p:nvPr>
            <p:ph idx="12" type="sldNum"/>
          </p:nvPr>
        </p:nvSpPr>
        <p:spPr>
          <a:xfrm>
            <a:off x="8317509" y="4725915"/>
            <a:ext cx="352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9" name="Google Shape;199;p31"/>
          <p:cNvSpPr txBox="1"/>
          <p:nvPr>
            <p:ph idx="1" type="body"/>
          </p:nvPr>
        </p:nvSpPr>
        <p:spPr>
          <a:xfrm>
            <a:off x="473869" y="3349229"/>
            <a:ext cx="1955100" cy="11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⁃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Char char="⁃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Char char="⁃"/>
              <a:defRPr sz="9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0" name="Google Shape;200;p31"/>
          <p:cNvSpPr txBox="1"/>
          <p:nvPr>
            <p:ph idx="3" type="body"/>
          </p:nvPr>
        </p:nvSpPr>
        <p:spPr>
          <a:xfrm>
            <a:off x="476251" y="469106"/>
            <a:ext cx="61125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8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01" name="Google Shape;201;p31"/>
          <p:cNvSpPr txBox="1"/>
          <p:nvPr>
            <p:ph type="title"/>
          </p:nvPr>
        </p:nvSpPr>
        <p:spPr>
          <a:xfrm>
            <a:off x="473870" y="619857"/>
            <a:ext cx="75045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2" name="Google Shape;202;p31"/>
          <p:cNvSpPr/>
          <p:nvPr>
            <p:ph idx="4" type="pic"/>
          </p:nvPr>
        </p:nvSpPr>
        <p:spPr>
          <a:xfrm>
            <a:off x="2571750" y="1188244"/>
            <a:ext cx="1955100" cy="2046000"/>
          </a:xfrm>
          <a:prstGeom prst="rect">
            <a:avLst/>
          </a:prstGeom>
          <a:solidFill>
            <a:schemeClr val="dk2"/>
          </a:solidFill>
          <a:ln>
            <a:noFill/>
          </a:ln>
        </p:spPr>
      </p:sp>
      <p:sp>
        <p:nvSpPr>
          <p:cNvPr id="203" name="Google Shape;203;p31"/>
          <p:cNvSpPr txBox="1"/>
          <p:nvPr>
            <p:ph idx="5" type="body"/>
          </p:nvPr>
        </p:nvSpPr>
        <p:spPr>
          <a:xfrm>
            <a:off x="2571750" y="3349229"/>
            <a:ext cx="1955100" cy="11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⁃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Char char="⁃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Char char="⁃"/>
              <a:defRPr sz="9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4" name="Google Shape;204;p31"/>
          <p:cNvSpPr/>
          <p:nvPr>
            <p:ph idx="6" type="pic"/>
          </p:nvPr>
        </p:nvSpPr>
        <p:spPr>
          <a:xfrm>
            <a:off x="4633913" y="1188244"/>
            <a:ext cx="1955100" cy="2046000"/>
          </a:xfrm>
          <a:prstGeom prst="rect">
            <a:avLst/>
          </a:prstGeom>
          <a:solidFill>
            <a:schemeClr val="dk2"/>
          </a:solidFill>
          <a:ln>
            <a:noFill/>
          </a:ln>
        </p:spPr>
      </p:sp>
      <p:sp>
        <p:nvSpPr>
          <p:cNvPr id="205" name="Google Shape;205;p31"/>
          <p:cNvSpPr txBox="1"/>
          <p:nvPr>
            <p:ph idx="7" type="body"/>
          </p:nvPr>
        </p:nvSpPr>
        <p:spPr>
          <a:xfrm>
            <a:off x="4633913" y="3349229"/>
            <a:ext cx="1955100" cy="11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⁃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Char char="⁃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Char char="⁃"/>
              <a:defRPr sz="9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6" name="Google Shape;206;p31"/>
          <p:cNvSpPr/>
          <p:nvPr>
            <p:ph idx="8" type="pic"/>
          </p:nvPr>
        </p:nvSpPr>
        <p:spPr>
          <a:xfrm>
            <a:off x="6715125" y="1188244"/>
            <a:ext cx="1955100" cy="2046000"/>
          </a:xfrm>
          <a:prstGeom prst="rect">
            <a:avLst/>
          </a:prstGeom>
          <a:solidFill>
            <a:schemeClr val="dk2"/>
          </a:solidFill>
          <a:ln>
            <a:noFill/>
          </a:ln>
        </p:spPr>
      </p:sp>
      <p:sp>
        <p:nvSpPr>
          <p:cNvPr id="207" name="Google Shape;207;p31"/>
          <p:cNvSpPr txBox="1"/>
          <p:nvPr>
            <p:ph idx="9" type="body"/>
          </p:nvPr>
        </p:nvSpPr>
        <p:spPr>
          <a:xfrm>
            <a:off x="6715125" y="3349229"/>
            <a:ext cx="1955100" cy="11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⁃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Char char="⁃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Char char="⁃"/>
              <a:defRPr sz="9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5_Slide_Org structure - White">
  <p:cSld name="Org structure - White">
    <p:bg>
      <p:bgPr>
        <a:solidFill>
          <a:schemeClr val="lt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2"/>
          <p:cNvSpPr txBox="1"/>
          <p:nvPr>
            <p:ph idx="12" type="sldNum"/>
          </p:nvPr>
        </p:nvSpPr>
        <p:spPr>
          <a:xfrm>
            <a:off x="8317509" y="4725915"/>
            <a:ext cx="352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0" name="Google Shape;210;p32"/>
          <p:cNvSpPr txBox="1"/>
          <p:nvPr>
            <p:ph idx="1" type="body"/>
          </p:nvPr>
        </p:nvSpPr>
        <p:spPr>
          <a:xfrm>
            <a:off x="473869" y="1188244"/>
            <a:ext cx="1955100" cy="30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None/>
              <a:defRPr sz="900"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None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Char char="⁃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900"/>
              <a:buChar char="⁃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900"/>
              <a:buChar char="⁃"/>
              <a:defRPr sz="9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11" name="Google Shape;211;p32"/>
          <p:cNvSpPr txBox="1"/>
          <p:nvPr>
            <p:ph idx="2" type="body"/>
          </p:nvPr>
        </p:nvSpPr>
        <p:spPr>
          <a:xfrm>
            <a:off x="476251" y="469106"/>
            <a:ext cx="61125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8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12" name="Google Shape;212;p32"/>
          <p:cNvSpPr txBox="1"/>
          <p:nvPr>
            <p:ph type="title"/>
          </p:nvPr>
        </p:nvSpPr>
        <p:spPr>
          <a:xfrm>
            <a:off x="473870" y="619857"/>
            <a:ext cx="75045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9_Slide_Basic table slide">
  <p:cSld name="Basic table slide">
    <p:bg>
      <p:bgPr>
        <a:solidFill>
          <a:schemeClr val="lt2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3"/>
          <p:cNvSpPr txBox="1"/>
          <p:nvPr>
            <p:ph idx="1" type="body"/>
          </p:nvPr>
        </p:nvSpPr>
        <p:spPr>
          <a:xfrm>
            <a:off x="4626770" y="469107"/>
            <a:ext cx="40434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15" name="Google Shape;215;p33"/>
          <p:cNvSpPr txBox="1"/>
          <p:nvPr>
            <p:ph idx="12" type="sldNum"/>
          </p:nvPr>
        </p:nvSpPr>
        <p:spPr>
          <a:xfrm>
            <a:off x="8317509" y="4725915"/>
            <a:ext cx="352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6" name="Google Shape;216;p33"/>
          <p:cNvSpPr txBox="1"/>
          <p:nvPr>
            <p:ph idx="2" type="body"/>
          </p:nvPr>
        </p:nvSpPr>
        <p:spPr>
          <a:xfrm>
            <a:off x="473869" y="1794272"/>
            <a:ext cx="1955100" cy="22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None/>
              <a:defRPr sz="900"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None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Char char="⁃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900"/>
              <a:buChar char="⁃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900"/>
              <a:buChar char="⁃"/>
              <a:defRPr sz="9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17" name="Google Shape;217;p33"/>
          <p:cNvSpPr txBox="1"/>
          <p:nvPr>
            <p:ph idx="3" type="body"/>
          </p:nvPr>
        </p:nvSpPr>
        <p:spPr>
          <a:xfrm>
            <a:off x="476251" y="469106"/>
            <a:ext cx="4044600" cy="1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8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18" name="Google Shape;218;p33"/>
          <p:cNvSpPr txBox="1"/>
          <p:nvPr>
            <p:ph type="title"/>
          </p:nvPr>
        </p:nvSpPr>
        <p:spPr>
          <a:xfrm>
            <a:off x="473870" y="619857"/>
            <a:ext cx="40467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9" name="Google Shape;219;p33"/>
          <p:cNvSpPr txBox="1"/>
          <p:nvPr>
            <p:ph idx="4" type="body"/>
          </p:nvPr>
        </p:nvSpPr>
        <p:spPr>
          <a:xfrm>
            <a:off x="2571750" y="1794272"/>
            <a:ext cx="1955100" cy="22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None/>
              <a:defRPr sz="900"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None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Char char="⁃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900"/>
              <a:buChar char="⁃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900"/>
              <a:buChar char="⁃"/>
              <a:defRPr sz="9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20" name="Google Shape;220;p33"/>
          <p:cNvSpPr txBox="1"/>
          <p:nvPr>
            <p:ph idx="5" type="body"/>
          </p:nvPr>
        </p:nvSpPr>
        <p:spPr>
          <a:xfrm>
            <a:off x="4629150" y="1794272"/>
            <a:ext cx="1955100" cy="22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None/>
              <a:defRPr sz="900"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None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Char char="⁃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900"/>
              <a:buChar char="⁃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900"/>
              <a:buChar char="⁃"/>
              <a:defRPr sz="9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21" name="Google Shape;221;p33"/>
          <p:cNvSpPr txBox="1"/>
          <p:nvPr>
            <p:ph idx="6" type="body"/>
          </p:nvPr>
        </p:nvSpPr>
        <p:spPr>
          <a:xfrm>
            <a:off x="6715125" y="1794272"/>
            <a:ext cx="1955100" cy="22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None/>
              <a:defRPr sz="900"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None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Char char="⁃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900"/>
              <a:buChar char="⁃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900"/>
              <a:buChar char="⁃"/>
              <a:defRPr sz="9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7_Slide_Left content slide">
  <p:cSld name="Left content slide">
    <p:bg>
      <p:bgPr>
        <a:solidFill>
          <a:schemeClr val="lt1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/>
          <p:nvPr>
            <p:ph idx="1" type="body"/>
          </p:nvPr>
        </p:nvSpPr>
        <p:spPr>
          <a:xfrm>
            <a:off x="476251" y="469106"/>
            <a:ext cx="61125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8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24" name="Google Shape;224;p34"/>
          <p:cNvSpPr txBox="1"/>
          <p:nvPr>
            <p:ph idx="12" type="sldNum"/>
          </p:nvPr>
        </p:nvSpPr>
        <p:spPr>
          <a:xfrm>
            <a:off x="8317509" y="4725915"/>
            <a:ext cx="352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34"/>
          <p:cNvSpPr txBox="1"/>
          <p:nvPr>
            <p:ph idx="2" type="body"/>
          </p:nvPr>
        </p:nvSpPr>
        <p:spPr>
          <a:xfrm>
            <a:off x="488156" y="1188244"/>
            <a:ext cx="1355100" cy="30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None/>
              <a:defRPr sz="900"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None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Char char="⁃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900"/>
              <a:buChar char="⁃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900"/>
              <a:buChar char="⁃"/>
              <a:defRPr sz="9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26" name="Google Shape;226;p34"/>
          <p:cNvSpPr txBox="1"/>
          <p:nvPr>
            <p:ph type="title"/>
          </p:nvPr>
        </p:nvSpPr>
        <p:spPr>
          <a:xfrm>
            <a:off x="473870" y="619857"/>
            <a:ext cx="75045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8_Slide_Title + Content with Description">
  <p:cSld name="Title + Content with Description">
    <p:bg>
      <p:bgPr>
        <a:solidFill>
          <a:schemeClr val="lt2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5"/>
          <p:cNvSpPr txBox="1"/>
          <p:nvPr>
            <p:ph idx="12" type="sldNum"/>
          </p:nvPr>
        </p:nvSpPr>
        <p:spPr>
          <a:xfrm>
            <a:off x="8317509" y="4725915"/>
            <a:ext cx="352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35"/>
          <p:cNvSpPr txBox="1"/>
          <p:nvPr>
            <p:ph idx="1" type="body"/>
          </p:nvPr>
        </p:nvSpPr>
        <p:spPr>
          <a:xfrm>
            <a:off x="473868" y="1188244"/>
            <a:ext cx="8196300" cy="3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/>
            </a:lvl3pPr>
            <a:lvl4pPr indent="-2857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Char char="-"/>
              <a:defRPr/>
            </a:lvl4pPr>
            <a:lvl5pPr indent="-2857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Char char="-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-"/>
              <a:defRPr sz="900"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30" name="Google Shape;230;p35"/>
          <p:cNvSpPr txBox="1"/>
          <p:nvPr>
            <p:ph idx="2" type="body"/>
          </p:nvPr>
        </p:nvSpPr>
        <p:spPr>
          <a:xfrm>
            <a:off x="4626770" y="469107"/>
            <a:ext cx="40434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31" name="Google Shape;231;p35"/>
          <p:cNvSpPr txBox="1"/>
          <p:nvPr>
            <p:ph idx="3" type="body"/>
          </p:nvPr>
        </p:nvSpPr>
        <p:spPr>
          <a:xfrm>
            <a:off x="476251" y="469106"/>
            <a:ext cx="4044600" cy="1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8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32" name="Google Shape;232;p35"/>
          <p:cNvSpPr txBox="1"/>
          <p:nvPr>
            <p:ph type="title"/>
          </p:nvPr>
        </p:nvSpPr>
        <p:spPr>
          <a:xfrm>
            <a:off x="473870" y="619857"/>
            <a:ext cx="40467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3_Slide_Title, Content, Chart">
  <p:cSld name="Title, Content, Chart">
    <p:bg>
      <p:bgPr>
        <a:solidFill>
          <a:schemeClr val="lt1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6"/>
          <p:cNvSpPr txBox="1"/>
          <p:nvPr>
            <p:ph idx="1" type="body"/>
          </p:nvPr>
        </p:nvSpPr>
        <p:spPr>
          <a:xfrm>
            <a:off x="473869" y="4161138"/>
            <a:ext cx="28170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cxnSp>
        <p:nvCxnSpPr>
          <p:cNvPr id="235" name="Google Shape;235;p36"/>
          <p:cNvCxnSpPr/>
          <p:nvPr/>
        </p:nvCxnSpPr>
        <p:spPr>
          <a:xfrm>
            <a:off x="471488" y="4074512"/>
            <a:ext cx="17052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6" name="Google Shape;236;p36"/>
          <p:cNvSpPr/>
          <p:nvPr>
            <p:ph idx="2" type="chart"/>
          </p:nvPr>
        </p:nvSpPr>
        <p:spPr>
          <a:xfrm>
            <a:off x="4480322" y="1013937"/>
            <a:ext cx="4189800" cy="36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TR"/>
              <a:buChar char="-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TR"/>
              <a:buChar char="-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7" name="Google Shape;237;p36"/>
          <p:cNvSpPr txBox="1"/>
          <p:nvPr>
            <p:ph idx="12" type="sldNum"/>
          </p:nvPr>
        </p:nvSpPr>
        <p:spPr>
          <a:xfrm>
            <a:off x="8317509" y="4725915"/>
            <a:ext cx="352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8" name="Google Shape;238;p36"/>
          <p:cNvSpPr txBox="1"/>
          <p:nvPr>
            <p:ph idx="3" type="body"/>
          </p:nvPr>
        </p:nvSpPr>
        <p:spPr>
          <a:xfrm>
            <a:off x="488156" y="1188244"/>
            <a:ext cx="3329100" cy="27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None/>
              <a:defRPr sz="900"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None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Char char="⁃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900"/>
              <a:buChar char="⁃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900"/>
              <a:buChar char="⁃"/>
              <a:defRPr sz="9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39" name="Google Shape;239;p36"/>
          <p:cNvSpPr txBox="1"/>
          <p:nvPr>
            <p:ph idx="4" type="body"/>
          </p:nvPr>
        </p:nvSpPr>
        <p:spPr>
          <a:xfrm>
            <a:off x="476251" y="469106"/>
            <a:ext cx="40446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8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40" name="Google Shape;240;p36"/>
          <p:cNvSpPr txBox="1"/>
          <p:nvPr>
            <p:ph type="title"/>
          </p:nvPr>
        </p:nvSpPr>
        <p:spPr>
          <a:xfrm>
            <a:off x="473870" y="619857"/>
            <a:ext cx="40467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1_Slide_Numbers graphic slide">
  <p:cSld name="Numbers graphic slide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7"/>
          <p:cNvSpPr txBox="1"/>
          <p:nvPr>
            <p:ph idx="12" type="sldNum"/>
          </p:nvPr>
        </p:nvSpPr>
        <p:spPr>
          <a:xfrm>
            <a:off x="8317509" y="4725915"/>
            <a:ext cx="352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3" name="Google Shape;243;p37"/>
          <p:cNvSpPr txBox="1"/>
          <p:nvPr>
            <p:ph idx="1" type="body"/>
          </p:nvPr>
        </p:nvSpPr>
        <p:spPr>
          <a:xfrm>
            <a:off x="473870" y="1143000"/>
            <a:ext cx="2646600" cy="10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500"/>
              <a:buNone/>
              <a:defRPr i="0" sz="7500">
                <a:solidFill>
                  <a:schemeClr val="accent6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4" name="Google Shape;244;p37"/>
          <p:cNvSpPr txBox="1"/>
          <p:nvPr>
            <p:ph idx="2" type="body"/>
          </p:nvPr>
        </p:nvSpPr>
        <p:spPr>
          <a:xfrm>
            <a:off x="473869" y="2244222"/>
            <a:ext cx="2448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None/>
              <a:defRPr b="0" sz="900"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None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Char char="⁃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900"/>
              <a:buChar char="⁃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900"/>
              <a:buChar char="⁃"/>
              <a:defRPr sz="9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45" name="Google Shape;245;p37"/>
          <p:cNvSpPr txBox="1"/>
          <p:nvPr>
            <p:ph idx="3" type="body"/>
          </p:nvPr>
        </p:nvSpPr>
        <p:spPr>
          <a:xfrm>
            <a:off x="476251" y="469106"/>
            <a:ext cx="61125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8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46" name="Google Shape;246;p37"/>
          <p:cNvSpPr txBox="1"/>
          <p:nvPr>
            <p:ph type="title"/>
          </p:nvPr>
        </p:nvSpPr>
        <p:spPr>
          <a:xfrm>
            <a:off x="473870" y="619857"/>
            <a:ext cx="75045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7" name="Google Shape;247;p37"/>
          <p:cNvSpPr txBox="1"/>
          <p:nvPr>
            <p:ph idx="4" type="body"/>
          </p:nvPr>
        </p:nvSpPr>
        <p:spPr>
          <a:xfrm>
            <a:off x="3257550" y="1143000"/>
            <a:ext cx="2646600" cy="10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500"/>
              <a:buNone/>
              <a:defRPr i="0" sz="7500">
                <a:solidFill>
                  <a:schemeClr val="accent6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8" name="Google Shape;248;p37"/>
          <p:cNvSpPr txBox="1"/>
          <p:nvPr>
            <p:ph idx="5" type="body"/>
          </p:nvPr>
        </p:nvSpPr>
        <p:spPr>
          <a:xfrm>
            <a:off x="3257549" y="2244222"/>
            <a:ext cx="2448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None/>
              <a:defRPr b="0" sz="900"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None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Char char="⁃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900"/>
              <a:buChar char="⁃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900"/>
              <a:buChar char="⁃"/>
              <a:defRPr sz="9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49" name="Google Shape;249;p37"/>
          <p:cNvSpPr txBox="1"/>
          <p:nvPr>
            <p:ph idx="6" type="body"/>
          </p:nvPr>
        </p:nvSpPr>
        <p:spPr>
          <a:xfrm>
            <a:off x="6013107" y="1143000"/>
            <a:ext cx="2646600" cy="10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500"/>
              <a:buNone/>
              <a:defRPr i="0" sz="7500">
                <a:solidFill>
                  <a:schemeClr val="accent6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0" name="Google Shape;250;p37"/>
          <p:cNvSpPr txBox="1"/>
          <p:nvPr>
            <p:ph idx="7" type="body"/>
          </p:nvPr>
        </p:nvSpPr>
        <p:spPr>
          <a:xfrm>
            <a:off x="6013106" y="2244222"/>
            <a:ext cx="2448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None/>
              <a:defRPr b="0" sz="900"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None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Char char="⁃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900"/>
              <a:buChar char="⁃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900"/>
              <a:buChar char="⁃"/>
              <a:defRPr sz="9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51" name="Google Shape;251;p37"/>
          <p:cNvSpPr txBox="1"/>
          <p:nvPr>
            <p:ph idx="8" type="body"/>
          </p:nvPr>
        </p:nvSpPr>
        <p:spPr>
          <a:xfrm>
            <a:off x="473870" y="2857500"/>
            <a:ext cx="2646600" cy="10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500"/>
              <a:buNone/>
              <a:defRPr i="0" sz="7500">
                <a:solidFill>
                  <a:schemeClr val="accent6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2" name="Google Shape;252;p37"/>
          <p:cNvSpPr txBox="1"/>
          <p:nvPr>
            <p:ph idx="9" type="body"/>
          </p:nvPr>
        </p:nvSpPr>
        <p:spPr>
          <a:xfrm>
            <a:off x="473869" y="3958722"/>
            <a:ext cx="2448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None/>
              <a:defRPr b="0" sz="900"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None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Char char="⁃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900"/>
              <a:buChar char="⁃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900"/>
              <a:buChar char="⁃"/>
              <a:defRPr sz="9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53" name="Google Shape;253;p37"/>
          <p:cNvSpPr txBox="1"/>
          <p:nvPr>
            <p:ph idx="13" type="body"/>
          </p:nvPr>
        </p:nvSpPr>
        <p:spPr>
          <a:xfrm>
            <a:off x="3257550" y="2857500"/>
            <a:ext cx="2646600" cy="10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500"/>
              <a:buNone/>
              <a:defRPr i="0" sz="7500">
                <a:solidFill>
                  <a:schemeClr val="accent6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4" name="Google Shape;254;p37"/>
          <p:cNvSpPr txBox="1"/>
          <p:nvPr>
            <p:ph idx="14" type="body"/>
          </p:nvPr>
        </p:nvSpPr>
        <p:spPr>
          <a:xfrm>
            <a:off x="3257549" y="3958722"/>
            <a:ext cx="2448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None/>
              <a:defRPr b="0" sz="900"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None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Char char="⁃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900"/>
              <a:buChar char="⁃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900"/>
              <a:buChar char="⁃"/>
              <a:defRPr sz="9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55" name="Google Shape;255;p37"/>
          <p:cNvSpPr txBox="1"/>
          <p:nvPr>
            <p:ph idx="15" type="body"/>
          </p:nvPr>
        </p:nvSpPr>
        <p:spPr>
          <a:xfrm>
            <a:off x="6013107" y="2857500"/>
            <a:ext cx="2646600" cy="10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500"/>
              <a:buNone/>
              <a:defRPr i="0" sz="7500">
                <a:solidFill>
                  <a:schemeClr val="accent6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6" name="Google Shape;256;p37"/>
          <p:cNvSpPr txBox="1"/>
          <p:nvPr>
            <p:ph idx="16" type="body"/>
          </p:nvPr>
        </p:nvSpPr>
        <p:spPr>
          <a:xfrm>
            <a:off x="6013106" y="3958722"/>
            <a:ext cx="2448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None/>
              <a:defRPr b="0" sz="900"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None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Char char="⁃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900"/>
              <a:buChar char="⁃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900"/>
              <a:buChar char="⁃"/>
              <a:defRPr sz="9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4_Slide_Ender 1 - White">
  <p:cSld name="Ender 1 - White">
    <p:bg>
      <p:bgPr>
        <a:solidFill>
          <a:srgbClr val="FFFFF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8"/>
          <p:cNvSpPr/>
          <p:nvPr/>
        </p:nvSpPr>
        <p:spPr>
          <a:xfrm>
            <a:off x="217609" y="4741252"/>
            <a:ext cx="6185400" cy="224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9" name="Google Shape;259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847885" y="1531620"/>
            <a:ext cx="10842227" cy="44348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5_Slide_Ender 1 - Black">
  <p:cSld name="Ender 1 - Black">
    <p:bg>
      <p:bgPr>
        <a:solidFill>
          <a:srgbClr val="000000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9"/>
          <p:cNvSpPr/>
          <p:nvPr/>
        </p:nvSpPr>
        <p:spPr>
          <a:xfrm>
            <a:off x="217609" y="4741252"/>
            <a:ext cx="6185400" cy="224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39"/>
          <p:cNvSpPr/>
          <p:nvPr/>
        </p:nvSpPr>
        <p:spPr>
          <a:xfrm>
            <a:off x="178044" y="4668716"/>
            <a:ext cx="824100" cy="309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3" name="Google Shape;263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847885" y="1531620"/>
            <a:ext cx="10842227" cy="44348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6_Slide_Ender 2 - White">
  <p:cSld name="Ender 2 - White"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0"/>
          <p:cNvSpPr/>
          <p:nvPr/>
        </p:nvSpPr>
        <p:spPr>
          <a:xfrm>
            <a:off x="217609" y="4741252"/>
            <a:ext cx="6185400" cy="224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6" name="Google Shape;26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45619" y="1140198"/>
            <a:ext cx="3063717" cy="28655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Slide_Safe Harbor statement 1">
  <p:cSld name="Safe Harbor statement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1"/>
          <p:cNvSpPr/>
          <p:nvPr/>
        </p:nvSpPr>
        <p:spPr>
          <a:xfrm>
            <a:off x="473869" y="4267200"/>
            <a:ext cx="8196300" cy="396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41"/>
          <p:cNvSpPr txBox="1"/>
          <p:nvPr>
            <p:ph idx="12" type="sldNum"/>
          </p:nvPr>
        </p:nvSpPr>
        <p:spPr>
          <a:xfrm>
            <a:off x="8317509" y="4725915"/>
            <a:ext cx="352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41"/>
          <p:cNvSpPr txBox="1"/>
          <p:nvPr/>
        </p:nvSpPr>
        <p:spPr>
          <a:xfrm>
            <a:off x="406114" y="414516"/>
            <a:ext cx="3411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chemeClr val="accent6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“Safe Harbor” Statement</a:t>
            </a:r>
            <a:endParaRPr b="0" i="0" sz="1400" u="none" cap="none" strike="noStrike">
              <a:solidFill>
                <a:schemeClr val="accent6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271" name="Google Shape;271;p41"/>
          <p:cNvSpPr txBox="1"/>
          <p:nvPr>
            <p:ph idx="1" type="body"/>
          </p:nvPr>
        </p:nvSpPr>
        <p:spPr>
          <a:xfrm>
            <a:off x="473869" y="1188244"/>
            <a:ext cx="8196300" cy="30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sz="8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/>
            </a:lvl4pPr>
            <a:lvl5pPr indent="-3175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2" name="Google Shape;272;p41"/>
          <p:cNvSpPr txBox="1"/>
          <p:nvPr>
            <p:ph idx="2" type="body"/>
          </p:nvPr>
        </p:nvSpPr>
        <p:spPr>
          <a:xfrm>
            <a:off x="473869" y="4343401"/>
            <a:ext cx="8196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0" sz="9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/>
            </a:lvl4pPr>
            <a:lvl5pPr indent="-3175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9_Slide_Blank Layout">
  <p:cSld name="CUSTOM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2"/>
          <p:cNvSpPr txBox="1"/>
          <p:nvPr>
            <p:ph type="title"/>
          </p:nvPr>
        </p:nvSpPr>
        <p:spPr>
          <a:xfrm>
            <a:off x="473869" y="469106"/>
            <a:ext cx="79512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5" name="Google Shape;275;p42"/>
          <p:cNvSpPr txBox="1"/>
          <p:nvPr>
            <p:ph idx="12" type="sldNum"/>
          </p:nvPr>
        </p:nvSpPr>
        <p:spPr>
          <a:xfrm>
            <a:off x="8317509" y="4725915"/>
            <a:ext cx="352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 No Overline">
  <p:cSld name="Complex Chart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3"/>
          <p:cNvSpPr txBox="1"/>
          <p:nvPr>
            <p:ph idx="12" type="sldNum"/>
          </p:nvPr>
        </p:nvSpPr>
        <p:spPr>
          <a:xfrm>
            <a:off x="8458200" y="4700016"/>
            <a:ext cx="228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700" u="none" cap="none" strike="noStrik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700" u="none" cap="none" strike="noStrik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700" u="none" cap="none" strike="noStrik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700" u="none" cap="none" strike="noStrik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700" u="none" cap="none" strike="noStrik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700" u="none" cap="none" strike="noStrik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700" u="none" cap="none" strike="noStrik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700" u="none" cap="none" strike="noStrik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700" u="none" cap="none" strike="noStrik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8" name="Google Shape;278;p43"/>
          <p:cNvSpPr txBox="1"/>
          <p:nvPr>
            <p:ph type="title"/>
          </p:nvPr>
        </p:nvSpPr>
        <p:spPr>
          <a:xfrm>
            <a:off x="457200" y="247650"/>
            <a:ext cx="7086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9" name="Google Shape;279;p43"/>
          <p:cNvSpPr txBox="1"/>
          <p:nvPr>
            <p:ph idx="1" type="body"/>
          </p:nvPr>
        </p:nvSpPr>
        <p:spPr>
          <a:xfrm>
            <a:off x="457200" y="590550"/>
            <a:ext cx="82296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_4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4"/>
          <p:cNvSpPr txBox="1"/>
          <p:nvPr>
            <p:ph idx="1" type="body"/>
          </p:nvPr>
        </p:nvSpPr>
        <p:spPr>
          <a:xfrm>
            <a:off x="457200" y="1459580"/>
            <a:ext cx="70866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/>
            </a:lvl2pPr>
            <a:lvl3pPr indent="-3048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/>
            </a:lvl3pPr>
            <a:lvl4pPr indent="-3048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–"/>
              <a:defRPr/>
            </a:lvl4pPr>
            <a:lvl5pPr indent="-3048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–"/>
              <a:defRPr/>
            </a:lvl5pPr>
            <a:lvl6pPr indent="-3048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–"/>
              <a:defRPr/>
            </a:lvl6pPr>
            <a:lvl7pPr indent="-3048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–"/>
              <a:defRPr/>
            </a:lvl7pPr>
            <a:lvl8pPr indent="-3048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–"/>
              <a:defRPr/>
            </a:lvl8pPr>
            <a:lvl9pPr indent="-3048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–"/>
              <a:defRPr/>
            </a:lvl9pPr>
          </a:lstStyle>
          <a:p/>
        </p:txBody>
      </p:sp>
      <p:sp>
        <p:nvSpPr>
          <p:cNvPr id="282" name="Google Shape;282;p44"/>
          <p:cNvSpPr txBox="1"/>
          <p:nvPr>
            <p:ph idx="10" type="dt"/>
          </p:nvPr>
        </p:nvSpPr>
        <p:spPr>
          <a:xfrm>
            <a:off x="7543800" y="4700016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3" name="Google Shape;283;p44"/>
          <p:cNvSpPr txBox="1"/>
          <p:nvPr>
            <p:ph idx="12" type="sldNum"/>
          </p:nvPr>
        </p:nvSpPr>
        <p:spPr>
          <a:xfrm>
            <a:off x="8458200" y="4700016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700" u="none" cap="none" strike="noStrike">
                <a:solidFill>
                  <a:schemeClr val="dk1"/>
                </a:solidFill>
                <a:latin typeface="Neue Haas Grotesk Text Std"/>
                <a:ea typeface="Neue Haas Grotesk Text Std"/>
                <a:cs typeface="Neue Haas Grotesk Text Std"/>
                <a:sym typeface="Neue Haas Grotesk Text St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700" u="none" cap="none" strike="noStrike">
                <a:solidFill>
                  <a:schemeClr val="dk1"/>
                </a:solidFill>
                <a:latin typeface="Neue Haas Grotesk Text Std"/>
                <a:ea typeface="Neue Haas Grotesk Text Std"/>
                <a:cs typeface="Neue Haas Grotesk Text Std"/>
                <a:sym typeface="Neue Haas Grotesk Text St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700" u="none" cap="none" strike="noStrike">
                <a:solidFill>
                  <a:schemeClr val="dk1"/>
                </a:solidFill>
                <a:latin typeface="Neue Haas Grotesk Text Std"/>
                <a:ea typeface="Neue Haas Grotesk Text Std"/>
                <a:cs typeface="Neue Haas Grotesk Text Std"/>
                <a:sym typeface="Neue Haas Grotesk Text St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700" u="none" cap="none" strike="noStrike">
                <a:solidFill>
                  <a:schemeClr val="dk1"/>
                </a:solidFill>
                <a:latin typeface="Neue Haas Grotesk Text Std"/>
                <a:ea typeface="Neue Haas Grotesk Text Std"/>
                <a:cs typeface="Neue Haas Grotesk Text Std"/>
                <a:sym typeface="Neue Haas Grotesk Text St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700" u="none" cap="none" strike="noStrike">
                <a:solidFill>
                  <a:schemeClr val="dk1"/>
                </a:solidFill>
                <a:latin typeface="Neue Haas Grotesk Text Std"/>
                <a:ea typeface="Neue Haas Grotesk Text Std"/>
                <a:cs typeface="Neue Haas Grotesk Text Std"/>
                <a:sym typeface="Neue Haas Grotesk Text St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700" u="none" cap="none" strike="noStrike">
                <a:solidFill>
                  <a:schemeClr val="dk1"/>
                </a:solidFill>
                <a:latin typeface="Neue Haas Grotesk Text Std"/>
                <a:ea typeface="Neue Haas Grotesk Text Std"/>
                <a:cs typeface="Neue Haas Grotesk Text Std"/>
                <a:sym typeface="Neue Haas Grotesk Text St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700" u="none" cap="none" strike="noStrike">
                <a:solidFill>
                  <a:schemeClr val="dk1"/>
                </a:solidFill>
                <a:latin typeface="Neue Haas Grotesk Text Std"/>
                <a:ea typeface="Neue Haas Grotesk Text Std"/>
                <a:cs typeface="Neue Haas Grotesk Text Std"/>
                <a:sym typeface="Neue Haas Grotesk Text St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700" u="none" cap="none" strike="noStrike">
                <a:solidFill>
                  <a:schemeClr val="dk1"/>
                </a:solidFill>
                <a:latin typeface="Neue Haas Grotesk Text Std"/>
                <a:ea typeface="Neue Haas Grotesk Text Std"/>
                <a:cs typeface="Neue Haas Grotesk Text Std"/>
                <a:sym typeface="Neue Haas Grotesk Text St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700" u="none" cap="none" strike="noStrike">
                <a:solidFill>
                  <a:schemeClr val="dk1"/>
                </a:solidFill>
                <a:latin typeface="Neue Haas Grotesk Text Std"/>
                <a:ea typeface="Neue Haas Grotesk Text Std"/>
                <a:cs typeface="Neue Haas Grotesk Text Std"/>
                <a:sym typeface="Neue Haas Grotesk Text St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84" name="Google Shape;284;p44"/>
          <p:cNvCxnSpPr/>
          <p:nvPr/>
        </p:nvCxnSpPr>
        <p:spPr>
          <a:xfrm>
            <a:off x="457200" y="457200"/>
            <a:ext cx="8229600" cy="0"/>
          </a:xfrm>
          <a:prstGeom prst="straightConnector1">
            <a:avLst/>
          </a:prstGeom>
          <a:noFill/>
          <a:ln cap="flat" cmpd="sng" w="476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5" name="Google Shape;285;p44"/>
          <p:cNvSpPr txBox="1"/>
          <p:nvPr>
            <p:ph type="title"/>
          </p:nvPr>
        </p:nvSpPr>
        <p:spPr>
          <a:xfrm>
            <a:off x="457200" y="594360"/>
            <a:ext cx="7086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5"/>
          <p:cNvSpPr txBox="1"/>
          <p:nvPr>
            <p:ph idx="10" type="dt"/>
          </p:nvPr>
        </p:nvSpPr>
        <p:spPr>
          <a:xfrm>
            <a:off x="228600" y="3178175"/>
            <a:ext cx="1066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8" name="Google Shape;288;p45"/>
          <p:cNvSpPr txBox="1"/>
          <p:nvPr>
            <p:ph idx="11" type="ftr"/>
          </p:nvPr>
        </p:nvSpPr>
        <p:spPr>
          <a:xfrm>
            <a:off x="1562100" y="3178175"/>
            <a:ext cx="1447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9" name="Google Shape;289;p45"/>
          <p:cNvSpPr txBox="1"/>
          <p:nvPr>
            <p:ph idx="12" type="sldNum"/>
          </p:nvPr>
        </p:nvSpPr>
        <p:spPr>
          <a:xfrm>
            <a:off x="3276600" y="3178175"/>
            <a:ext cx="106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list - White">
  <p:cSld name="Big number list - White">
    <p:bg>
      <p:bgPr>
        <a:solidFill>
          <a:schemeClr val="lt1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6"/>
          <p:cNvSpPr txBox="1"/>
          <p:nvPr>
            <p:ph idx="1" type="body"/>
          </p:nvPr>
        </p:nvSpPr>
        <p:spPr>
          <a:xfrm>
            <a:off x="228601" y="228600"/>
            <a:ext cx="4282800" cy="1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None/>
              <a:defRPr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292" name="Google Shape;292;p46"/>
          <p:cNvSpPr txBox="1"/>
          <p:nvPr>
            <p:ph idx="2" type="body"/>
          </p:nvPr>
        </p:nvSpPr>
        <p:spPr>
          <a:xfrm>
            <a:off x="228599" y="359209"/>
            <a:ext cx="4282800" cy="5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erizon NHG TX"/>
              <a:buNone/>
              <a:defRPr b="1" i="0" sz="2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293" name="Google Shape;293;p46"/>
          <p:cNvSpPr txBox="1"/>
          <p:nvPr/>
        </p:nvSpPr>
        <p:spPr>
          <a:xfrm>
            <a:off x="8642255" y="4759509"/>
            <a:ext cx="272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1" i="0" lang="en" sz="11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‹#›</a:t>
            </a:fld>
            <a:endParaRPr b="1" i="0" sz="1100" u="none" cap="none" strike="noStrike">
              <a:solidFill>
                <a:schemeClr val="accen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1_Full Blank">
  <p:cSld name="31_Full Blank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8"/>
          <p:cNvSpPr txBox="1"/>
          <p:nvPr>
            <p:ph type="title"/>
          </p:nvPr>
        </p:nvSpPr>
        <p:spPr>
          <a:xfrm>
            <a:off x="457200" y="205979"/>
            <a:ext cx="8229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7" name="Google Shape;297;p48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8" name="Google Shape;298;p48"/>
          <p:cNvSpPr txBox="1"/>
          <p:nvPr>
            <p:ph idx="12" type="sldNum"/>
          </p:nvPr>
        </p:nvSpPr>
        <p:spPr>
          <a:xfrm>
            <a:off x="6553200" y="4767263"/>
            <a:ext cx="2133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on register - White">
  <p:cSld name="Action register - White">
    <p:bg>
      <p:bgPr>
        <a:solidFill>
          <a:schemeClr val="lt1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9"/>
          <p:cNvSpPr txBox="1"/>
          <p:nvPr>
            <p:ph idx="1" type="body"/>
          </p:nvPr>
        </p:nvSpPr>
        <p:spPr>
          <a:xfrm>
            <a:off x="228600" y="228600"/>
            <a:ext cx="6485400" cy="1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None/>
              <a:defRPr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pic>
        <p:nvPicPr>
          <p:cNvPr id="301" name="Google Shape;301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9133" y="4768923"/>
            <a:ext cx="637643" cy="142756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49"/>
          <p:cNvSpPr txBox="1"/>
          <p:nvPr>
            <p:ph idx="2" type="body"/>
          </p:nvPr>
        </p:nvSpPr>
        <p:spPr>
          <a:xfrm>
            <a:off x="228599" y="359209"/>
            <a:ext cx="6485400" cy="5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erizon NHG TX"/>
              <a:buNone/>
              <a:defRPr b="1" i="0" sz="2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303" name="Google Shape;303;p49"/>
          <p:cNvSpPr txBox="1"/>
          <p:nvPr/>
        </p:nvSpPr>
        <p:spPr>
          <a:xfrm>
            <a:off x="2625367" y="4800600"/>
            <a:ext cx="3693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Verizon confidential and proprietary. Unauthorized disclosure, reproduction or other use prohibited.</a:t>
            </a:r>
            <a:endParaRPr b="0" i="0" sz="1100" u="none" cap="none" strike="noStrike">
              <a:solidFill>
                <a:srgbClr val="000000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304" name="Google Shape;304;p49"/>
          <p:cNvSpPr txBox="1"/>
          <p:nvPr/>
        </p:nvSpPr>
        <p:spPr>
          <a:xfrm>
            <a:off x="8642255" y="4759509"/>
            <a:ext cx="272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1" i="0" lang="en" sz="11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‹#›</a:t>
            </a:fld>
            <a:endParaRPr b="1" i="0" sz="1100" u="none" cap="none" strike="noStrike">
              <a:solidFill>
                <a:schemeClr val="accen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 1">
  <p:cSld name="1_Title and Content_5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0"/>
          <p:cNvSpPr txBox="1"/>
          <p:nvPr>
            <p:ph idx="1" type="body"/>
          </p:nvPr>
        </p:nvSpPr>
        <p:spPr>
          <a:xfrm>
            <a:off x="457200" y="1459580"/>
            <a:ext cx="70866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/>
            </a:lvl2pPr>
            <a:lvl3pPr indent="-3048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/>
            </a:lvl3pPr>
            <a:lvl4pPr indent="-3048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–"/>
              <a:defRPr/>
            </a:lvl4pPr>
            <a:lvl5pPr indent="-3048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–"/>
              <a:defRPr/>
            </a:lvl5pPr>
            <a:lvl6pPr indent="-3048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–"/>
              <a:defRPr/>
            </a:lvl6pPr>
            <a:lvl7pPr indent="-3048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–"/>
              <a:defRPr/>
            </a:lvl7pPr>
            <a:lvl8pPr indent="-3048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–"/>
              <a:defRPr/>
            </a:lvl8pPr>
            <a:lvl9pPr indent="-3048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–"/>
              <a:defRPr/>
            </a:lvl9pPr>
          </a:lstStyle>
          <a:p/>
        </p:txBody>
      </p:sp>
      <p:sp>
        <p:nvSpPr>
          <p:cNvPr id="307" name="Google Shape;307;p50"/>
          <p:cNvSpPr txBox="1"/>
          <p:nvPr>
            <p:ph idx="10" type="dt"/>
          </p:nvPr>
        </p:nvSpPr>
        <p:spPr>
          <a:xfrm>
            <a:off x="7543800" y="4700016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8" name="Google Shape;308;p50"/>
          <p:cNvSpPr txBox="1"/>
          <p:nvPr>
            <p:ph idx="12" type="sldNum"/>
          </p:nvPr>
        </p:nvSpPr>
        <p:spPr>
          <a:xfrm>
            <a:off x="8458200" y="4700016"/>
            <a:ext cx="228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700" u="none" cap="none" strike="noStrike">
                <a:solidFill>
                  <a:schemeClr val="dk1"/>
                </a:solidFill>
                <a:latin typeface="Neue Haas Grotesk Text Std"/>
                <a:ea typeface="Neue Haas Grotesk Text Std"/>
                <a:cs typeface="Neue Haas Grotesk Text Std"/>
                <a:sym typeface="Neue Haas Grotesk Text St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700" u="none" cap="none" strike="noStrike">
                <a:solidFill>
                  <a:schemeClr val="dk1"/>
                </a:solidFill>
                <a:latin typeface="Neue Haas Grotesk Text Std"/>
                <a:ea typeface="Neue Haas Grotesk Text Std"/>
                <a:cs typeface="Neue Haas Grotesk Text Std"/>
                <a:sym typeface="Neue Haas Grotesk Text St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700" u="none" cap="none" strike="noStrike">
                <a:solidFill>
                  <a:schemeClr val="dk1"/>
                </a:solidFill>
                <a:latin typeface="Neue Haas Grotesk Text Std"/>
                <a:ea typeface="Neue Haas Grotesk Text Std"/>
                <a:cs typeface="Neue Haas Grotesk Text Std"/>
                <a:sym typeface="Neue Haas Grotesk Text St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700" u="none" cap="none" strike="noStrike">
                <a:solidFill>
                  <a:schemeClr val="dk1"/>
                </a:solidFill>
                <a:latin typeface="Neue Haas Grotesk Text Std"/>
                <a:ea typeface="Neue Haas Grotesk Text Std"/>
                <a:cs typeface="Neue Haas Grotesk Text Std"/>
                <a:sym typeface="Neue Haas Grotesk Text St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700" u="none" cap="none" strike="noStrike">
                <a:solidFill>
                  <a:schemeClr val="dk1"/>
                </a:solidFill>
                <a:latin typeface="Neue Haas Grotesk Text Std"/>
                <a:ea typeface="Neue Haas Grotesk Text Std"/>
                <a:cs typeface="Neue Haas Grotesk Text Std"/>
                <a:sym typeface="Neue Haas Grotesk Text St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700" u="none" cap="none" strike="noStrike">
                <a:solidFill>
                  <a:schemeClr val="dk1"/>
                </a:solidFill>
                <a:latin typeface="Neue Haas Grotesk Text Std"/>
                <a:ea typeface="Neue Haas Grotesk Text Std"/>
                <a:cs typeface="Neue Haas Grotesk Text Std"/>
                <a:sym typeface="Neue Haas Grotesk Text St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700" u="none" cap="none" strike="noStrike">
                <a:solidFill>
                  <a:schemeClr val="dk1"/>
                </a:solidFill>
                <a:latin typeface="Neue Haas Grotesk Text Std"/>
                <a:ea typeface="Neue Haas Grotesk Text Std"/>
                <a:cs typeface="Neue Haas Grotesk Text Std"/>
                <a:sym typeface="Neue Haas Grotesk Text St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700" u="none" cap="none" strike="noStrike">
                <a:solidFill>
                  <a:schemeClr val="dk1"/>
                </a:solidFill>
                <a:latin typeface="Neue Haas Grotesk Text Std"/>
                <a:ea typeface="Neue Haas Grotesk Text Std"/>
                <a:cs typeface="Neue Haas Grotesk Text Std"/>
                <a:sym typeface="Neue Haas Grotesk Text St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700" u="none" cap="none" strike="noStrike">
                <a:solidFill>
                  <a:schemeClr val="dk1"/>
                </a:solidFill>
                <a:latin typeface="Neue Haas Grotesk Text Std"/>
                <a:ea typeface="Neue Haas Grotesk Text Std"/>
                <a:cs typeface="Neue Haas Grotesk Text Std"/>
                <a:sym typeface="Neue Haas Grotesk Text St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09" name="Google Shape;309;p50"/>
          <p:cNvCxnSpPr/>
          <p:nvPr/>
        </p:nvCxnSpPr>
        <p:spPr>
          <a:xfrm>
            <a:off x="457200" y="457200"/>
            <a:ext cx="8229600" cy="0"/>
          </a:xfrm>
          <a:prstGeom prst="straightConnector1">
            <a:avLst/>
          </a:prstGeom>
          <a:noFill/>
          <a:ln cap="flat" cmpd="sng" w="476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0" name="Google Shape;310;p50"/>
          <p:cNvSpPr txBox="1"/>
          <p:nvPr>
            <p:ph type="title"/>
          </p:nvPr>
        </p:nvSpPr>
        <p:spPr>
          <a:xfrm>
            <a:off x="457200" y="594360"/>
            <a:ext cx="7086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6_Title with content - White">
  <p:cSld name="Title and Content_1">
    <p:bg>
      <p:bgPr>
        <a:solidFill>
          <a:schemeClr val="lt1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1"/>
          <p:cNvSpPr txBox="1"/>
          <p:nvPr>
            <p:ph idx="12" type="sldNum"/>
          </p:nvPr>
        </p:nvSpPr>
        <p:spPr>
          <a:xfrm>
            <a:off x="8317509" y="4736592"/>
            <a:ext cx="352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3" name="Google Shape;313;p51"/>
          <p:cNvSpPr txBox="1"/>
          <p:nvPr>
            <p:ph type="title"/>
          </p:nvPr>
        </p:nvSpPr>
        <p:spPr>
          <a:xfrm>
            <a:off x="473870" y="438912"/>
            <a:ext cx="75045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7_Title with content - White">
  <p:cSld name="Title and Content_2">
    <p:bg>
      <p:bgPr>
        <a:solidFill>
          <a:schemeClr val="lt1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2"/>
          <p:cNvSpPr txBox="1"/>
          <p:nvPr>
            <p:ph idx="12" type="sldNum"/>
          </p:nvPr>
        </p:nvSpPr>
        <p:spPr>
          <a:xfrm>
            <a:off x="8317509" y="4736592"/>
            <a:ext cx="352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6" name="Google Shape;316;p52"/>
          <p:cNvSpPr txBox="1"/>
          <p:nvPr>
            <p:ph type="title"/>
          </p:nvPr>
        </p:nvSpPr>
        <p:spPr>
          <a:xfrm>
            <a:off x="473870" y="438912"/>
            <a:ext cx="75045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 point and optional partner - White">
  <p:cSld name="Bullet point and optional partner - White">
    <p:bg>
      <p:bgPr>
        <a:solidFill>
          <a:schemeClr val="lt1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4"/>
          <p:cNvSpPr txBox="1"/>
          <p:nvPr>
            <p:ph idx="1" type="body"/>
          </p:nvPr>
        </p:nvSpPr>
        <p:spPr>
          <a:xfrm>
            <a:off x="228600" y="228600"/>
            <a:ext cx="6485400" cy="1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pic>
        <p:nvPicPr>
          <p:cNvPr id="320" name="Google Shape;320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9133" y="4768923"/>
            <a:ext cx="627382" cy="140459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54"/>
          <p:cNvSpPr/>
          <p:nvPr>
            <p:ph idx="2" type="pic"/>
          </p:nvPr>
        </p:nvSpPr>
        <p:spPr>
          <a:xfrm>
            <a:off x="7446169" y="228600"/>
            <a:ext cx="1473600" cy="685800"/>
          </a:xfrm>
          <a:prstGeom prst="rect">
            <a:avLst/>
          </a:prstGeom>
          <a:noFill/>
          <a:ln>
            <a:noFill/>
          </a:ln>
        </p:spPr>
      </p:sp>
      <p:sp>
        <p:nvSpPr>
          <p:cNvPr id="322" name="Google Shape;322;p54"/>
          <p:cNvSpPr txBox="1"/>
          <p:nvPr>
            <p:ph idx="3" type="body"/>
          </p:nvPr>
        </p:nvSpPr>
        <p:spPr>
          <a:xfrm>
            <a:off x="228599" y="359209"/>
            <a:ext cx="6485400" cy="5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erizon NHG TX"/>
              <a:buNone/>
              <a:defRPr b="1" i="0" sz="2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323" name="Google Shape;323;p54"/>
          <p:cNvSpPr txBox="1"/>
          <p:nvPr/>
        </p:nvSpPr>
        <p:spPr>
          <a:xfrm>
            <a:off x="2625367" y="4800600"/>
            <a:ext cx="3693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Verizon confidential and proprietary. Unauthorized disclosure, reproduction or other use prohibited.</a:t>
            </a:r>
            <a:endParaRPr b="0" i="0" sz="1000" u="none" cap="none" strike="noStrike">
              <a:solidFill>
                <a:srgbClr val="000000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324" name="Google Shape;324;p54"/>
          <p:cNvSpPr txBox="1"/>
          <p:nvPr/>
        </p:nvSpPr>
        <p:spPr>
          <a:xfrm>
            <a:off x="8642255" y="4759509"/>
            <a:ext cx="272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‹#›</a:t>
            </a:fld>
            <a:endParaRPr b="1" i="0" sz="1000" u="none" cap="none" strike="noStrike">
              <a:solidFill>
                <a:schemeClr val="accen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325" name="Google Shape;325;p54"/>
          <p:cNvSpPr txBox="1"/>
          <p:nvPr>
            <p:ph idx="4" type="body"/>
          </p:nvPr>
        </p:nvSpPr>
        <p:spPr>
          <a:xfrm>
            <a:off x="226219" y="1835658"/>
            <a:ext cx="7951200" cy="22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izon NHG TX"/>
              <a:buChar char="•"/>
              <a:defRPr b="1" i="0" sz="18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izon NHG TX"/>
              <a:buChar char="•"/>
              <a:defRPr b="0" i="0" sz="12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izon NHG TX"/>
              <a:buChar char="•"/>
              <a:defRPr b="0" i="0" sz="12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304800" lvl="3" marL="18288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izon NHG TX"/>
              <a:buChar char="•"/>
              <a:defRPr b="0" i="0" sz="12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304800" lvl="4" marL="22860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izon NHG TX"/>
              <a:buChar char="•"/>
              <a:defRPr b="0" i="0" sz="12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9133" y="4768923"/>
            <a:ext cx="627382" cy="140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imary Cover - Stone">
  <p:cSld name="Primary Cover - Stone">
    <p:bg>
      <p:bgPr>
        <a:solidFill>
          <a:srgbClr val="F3EDE0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6"/>
          <p:cNvSpPr txBox="1"/>
          <p:nvPr/>
        </p:nvSpPr>
        <p:spPr>
          <a:xfrm>
            <a:off x="8656820" y="4759509"/>
            <a:ext cx="258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‹#›</a:t>
            </a:fld>
            <a:endParaRPr b="1" i="0" sz="1000" u="none" cap="none" strike="noStrike">
              <a:solidFill>
                <a:schemeClr val="accen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330" name="Google Shape;330;p56"/>
          <p:cNvSpPr/>
          <p:nvPr>
            <p:ph idx="2" type="pic"/>
          </p:nvPr>
        </p:nvSpPr>
        <p:spPr>
          <a:xfrm>
            <a:off x="7441595" y="228600"/>
            <a:ext cx="1478100" cy="800100"/>
          </a:xfrm>
          <a:prstGeom prst="rect">
            <a:avLst/>
          </a:prstGeom>
          <a:noFill/>
          <a:ln>
            <a:noFill/>
          </a:ln>
        </p:spPr>
      </p:sp>
      <p:sp>
        <p:nvSpPr>
          <p:cNvPr id="331" name="Google Shape;331;p56"/>
          <p:cNvSpPr txBox="1"/>
          <p:nvPr>
            <p:ph idx="1" type="body"/>
          </p:nvPr>
        </p:nvSpPr>
        <p:spPr>
          <a:xfrm>
            <a:off x="226219" y="3429000"/>
            <a:ext cx="7208700" cy="15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125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Verizon NHG TX"/>
              <a:buNone/>
              <a:defRPr b="1" i="0" sz="36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332" name="Google Shape;332;p56"/>
          <p:cNvSpPr txBox="1"/>
          <p:nvPr>
            <p:ph idx="3" type="body"/>
          </p:nvPr>
        </p:nvSpPr>
        <p:spPr>
          <a:xfrm>
            <a:off x="226219" y="2633614"/>
            <a:ext cx="7220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5161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300"/>
              <a:buFont typeface="Verizon NHG TX"/>
              <a:buNone/>
              <a:defRPr b="1" i="0" sz="23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pic>
        <p:nvPicPr>
          <p:cNvPr id="333" name="Google Shape;333;p56"/>
          <p:cNvPicPr preferRelativeResize="0"/>
          <p:nvPr/>
        </p:nvPicPr>
        <p:blipFill rotWithShape="1">
          <a:blip r:embed="rId2">
            <a:alphaModFix/>
          </a:blip>
          <a:srcRect b="6567" l="8341" r="-618" t="19718"/>
          <a:stretch/>
        </p:blipFill>
        <p:spPr>
          <a:xfrm>
            <a:off x="-1" y="1"/>
            <a:ext cx="5247083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imary Cover - White">
  <p:cSld name="Primary Cover - White">
    <p:bg>
      <p:bgPr>
        <a:solidFill>
          <a:schemeClr val="lt1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7"/>
          <p:cNvSpPr txBox="1"/>
          <p:nvPr/>
        </p:nvSpPr>
        <p:spPr>
          <a:xfrm>
            <a:off x="8656820" y="4759509"/>
            <a:ext cx="258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‹#›</a:t>
            </a:fld>
            <a:endParaRPr b="1" i="0" sz="1000" u="none" cap="none" strike="noStrike">
              <a:solidFill>
                <a:schemeClr val="accen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336" name="Google Shape;336;p57"/>
          <p:cNvSpPr/>
          <p:nvPr>
            <p:ph idx="2" type="pic"/>
          </p:nvPr>
        </p:nvSpPr>
        <p:spPr>
          <a:xfrm>
            <a:off x="7441595" y="228600"/>
            <a:ext cx="1478100" cy="800100"/>
          </a:xfrm>
          <a:prstGeom prst="rect">
            <a:avLst/>
          </a:prstGeom>
          <a:noFill/>
          <a:ln>
            <a:noFill/>
          </a:ln>
        </p:spPr>
      </p:sp>
      <p:sp>
        <p:nvSpPr>
          <p:cNvPr id="337" name="Google Shape;337;p57"/>
          <p:cNvSpPr txBox="1"/>
          <p:nvPr>
            <p:ph idx="1" type="body"/>
          </p:nvPr>
        </p:nvSpPr>
        <p:spPr>
          <a:xfrm>
            <a:off x="226219" y="3429000"/>
            <a:ext cx="7208700" cy="15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125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Verizon NHG TX"/>
              <a:buNone/>
              <a:defRPr b="1" i="0" sz="36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338" name="Google Shape;338;p57"/>
          <p:cNvSpPr txBox="1"/>
          <p:nvPr>
            <p:ph idx="3" type="body"/>
          </p:nvPr>
        </p:nvSpPr>
        <p:spPr>
          <a:xfrm>
            <a:off x="226219" y="2633614"/>
            <a:ext cx="7220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5161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300"/>
              <a:buFont typeface="Verizon NHG TX"/>
              <a:buNone/>
              <a:defRPr b="1" i="0" sz="23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pic>
        <p:nvPicPr>
          <p:cNvPr id="339" name="Google Shape;339;p57"/>
          <p:cNvPicPr preferRelativeResize="0"/>
          <p:nvPr/>
        </p:nvPicPr>
        <p:blipFill rotWithShape="1">
          <a:blip r:embed="rId2">
            <a:alphaModFix/>
          </a:blip>
          <a:srcRect b="6567" l="8341" r="-618" t="19718"/>
          <a:stretch/>
        </p:blipFill>
        <p:spPr>
          <a:xfrm>
            <a:off x="-1" y="1"/>
            <a:ext cx="5247083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imary Cover - Black">
  <p:cSld name="Primary Cover - Black">
    <p:bg>
      <p:bgPr>
        <a:solidFill>
          <a:schemeClr val="dk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8"/>
          <p:cNvSpPr txBox="1"/>
          <p:nvPr/>
        </p:nvSpPr>
        <p:spPr>
          <a:xfrm>
            <a:off x="8656820" y="4759509"/>
            <a:ext cx="258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‹#›</a:t>
            </a:fld>
            <a:endParaRPr b="1" i="0" sz="1000" u="none" cap="none" strike="noStrike">
              <a:solidFill>
                <a:schemeClr val="accen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342" name="Google Shape;342;p58"/>
          <p:cNvSpPr/>
          <p:nvPr>
            <p:ph idx="2" type="pic"/>
          </p:nvPr>
        </p:nvSpPr>
        <p:spPr>
          <a:xfrm>
            <a:off x="7441595" y="228600"/>
            <a:ext cx="1478100" cy="800100"/>
          </a:xfrm>
          <a:prstGeom prst="rect">
            <a:avLst/>
          </a:prstGeom>
          <a:noFill/>
          <a:ln>
            <a:noFill/>
          </a:ln>
        </p:spPr>
      </p:sp>
      <p:sp>
        <p:nvSpPr>
          <p:cNvPr id="343" name="Google Shape;343;p58"/>
          <p:cNvSpPr txBox="1"/>
          <p:nvPr>
            <p:ph idx="1" type="body"/>
          </p:nvPr>
        </p:nvSpPr>
        <p:spPr>
          <a:xfrm>
            <a:off x="226219" y="3429000"/>
            <a:ext cx="7208700" cy="15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125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Verizon NHG TX"/>
              <a:buNone/>
              <a:defRPr b="1" i="0" sz="3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344" name="Google Shape;344;p58"/>
          <p:cNvSpPr txBox="1"/>
          <p:nvPr>
            <p:ph idx="3" type="body"/>
          </p:nvPr>
        </p:nvSpPr>
        <p:spPr>
          <a:xfrm>
            <a:off x="226219" y="2633614"/>
            <a:ext cx="7220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516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Verizon NHG TX"/>
              <a:buNone/>
              <a:defRPr b="1" i="0" sz="23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pic>
        <p:nvPicPr>
          <p:cNvPr id="345" name="Google Shape;345;p58"/>
          <p:cNvPicPr preferRelativeResize="0"/>
          <p:nvPr/>
        </p:nvPicPr>
        <p:blipFill rotWithShape="1">
          <a:blip r:embed="rId2">
            <a:alphaModFix/>
          </a:blip>
          <a:srcRect b="6567" l="8341" r="-618" t="19718"/>
          <a:stretch/>
        </p:blipFill>
        <p:spPr>
          <a:xfrm>
            <a:off x="-1" y="1"/>
            <a:ext cx="5247083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ondary Cover - Stone">
  <p:cSld name="Secondary Cover - Stone">
    <p:bg>
      <p:bgPr>
        <a:solidFill>
          <a:srgbClr val="F3EDE0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13157" y="2629904"/>
            <a:ext cx="2461978" cy="225143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59"/>
          <p:cNvSpPr txBox="1"/>
          <p:nvPr/>
        </p:nvSpPr>
        <p:spPr>
          <a:xfrm>
            <a:off x="8656820" y="4759509"/>
            <a:ext cx="258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‹#›</a:t>
            </a:fld>
            <a:endParaRPr b="1" i="0" sz="1000" u="none" cap="none" strike="noStrike">
              <a:solidFill>
                <a:schemeClr val="accen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pic>
        <p:nvPicPr>
          <p:cNvPr id="349" name="Google Shape;349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618534" cy="140576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59"/>
          <p:cNvSpPr txBox="1"/>
          <p:nvPr>
            <p:ph idx="1" type="body"/>
          </p:nvPr>
        </p:nvSpPr>
        <p:spPr>
          <a:xfrm>
            <a:off x="226219" y="3429000"/>
            <a:ext cx="5751900" cy="15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125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Verizon NHG TX"/>
              <a:buNone/>
              <a:defRPr b="1" i="0" sz="36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351" name="Google Shape;351;p59"/>
          <p:cNvSpPr txBox="1"/>
          <p:nvPr>
            <p:ph idx="2" type="body"/>
          </p:nvPr>
        </p:nvSpPr>
        <p:spPr>
          <a:xfrm>
            <a:off x="226219" y="2633614"/>
            <a:ext cx="5751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5161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300"/>
              <a:buFont typeface="Verizon NHG TX"/>
              <a:buNone/>
              <a:defRPr b="1" i="0" sz="23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ondary Cover - White">
  <p:cSld name="Secondary Cover - White">
    <p:bg>
      <p:bgPr>
        <a:solidFill>
          <a:schemeClr val="lt1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60"/>
          <p:cNvSpPr txBox="1"/>
          <p:nvPr/>
        </p:nvSpPr>
        <p:spPr>
          <a:xfrm>
            <a:off x="8656820" y="4759509"/>
            <a:ext cx="258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‹#›</a:t>
            </a:fld>
            <a:endParaRPr b="1" i="0" sz="1000" u="none" cap="none" strike="noStrike">
              <a:solidFill>
                <a:schemeClr val="accen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pic>
        <p:nvPicPr>
          <p:cNvPr id="354" name="Google Shape;354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8600" y="228600"/>
            <a:ext cx="618534" cy="140576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60"/>
          <p:cNvSpPr txBox="1"/>
          <p:nvPr>
            <p:ph idx="1" type="body"/>
          </p:nvPr>
        </p:nvSpPr>
        <p:spPr>
          <a:xfrm>
            <a:off x="226219" y="3429000"/>
            <a:ext cx="5751900" cy="15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125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Verizon NHG TX"/>
              <a:buNone/>
              <a:defRPr b="1" i="0" sz="36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356" name="Google Shape;356;p60"/>
          <p:cNvSpPr txBox="1"/>
          <p:nvPr>
            <p:ph idx="2" type="body"/>
          </p:nvPr>
        </p:nvSpPr>
        <p:spPr>
          <a:xfrm>
            <a:off x="226219" y="2633614"/>
            <a:ext cx="5751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5161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300"/>
              <a:buFont typeface="Verizon NHG TX"/>
              <a:buNone/>
              <a:defRPr b="1" i="0" sz="23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pic>
        <p:nvPicPr>
          <p:cNvPr id="357" name="Google Shape;357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13157" y="2629904"/>
            <a:ext cx="2461978" cy="22514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ondary Cover - Black">
  <p:cSld name="Secondary Cover - Black">
    <p:bg>
      <p:bgPr>
        <a:solidFill>
          <a:schemeClr val="dk1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61"/>
          <p:cNvSpPr txBox="1"/>
          <p:nvPr/>
        </p:nvSpPr>
        <p:spPr>
          <a:xfrm>
            <a:off x="8656820" y="4759509"/>
            <a:ext cx="258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chemeClr val="accent6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‹#›</a:t>
            </a:fld>
            <a:endParaRPr b="1" i="0" sz="1000" u="none" cap="none" strike="noStrike">
              <a:solidFill>
                <a:schemeClr val="accent6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pic>
        <p:nvPicPr>
          <p:cNvPr id="360" name="Google Shape;360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8600" y="228600"/>
            <a:ext cx="618534" cy="140576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61"/>
          <p:cNvSpPr txBox="1"/>
          <p:nvPr>
            <p:ph idx="1" type="body"/>
          </p:nvPr>
        </p:nvSpPr>
        <p:spPr>
          <a:xfrm>
            <a:off x="226219" y="3429000"/>
            <a:ext cx="5751900" cy="15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125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Verizon NHG TX"/>
              <a:buNone/>
              <a:defRPr b="1" i="0" sz="3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362" name="Google Shape;362;p61"/>
          <p:cNvSpPr txBox="1"/>
          <p:nvPr>
            <p:ph idx="2" type="body"/>
          </p:nvPr>
        </p:nvSpPr>
        <p:spPr>
          <a:xfrm>
            <a:off x="226219" y="2633614"/>
            <a:ext cx="5751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516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Verizon NHG TX"/>
              <a:buNone/>
              <a:defRPr b="1" i="0" sz="23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pic>
        <p:nvPicPr>
          <p:cNvPr id="363" name="Google Shape;363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13157" y="2629904"/>
            <a:ext cx="2461978" cy="22514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Stone">
  <p:cSld name="Divider - Stone">
    <p:bg>
      <p:bgPr>
        <a:solidFill>
          <a:srgbClr val="F3EDE0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62"/>
          <p:cNvSpPr txBox="1"/>
          <p:nvPr>
            <p:ph idx="1" type="body"/>
          </p:nvPr>
        </p:nvSpPr>
        <p:spPr>
          <a:xfrm>
            <a:off x="226219" y="228600"/>
            <a:ext cx="64875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99090"/>
              </a:lnSpc>
              <a:spcBef>
                <a:spcPts val="0"/>
              </a:spcBef>
              <a:spcAft>
                <a:spcPts val="0"/>
              </a:spcAft>
              <a:buClr>
                <a:srgbClr val="F50A23"/>
              </a:buClr>
              <a:buSzPts val="4900"/>
              <a:buFont typeface="Verizon NHG TX"/>
              <a:buNone/>
              <a:defRPr b="1" i="0" sz="4900" u="none" cap="none" strike="noStrike">
                <a:solidFill>
                  <a:srgbClr val="F50A23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366" name="Google Shape;366;p62"/>
          <p:cNvSpPr txBox="1"/>
          <p:nvPr>
            <p:ph idx="2" type="body"/>
          </p:nvPr>
        </p:nvSpPr>
        <p:spPr>
          <a:xfrm>
            <a:off x="226219" y="2638020"/>
            <a:ext cx="6487500" cy="14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9812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izon NHG TX"/>
              <a:buNone/>
              <a:defRPr b="1" i="0" sz="2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367" name="Google Shape;367;p62"/>
          <p:cNvSpPr txBox="1"/>
          <p:nvPr/>
        </p:nvSpPr>
        <p:spPr>
          <a:xfrm>
            <a:off x="2625367" y="4800600"/>
            <a:ext cx="3693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Verizon confidential and proprietary. Unauthorized disclosure, reproduction or other use prohibited.</a:t>
            </a:r>
            <a:endParaRPr b="0" i="0" sz="1000" u="none" cap="none" strike="noStrike">
              <a:solidFill>
                <a:srgbClr val="000000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368" name="Google Shape;368;p62"/>
          <p:cNvSpPr txBox="1"/>
          <p:nvPr/>
        </p:nvSpPr>
        <p:spPr>
          <a:xfrm>
            <a:off x="8642255" y="4759509"/>
            <a:ext cx="272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‹#›</a:t>
            </a:fld>
            <a:endParaRPr b="1" i="0" sz="1000" u="none" cap="none" strike="noStrike">
              <a:solidFill>
                <a:schemeClr val="accen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pic>
        <p:nvPicPr>
          <p:cNvPr id="369" name="Google Shape;369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9133" y="4768923"/>
            <a:ext cx="627382" cy="140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White">
  <p:cSld name="Divider - White">
    <p:bg>
      <p:bgPr>
        <a:solidFill>
          <a:schemeClr val="lt1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3"/>
          <p:cNvSpPr txBox="1"/>
          <p:nvPr/>
        </p:nvSpPr>
        <p:spPr>
          <a:xfrm>
            <a:off x="2625367" y="4800600"/>
            <a:ext cx="3693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Verizon confidential and proprietary. Unauthorized disclosure, reproduction or other use prohibited.</a:t>
            </a:r>
            <a:endParaRPr b="0" i="0" sz="1000" u="none" cap="none" strike="noStrike">
              <a:solidFill>
                <a:srgbClr val="000000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372" name="Google Shape;372;p63"/>
          <p:cNvSpPr txBox="1"/>
          <p:nvPr/>
        </p:nvSpPr>
        <p:spPr>
          <a:xfrm>
            <a:off x="8642255" y="4759509"/>
            <a:ext cx="272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‹#›</a:t>
            </a:fld>
            <a:endParaRPr b="1" i="0" sz="1000" u="none" cap="none" strike="noStrike">
              <a:solidFill>
                <a:schemeClr val="accen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pic>
        <p:nvPicPr>
          <p:cNvPr id="373" name="Google Shape;373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9133" y="4768923"/>
            <a:ext cx="627382" cy="140459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63"/>
          <p:cNvSpPr txBox="1"/>
          <p:nvPr>
            <p:ph idx="1" type="body"/>
          </p:nvPr>
        </p:nvSpPr>
        <p:spPr>
          <a:xfrm>
            <a:off x="226219" y="228600"/>
            <a:ext cx="64875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99090"/>
              </a:lnSpc>
              <a:spcBef>
                <a:spcPts val="0"/>
              </a:spcBef>
              <a:spcAft>
                <a:spcPts val="0"/>
              </a:spcAft>
              <a:buClr>
                <a:srgbClr val="F50A23"/>
              </a:buClr>
              <a:buSzPts val="4900"/>
              <a:buFont typeface="Verizon NHG TX"/>
              <a:buNone/>
              <a:defRPr b="1" i="0" sz="4900" u="none" cap="none" strike="noStrike">
                <a:solidFill>
                  <a:srgbClr val="F50A23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375" name="Google Shape;375;p63"/>
          <p:cNvSpPr txBox="1"/>
          <p:nvPr>
            <p:ph idx="2" type="body"/>
          </p:nvPr>
        </p:nvSpPr>
        <p:spPr>
          <a:xfrm>
            <a:off x="226219" y="2638020"/>
            <a:ext cx="6487500" cy="14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9812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izon NHG TX"/>
              <a:buNone/>
              <a:defRPr b="1" i="0" sz="2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Black">
  <p:cSld name="Divider - Black">
    <p:bg>
      <p:bgPr>
        <a:solidFill>
          <a:schemeClr val="dk1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64"/>
          <p:cNvSpPr txBox="1"/>
          <p:nvPr/>
        </p:nvSpPr>
        <p:spPr>
          <a:xfrm>
            <a:off x="2625367" y="4800600"/>
            <a:ext cx="3693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accent6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Verizon confidential and proprietary. Unauthorized disclosure, reproduction or other use prohibited.</a:t>
            </a:r>
            <a:endParaRPr b="0" i="0" sz="1000" u="none" cap="none" strike="noStrike">
              <a:solidFill>
                <a:srgbClr val="000000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378" name="Google Shape;378;p64"/>
          <p:cNvSpPr txBox="1"/>
          <p:nvPr/>
        </p:nvSpPr>
        <p:spPr>
          <a:xfrm>
            <a:off x="8642255" y="4759509"/>
            <a:ext cx="272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chemeClr val="accent6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‹#›</a:t>
            </a:fld>
            <a:endParaRPr b="1" i="0" sz="1000" u="none" cap="none" strike="noStrike">
              <a:solidFill>
                <a:schemeClr val="accent6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pic>
        <p:nvPicPr>
          <p:cNvPr id="379" name="Google Shape;379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9133" y="4768923"/>
            <a:ext cx="627382" cy="140459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64"/>
          <p:cNvSpPr txBox="1"/>
          <p:nvPr>
            <p:ph idx="1" type="body"/>
          </p:nvPr>
        </p:nvSpPr>
        <p:spPr>
          <a:xfrm>
            <a:off x="226219" y="228600"/>
            <a:ext cx="64875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99090"/>
              </a:lnSpc>
              <a:spcBef>
                <a:spcPts val="0"/>
              </a:spcBef>
              <a:spcAft>
                <a:spcPts val="0"/>
              </a:spcAft>
              <a:buClr>
                <a:srgbClr val="F50A23"/>
              </a:buClr>
              <a:buSzPts val="4900"/>
              <a:buFont typeface="Verizon NHG TX"/>
              <a:buNone/>
              <a:defRPr b="1" i="0" sz="4900" u="none" cap="none" strike="noStrike">
                <a:solidFill>
                  <a:srgbClr val="F50A23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381" name="Google Shape;381;p64"/>
          <p:cNvSpPr txBox="1"/>
          <p:nvPr>
            <p:ph idx="2" type="body"/>
          </p:nvPr>
        </p:nvSpPr>
        <p:spPr>
          <a:xfrm>
            <a:off x="226219" y="2638020"/>
            <a:ext cx="6487500" cy="14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9812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izon NHG TX"/>
              <a:buNone/>
              <a:defRPr b="1" i="0" sz="2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statement or Divider - White">
  <p:cSld name="Large statement or Divider - White">
    <p:bg>
      <p:bgPr>
        <a:solidFill>
          <a:schemeClr val="lt1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5"/>
          <p:cNvSpPr/>
          <p:nvPr/>
        </p:nvSpPr>
        <p:spPr>
          <a:xfrm>
            <a:off x="260001" y="436221"/>
            <a:ext cx="8621700" cy="3984600"/>
          </a:xfrm>
          <a:prstGeom prst="rect">
            <a:avLst/>
          </a:prstGeom>
          <a:solidFill>
            <a:schemeClr val="accent2"/>
          </a:solidFill>
          <a:ln cap="flat" cmpd="sng" w="8255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65"/>
          <p:cNvSpPr txBox="1"/>
          <p:nvPr>
            <p:ph idx="1" type="body"/>
          </p:nvPr>
        </p:nvSpPr>
        <p:spPr>
          <a:xfrm>
            <a:off x="1693069" y="1828800"/>
            <a:ext cx="5753100" cy="14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Clr>
                <a:srgbClr val="F50A23"/>
              </a:buClr>
              <a:buSzPts val="4900"/>
              <a:buFont typeface="Verizon NHG TX"/>
              <a:buNone/>
              <a:defRPr b="1" i="0" sz="4900" u="none" cap="none" strike="noStrike">
                <a:solidFill>
                  <a:srgbClr val="F50A23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385" name="Google Shape;385;p65"/>
          <p:cNvSpPr txBox="1"/>
          <p:nvPr/>
        </p:nvSpPr>
        <p:spPr>
          <a:xfrm>
            <a:off x="2625367" y="4800600"/>
            <a:ext cx="3693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Verizon confidential and proprietary. Unauthorized disclosure, reproduction or other use prohibited.</a:t>
            </a:r>
            <a:endParaRPr b="0" i="0" sz="1000" u="none" cap="none" strike="noStrike">
              <a:solidFill>
                <a:srgbClr val="000000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386" name="Google Shape;386;p65"/>
          <p:cNvSpPr txBox="1"/>
          <p:nvPr/>
        </p:nvSpPr>
        <p:spPr>
          <a:xfrm>
            <a:off x="8642255" y="4759509"/>
            <a:ext cx="272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‹#›</a:t>
            </a:fld>
            <a:endParaRPr b="1" i="0" sz="1000" u="none" cap="none" strike="noStrike">
              <a:solidFill>
                <a:schemeClr val="accen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pic>
        <p:nvPicPr>
          <p:cNvPr id="387" name="Google Shape;387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9133" y="4768923"/>
            <a:ext cx="627382" cy="140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statement or Divider - Stone">
  <p:cSld name="Large statement or Divider - Stone">
    <p:bg>
      <p:bgPr>
        <a:solidFill>
          <a:schemeClr val="accent2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6"/>
          <p:cNvSpPr/>
          <p:nvPr/>
        </p:nvSpPr>
        <p:spPr>
          <a:xfrm>
            <a:off x="260001" y="436221"/>
            <a:ext cx="8621700" cy="3984600"/>
          </a:xfrm>
          <a:prstGeom prst="rect">
            <a:avLst/>
          </a:prstGeom>
          <a:solidFill>
            <a:schemeClr val="lt1"/>
          </a:solidFill>
          <a:ln cap="flat" cmpd="sng" w="8255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66"/>
          <p:cNvSpPr txBox="1"/>
          <p:nvPr>
            <p:ph idx="1" type="body"/>
          </p:nvPr>
        </p:nvSpPr>
        <p:spPr>
          <a:xfrm>
            <a:off x="1693069" y="1828800"/>
            <a:ext cx="5753100" cy="14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Clr>
                <a:srgbClr val="F50A23"/>
              </a:buClr>
              <a:buSzPts val="4900"/>
              <a:buFont typeface="Verizon NHG TX"/>
              <a:buNone/>
              <a:defRPr b="1" i="0" sz="4900" u="none" cap="none" strike="noStrike">
                <a:solidFill>
                  <a:srgbClr val="F50A23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391" name="Google Shape;391;p66"/>
          <p:cNvSpPr txBox="1"/>
          <p:nvPr/>
        </p:nvSpPr>
        <p:spPr>
          <a:xfrm>
            <a:off x="2625367" y="4800600"/>
            <a:ext cx="3693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Verizon confidential and proprietary. Unauthorized disclosure, reproduction or other use prohibited.</a:t>
            </a:r>
            <a:endParaRPr b="0" i="0" sz="1000" u="none" cap="none" strike="noStrike">
              <a:solidFill>
                <a:srgbClr val="000000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392" name="Google Shape;392;p66"/>
          <p:cNvSpPr txBox="1"/>
          <p:nvPr/>
        </p:nvSpPr>
        <p:spPr>
          <a:xfrm>
            <a:off x="8642255" y="4759509"/>
            <a:ext cx="272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‹#›</a:t>
            </a:fld>
            <a:endParaRPr b="1" i="0" sz="1000" u="none" cap="none" strike="noStrike">
              <a:solidFill>
                <a:schemeClr val="accen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pic>
        <p:nvPicPr>
          <p:cNvPr id="393" name="Google Shape;393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9133" y="4768923"/>
            <a:ext cx="627382" cy="140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statement or Divider - Black">
  <p:cSld name="Large statement or Divider - Black">
    <p:bg>
      <p:bgPr>
        <a:solidFill>
          <a:schemeClr val="lt1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67"/>
          <p:cNvSpPr/>
          <p:nvPr/>
        </p:nvSpPr>
        <p:spPr>
          <a:xfrm>
            <a:off x="260001" y="436221"/>
            <a:ext cx="8621700" cy="3984600"/>
          </a:xfrm>
          <a:prstGeom prst="rect">
            <a:avLst/>
          </a:prstGeom>
          <a:solidFill>
            <a:schemeClr val="dk1"/>
          </a:solidFill>
          <a:ln cap="flat" cmpd="sng" w="8255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67"/>
          <p:cNvSpPr txBox="1"/>
          <p:nvPr>
            <p:ph idx="1" type="body"/>
          </p:nvPr>
        </p:nvSpPr>
        <p:spPr>
          <a:xfrm>
            <a:off x="1693069" y="1828800"/>
            <a:ext cx="5753100" cy="14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900"/>
              <a:buFont typeface="Verizon NHG TX"/>
              <a:buNone/>
              <a:defRPr b="1" i="0" sz="49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397" name="Google Shape;397;p67"/>
          <p:cNvSpPr txBox="1"/>
          <p:nvPr/>
        </p:nvSpPr>
        <p:spPr>
          <a:xfrm>
            <a:off x="2625367" y="4800600"/>
            <a:ext cx="3693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Verizon confidential and proprietary. Unauthorized disclosure, reproduction or other use prohibited.</a:t>
            </a:r>
            <a:endParaRPr b="0" i="0" sz="1000" u="none" cap="none" strike="noStrike">
              <a:solidFill>
                <a:srgbClr val="000000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398" name="Google Shape;398;p67"/>
          <p:cNvSpPr txBox="1"/>
          <p:nvPr/>
        </p:nvSpPr>
        <p:spPr>
          <a:xfrm>
            <a:off x="8642255" y="4759509"/>
            <a:ext cx="272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‹#›</a:t>
            </a:fld>
            <a:endParaRPr b="1" i="0" sz="1000" u="none" cap="none" strike="noStrike">
              <a:solidFill>
                <a:schemeClr val="accen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pic>
        <p:nvPicPr>
          <p:cNvPr id="399" name="Google Shape;399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9133" y="4768923"/>
            <a:ext cx="627382" cy="140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w/ Copy - Yellow">
  <p:cSld name="Divider w/ Copy - Yellow">
    <p:bg>
      <p:bgPr>
        <a:solidFill>
          <a:srgbClr val="F3EDE0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68"/>
          <p:cNvSpPr/>
          <p:nvPr/>
        </p:nvSpPr>
        <p:spPr>
          <a:xfrm>
            <a:off x="4567428" y="0"/>
            <a:ext cx="4576500" cy="5143500"/>
          </a:xfrm>
          <a:prstGeom prst="rect">
            <a:avLst/>
          </a:prstGeom>
          <a:solidFill>
            <a:schemeClr val="lt2"/>
          </a:solidFill>
          <a:ln cap="flat" cmpd="sng" w="8255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68"/>
          <p:cNvSpPr txBox="1"/>
          <p:nvPr>
            <p:ph idx="1" type="body"/>
          </p:nvPr>
        </p:nvSpPr>
        <p:spPr>
          <a:xfrm>
            <a:off x="226219" y="225879"/>
            <a:ext cx="3552600" cy="38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5416"/>
              </a:lnSpc>
              <a:spcBef>
                <a:spcPts val="0"/>
              </a:spcBef>
              <a:spcAft>
                <a:spcPts val="0"/>
              </a:spcAft>
              <a:buClr>
                <a:srgbClr val="F50A23"/>
              </a:buClr>
              <a:buSzPts val="3600"/>
              <a:buFont typeface="Verizon NHG TX"/>
              <a:buNone/>
              <a:defRPr b="1" i="0" sz="3600" u="none" cap="none" strike="noStrike">
                <a:solidFill>
                  <a:srgbClr val="F50A23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403" name="Google Shape;403;p68"/>
          <p:cNvSpPr txBox="1"/>
          <p:nvPr/>
        </p:nvSpPr>
        <p:spPr>
          <a:xfrm>
            <a:off x="2625367" y="4800600"/>
            <a:ext cx="3693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Verizon confidential and proprietary. Unauthorized disclosure, reproduction or other use prohibited.</a:t>
            </a:r>
            <a:endParaRPr b="0" i="0" sz="1000" u="none" cap="none" strike="noStrike">
              <a:solidFill>
                <a:srgbClr val="000000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404" name="Google Shape;404;p68"/>
          <p:cNvSpPr txBox="1"/>
          <p:nvPr/>
        </p:nvSpPr>
        <p:spPr>
          <a:xfrm>
            <a:off x="8642255" y="4759509"/>
            <a:ext cx="272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‹#›</a:t>
            </a:fld>
            <a:endParaRPr b="1" i="0" sz="1000" u="none" cap="none" strike="noStrike">
              <a:solidFill>
                <a:schemeClr val="accen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pic>
        <p:nvPicPr>
          <p:cNvPr id="405" name="Google Shape;405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9133" y="4768923"/>
            <a:ext cx="627382" cy="140459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68"/>
          <p:cNvSpPr txBox="1"/>
          <p:nvPr>
            <p:ph idx="2" type="body"/>
          </p:nvPr>
        </p:nvSpPr>
        <p:spPr>
          <a:xfrm>
            <a:off x="5360194" y="2628900"/>
            <a:ext cx="3552600" cy="14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9812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izon NHG TX"/>
              <a:buNone/>
              <a:defRPr b="0" i="0" sz="2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w/ Copy - Red">
  <p:cSld name="Divider w/ Copy - Red">
    <p:bg>
      <p:bgPr>
        <a:solidFill>
          <a:srgbClr val="F3EDE0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69"/>
          <p:cNvSpPr/>
          <p:nvPr/>
        </p:nvSpPr>
        <p:spPr>
          <a:xfrm>
            <a:off x="4567428" y="0"/>
            <a:ext cx="4576500" cy="5143500"/>
          </a:xfrm>
          <a:prstGeom prst="rect">
            <a:avLst/>
          </a:prstGeom>
          <a:solidFill>
            <a:schemeClr val="accent1"/>
          </a:solidFill>
          <a:ln cap="flat" cmpd="sng" w="825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69"/>
          <p:cNvSpPr txBox="1"/>
          <p:nvPr>
            <p:ph idx="1" type="body"/>
          </p:nvPr>
        </p:nvSpPr>
        <p:spPr>
          <a:xfrm>
            <a:off x="226219" y="225879"/>
            <a:ext cx="3552600" cy="38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54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Verizon NHG TX"/>
              <a:buNone/>
              <a:defRPr b="1" i="0" sz="3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410" name="Google Shape;410;p69"/>
          <p:cNvSpPr txBox="1"/>
          <p:nvPr/>
        </p:nvSpPr>
        <p:spPr>
          <a:xfrm>
            <a:off x="2625367" y="4800600"/>
            <a:ext cx="3693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Verizon confidential and proprietary. Unauthorized disclosure, reproduction or other use prohibited.</a:t>
            </a:r>
            <a:endParaRPr b="0" i="0" sz="1000" u="none" cap="none" strike="noStrike">
              <a:solidFill>
                <a:srgbClr val="000000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411" name="Google Shape;411;p69"/>
          <p:cNvSpPr txBox="1"/>
          <p:nvPr/>
        </p:nvSpPr>
        <p:spPr>
          <a:xfrm>
            <a:off x="8642255" y="4759509"/>
            <a:ext cx="272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‹#›</a:t>
            </a:fld>
            <a:endParaRPr b="1" i="0" sz="1000" u="none" cap="none" strike="noStrike">
              <a:solidFill>
                <a:schemeClr val="accent5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pic>
        <p:nvPicPr>
          <p:cNvPr id="412" name="Google Shape;412;p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9133" y="4768923"/>
            <a:ext cx="627382" cy="140459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69"/>
          <p:cNvSpPr txBox="1"/>
          <p:nvPr>
            <p:ph idx="2" type="body"/>
          </p:nvPr>
        </p:nvSpPr>
        <p:spPr>
          <a:xfrm>
            <a:off x="5360194" y="2628900"/>
            <a:ext cx="3552600" cy="14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9812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izon NHG TX"/>
              <a:buNone/>
              <a:defRPr b="0" i="0" sz="2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w/ Image - Stone">
  <p:cSld name="Divider w/ Image - Stone">
    <p:bg>
      <p:bgPr>
        <a:solidFill>
          <a:srgbClr val="F3EDE0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70"/>
          <p:cNvSpPr/>
          <p:nvPr>
            <p:ph idx="2" type="pic"/>
          </p:nvPr>
        </p:nvSpPr>
        <p:spPr>
          <a:xfrm>
            <a:off x="4510683" y="0"/>
            <a:ext cx="46326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16" name="Google Shape;416;p70"/>
          <p:cNvSpPr txBox="1"/>
          <p:nvPr>
            <p:ph idx="1" type="body"/>
          </p:nvPr>
        </p:nvSpPr>
        <p:spPr>
          <a:xfrm>
            <a:off x="226219" y="225879"/>
            <a:ext cx="3552600" cy="38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54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Verizon NHG TX"/>
              <a:buNone/>
              <a:defRPr b="1" i="0" sz="3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417" name="Google Shape;417;p70"/>
          <p:cNvSpPr txBox="1"/>
          <p:nvPr/>
        </p:nvSpPr>
        <p:spPr>
          <a:xfrm>
            <a:off x="8642255" y="4759509"/>
            <a:ext cx="272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‹#›</a:t>
            </a:fld>
            <a:endParaRPr b="1" i="0" sz="1000" u="none" cap="none" strike="noStrike">
              <a:solidFill>
                <a:schemeClr val="accen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pic>
        <p:nvPicPr>
          <p:cNvPr id="418" name="Google Shape;418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9133" y="4768923"/>
            <a:ext cx="627382" cy="140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w/ Image - Red">
  <p:cSld name="Divider w/ Image - Red">
    <p:bg>
      <p:bgPr>
        <a:solidFill>
          <a:schemeClr val="accent1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71"/>
          <p:cNvSpPr/>
          <p:nvPr>
            <p:ph idx="2" type="pic"/>
          </p:nvPr>
        </p:nvSpPr>
        <p:spPr>
          <a:xfrm>
            <a:off x="4510683" y="0"/>
            <a:ext cx="46326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21" name="Google Shape;421;p71"/>
          <p:cNvSpPr txBox="1"/>
          <p:nvPr>
            <p:ph idx="1" type="body"/>
          </p:nvPr>
        </p:nvSpPr>
        <p:spPr>
          <a:xfrm>
            <a:off x="226219" y="225879"/>
            <a:ext cx="3552600" cy="38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541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Verizon NHG TX"/>
              <a:buNone/>
              <a:defRPr b="1" i="0" sz="3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422" name="Google Shape;422;p71"/>
          <p:cNvSpPr txBox="1"/>
          <p:nvPr/>
        </p:nvSpPr>
        <p:spPr>
          <a:xfrm>
            <a:off x="8642255" y="4759509"/>
            <a:ext cx="272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‹#›</a:t>
            </a:fld>
            <a:endParaRPr b="1" i="0" sz="1000" u="none" cap="none" strike="noStrike">
              <a:solidFill>
                <a:schemeClr val="accen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pic>
        <p:nvPicPr>
          <p:cNvPr id="423" name="Google Shape;423;p71"/>
          <p:cNvPicPr preferRelativeResize="0"/>
          <p:nvPr/>
        </p:nvPicPr>
        <p:blipFill rotWithShape="1">
          <a:blip r:embed="rId2">
            <a:alphaModFix/>
          </a:blip>
          <a:srcRect b="22678" l="0" r="0" t="22673"/>
          <a:stretch/>
        </p:blipFill>
        <p:spPr>
          <a:xfrm>
            <a:off x="124003" y="4745383"/>
            <a:ext cx="847898" cy="1898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/TOC - White">
  <p:cSld name="Agenda/TOC - White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72"/>
          <p:cNvSpPr txBox="1"/>
          <p:nvPr>
            <p:ph idx="1" type="body"/>
          </p:nvPr>
        </p:nvSpPr>
        <p:spPr>
          <a:xfrm>
            <a:off x="224370" y="230377"/>
            <a:ext cx="79536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36250"/>
              </a:lnSpc>
              <a:spcBef>
                <a:spcPts val="0"/>
              </a:spcBef>
              <a:spcAft>
                <a:spcPts val="0"/>
              </a:spcAft>
              <a:buClr>
                <a:srgbClr val="F50A23"/>
              </a:buClr>
              <a:buSzPts val="3600"/>
              <a:buFont typeface="Verizon NHG TX"/>
              <a:buNone/>
              <a:defRPr b="1" i="0" sz="3600" u="none" cap="none" strike="noStrike">
                <a:solidFill>
                  <a:srgbClr val="F50A23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pic>
        <p:nvPicPr>
          <p:cNvPr id="426" name="Google Shape;426;p7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9133" y="4768923"/>
            <a:ext cx="627382" cy="140459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72"/>
          <p:cNvSpPr txBox="1"/>
          <p:nvPr/>
        </p:nvSpPr>
        <p:spPr>
          <a:xfrm>
            <a:off x="2625367" y="4800600"/>
            <a:ext cx="3693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Verizon confidential and proprietary. Unauthorized disclosure, reproduction or other use prohibited.</a:t>
            </a:r>
            <a:endParaRPr b="0" i="0" sz="1000" u="none" cap="none" strike="noStrike">
              <a:solidFill>
                <a:srgbClr val="000000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428" name="Google Shape;428;p72"/>
          <p:cNvSpPr txBox="1"/>
          <p:nvPr/>
        </p:nvSpPr>
        <p:spPr>
          <a:xfrm>
            <a:off x="8642255" y="4759509"/>
            <a:ext cx="272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‹#›</a:t>
            </a:fld>
            <a:endParaRPr b="1" i="0" sz="1000" u="none" cap="none" strike="noStrike">
              <a:solidFill>
                <a:schemeClr val="accen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/TOC Alt - White">
  <p:cSld name="Agenda/TOC Alt - White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73"/>
          <p:cNvSpPr txBox="1"/>
          <p:nvPr>
            <p:ph idx="1" type="body"/>
          </p:nvPr>
        </p:nvSpPr>
        <p:spPr>
          <a:xfrm>
            <a:off x="224370" y="230377"/>
            <a:ext cx="79536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36250"/>
              </a:lnSpc>
              <a:spcBef>
                <a:spcPts val="0"/>
              </a:spcBef>
              <a:spcAft>
                <a:spcPts val="0"/>
              </a:spcAft>
              <a:buClr>
                <a:srgbClr val="F50A23"/>
              </a:buClr>
              <a:buSzPts val="3600"/>
              <a:buFont typeface="Verizon NHG TX"/>
              <a:buNone/>
              <a:defRPr b="1" i="0" sz="3600" u="none" cap="none" strike="noStrike">
                <a:solidFill>
                  <a:srgbClr val="F50A23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431" name="Google Shape;431;p73"/>
          <p:cNvSpPr txBox="1"/>
          <p:nvPr>
            <p:ph idx="2" type="body"/>
          </p:nvPr>
        </p:nvSpPr>
        <p:spPr>
          <a:xfrm>
            <a:off x="226219" y="1828800"/>
            <a:ext cx="3556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Verizon NHG TX"/>
              <a:buNone/>
              <a:defRPr b="1" i="0" sz="3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432" name="Google Shape;432;p73"/>
          <p:cNvSpPr txBox="1"/>
          <p:nvPr>
            <p:ph idx="3" type="body"/>
          </p:nvPr>
        </p:nvSpPr>
        <p:spPr>
          <a:xfrm>
            <a:off x="4626769" y="1828800"/>
            <a:ext cx="35511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Verizon NHG TX"/>
              <a:buNone/>
              <a:defRPr b="1" i="0" sz="3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pic>
        <p:nvPicPr>
          <p:cNvPr id="433" name="Google Shape;433;p7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9133" y="4768923"/>
            <a:ext cx="627382" cy="140459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73"/>
          <p:cNvSpPr txBox="1"/>
          <p:nvPr/>
        </p:nvSpPr>
        <p:spPr>
          <a:xfrm>
            <a:off x="2625367" y="4800600"/>
            <a:ext cx="3693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Verizon confidential and proprietary. Unauthorized disclosure, reproduction or other use prohibited.</a:t>
            </a:r>
            <a:endParaRPr b="0" i="0" sz="1000" u="none" cap="none" strike="noStrike">
              <a:solidFill>
                <a:srgbClr val="000000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435" name="Google Shape;435;p73"/>
          <p:cNvSpPr txBox="1"/>
          <p:nvPr/>
        </p:nvSpPr>
        <p:spPr>
          <a:xfrm>
            <a:off x="8642255" y="4759509"/>
            <a:ext cx="272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‹#›</a:t>
            </a:fld>
            <a:endParaRPr b="1" i="0" sz="1000" u="none" cap="none" strike="noStrike">
              <a:solidFill>
                <a:schemeClr val="accen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deals/Principles - White">
  <p:cSld name="Ideals/Principles - White">
    <p:bg>
      <p:bgPr>
        <a:solidFill>
          <a:srgbClr val="FFFFFF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74"/>
          <p:cNvSpPr txBox="1"/>
          <p:nvPr>
            <p:ph idx="1" type="body"/>
          </p:nvPr>
        </p:nvSpPr>
        <p:spPr>
          <a:xfrm>
            <a:off x="226219" y="1828800"/>
            <a:ext cx="57519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Verizon NHG TX"/>
              <a:buNone/>
              <a:defRPr b="1" i="0" sz="3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pic>
        <p:nvPicPr>
          <p:cNvPr id="438" name="Google Shape;438;p7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9133" y="4768923"/>
            <a:ext cx="627382" cy="14045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74"/>
          <p:cNvSpPr txBox="1"/>
          <p:nvPr/>
        </p:nvSpPr>
        <p:spPr>
          <a:xfrm>
            <a:off x="2625367" y="4800600"/>
            <a:ext cx="3693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Verizon confidential and proprietary. Unauthorized disclosure, reproduction or other use prohibited.</a:t>
            </a:r>
            <a:endParaRPr b="0" i="0" sz="1000" u="none" cap="none" strike="noStrike">
              <a:solidFill>
                <a:srgbClr val="000000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440" name="Google Shape;440;p74"/>
          <p:cNvSpPr txBox="1"/>
          <p:nvPr/>
        </p:nvSpPr>
        <p:spPr>
          <a:xfrm>
            <a:off x="8642255" y="4759509"/>
            <a:ext cx="272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‹#›</a:t>
            </a:fld>
            <a:endParaRPr b="1" i="0" sz="1000" u="none" cap="none" strike="noStrike">
              <a:solidFill>
                <a:schemeClr val="accen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441" name="Google Shape;441;p74"/>
          <p:cNvSpPr txBox="1"/>
          <p:nvPr>
            <p:ph idx="2" type="body"/>
          </p:nvPr>
        </p:nvSpPr>
        <p:spPr>
          <a:xfrm>
            <a:off x="224370" y="230377"/>
            <a:ext cx="79536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36250"/>
              </a:lnSpc>
              <a:spcBef>
                <a:spcPts val="0"/>
              </a:spcBef>
              <a:spcAft>
                <a:spcPts val="0"/>
              </a:spcAft>
              <a:buClr>
                <a:srgbClr val="F50A23"/>
              </a:buClr>
              <a:buSzPts val="3600"/>
              <a:buFont typeface="Verizon NHG TX"/>
              <a:buNone/>
              <a:defRPr b="1" i="0" sz="3600" u="none" cap="none" strike="noStrike">
                <a:solidFill>
                  <a:srgbClr val="F50A23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 point and optional partner 2 - White">
  <p:cSld name="Bullet point and optional partner 2 - White">
    <p:bg>
      <p:bgPr>
        <a:solidFill>
          <a:schemeClr val="lt1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75"/>
          <p:cNvSpPr txBox="1"/>
          <p:nvPr>
            <p:ph idx="1" type="body"/>
          </p:nvPr>
        </p:nvSpPr>
        <p:spPr>
          <a:xfrm>
            <a:off x="228600" y="228600"/>
            <a:ext cx="6485400" cy="1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pic>
        <p:nvPicPr>
          <p:cNvPr id="444" name="Google Shape;444;p7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9133" y="4768923"/>
            <a:ext cx="627382" cy="140459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75"/>
          <p:cNvSpPr txBox="1"/>
          <p:nvPr/>
        </p:nvSpPr>
        <p:spPr>
          <a:xfrm>
            <a:off x="2625367" y="4800600"/>
            <a:ext cx="3693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Verizon confidential and proprietary. Unauthorized disclosure, reproduction or other use prohibited.</a:t>
            </a:r>
            <a:endParaRPr b="0" i="0" sz="1000" u="none" cap="none" strike="noStrike">
              <a:solidFill>
                <a:srgbClr val="000000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446" name="Google Shape;446;p75"/>
          <p:cNvSpPr txBox="1"/>
          <p:nvPr/>
        </p:nvSpPr>
        <p:spPr>
          <a:xfrm>
            <a:off x="8642255" y="4759509"/>
            <a:ext cx="272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‹#›</a:t>
            </a:fld>
            <a:endParaRPr b="1" i="0" sz="1000" u="none" cap="none" strike="noStrike">
              <a:solidFill>
                <a:schemeClr val="accen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447" name="Google Shape;447;p75"/>
          <p:cNvSpPr/>
          <p:nvPr>
            <p:ph idx="2" type="pic"/>
          </p:nvPr>
        </p:nvSpPr>
        <p:spPr>
          <a:xfrm>
            <a:off x="7446169" y="228600"/>
            <a:ext cx="1473600" cy="685800"/>
          </a:xfrm>
          <a:prstGeom prst="rect">
            <a:avLst/>
          </a:prstGeom>
          <a:noFill/>
          <a:ln>
            <a:noFill/>
          </a:ln>
        </p:spPr>
      </p:sp>
      <p:sp>
        <p:nvSpPr>
          <p:cNvPr id="448" name="Google Shape;448;p75"/>
          <p:cNvSpPr txBox="1"/>
          <p:nvPr>
            <p:ph idx="3" type="body"/>
          </p:nvPr>
        </p:nvSpPr>
        <p:spPr>
          <a:xfrm>
            <a:off x="228599" y="359209"/>
            <a:ext cx="6485400" cy="5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erizon NHG TX"/>
              <a:buNone/>
              <a:defRPr b="1" i="0" sz="2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449" name="Google Shape;449;p75"/>
          <p:cNvSpPr txBox="1"/>
          <p:nvPr>
            <p:ph idx="4" type="body"/>
          </p:nvPr>
        </p:nvSpPr>
        <p:spPr>
          <a:xfrm>
            <a:off x="228144" y="1828799"/>
            <a:ext cx="7218000" cy="22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izon NHG TX"/>
              <a:buNone/>
              <a:defRPr b="1" i="0" sz="10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85750" lvl="2" marL="13716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Char char="•"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857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Char char="•"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857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Char char="•"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 picture - White">
  <p:cSld name="Three column picture - White">
    <p:bg>
      <p:bgPr>
        <a:solidFill>
          <a:schemeClr val="lt1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76"/>
          <p:cNvSpPr txBox="1"/>
          <p:nvPr>
            <p:ph idx="1" type="body"/>
          </p:nvPr>
        </p:nvSpPr>
        <p:spPr>
          <a:xfrm>
            <a:off x="228600" y="228600"/>
            <a:ext cx="6485400" cy="1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pic>
        <p:nvPicPr>
          <p:cNvPr id="452" name="Google Shape;452;p7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9133" y="4768923"/>
            <a:ext cx="627382" cy="140459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76"/>
          <p:cNvSpPr txBox="1"/>
          <p:nvPr>
            <p:ph idx="2" type="body"/>
          </p:nvPr>
        </p:nvSpPr>
        <p:spPr>
          <a:xfrm>
            <a:off x="228599" y="359209"/>
            <a:ext cx="6485400" cy="5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erizon NHG TX"/>
              <a:buNone/>
              <a:defRPr b="1" i="0" sz="2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454" name="Google Shape;454;p76"/>
          <p:cNvSpPr txBox="1"/>
          <p:nvPr/>
        </p:nvSpPr>
        <p:spPr>
          <a:xfrm>
            <a:off x="2625367" y="4800600"/>
            <a:ext cx="3693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Verizon confidential and proprietary. Unauthorized disclosure, reproduction or other use prohibited.</a:t>
            </a:r>
            <a:endParaRPr b="0" i="0" sz="1000" u="none" cap="none" strike="noStrike">
              <a:solidFill>
                <a:srgbClr val="000000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455" name="Google Shape;455;p76"/>
          <p:cNvSpPr txBox="1"/>
          <p:nvPr/>
        </p:nvSpPr>
        <p:spPr>
          <a:xfrm>
            <a:off x="8642255" y="4759509"/>
            <a:ext cx="272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‹#›</a:t>
            </a:fld>
            <a:endParaRPr b="1" i="0" sz="1000" u="none" cap="none" strike="noStrike">
              <a:solidFill>
                <a:schemeClr val="accen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456" name="Google Shape;456;p76"/>
          <p:cNvSpPr txBox="1"/>
          <p:nvPr>
            <p:ph idx="3" type="body"/>
          </p:nvPr>
        </p:nvSpPr>
        <p:spPr>
          <a:xfrm>
            <a:off x="228600" y="1031789"/>
            <a:ext cx="20835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457" name="Google Shape;457;p76"/>
          <p:cNvSpPr txBox="1"/>
          <p:nvPr>
            <p:ph idx="4" type="body"/>
          </p:nvPr>
        </p:nvSpPr>
        <p:spPr>
          <a:xfrm>
            <a:off x="228600" y="1831889"/>
            <a:ext cx="2083500" cy="22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Char char="•"/>
              <a:defRPr b="0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458" name="Google Shape;458;p76"/>
          <p:cNvSpPr txBox="1"/>
          <p:nvPr>
            <p:ph idx="5" type="body"/>
          </p:nvPr>
        </p:nvSpPr>
        <p:spPr>
          <a:xfrm>
            <a:off x="2427684" y="3429000"/>
            <a:ext cx="2083500" cy="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"/>
              <a:buFont typeface="Verizon NHG TX"/>
              <a:buNone/>
              <a:defRPr b="1" i="0" sz="6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459" name="Google Shape;459;p76"/>
          <p:cNvSpPr txBox="1"/>
          <p:nvPr>
            <p:ph idx="6" type="body"/>
          </p:nvPr>
        </p:nvSpPr>
        <p:spPr>
          <a:xfrm>
            <a:off x="2427684" y="3600450"/>
            <a:ext cx="20835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"/>
              <a:buFont typeface="Verizon NHG TX"/>
              <a:buNone/>
              <a:defRPr b="0" i="0" sz="6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460" name="Google Shape;460;p76"/>
          <p:cNvSpPr txBox="1"/>
          <p:nvPr>
            <p:ph idx="7" type="body"/>
          </p:nvPr>
        </p:nvSpPr>
        <p:spPr>
          <a:xfrm>
            <a:off x="2427684" y="3893672"/>
            <a:ext cx="20835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66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"/>
              <a:buFont typeface="Verizon NHG TX"/>
              <a:buChar char="•"/>
              <a:defRPr b="0" i="0" sz="6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461" name="Google Shape;461;p76"/>
          <p:cNvSpPr txBox="1"/>
          <p:nvPr>
            <p:ph idx="8" type="body"/>
          </p:nvPr>
        </p:nvSpPr>
        <p:spPr>
          <a:xfrm>
            <a:off x="4629150" y="3429000"/>
            <a:ext cx="2083500" cy="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"/>
              <a:buFont typeface="Verizon NHG TX"/>
              <a:buNone/>
              <a:defRPr b="1" i="0" sz="6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462" name="Google Shape;462;p76"/>
          <p:cNvSpPr txBox="1"/>
          <p:nvPr>
            <p:ph idx="9" type="body"/>
          </p:nvPr>
        </p:nvSpPr>
        <p:spPr>
          <a:xfrm>
            <a:off x="4629150" y="3600450"/>
            <a:ext cx="20835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"/>
              <a:buFont typeface="Verizon NHG TX"/>
              <a:buNone/>
              <a:defRPr b="0" i="0" sz="6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463" name="Google Shape;463;p76"/>
          <p:cNvSpPr txBox="1"/>
          <p:nvPr>
            <p:ph idx="13" type="body"/>
          </p:nvPr>
        </p:nvSpPr>
        <p:spPr>
          <a:xfrm>
            <a:off x="4629150" y="3893672"/>
            <a:ext cx="20835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66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"/>
              <a:buFont typeface="Verizon NHG TX"/>
              <a:buChar char="•"/>
              <a:defRPr b="0" i="0" sz="6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464" name="Google Shape;464;p76"/>
          <p:cNvSpPr txBox="1"/>
          <p:nvPr>
            <p:ph idx="14" type="body"/>
          </p:nvPr>
        </p:nvSpPr>
        <p:spPr>
          <a:xfrm>
            <a:off x="6829424" y="3429000"/>
            <a:ext cx="2083500" cy="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"/>
              <a:buFont typeface="Verizon NHG TX"/>
              <a:buNone/>
              <a:defRPr b="1" i="0" sz="6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465" name="Google Shape;465;p76"/>
          <p:cNvSpPr txBox="1"/>
          <p:nvPr>
            <p:ph idx="15" type="body"/>
          </p:nvPr>
        </p:nvSpPr>
        <p:spPr>
          <a:xfrm>
            <a:off x="6829424" y="3600450"/>
            <a:ext cx="20835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"/>
              <a:buFont typeface="Verizon NHG TX"/>
              <a:buNone/>
              <a:defRPr b="0" i="0" sz="6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466" name="Google Shape;466;p76"/>
          <p:cNvSpPr txBox="1"/>
          <p:nvPr>
            <p:ph idx="16" type="body"/>
          </p:nvPr>
        </p:nvSpPr>
        <p:spPr>
          <a:xfrm>
            <a:off x="6829424" y="3893672"/>
            <a:ext cx="20835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66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"/>
              <a:buFont typeface="Verizon NHG TX"/>
              <a:buChar char="•"/>
              <a:defRPr b="0" i="0" sz="6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467" name="Google Shape;467;p76"/>
          <p:cNvSpPr/>
          <p:nvPr>
            <p:ph idx="17" type="pic"/>
          </p:nvPr>
        </p:nvSpPr>
        <p:spPr>
          <a:xfrm rot="-5400000">
            <a:off x="2327046" y="1128170"/>
            <a:ext cx="2283600" cy="2084700"/>
          </a:xfrm>
          <a:prstGeom prst="round2SameRect">
            <a:avLst>
              <a:gd fmla="val 0" name="adj1"/>
              <a:gd fmla="val 0" name="adj2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468" name="Google Shape;468;p76"/>
          <p:cNvSpPr txBox="1"/>
          <p:nvPr/>
        </p:nvSpPr>
        <p:spPr>
          <a:xfrm>
            <a:off x="2426480" y="1028696"/>
            <a:ext cx="2084700" cy="22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Place image here</a:t>
            </a:r>
            <a:endParaRPr b="0" i="0" sz="1000" u="none" cap="none" strike="noStrike">
              <a:solidFill>
                <a:srgbClr val="000000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469" name="Google Shape;469;p76"/>
          <p:cNvSpPr/>
          <p:nvPr>
            <p:ph idx="18" type="pic"/>
          </p:nvPr>
        </p:nvSpPr>
        <p:spPr>
          <a:xfrm rot="-5400000">
            <a:off x="4529700" y="1128170"/>
            <a:ext cx="2283600" cy="2084700"/>
          </a:xfrm>
          <a:prstGeom prst="round2SameRect">
            <a:avLst>
              <a:gd fmla="val 0" name="adj1"/>
              <a:gd fmla="val 0" name="adj2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470" name="Google Shape;470;p76"/>
          <p:cNvSpPr txBox="1"/>
          <p:nvPr/>
        </p:nvSpPr>
        <p:spPr>
          <a:xfrm>
            <a:off x="4629136" y="1028696"/>
            <a:ext cx="2084700" cy="22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Place image here</a:t>
            </a:r>
            <a:endParaRPr b="0" i="0" sz="1000" u="none" cap="none" strike="noStrike">
              <a:solidFill>
                <a:srgbClr val="000000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471" name="Google Shape;471;p76"/>
          <p:cNvSpPr/>
          <p:nvPr>
            <p:ph idx="19" type="pic"/>
          </p:nvPr>
        </p:nvSpPr>
        <p:spPr>
          <a:xfrm rot="-5400000">
            <a:off x="6727594" y="1128170"/>
            <a:ext cx="2283600" cy="2084700"/>
          </a:xfrm>
          <a:prstGeom prst="round2SameRect">
            <a:avLst>
              <a:gd fmla="val 0" name="adj1"/>
              <a:gd fmla="val 0" name="adj2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472" name="Google Shape;472;p76"/>
          <p:cNvSpPr txBox="1"/>
          <p:nvPr/>
        </p:nvSpPr>
        <p:spPr>
          <a:xfrm>
            <a:off x="6827030" y="1028696"/>
            <a:ext cx="2084700" cy="22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Place image here</a:t>
            </a:r>
            <a:endParaRPr b="0" i="0" sz="1000" u="none" cap="none" strike="noStrike">
              <a:solidFill>
                <a:srgbClr val="000000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and right picture - White">
  <p:cSld name="Text and right picture - White">
    <p:bg>
      <p:bgPr>
        <a:solidFill>
          <a:schemeClr val="lt1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77"/>
          <p:cNvSpPr txBox="1"/>
          <p:nvPr>
            <p:ph idx="1" type="body"/>
          </p:nvPr>
        </p:nvSpPr>
        <p:spPr>
          <a:xfrm>
            <a:off x="228600" y="228600"/>
            <a:ext cx="6485400" cy="1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pic>
        <p:nvPicPr>
          <p:cNvPr id="475" name="Google Shape;475;p7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9133" y="4768923"/>
            <a:ext cx="627382" cy="140459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77"/>
          <p:cNvSpPr txBox="1"/>
          <p:nvPr>
            <p:ph idx="2" type="body"/>
          </p:nvPr>
        </p:nvSpPr>
        <p:spPr>
          <a:xfrm>
            <a:off x="228599" y="359209"/>
            <a:ext cx="6485400" cy="5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erizon NHG TX"/>
              <a:buNone/>
              <a:defRPr b="1" i="0" sz="2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477" name="Google Shape;477;p77"/>
          <p:cNvSpPr txBox="1"/>
          <p:nvPr/>
        </p:nvSpPr>
        <p:spPr>
          <a:xfrm>
            <a:off x="2625367" y="4800600"/>
            <a:ext cx="3693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Verizon confidential and proprietary. Unauthorized disclosure, reproduction or other use prohibited.</a:t>
            </a:r>
            <a:endParaRPr b="0" i="0" sz="1000" u="none" cap="none" strike="noStrike">
              <a:solidFill>
                <a:srgbClr val="000000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478" name="Google Shape;478;p77"/>
          <p:cNvSpPr txBox="1"/>
          <p:nvPr/>
        </p:nvSpPr>
        <p:spPr>
          <a:xfrm>
            <a:off x="8642255" y="4759509"/>
            <a:ext cx="272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‹#›</a:t>
            </a:fld>
            <a:endParaRPr b="1" i="0" sz="1000" u="none" cap="none" strike="noStrike">
              <a:solidFill>
                <a:schemeClr val="accen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479" name="Google Shape;479;p77"/>
          <p:cNvSpPr/>
          <p:nvPr>
            <p:ph idx="3" type="pic"/>
          </p:nvPr>
        </p:nvSpPr>
        <p:spPr>
          <a:xfrm>
            <a:off x="4626769" y="1028699"/>
            <a:ext cx="4286400" cy="3083700"/>
          </a:xfrm>
          <a:prstGeom prst="rect">
            <a:avLst/>
          </a:prstGeom>
          <a:solidFill>
            <a:schemeClr val="accent2"/>
          </a:solidFill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" name="Google Shape;480;p77"/>
          <p:cNvSpPr txBox="1"/>
          <p:nvPr>
            <p:ph idx="4" type="body"/>
          </p:nvPr>
        </p:nvSpPr>
        <p:spPr>
          <a:xfrm>
            <a:off x="4630339" y="4229100"/>
            <a:ext cx="42825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"/>
              <a:buFont typeface="Verizon NHG TX"/>
              <a:buNone/>
              <a:defRPr b="0" i="0" sz="6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481" name="Google Shape;481;p77"/>
          <p:cNvSpPr txBox="1"/>
          <p:nvPr>
            <p:ph idx="5" type="body"/>
          </p:nvPr>
        </p:nvSpPr>
        <p:spPr>
          <a:xfrm>
            <a:off x="228145" y="1028700"/>
            <a:ext cx="2817300" cy="30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izon NHG TX"/>
              <a:buNone/>
              <a:defRPr b="1" i="0" sz="10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85750" lvl="2" marL="13716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Char char="•"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857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Char char="•"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857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Char char="•"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and right picture 1/2 - Stone">
  <p:cSld name="Text and right picture 1/2 - Stone">
    <p:bg>
      <p:bgPr>
        <a:solidFill>
          <a:schemeClr val="lt1"/>
        </a:solid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78"/>
          <p:cNvSpPr/>
          <p:nvPr/>
        </p:nvSpPr>
        <p:spPr>
          <a:xfrm>
            <a:off x="-1" y="2578298"/>
            <a:ext cx="9144000" cy="2565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78"/>
          <p:cNvSpPr txBox="1"/>
          <p:nvPr>
            <p:ph idx="1" type="body"/>
          </p:nvPr>
        </p:nvSpPr>
        <p:spPr>
          <a:xfrm>
            <a:off x="228600" y="228600"/>
            <a:ext cx="6485400" cy="1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pic>
        <p:nvPicPr>
          <p:cNvPr id="485" name="Google Shape;485;p7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9133" y="4768923"/>
            <a:ext cx="627382" cy="140459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78"/>
          <p:cNvSpPr txBox="1"/>
          <p:nvPr>
            <p:ph idx="2" type="body"/>
          </p:nvPr>
        </p:nvSpPr>
        <p:spPr>
          <a:xfrm>
            <a:off x="228599" y="359209"/>
            <a:ext cx="6485400" cy="5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erizon NHG TX"/>
              <a:buNone/>
              <a:defRPr b="1" i="0" sz="2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487" name="Google Shape;487;p78"/>
          <p:cNvSpPr txBox="1"/>
          <p:nvPr/>
        </p:nvSpPr>
        <p:spPr>
          <a:xfrm>
            <a:off x="2625367" y="4800600"/>
            <a:ext cx="3693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Verizon confidential and proprietary. Unauthorized disclosure, reproduction or other use prohibited.</a:t>
            </a:r>
            <a:endParaRPr b="0" i="0" sz="1000" u="none" cap="none" strike="noStrike">
              <a:solidFill>
                <a:srgbClr val="000000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488" name="Google Shape;488;p78"/>
          <p:cNvSpPr txBox="1"/>
          <p:nvPr/>
        </p:nvSpPr>
        <p:spPr>
          <a:xfrm>
            <a:off x="8642255" y="4759509"/>
            <a:ext cx="272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‹#›</a:t>
            </a:fld>
            <a:endParaRPr b="1" i="0" sz="1000" u="none" cap="none" strike="noStrike">
              <a:solidFill>
                <a:schemeClr val="accen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489" name="Google Shape;489;p78"/>
          <p:cNvSpPr/>
          <p:nvPr>
            <p:ph idx="3" type="pic"/>
          </p:nvPr>
        </p:nvSpPr>
        <p:spPr>
          <a:xfrm>
            <a:off x="4626769" y="1028699"/>
            <a:ext cx="4286400" cy="30837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490" name="Google Shape;490;p78"/>
          <p:cNvSpPr txBox="1"/>
          <p:nvPr>
            <p:ph idx="4" type="body"/>
          </p:nvPr>
        </p:nvSpPr>
        <p:spPr>
          <a:xfrm>
            <a:off x="4630339" y="4229100"/>
            <a:ext cx="42825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"/>
              <a:buFont typeface="Verizon NHG TX"/>
              <a:buNone/>
              <a:defRPr b="0" i="0" sz="6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491" name="Google Shape;491;p78"/>
          <p:cNvSpPr txBox="1"/>
          <p:nvPr>
            <p:ph idx="5" type="body"/>
          </p:nvPr>
        </p:nvSpPr>
        <p:spPr>
          <a:xfrm>
            <a:off x="228145" y="1028701"/>
            <a:ext cx="28173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izon NHG TX"/>
              <a:buNone/>
              <a:defRPr b="1" i="0" sz="10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85750" lvl="2" marL="13716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Char char="•"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857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Char char="•"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857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Char char="•"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492" name="Google Shape;492;p78"/>
          <p:cNvSpPr txBox="1"/>
          <p:nvPr>
            <p:ph idx="6" type="body"/>
          </p:nvPr>
        </p:nvSpPr>
        <p:spPr>
          <a:xfrm>
            <a:off x="228145" y="2857500"/>
            <a:ext cx="28173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izon NHG TX"/>
              <a:buNone/>
              <a:defRPr b="1" i="0" sz="10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85750" lvl="2" marL="13716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Char char="•"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857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Char char="•"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857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Char char="•"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ive list - White">
  <p:cSld name="Objective list - White">
    <p:bg>
      <p:bgPr>
        <a:solidFill>
          <a:schemeClr val="lt1"/>
        </a:solid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9"/>
          <p:cNvSpPr txBox="1"/>
          <p:nvPr>
            <p:ph idx="1" type="body"/>
          </p:nvPr>
        </p:nvSpPr>
        <p:spPr>
          <a:xfrm>
            <a:off x="228600" y="228600"/>
            <a:ext cx="6485400" cy="1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pic>
        <p:nvPicPr>
          <p:cNvPr id="495" name="Google Shape;495;p7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9133" y="4768923"/>
            <a:ext cx="627382" cy="140459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79"/>
          <p:cNvSpPr txBox="1"/>
          <p:nvPr>
            <p:ph idx="2" type="body"/>
          </p:nvPr>
        </p:nvSpPr>
        <p:spPr>
          <a:xfrm>
            <a:off x="228599" y="359209"/>
            <a:ext cx="6485400" cy="5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erizon NHG TX"/>
              <a:buNone/>
              <a:defRPr b="1" i="0" sz="2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497" name="Google Shape;497;p79"/>
          <p:cNvSpPr txBox="1"/>
          <p:nvPr/>
        </p:nvSpPr>
        <p:spPr>
          <a:xfrm>
            <a:off x="2625367" y="4800600"/>
            <a:ext cx="3693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Verizon confidential and proprietary. Unauthorized disclosure, reproduction or other use prohibited.</a:t>
            </a:r>
            <a:endParaRPr b="0" i="0" sz="1000" u="none" cap="none" strike="noStrike">
              <a:solidFill>
                <a:srgbClr val="000000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498" name="Google Shape;498;p79"/>
          <p:cNvSpPr txBox="1"/>
          <p:nvPr/>
        </p:nvSpPr>
        <p:spPr>
          <a:xfrm>
            <a:off x="8642255" y="4759509"/>
            <a:ext cx="272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‹#›</a:t>
            </a:fld>
            <a:endParaRPr b="1" i="0" sz="1000" u="none" cap="none" strike="noStrike">
              <a:solidFill>
                <a:schemeClr val="accen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-piece information - White">
  <p:cSld name="Six-piece information - White">
    <p:bg>
      <p:bgPr>
        <a:solidFill>
          <a:schemeClr val="lt1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80"/>
          <p:cNvSpPr txBox="1"/>
          <p:nvPr>
            <p:ph idx="1" type="body"/>
          </p:nvPr>
        </p:nvSpPr>
        <p:spPr>
          <a:xfrm>
            <a:off x="228600" y="228600"/>
            <a:ext cx="6485400" cy="1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pic>
        <p:nvPicPr>
          <p:cNvPr id="501" name="Google Shape;501;p8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9133" y="4768923"/>
            <a:ext cx="627382" cy="140459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80"/>
          <p:cNvSpPr txBox="1"/>
          <p:nvPr>
            <p:ph idx="2" type="body"/>
          </p:nvPr>
        </p:nvSpPr>
        <p:spPr>
          <a:xfrm>
            <a:off x="228599" y="359209"/>
            <a:ext cx="6485400" cy="5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erizon NHG TX"/>
              <a:buNone/>
              <a:defRPr b="1" i="0" sz="2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503" name="Google Shape;503;p80"/>
          <p:cNvSpPr txBox="1"/>
          <p:nvPr/>
        </p:nvSpPr>
        <p:spPr>
          <a:xfrm>
            <a:off x="2625367" y="4800600"/>
            <a:ext cx="3693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Verizon confidential and proprietary. Unauthorized disclosure, reproduction or other use prohibited.</a:t>
            </a:r>
            <a:endParaRPr b="0" i="0" sz="1000" u="none" cap="none" strike="noStrike">
              <a:solidFill>
                <a:srgbClr val="000000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504" name="Google Shape;504;p80"/>
          <p:cNvSpPr txBox="1"/>
          <p:nvPr/>
        </p:nvSpPr>
        <p:spPr>
          <a:xfrm>
            <a:off x="8642255" y="4759509"/>
            <a:ext cx="272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‹#›</a:t>
            </a:fld>
            <a:endParaRPr b="1" i="0" sz="1000" u="none" cap="none" strike="noStrike">
              <a:solidFill>
                <a:schemeClr val="accen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505" name="Google Shape;505;p80"/>
          <p:cNvSpPr txBox="1"/>
          <p:nvPr>
            <p:ph idx="3" type="body"/>
          </p:nvPr>
        </p:nvSpPr>
        <p:spPr>
          <a:xfrm>
            <a:off x="228600" y="1487882"/>
            <a:ext cx="2576400" cy="10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506" name="Google Shape;506;p80"/>
          <p:cNvSpPr txBox="1"/>
          <p:nvPr>
            <p:ph idx="4" type="body"/>
          </p:nvPr>
        </p:nvSpPr>
        <p:spPr>
          <a:xfrm>
            <a:off x="228600" y="1253445"/>
            <a:ext cx="25764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Verizon NHG TX"/>
              <a:buNone/>
              <a:defRPr b="1" i="0" sz="10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507" name="Google Shape;507;p80"/>
          <p:cNvSpPr txBox="1"/>
          <p:nvPr>
            <p:ph idx="5" type="body"/>
          </p:nvPr>
        </p:nvSpPr>
        <p:spPr>
          <a:xfrm>
            <a:off x="3174167" y="1487882"/>
            <a:ext cx="2576400" cy="10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508" name="Google Shape;508;p80"/>
          <p:cNvSpPr txBox="1"/>
          <p:nvPr>
            <p:ph idx="6" type="body"/>
          </p:nvPr>
        </p:nvSpPr>
        <p:spPr>
          <a:xfrm>
            <a:off x="3174167" y="1253445"/>
            <a:ext cx="25764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Verizon NHG TX"/>
              <a:buNone/>
              <a:defRPr b="1" i="0" sz="10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509" name="Google Shape;509;p80"/>
          <p:cNvSpPr txBox="1"/>
          <p:nvPr>
            <p:ph idx="7" type="body"/>
          </p:nvPr>
        </p:nvSpPr>
        <p:spPr>
          <a:xfrm>
            <a:off x="6119735" y="1487882"/>
            <a:ext cx="2576400" cy="10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510" name="Google Shape;510;p80"/>
          <p:cNvSpPr txBox="1"/>
          <p:nvPr>
            <p:ph idx="8" type="body"/>
          </p:nvPr>
        </p:nvSpPr>
        <p:spPr>
          <a:xfrm>
            <a:off x="6119735" y="1253445"/>
            <a:ext cx="25764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Verizon NHG TX"/>
              <a:buNone/>
              <a:defRPr b="1" i="0" sz="10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511" name="Google Shape;511;p80"/>
          <p:cNvSpPr txBox="1"/>
          <p:nvPr>
            <p:ph idx="9" type="body"/>
          </p:nvPr>
        </p:nvSpPr>
        <p:spPr>
          <a:xfrm>
            <a:off x="228600" y="3095578"/>
            <a:ext cx="2576400" cy="10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512" name="Google Shape;512;p80"/>
          <p:cNvSpPr txBox="1"/>
          <p:nvPr>
            <p:ph idx="13" type="body"/>
          </p:nvPr>
        </p:nvSpPr>
        <p:spPr>
          <a:xfrm>
            <a:off x="228600" y="2861141"/>
            <a:ext cx="25764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Verizon NHG TX"/>
              <a:buNone/>
              <a:defRPr b="1" i="0" sz="10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513" name="Google Shape;513;p80"/>
          <p:cNvSpPr txBox="1"/>
          <p:nvPr>
            <p:ph idx="14" type="body"/>
          </p:nvPr>
        </p:nvSpPr>
        <p:spPr>
          <a:xfrm>
            <a:off x="3174167" y="3095578"/>
            <a:ext cx="2576400" cy="10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514" name="Google Shape;514;p80"/>
          <p:cNvSpPr txBox="1"/>
          <p:nvPr>
            <p:ph idx="15" type="body"/>
          </p:nvPr>
        </p:nvSpPr>
        <p:spPr>
          <a:xfrm>
            <a:off x="3174167" y="2861141"/>
            <a:ext cx="25764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Verizon NHG TX"/>
              <a:buNone/>
              <a:defRPr b="1" i="0" sz="10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515" name="Google Shape;515;p80"/>
          <p:cNvSpPr txBox="1"/>
          <p:nvPr>
            <p:ph idx="16" type="body"/>
          </p:nvPr>
        </p:nvSpPr>
        <p:spPr>
          <a:xfrm>
            <a:off x="6119735" y="3095578"/>
            <a:ext cx="2576400" cy="10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516" name="Google Shape;516;p80"/>
          <p:cNvSpPr txBox="1"/>
          <p:nvPr>
            <p:ph idx="17" type="body"/>
          </p:nvPr>
        </p:nvSpPr>
        <p:spPr>
          <a:xfrm>
            <a:off x="6119735" y="2861141"/>
            <a:ext cx="25764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Verizon NHG TX"/>
              <a:buNone/>
              <a:defRPr b="1" i="0" sz="10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-image - Stone">
  <p:cSld name="Six-image - Stone">
    <p:bg>
      <p:bgPr>
        <a:solidFill>
          <a:schemeClr val="lt2"/>
        </a:solidFill>
      </p:bgPr>
    </p:bg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81"/>
          <p:cNvSpPr/>
          <p:nvPr/>
        </p:nvSpPr>
        <p:spPr>
          <a:xfrm>
            <a:off x="2005781" y="0"/>
            <a:ext cx="71382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81"/>
          <p:cNvSpPr txBox="1"/>
          <p:nvPr>
            <p:ph idx="1" type="body"/>
          </p:nvPr>
        </p:nvSpPr>
        <p:spPr>
          <a:xfrm>
            <a:off x="228601" y="359209"/>
            <a:ext cx="1352400" cy="10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erizon NHG TX"/>
              <a:buNone/>
              <a:defRPr b="1" i="0" sz="2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520" name="Google Shape;520;p81"/>
          <p:cNvSpPr txBox="1"/>
          <p:nvPr>
            <p:ph idx="2" type="body"/>
          </p:nvPr>
        </p:nvSpPr>
        <p:spPr>
          <a:xfrm>
            <a:off x="228601" y="228600"/>
            <a:ext cx="1352400" cy="1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521" name="Google Shape;521;p81"/>
          <p:cNvSpPr txBox="1"/>
          <p:nvPr>
            <p:ph idx="3" type="body"/>
          </p:nvPr>
        </p:nvSpPr>
        <p:spPr>
          <a:xfrm>
            <a:off x="228601" y="1714500"/>
            <a:ext cx="1352400" cy="25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522" name="Google Shape;522;p81"/>
          <p:cNvSpPr/>
          <p:nvPr>
            <p:ph idx="4" type="pic"/>
          </p:nvPr>
        </p:nvSpPr>
        <p:spPr>
          <a:xfrm>
            <a:off x="2005781" y="0"/>
            <a:ext cx="2374500" cy="25719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23" name="Google Shape;523;p81"/>
          <p:cNvSpPr/>
          <p:nvPr>
            <p:ph idx="5" type="pic"/>
          </p:nvPr>
        </p:nvSpPr>
        <p:spPr>
          <a:xfrm>
            <a:off x="6769510" y="0"/>
            <a:ext cx="2374500" cy="25719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24" name="Google Shape;524;p81"/>
          <p:cNvSpPr/>
          <p:nvPr>
            <p:ph idx="6" type="pic"/>
          </p:nvPr>
        </p:nvSpPr>
        <p:spPr>
          <a:xfrm>
            <a:off x="4387645" y="2571750"/>
            <a:ext cx="2374500" cy="25719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25" name="Google Shape;525;p81"/>
          <p:cNvSpPr txBox="1"/>
          <p:nvPr>
            <p:ph idx="7" type="body"/>
          </p:nvPr>
        </p:nvSpPr>
        <p:spPr>
          <a:xfrm>
            <a:off x="2089491" y="112739"/>
            <a:ext cx="1689600" cy="8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None/>
              <a:defRPr b="1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526" name="Google Shape;526;p81"/>
          <p:cNvSpPr txBox="1"/>
          <p:nvPr>
            <p:ph idx="8" type="body"/>
          </p:nvPr>
        </p:nvSpPr>
        <p:spPr>
          <a:xfrm>
            <a:off x="6860594" y="112739"/>
            <a:ext cx="2052600" cy="8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None/>
              <a:defRPr b="1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527" name="Google Shape;527;p81"/>
          <p:cNvSpPr txBox="1"/>
          <p:nvPr>
            <p:ph idx="9" type="body"/>
          </p:nvPr>
        </p:nvSpPr>
        <p:spPr>
          <a:xfrm>
            <a:off x="4486103" y="2676215"/>
            <a:ext cx="22278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None/>
              <a:defRPr b="1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528" name="Google Shape;528;p81"/>
          <p:cNvSpPr txBox="1"/>
          <p:nvPr/>
        </p:nvSpPr>
        <p:spPr>
          <a:xfrm>
            <a:off x="8642255" y="4759509"/>
            <a:ext cx="272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‹#›</a:t>
            </a:fld>
            <a:endParaRPr b="1" i="0" sz="1000" u="none" cap="none" strike="noStrike">
              <a:solidFill>
                <a:schemeClr val="dk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pic>
        <p:nvPicPr>
          <p:cNvPr id="529" name="Google Shape;529;p8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9133" y="4768923"/>
            <a:ext cx="627382" cy="140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-image - White">
  <p:cSld name="Six-image - White">
    <p:bg>
      <p:bgPr>
        <a:solidFill>
          <a:schemeClr val="lt1"/>
        </a:solidFill>
      </p:bgPr>
    </p:bg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82"/>
          <p:cNvSpPr/>
          <p:nvPr/>
        </p:nvSpPr>
        <p:spPr>
          <a:xfrm>
            <a:off x="2005781" y="0"/>
            <a:ext cx="71382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82"/>
          <p:cNvSpPr txBox="1"/>
          <p:nvPr/>
        </p:nvSpPr>
        <p:spPr>
          <a:xfrm>
            <a:off x="8642255" y="4759509"/>
            <a:ext cx="272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‹#›</a:t>
            </a:fld>
            <a:endParaRPr b="1" i="0" sz="1000" u="none" cap="none" strike="noStrike">
              <a:solidFill>
                <a:schemeClr val="dk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pic>
        <p:nvPicPr>
          <p:cNvPr id="533" name="Google Shape;533;p8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9133" y="4768923"/>
            <a:ext cx="627382" cy="140459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82"/>
          <p:cNvSpPr txBox="1"/>
          <p:nvPr>
            <p:ph idx="1" type="body"/>
          </p:nvPr>
        </p:nvSpPr>
        <p:spPr>
          <a:xfrm>
            <a:off x="228601" y="359209"/>
            <a:ext cx="1352400" cy="10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erizon NHG TX"/>
              <a:buNone/>
              <a:defRPr b="1" i="0" sz="2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535" name="Google Shape;535;p82"/>
          <p:cNvSpPr txBox="1"/>
          <p:nvPr>
            <p:ph idx="2" type="body"/>
          </p:nvPr>
        </p:nvSpPr>
        <p:spPr>
          <a:xfrm>
            <a:off x="228601" y="228600"/>
            <a:ext cx="1352400" cy="1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536" name="Google Shape;536;p82"/>
          <p:cNvSpPr txBox="1"/>
          <p:nvPr>
            <p:ph idx="3" type="body"/>
          </p:nvPr>
        </p:nvSpPr>
        <p:spPr>
          <a:xfrm>
            <a:off x="228601" y="1714500"/>
            <a:ext cx="1352400" cy="25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537" name="Google Shape;537;p82"/>
          <p:cNvSpPr/>
          <p:nvPr>
            <p:ph idx="4" type="pic"/>
          </p:nvPr>
        </p:nvSpPr>
        <p:spPr>
          <a:xfrm>
            <a:off x="2005781" y="0"/>
            <a:ext cx="2374500" cy="25719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38" name="Google Shape;538;p82"/>
          <p:cNvSpPr/>
          <p:nvPr>
            <p:ph idx="5" type="pic"/>
          </p:nvPr>
        </p:nvSpPr>
        <p:spPr>
          <a:xfrm>
            <a:off x="6769510" y="0"/>
            <a:ext cx="2374500" cy="25719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39" name="Google Shape;539;p82"/>
          <p:cNvSpPr/>
          <p:nvPr>
            <p:ph idx="6" type="pic"/>
          </p:nvPr>
        </p:nvSpPr>
        <p:spPr>
          <a:xfrm>
            <a:off x="4387645" y="2571750"/>
            <a:ext cx="2374500" cy="25719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40" name="Google Shape;540;p82"/>
          <p:cNvSpPr txBox="1"/>
          <p:nvPr>
            <p:ph idx="7" type="body"/>
          </p:nvPr>
        </p:nvSpPr>
        <p:spPr>
          <a:xfrm>
            <a:off x="2089491" y="112739"/>
            <a:ext cx="1689600" cy="8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None/>
              <a:defRPr b="1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541" name="Google Shape;541;p82"/>
          <p:cNvSpPr txBox="1"/>
          <p:nvPr>
            <p:ph idx="8" type="body"/>
          </p:nvPr>
        </p:nvSpPr>
        <p:spPr>
          <a:xfrm>
            <a:off x="6860594" y="112739"/>
            <a:ext cx="2052600" cy="8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None/>
              <a:defRPr b="1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542" name="Google Shape;542;p82"/>
          <p:cNvSpPr txBox="1"/>
          <p:nvPr>
            <p:ph idx="9" type="body"/>
          </p:nvPr>
        </p:nvSpPr>
        <p:spPr>
          <a:xfrm>
            <a:off x="4486103" y="2676215"/>
            <a:ext cx="22278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None/>
              <a:defRPr b="1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-image w/ description - White">
  <p:cSld name="4-image w/ description - White">
    <p:bg>
      <p:bgPr>
        <a:solidFill>
          <a:schemeClr val="lt1"/>
        </a:solidFill>
      </p:bgPr>
    </p:bg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83"/>
          <p:cNvSpPr txBox="1"/>
          <p:nvPr>
            <p:ph idx="1" type="body"/>
          </p:nvPr>
        </p:nvSpPr>
        <p:spPr>
          <a:xfrm>
            <a:off x="228600" y="228600"/>
            <a:ext cx="6485400" cy="1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pic>
        <p:nvPicPr>
          <p:cNvPr id="545" name="Google Shape;545;p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9133" y="4768923"/>
            <a:ext cx="627382" cy="14045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83"/>
          <p:cNvSpPr txBox="1"/>
          <p:nvPr>
            <p:ph idx="2" type="body"/>
          </p:nvPr>
        </p:nvSpPr>
        <p:spPr>
          <a:xfrm>
            <a:off x="228599" y="359209"/>
            <a:ext cx="6485400" cy="5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erizon NHG TX"/>
              <a:buNone/>
              <a:defRPr b="1" i="0" sz="2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547" name="Google Shape;547;p83"/>
          <p:cNvSpPr txBox="1"/>
          <p:nvPr/>
        </p:nvSpPr>
        <p:spPr>
          <a:xfrm>
            <a:off x="2625367" y="4800600"/>
            <a:ext cx="3693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Verizon confidential and proprietary. Unauthorized disclosure, reproduction or other use prohibited.</a:t>
            </a:r>
            <a:endParaRPr b="0" i="0" sz="1000" u="none" cap="none" strike="noStrike">
              <a:solidFill>
                <a:srgbClr val="000000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548" name="Google Shape;548;p83"/>
          <p:cNvSpPr txBox="1"/>
          <p:nvPr/>
        </p:nvSpPr>
        <p:spPr>
          <a:xfrm>
            <a:off x="8642255" y="4759509"/>
            <a:ext cx="272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‹#›</a:t>
            </a:fld>
            <a:endParaRPr b="1" i="0" sz="1000" u="none" cap="none" strike="noStrike">
              <a:solidFill>
                <a:schemeClr val="accen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549" name="Google Shape;549;p83"/>
          <p:cNvSpPr/>
          <p:nvPr>
            <p:ph idx="3" type="pic"/>
          </p:nvPr>
        </p:nvSpPr>
        <p:spPr>
          <a:xfrm>
            <a:off x="228600" y="1036493"/>
            <a:ext cx="2083200" cy="2274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50" name="Google Shape;550;p83"/>
          <p:cNvSpPr/>
          <p:nvPr>
            <p:ph idx="4" type="pic"/>
          </p:nvPr>
        </p:nvSpPr>
        <p:spPr>
          <a:xfrm>
            <a:off x="2421566" y="1036493"/>
            <a:ext cx="2083200" cy="2274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51" name="Google Shape;551;p83"/>
          <p:cNvSpPr/>
          <p:nvPr>
            <p:ph idx="5" type="pic"/>
          </p:nvPr>
        </p:nvSpPr>
        <p:spPr>
          <a:xfrm>
            <a:off x="4634465" y="1036493"/>
            <a:ext cx="2083200" cy="2274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52" name="Google Shape;552;p83"/>
          <p:cNvSpPr/>
          <p:nvPr>
            <p:ph idx="6" type="pic"/>
          </p:nvPr>
        </p:nvSpPr>
        <p:spPr>
          <a:xfrm>
            <a:off x="6827431" y="1036493"/>
            <a:ext cx="2083200" cy="2274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53" name="Google Shape;553;p83"/>
          <p:cNvSpPr txBox="1"/>
          <p:nvPr>
            <p:ph idx="7" type="body"/>
          </p:nvPr>
        </p:nvSpPr>
        <p:spPr>
          <a:xfrm>
            <a:off x="228600" y="3425118"/>
            <a:ext cx="20835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Verizon NHG TX"/>
              <a:buNone/>
              <a:defRPr b="1" i="0" sz="9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554" name="Google Shape;554;p83"/>
          <p:cNvSpPr txBox="1"/>
          <p:nvPr>
            <p:ph idx="8" type="body"/>
          </p:nvPr>
        </p:nvSpPr>
        <p:spPr>
          <a:xfrm>
            <a:off x="228600" y="3813971"/>
            <a:ext cx="20835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Verizon NHG TX"/>
              <a:buNone/>
              <a:defRPr b="0" i="0" sz="7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555" name="Google Shape;555;p83"/>
          <p:cNvSpPr txBox="1"/>
          <p:nvPr>
            <p:ph idx="9" type="body"/>
          </p:nvPr>
        </p:nvSpPr>
        <p:spPr>
          <a:xfrm>
            <a:off x="2421566" y="3813972"/>
            <a:ext cx="2089800" cy="7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Verizon NHG TX"/>
              <a:buNone/>
              <a:defRPr b="0" i="0" sz="7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556" name="Google Shape;556;p83"/>
          <p:cNvSpPr txBox="1"/>
          <p:nvPr>
            <p:ph idx="13" type="body"/>
          </p:nvPr>
        </p:nvSpPr>
        <p:spPr>
          <a:xfrm>
            <a:off x="4634465" y="3813971"/>
            <a:ext cx="2079600" cy="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Verizon NHG TX"/>
              <a:buNone/>
              <a:defRPr b="0" i="0" sz="7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557" name="Google Shape;557;p83"/>
          <p:cNvSpPr txBox="1"/>
          <p:nvPr>
            <p:ph idx="14" type="body"/>
          </p:nvPr>
        </p:nvSpPr>
        <p:spPr>
          <a:xfrm>
            <a:off x="6827431" y="3813972"/>
            <a:ext cx="2085600" cy="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Verizon NHG TX"/>
              <a:buNone/>
              <a:defRPr b="0" i="0" sz="7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558" name="Google Shape;558;p83"/>
          <p:cNvSpPr txBox="1"/>
          <p:nvPr>
            <p:ph idx="15" type="body"/>
          </p:nvPr>
        </p:nvSpPr>
        <p:spPr>
          <a:xfrm>
            <a:off x="2426494" y="3425118"/>
            <a:ext cx="20847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Verizon NHG TX"/>
              <a:buNone/>
              <a:defRPr b="1" i="0" sz="9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559" name="Google Shape;559;p83"/>
          <p:cNvSpPr txBox="1"/>
          <p:nvPr>
            <p:ph idx="16" type="body"/>
          </p:nvPr>
        </p:nvSpPr>
        <p:spPr>
          <a:xfrm>
            <a:off x="4626769" y="3425118"/>
            <a:ext cx="20871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Verizon NHG TX"/>
              <a:buNone/>
              <a:defRPr b="1" i="0" sz="9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560" name="Google Shape;560;p83"/>
          <p:cNvSpPr txBox="1"/>
          <p:nvPr>
            <p:ph idx="17" type="body"/>
          </p:nvPr>
        </p:nvSpPr>
        <p:spPr>
          <a:xfrm>
            <a:off x="6827044" y="3425118"/>
            <a:ext cx="20859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Verizon NHG TX"/>
              <a:buNone/>
              <a:defRPr b="1" i="0" sz="9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rg structure - White">
  <p:cSld name="Org structure - White">
    <p:bg>
      <p:bgPr>
        <a:solidFill>
          <a:schemeClr val="lt1"/>
        </a:solidFill>
      </p:bgPr>
    </p:bg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84"/>
          <p:cNvSpPr txBox="1"/>
          <p:nvPr>
            <p:ph idx="1" type="body"/>
          </p:nvPr>
        </p:nvSpPr>
        <p:spPr>
          <a:xfrm>
            <a:off x="228600" y="228600"/>
            <a:ext cx="6485400" cy="1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pic>
        <p:nvPicPr>
          <p:cNvPr id="563" name="Google Shape;563;p8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9133" y="4768923"/>
            <a:ext cx="627382" cy="140459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84"/>
          <p:cNvSpPr txBox="1"/>
          <p:nvPr>
            <p:ph idx="2" type="body"/>
          </p:nvPr>
        </p:nvSpPr>
        <p:spPr>
          <a:xfrm>
            <a:off x="228599" y="359209"/>
            <a:ext cx="6485400" cy="5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erizon NHG TX"/>
              <a:buNone/>
              <a:defRPr b="1" i="0" sz="2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565" name="Google Shape;565;p84"/>
          <p:cNvSpPr txBox="1"/>
          <p:nvPr/>
        </p:nvSpPr>
        <p:spPr>
          <a:xfrm>
            <a:off x="2625367" y="4800600"/>
            <a:ext cx="3693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Verizon confidential and proprietary. Unauthorized disclosure, reproduction or other use prohibited.</a:t>
            </a:r>
            <a:endParaRPr b="0" i="0" sz="1000" u="none" cap="none" strike="noStrike">
              <a:solidFill>
                <a:srgbClr val="000000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566" name="Google Shape;566;p84"/>
          <p:cNvSpPr txBox="1"/>
          <p:nvPr/>
        </p:nvSpPr>
        <p:spPr>
          <a:xfrm>
            <a:off x="8642255" y="4759509"/>
            <a:ext cx="272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‹#›</a:t>
            </a:fld>
            <a:endParaRPr b="1" i="0" sz="1000" u="none" cap="none" strike="noStrike">
              <a:solidFill>
                <a:schemeClr val="accen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567" name="Google Shape;567;p84"/>
          <p:cNvSpPr txBox="1"/>
          <p:nvPr>
            <p:ph idx="3" type="body"/>
          </p:nvPr>
        </p:nvSpPr>
        <p:spPr>
          <a:xfrm>
            <a:off x="228145" y="1028700"/>
            <a:ext cx="3551100" cy="30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izon NHG TX"/>
              <a:buNone/>
              <a:defRPr b="1" i="0" sz="10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85750" lvl="2" marL="13716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Char char="•"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857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Char char="•"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857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Char char="•"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c table slide - White">
  <p:cSld name="Basic table slide - White">
    <p:bg>
      <p:bgPr>
        <a:solidFill>
          <a:schemeClr val="lt1"/>
        </a:solidFill>
      </p:bgPr>
    </p:bg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9" name="Google Shape;569;p8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9133" y="4768923"/>
            <a:ext cx="627382" cy="140459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85"/>
          <p:cNvSpPr txBox="1"/>
          <p:nvPr/>
        </p:nvSpPr>
        <p:spPr>
          <a:xfrm>
            <a:off x="2625367" y="4800600"/>
            <a:ext cx="3693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Verizon confidential and proprietary. Unauthorized disclosure, reproduction or other use prohibited.</a:t>
            </a:r>
            <a:endParaRPr b="0" i="0" sz="1000" u="none" cap="none" strike="noStrike">
              <a:solidFill>
                <a:srgbClr val="000000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571" name="Google Shape;571;p85"/>
          <p:cNvSpPr txBox="1"/>
          <p:nvPr/>
        </p:nvSpPr>
        <p:spPr>
          <a:xfrm>
            <a:off x="8642255" y="4759509"/>
            <a:ext cx="272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‹#›</a:t>
            </a:fld>
            <a:endParaRPr b="1" i="0" sz="1000" u="none" cap="none" strike="noStrike">
              <a:solidFill>
                <a:schemeClr val="accen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572" name="Google Shape;572;p85"/>
          <p:cNvSpPr txBox="1"/>
          <p:nvPr>
            <p:ph idx="1" type="body"/>
          </p:nvPr>
        </p:nvSpPr>
        <p:spPr>
          <a:xfrm>
            <a:off x="228601" y="228600"/>
            <a:ext cx="4282500" cy="1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573" name="Google Shape;573;p85"/>
          <p:cNvSpPr txBox="1"/>
          <p:nvPr>
            <p:ph idx="2" type="body"/>
          </p:nvPr>
        </p:nvSpPr>
        <p:spPr>
          <a:xfrm>
            <a:off x="228599" y="359209"/>
            <a:ext cx="42825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erizon NHG TX"/>
              <a:buNone/>
              <a:defRPr b="1" i="0" sz="2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574" name="Google Shape;574;p85"/>
          <p:cNvSpPr txBox="1"/>
          <p:nvPr>
            <p:ph idx="3" type="body"/>
          </p:nvPr>
        </p:nvSpPr>
        <p:spPr>
          <a:xfrm>
            <a:off x="228600" y="2132075"/>
            <a:ext cx="2083500" cy="21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Char char="•"/>
              <a:defRPr b="0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575" name="Google Shape;575;p85"/>
          <p:cNvSpPr txBox="1"/>
          <p:nvPr>
            <p:ph idx="4" type="body"/>
          </p:nvPr>
        </p:nvSpPr>
        <p:spPr>
          <a:xfrm>
            <a:off x="228600" y="1828800"/>
            <a:ext cx="20835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Verizon NHG TX"/>
              <a:buNone/>
              <a:defRPr b="1" i="0" sz="12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576" name="Google Shape;576;p85"/>
          <p:cNvSpPr txBox="1"/>
          <p:nvPr>
            <p:ph idx="5" type="body"/>
          </p:nvPr>
        </p:nvSpPr>
        <p:spPr>
          <a:xfrm>
            <a:off x="2426494" y="2132075"/>
            <a:ext cx="2084700" cy="21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Char char="•"/>
              <a:defRPr b="0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577" name="Google Shape;577;p85"/>
          <p:cNvSpPr txBox="1"/>
          <p:nvPr>
            <p:ph idx="6" type="body"/>
          </p:nvPr>
        </p:nvSpPr>
        <p:spPr>
          <a:xfrm>
            <a:off x="2426494" y="1828800"/>
            <a:ext cx="20847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Verizon NHG TX"/>
              <a:buNone/>
              <a:defRPr b="1" i="0" sz="12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578" name="Google Shape;578;p85"/>
          <p:cNvSpPr txBox="1"/>
          <p:nvPr>
            <p:ph idx="7" type="body"/>
          </p:nvPr>
        </p:nvSpPr>
        <p:spPr>
          <a:xfrm>
            <a:off x="4626769" y="2132075"/>
            <a:ext cx="2087100" cy="21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Char char="•"/>
              <a:defRPr b="0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579" name="Google Shape;579;p85"/>
          <p:cNvSpPr txBox="1"/>
          <p:nvPr>
            <p:ph idx="8" type="body"/>
          </p:nvPr>
        </p:nvSpPr>
        <p:spPr>
          <a:xfrm>
            <a:off x="4626769" y="1828800"/>
            <a:ext cx="20871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Verizon NHG TX"/>
              <a:buNone/>
              <a:defRPr b="1" i="0" sz="12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580" name="Google Shape;580;p85"/>
          <p:cNvSpPr txBox="1"/>
          <p:nvPr>
            <p:ph idx="9" type="body"/>
          </p:nvPr>
        </p:nvSpPr>
        <p:spPr>
          <a:xfrm>
            <a:off x="6827044" y="2132075"/>
            <a:ext cx="2085900" cy="21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Char char="•"/>
              <a:defRPr b="0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581" name="Google Shape;581;p85"/>
          <p:cNvSpPr txBox="1"/>
          <p:nvPr>
            <p:ph idx="13" type="body"/>
          </p:nvPr>
        </p:nvSpPr>
        <p:spPr>
          <a:xfrm>
            <a:off x="6827044" y="1828800"/>
            <a:ext cx="20859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Verizon NHG TX"/>
              <a:buNone/>
              <a:defRPr b="1" i="0" sz="12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582" name="Google Shape;582;p85"/>
          <p:cNvSpPr txBox="1"/>
          <p:nvPr>
            <p:ph idx="14" type="body"/>
          </p:nvPr>
        </p:nvSpPr>
        <p:spPr>
          <a:xfrm>
            <a:off x="4623562" y="242633"/>
            <a:ext cx="4289400" cy="6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on register - White">
  <p:cSld name="Action register - White">
    <p:bg>
      <p:bgPr>
        <a:solidFill>
          <a:schemeClr val="lt1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86"/>
          <p:cNvSpPr txBox="1"/>
          <p:nvPr>
            <p:ph idx="1" type="body"/>
          </p:nvPr>
        </p:nvSpPr>
        <p:spPr>
          <a:xfrm>
            <a:off x="228600" y="228600"/>
            <a:ext cx="6485400" cy="1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pic>
        <p:nvPicPr>
          <p:cNvPr id="585" name="Google Shape;585;p8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9133" y="4768923"/>
            <a:ext cx="627382" cy="140459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86"/>
          <p:cNvSpPr txBox="1"/>
          <p:nvPr>
            <p:ph idx="2" type="body"/>
          </p:nvPr>
        </p:nvSpPr>
        <p:spPr>
          <a:xfrm>
            <a:off x="228599" y="359209"/>
            <a:ext cx="6485400" cy="5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erizon NHG TX"/>
              <a:buNone/>
              <a:defRPr b="1" i="0" sz="2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587" name="Google Shape;587;p86"/>
          <p:cNvSpPr txBox="1"/>
          <p:nvPr/>
        </p:nvSpPr>
        <p:spPr>
          <a:xfrm>
            <a:off x="2625367" y="4800600"/>
            <a:ext cx="3693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Verizon confidential and proprietary. Unauthorized disclosure, reproduction or other use prohibited.</a:t>
            </a:r>
            <a:endParaRPr b="0" i="0" sz="1000" u="none" cap="none" strike="noStrike">
              <a:solidFill>
                <a:srgbClr val="000000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588" name="Google Shape;588;p86"/>
          <p:cNvSpPr txBox="1"/>
          <p:nvPr/>
        </p:nvSpPr>
        <p:spPr>
          <a:xfrm>
            <a:off x="8642255" y="4759509"/>
            <a:ext cx="272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‹#›</a:t>
            </a:fld>
            <a:endParaRPr b="1" i="0" sz="1000" u="none" cap="none" strike="noStrike">
              <a:solidFill>
                <a:schemeClr val="accen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ed content slide - White">
  <p:cSld name="Highlighted content slide - White">
    <p:bg>
      <p:bgPr>
        <a:solidFill>
          <a:schemeClr val="lt1"/>
        </a:solidFill>
      </p:bgPr>
    </p:bg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87"/>
          <p:cNvSpPr txBox="1"/>
          <p:nvPr>
            <p:ph idx="1" type="body"/>
          </p:nvPr>
        </p:nvSpPr>
        <p:spPr>
          <a:xfrm>
            <a:off x="228600" y="228600"/>
            <a:ext cx="6485400" cy="1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pic>
        <p:nvPicPr>
          <p:cNvPr id="591" name="Google Shape;591;p8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9133" y="4768923"/>
            <a:ext cx="627382" cy="140459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87"/>
          <p:cNvSpPr txBox="1"/>
          <p:nvPr>
            <p:ph idx="2" type="body"/>
          </p:nvPr>
        </p:nvSpPr>
        <p:spPr>
          <a:xfrm>
            <a:off x="228599" y="359209"/>
            <a:ext cx="6485400" cy="5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erizon NHG TX"/>
              <a:buNone/>
              <a:defRPr b="1" i="0" sz="2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593" name="Google Shape;593;p87"/>
          <p:cNvSpPr txBox="1"/>
          <p:nvPr/>
        </p:nvSpPr>
        <p:spPr>
          <a:xfrm>
            <a:off x="2625367" y="4800600"/>
            <a:ext cx="3693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Verizon confidential and proprietary. Unauthorized disclosure, reproduction or other use prohibited.</a:t>
            </a:r>
            <a:endParaRPr b="0" i="0" sz="1000" u="none" cap="none" strike="noStrike">
              <a:solidFill>
                <a:srgbClr val="000000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594" name="Google Shape;594;p87"/>
          <p:cNvSpPr txBox="1"/>
          <p:nvPr/>
        </p:nvSpPr>
        <p:spPr>
          <a:xfrm>
            <a:off x="8642255" y="4759509"/>
            <a:ext cx="272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‹#›</a:t>
            </a:fld>
            <a:endParaRPr b="1" i="0" sz="1000" u="none" cap="none" strike="noStrike">
              <a:solidFill>
                <a:schemeClr val="accen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595" name="Google Shape;595;p87"/>
          <p:cNvSpPr txBox="1"/>
          <p:nvPr>
            <p:ph idx="3" type="body"/>
          </p:nvPr>
        </p:nvSpPr>
        <p:spPr>
          <a:xfrm>
            <a:off x="228600" y="1036861"/>
            <a:ext cx="1352400" cy="30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nthly calendar table - white">
  <p:cSld name="Monthly calendar table - white">
    <p:bg>
      <p:bgPr>
        <a:solidFill>
          <a:schemeClr val="lt1"/>
        </a:solidFill>
      </p:bgPr>
    </p:bg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7" name="Google Shape;597;p8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9133" y="4768923"/>
            <a:ext cx="627382" cy="140459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88"/>
          <p:cNvSpPr txBox="1"/>
          <p:nvPr/>
        </p:nvSpPr>
        <p:spPr>
          <a:xfrm>
            <a:off x="2625367" y="4800600"/>
            <a:ext cx="3693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Verizon confidential and proprietary. Unauthorized disclosure, reproduction or other use prohibited.</a:t>
            </a:r>
            <a:endParaRPr b="0" i="0" sz="1000" u="none" cap="none" strike="noStrike">
              <a:solidFill>
                <a:srgbClr val="000000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599" name="Google Shape;599;p88"/>
          <p:cNvSpPr txBox="1"/>
          <p:nvPr/>
        </p:nvSpPr>
        <p:spPr>
          <a:xfrm>
            <a:off x="8642255" y="4759509"/>
            <a:ext cx="272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‹#›</a:t>
            </a:fld>
            <a:endParaRPr b="1" i="0" sz="1000" u="none" cap="none" strike="noStrike">
              <a:solidFill>
                <a:schemeClr val="accen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600" name="Google Shape;600;p88"/>
          <p:cNvSpPr txBox="1"/>
          <p:nvPr>
            <p:ph idx="1" type="body"/>
          </p:nvPr>
        </p:nvSpPr>
        <p:spPr>
          <a:xfrm>
            <a:off x="228601" y="228600"/>
            <a:ext cx="4282500" cy="1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601" name="Google Shape;601;p88"/>
          <p:cNvSpPr txBox="1"/>
          <p:nvPr>
            <p:ph idx="2" type="body"/>
          </p:nvPr>
        </p:nvSpPr>
        <p:spPr>
          <a:xfrm>
            <a:off x="228599" y="359209"/>
            <a:ext cx="4282500" cy="5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erizon NHG TX"/>
              <a:buNone/>
              <a:defRPr b="1" i="0" sz="2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602" name="Google Shape;602;p88"/>
          <p:cNvSpPr txBox="1"/>
          <p:nvPr>
            <p:ph idx="3" type="body"/>
          </p:nvPr>
        </p:nvSpPr>
        <p:spPr>
          <a:xfrm>
            <a:off x="4623562" y="242633"/>
            <a:ext cx="4289400" cy="6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llout table - White">
  <p:cSld name="Rollout table - White">
    <p:bg>
      <p:bgPr>
        <a:solidFill>
          <a:schemeClr val="lt2"/>
        </a:solidFill>
      </p:bgPr>
    </p:bg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" name="Google Shape;604;p8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9133" y="4768923"/>
            <a:ext cx="627382" cy="140459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89"/>
          <p:cNvSpPr txBox="1"/>
          <p:nvPr/>
        </p:nvSpPr>
        <p:spPr>
          <a:xfrm>
            <a:off x="2625367" y="4800600"/>
            <a:ext cx="3693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Verizon confidential and proprietary. Unauthorized disclosure, reproduction or other use prohibited.</a:t>
            </a:r>
            <a:endParaRPr b="0" i="0" sz="1000" u="none" cap="none" strike="noStrike">
              <a:solidFill>
                <a:srgbClr val="000000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606" name="Google Shape;606;p89"/>
          <p:cNvSpPr txBox="1"/>
          <p:nvPr/>
        </p:nvSpPr>
        <p:spPr>
          <a:xfrm>
            <a:off x="8642255" y="4759509"/>
            <a:ext cx="272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‹#›</a:t>
            </a:fld>
            <a:endParaRPr b="1" i="0" sz="1000" u="none" cap="none" strike="noStrike">
              <a:solidFill>
                <a:schemeClr val="accen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607" name="Google Shape;607;p89"/>
          <p:cNvSpPr txBox="1"/>
          <p:nvPr>
            <p:ph idx="1" type="body"/>
          </p:nvPr>
        </p:nvSpPr>
        <p:spPr>
          <a:xfrm>
            <a:off x="228601" y="228600"/>
            <a:ext cx="4282500" cy="1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608" name="Google Shape;608;p89"/>
          <p:cNvSpPr txBox="1"/>
          <p:nvPr>
            <p:ph idx="2" type="body"/>
          </p:nvPr>
        </p:nvSpPr>
        <p:spPr>
          <a:xfrm>
            <a:off x="228599" y="359209"/>
            <a:ext cx="4282500" cy="5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erizon NHG TX"/>
              <a:buNone/>
              <a:defRPr b="1" i="0" sz="2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609" name="Google Shape;609;p89"/>
          <p:cNvSpPr txBox="1"/>
          <p:nvPr>
            <p:ph idx="3" type="body"/>
          </p:nvPr>
        </p:nvSpPr>
        <p:spPr>
          <a:xfrm>
            <a:off x="4623562" y="242633"/>
            <a:ext cx="4289400" cy="6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arvey balls - White">
  <p:cSld name="Harvey balls - White">
    <p:bg>
      <p:bgPr>
        <a:solidFill>
          <a:schemeClr val="lt1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90"/>
          <p:cNvSpPr txBox="1"/>
          <p:nvPr>
            <p:ph idx="1" type="body"/>
          </p:nvPr>
        </p:nvSpPr>
        <p:spPr>
          <a:xfrm>
            <a:off x="228600" y="228600"/>
            <a:ext cx="6485400" cy="1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pic>
        <p:nvPicPr>
          <p:cNvPr id="612" name="Google Shape;612;p9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9133" y="4768923"/>
            <a:ext cx="627382" cy="140459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90"/>
          <p:cNvSpPr txBox="1"/>
          <p:nvPr>
            <p:ph idx="2" type="body"/>
          </p:nvPr>
        </p:nvSpPr>
        <p:spPr>
          <a:xfrm>
            <a:off x="228599" y="359209"/>
            <a:ext cx="6485400" cy="5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erizon NHG TX"/>
              <a:buNone/>
              <a:defRPr b="1" i="0" sz="2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614" name="Google Shape;614;p90"/>
          <p:cNvSpPr txBox="1"/>
          <p:nvPr/>
        </p:nvSpPr>
        <p:spPr>
          <a:xfrm>
            <a:off x="2625367" y="4800600"/>
            <a:ext cx="3693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Verizon confidential and proprietary. Unauthorized disclosure, reproduction or other use prohibited.</a:t>
            </a:r>
            <a:endParaRPr b="0" i="0" sz="1000" u="none" cap="none" strike="noStrike">
              <a:solidFill>
                <a:srgbClr val="000000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615" name="Google Shape;615;p90"/>
          <p:cNvSpPr txBox="1"/>
          <p:nvPr/>
        </p:nvSpPr>
        <p:spPr>
          <a:xfrm>
            <a:off x="8642255" y="4759509"/>
            <a:ext cx="272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‹#›</a:t>
            </a:fld>
            <a:endParaRPr b="1" i="0" sz="1000" u="none" cap="none" strike="noStrike">
              <a:solidFill>
                <a:schemeClr val="accen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slide - White">
  <p:cSld name="Timeline slide - White">
    <p:bg>
      <p:bgPr>
        <a:solidFill>
          <a:schemeClr val="lt1"/>
        </a:solidFill>
      </p:bgPr>
    </p:bg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7" name="Google Shape;617;p9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9133" y="4768923"/>
            <a:ext cx="627382" cy="140459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91"/>
          <p:cNvSpPr txBox="1"/>
          <p:nvPr/>
        </p:nvSpPr>
        <p:spPr>
          <a:xfrm>
            <a:off x="2625367" y="4800600"/>
            <a:ext cx="3693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Verizon confidential and proprietary. Unauthorized disclosure, reproduction or other use prohibited.</a:t>
            </a:r>
            <a:endParaRPr b="0" i="0" sz="1000" u="none" cap="none" strike="noStrike">
              <a:solidFill>
                <a:srgbClr val="000000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619" name="Google Shape;619;p91"/>
          <p:cNvSpPr txBox="1"/>
          <p:nvPr/>
        </p:nvSpPr>
        <p:spPr>
          <a:xfrm>
            <a:off x="8642255" y="4759509"/>
            <a:ext cx="272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‹#›</a:t>
            </a:fld>
            <a:endParaRPr b="1" i="0" sz="1000" u="none" cap="none" strike="noStrike">
              <a:solidFill>
                <a:schemeClr val="accen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620" name="Google Shape;620;p91"/>
          <p:cNvSpPr txBox="1"/>
          <p:nvPr>
            <p:ph idx="1" type="body"/>
          </p:nvPr>
        </p:nvSpPr>
        <p:spPr>
          <a:xfrm>
            <a:off x="228601" y="228600"/>
            <a:ext cx="4282500" cy="1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621" name="Google Shape;621;p91"/>
          <p:cNvSpPr txBox="1"/>
          <p:nvPr>
            <p:ph idx="2" type="body"/>
          </p:nvPr>
        </p:nvSpPr>
        <p:spPr>
          <a:xfrm>
            <a:off x="228599" y="359209"/>
            <a:ext cx="4282500" cy="5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erizon NHG TX"/>
              <a:buNone/>
              <a:defRPr b="1" i="0" sz="2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622" name="Google Shape;622;p91"/>
          <p:cNvSpPr txBox="1"/>
          <p:nvPr>
            <p:ph idx="3" type="body"/>
          </p:nvPr>
        </p:nvSpPr>
        <p:spPr>
          <a:xfrm>
            <a:off x="4623562" y="242633"/>
            <a:ext cx="4289400" cy="6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ed columns - White">
  <p:cSld name="Highlighted columns - White">
    <p:bg>
      <p:bgPr>
        <a:solidFill>
          <a:schemeClr val="lt1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" name="Google Shape;624;p9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9133" y="4768923"/>
            <a:ext cx="627382" cy="140459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92"/>
          <p:cNvSpPr txBox="1"/>
          <p:nvPr/>
        </p:nvSpPr>
        <p:spPr>
          <a:xfrm>
            <a:off x="2625367" y="4800600"/>
            <a:ext cx="3693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Verizon confidential and proprietary. Unauthorized disclosure, reproduction or other use prohibited.</a:t>
            </a:r>
            <a:endParaRPr b="0" i="0" sz="1000" u="none" cap="none" strike="noStrike">
              <a:solidFill>
                <a:srgbClr val="000000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626" name="Google Shape;626;p92"/>
          <p:cNvSpPr txBox="1"/>
          <p:nvPr/>
        </p:nvSpPr>
        <p:spPr>
          <a:xfrm>
            <a:off x="8642255" y="4759509"/>
            <a:ext cx="272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‹#›</a:t>
            </a:fld>
            <a:endParaRPr b="1" i="0" sz="1000" u="none" cap="none" strike="noStrike">
              <a:solidFill>
                <a:schemeClr val="accen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627" name="Google Shape;627;p92"/>
          <p:cNvSpPr txBox="1"/>
          <p:nvPr>
            <p:ph idx="1" type="body"/>
          </p:nvPr>
        </p:nvSpPr>
        <p:spPr>
          <a:xfrm>
            <a:off x="228601" y="228600"/>
            <a:ext cx="4282500" cy="1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628" name="Google Shape;628;p92"/>
          <p:cNvSpPr txBox="1"/>
          <p:nvPr>
            <p:ph idx="2" type="body"/>
          </p:nvPr>
        </p:nvSpPr>
        <p:spPr>
          <a:xfrm>
            <a:off x="228599" y="359209"/>
            <a:ext cx="4282500" cy="5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erizon NHG TX"/>
              <a:buNone/>
              <a:defRPr b="1" i="0" sz="2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629" name="Google Shape;629;p92"/>
          <p:cNvSpPr txBox="1"/>
          <p:nvPr>
            <p:ph idx="3" type="body"/>
          </p:nvPr>
        </p:nvSpPr>
        <p:spPr>
          <a:xfrm>
            <a:off x="4623562" y="242633"/>
            <a:ext cx="4289400" cy="6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chart - White">
  <p:cSld name="Bar chart - White">
    <p:bg>
      <p:bgPr>
        <a:solidFill>
          <a:schemeClr val="lt1"/>
        </a:solidFill>
      </p:bgPr>
    </p:bg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1" name="Google Shape;631;p9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9133" y="4768923"/>
            <a:ext cx="627382" cy="140459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93"/>
          <p:cNvSpPr txBox="1"/>
          <p:nvPr/>
        </p:nvSpPr>
        <p:spPr>
          <a:xfrm>
            <a:off x="2625367" y="4800600"/>
            <a:ext cx="3693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Verizon confidential and proprietary. Unauthorized disclosure, reproduction or other use prohibited.</a:t>
            </a:r>
            <a:endParaRPr b="0" i="0" sz="1000" u="none" cap="none" strike="noStrike">
              <a:solidFill>
                <a:srgbClr val="000000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633" name="Google Shape;633;p93"/>
          <p:cNvSpPr txBox="1"/>
          <p:nvPr/>
        </p:nvSpPr>
        <p:spPr>
          <a:xfrm>
            <a:off x="8642255" y="4759509"/>
            <a:ext cx="272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‹#›</a:t>
            </a:fld>
            <a:endParaRPr b="1" i="0" sz="1000" u="none" cap="none" strike="noStrike">
              <a:solidFill>
                <a:schemeClr val="accen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634" name="Google Shape;634;p93"/>
          <p:cNvSpPr txBox="1"/>
          <p:nvPr>
            <p:ph idx="1" type="body"/>
          </p:nvPr>
        </p:nvSpPr>
        <p:spPr>
          <a:xfrm>
            <a:off x="228600" y="4229100"/>
            <a:ext cx="28170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"/>
              <a:buFont typeface="Verizon NHG TX"/>
              <a:buNone/>
              <a:defRPr b="0" i="0" sz="6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cxnSp>
        <p:nvCxnSpPr>
          <p:cNvPr id="635" name="Google Shape;635;p93"/>
          <p:cNvCxnSpPr/>
          <p:nvPr/>
        </p:nvCxnSpPr>
        <p:spPr>
          <a:xfrm>
            <a:off x="226219" y="4142474"/>
            <a:ext cx="17052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36" name="Google Shape;636;p93"/>
          <p:cNvSpPr txBox="1"/>
          <p:nvPr>
            <p:ph idx="2" type="body"/>
          </p:nvPr>
        </p:nvSpPr>
        <p:spPr>
          <a:xfrm>
            <a:off x="228601" y="228600"/>
            <a:ext cx="4282500" cy="1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637" name="Google Shape;637;p93"/>
          <p:cNvSpPr txBox="1"/>
          <p:nvPr>
            <p:ph idx="3" type="body"/>
          </p:nvPr>
        </p:nvSpPr>
        <p:spPr>
          <a:xfrm>
            <a:off x="228599" y="359209"/>
            <a:ext cx="4282500" cy="5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erizon NHG TX"/>
              <a:buNone/>
              <a:defRPr b="1" i="0" sz="2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638" name="Google Shape;638;p93"/>
          <p:cNvSpPr txBox="1"/>
          <p:nvPr>
            <p:ph idx="4" type="body"/>
          </p:nvPr>
        </p:nvSpPr>
        <p:spPr>
          <a:xfrm>
            <a:off x="228145" y="1028700"/>
            <a:ext cx="3551100" cy="30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izon NHG TX"/>
              <a:buNone/>
              <a:defRPr b="1" i="0" sz="10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85750" lvl="2" marL="13716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Char char="•"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857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Char char="•"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857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Char char="•"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rizontal bar chart - White">
  <p:cSld name="Horizontal bar chart - White">
    <p:bg>
      <p:bgPr>
        <a:solidFill>
          <a:schemeClr val="lt1"/>
        </a:solidFill>
      </p:bgPr>
    </p:bg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0" name="Google Shape;640;p9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9133" y="4768923"/>
            <a:ext cx="627382" cy="140459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94"/>
          <p:cNvSpPr txBox="1"/>
          <p:nvPr/>
        </p:nvSpPr>
        <p:spPr>
          <a:xfrm>
            <a:off x="2625367" y="4800600"/>
            <a:ext cx="3693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Verizon confidential and proprietary. Unauthorized disclosure, reproduction or other use prohibited.</a:t>
            </a:r>
            <a:endParaRPr b="0" i="0" sz="1000" u="none" cap="none" strike="noStrike">
              <a:solidFill>
                <a:srgbClr val="000000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642" name="Google Shape;642;p94"/>
          <p:cNvSpPr txBox="1"/>
          <p:nvPr/>
        </p:nvSpPr>
        <p:spPr>
          <a:xfrm>
            <a:off x="8642255" y="4759509"/>
            <a:ext cx="272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‹#›</a:t>
            </a:fld>
            <a:endParaRPr b="1" i="0" sz="1000" u="none" cap="none" strike="noStrike">
              <a:solidFill>
                <a:schemeClr val="accen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643" name="Google Shape;643;p94"/>
          <p:cNvSpPr txBox="1"/>
          <p:nvPr>
            <p:ph idx="1" type="body"/>
          </p:nvPr>
        </p:nvSpPr>
        <p:spPr>
          <a:xfrm>
            <a:off x="228600" y="4229100"/>
            <a:ext cx="28170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"/>
              <a:buFont typeface="Verizon NHG TX"/>
              <a:buNone/>
              <a:defRPr b="0" i="0" sz="6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cxnSp>
        <p:nvCxnSpPr>
          <p:cNvPr id="644" name="Google Shape;644;p94"/>
          <p:cNvCxnSpPr/>
          <p:nvPr/>
        </p:nvCxnSpPr>
        <p:spPr>
          <a:xfrm>
            <a:off x="226219" y="4142474"/>
            <a:ext cx="17052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45" name="Google Shape;645;p94"/>
          <p:cNvSpPr txBox="1"/>
          <p:nvPr>
            <p:ph idx="2" type="body"/>
          </p:nvPr>
        </p:nvSpPr>
        <p:spPr>
          <a:xfrm>
            <a:off x="228601" y="228600"/>
            <a:ext cx="4282500" cy="1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646" name="Google Shape;646;p94"/>
          <p:cNvSpPr txBox="1"/>
          <p:nvPr>
            <p:ph idx="3" type="body"/>
          </p:nvPr>
        </p:nvSpPr>
        <p:spPr>
          <a:xfrm>
            <a:off x="228599" y="359209"/>
            <a:ext cx="4282500" cy="5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erizon NHG TX"/>
              <a:buNone/>
              <a:defRPr b="1" i="0" sz="2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647" name="Google Shape;647;p94"/>
          <p:cNvSpPr txBox="1"/>
          <p:nvPr>
            <p:ph idx="4" type="body"/>
          </p:nvPr>
        </p:nvSpPr>
        <p:spPr>
          <a:xfrm>
            <a:off x="228145" y="1028700"/>
            <a:ext cx="3551100" cy="30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izon NHG TX"/>
              <a:buNone/>
              <a:defRPr b="1" i="0" sz="10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85750" lvl="2" marL="13716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Char char="•"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857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Char char="•"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857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Char char="•"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atter chart - White">
  <p:cSld name="Scatter chart - White">
    <p:bg>
      <p:bgPr>
        <a:solidFill>
          <a:schemeClr val="lt1"/>
        </a:solidFill>
      </p:bgPr>
    </p:bg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9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9133" y="4768923"/>
            <a:ext cx="627382" cy="14045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95"/>
          <p:cNvSpPr txBox="1"/>
          <p:nvPr/>
        </p:nvSpPr>
        <p:spPr>
          <a:xfrm>
            <a:off x="2625367" y="4800600"/>
            <a:ext cx="3693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Verizon confidential and proprietary. Unauthorized disclosure, reproduction or other use prohibited.</a:t>
            </a:r>
            <a:endParaRPr b="0" i="0" sz="1000" u="none" cap="none" strike="noStrike">
              <a:solidFill>
                <a:srgbClr val="000000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651" name="Google Shape;651;p95"/>
          <p:cNvSpPr txBox="1"/>
          <p:nvPr/>
        </p:nvSpPr>
        <p:spPr>
          <a:xfrm>
            <a:off x="8642255" y="4759509"/>
            <a:ext cx="272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‹#›</a:t>
            </a:fld>
            <a:endParaRPr b="1" i="0" sz="1000" u="none" cap="none" strike="noStrike">
              <a:solidFill>
                <a:schemeClr val="accen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652" name="Google Shape;652;p95"/>
          <p:cNvSpPr txBox="1"/>
          <p:nvPr>
            <p:ph idx="1" type="body"/>
          </p:nvPr>
        </p:nvSpPr>
        <p:spPr>
          <a:xfrm>
            <a:off x="228600" y="4229100"/>
            <a:ext cx="28170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"/>
              <a:buFont typeface="Verizon NHG TX"/>
              <a:buNone/>
              <a:defRPr b="0" i="0" sz="6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cxnSp>
        <p:nvCxnSpPr>
          <p:cNvPr id="653" name="Google Shape;653;p95"/>
          <p:cNvCxnSpPr/>
          <p:nvPr/>
        </p:nvCxnSpPr>
        <p:spPr>
          <a:xfrm>
            <a:off x="226219" y="4142474"/>
            <a:ext cx="17052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54" name="Google Shape;654;p95"/>
          <p:cNvSpPr txBox="1"/>
          <p:nvPr>
            <p:ph idx="2" type="body"/>
          </p:nvPr>
        </p:nvSpPr>
        <p:spPr>
          <a:xfrm>
            <a:off x="228601" y="228600"/>
            <a:ext cx="4282500" cy="1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655" name="Google Shape;655;p95"/>
          <p:cNvSpPr txBox="1"/>
          <p:nvPr>
            <p:ph idx="3" type="body"/>
          </p:nvPr>
        </p:nvSpPr>
        <p:spPr>
          <a:xfrm>
            <a:off x="228599" y="359209"/>
            <a:ext cx="4282500" cy="5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erizon NHG TX"/>
              <a:buNone/>
              <a:defRPr b="1" i="0" sz="2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656" name="Google Shape;656;p95"/>
          <p:cNvSpPr txBox="1"/>
          <p:nvPr>
            <p:ph idx="4" type="body"/>
          </p:nvPr>
        </p:nvSpPr>
        <p:spPr>
          <a:xfrm>
            <a:off x="228145" y="1028700"/>
            <a:ext cx="3551100" cy="30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izon NHG TX"/>
              <a:buNone/>
              <a:defRPr b="1" i="0" sz="10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85750" lvl="2" marL="13716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Char char="•"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857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Char char="•"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857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Char char="•"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e chart - White">
  <p:cSld name="Pie chart - White">
    <p:bg>
      <p:bgPr>
        <a:solidFill>
          <a:schemeClr val="lt1"/>
        </a:solidFill>
      </p:bgPr>
    </p:bg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9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9133" y="4768923"/>
            <a:ext cx="627382" cy="14045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96"/>
          <p:cNvSpPr txBox="1"/>
          <p:nvPr/>
        </p:nvSpPr>
        <p:spPr>
          <a:xfrm>
            <a:off x="2625367" y="4800600"/>
            <a:ext cx="3693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Verizon confidential and proprietary. Unauthorized disclosure, reproduction or other use prohibited.</a:t>
            </a:r>
            <a:endParaRPr b="0" i="0" sz="1000" u="none" cap="none" strike="noStrike">
              <a:solidFill>
                <a:srgbClr val="000000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660" name="Google Shape;660;p96"/>
          <p:cNvSpPr txBox="1"/>
          <p:nvPr/>
        </p:nvSpPr>
        <p:spPr>
          <a:xfrm>
            <a:off x="8642255" y="4759509"/>
            <a:ext cx="272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‹#›</a:t>
            </a:fld>
            <a:endParaRPr b="1" i="0" sz="1000" u="none" cap="none" strike="noStrike">
              <a:solidFill>
                <a:schemeClr val="accen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661" name="Google Shape;661;p96"/>
          <p:cNvSpPr txBox="1"/>
          <p:nvPr>
            <p:ph idx="1" type="body"/>
          </p:nvPr>
        </p:nvSpPr>
        <p:spPr>
          <a:xfrm>
            <a:off x="228600" y="4229100"/>
            <a:ext cx="28170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"/>
              <a:buFont typeface="Verizon NHG TX"/>
              <a:buNone/>
              <a:defRPr b="0" i="0" sz="6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cxnSp>
        <p:nvCxnSpPr>
          <p:cNvPr id="662" name="Google Shape;662;p96"/>
          <p:cNvCxnSpPr/>
          <p:nvPr/>
        </p:nvCxnSpPr>
        <p:spPr>
          <a:xfrm>
            <a:off x="226219" y="4142474"/>
            <a:ext cx="17052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63" name="Google Shape;663;p96"/>
          <p:cNvSpPr txBox="1"/>
          <p:nvPr>
            <p:ph idx="2" type="body"/>
          </p:nvPr>
        </p:nvSpPr>
        <p:spPr>
          <a:xfrm>
            <a:off x="228601" y="228600"/>
            <a:ext cx="4282500" cy="1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664" name="Google Shape;664;p96"/>
          <p:cNvSpPr txBox="1"/>
          <p:nvPr>
            <p:ph idx="3" type="body"/>
          </p:nvPr>
        </p:nvSpPr>
        <p:spPr>
          <a:xfrm>
            <a:off x="228599" y="359209"/>
            <a:ext cx="4282500" cy="5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erizon NHG TX"/>
              <a:buNone/>
              <a:defRPr b="1" i="0" sz="2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665" name="Google Shape;665;p96"/>
          <p:cNvSpPr txBox="1"/>
          <p:nvPr>
            <p:ph idx="4" type="body"/>
          </p:nvPr>
        </p:nvSpPr>
        <p:spPr>
          <a:xfrm>
            <a:off x="228145" y="1028700"/>
            <a:ext cx="3551100" cy="30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izon NHG TX"/>
              <a:buNone/>
              <a:defRPr b="1" i="0" sz="10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85750" lvl="2" marL="13716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Char char="•"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857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Char char="•"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857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Char char="•"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ne chart - White">
  <p:cSld name="Line chart - White">
    <p:bg>
      <p:bgPr>
        <a:solidFill>
          <a:schemeClr val="lt1"/>
        </a:solidFill>
      </p:bgPr>
    </p:bg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7" name="Google Shape;667;p9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9133" y="4768923"/>
            <a:ext cx="627382" cy="140459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p97"/>
          <p:cNvSpPr txBox="1"/>
          <p:nvPr/>
        </p:nvSpPr>
        <p:spPr>
          <a:xfrm>
            <a:off x="2625367" y="4800600"/>
            <a:ext cx="3693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Verizon confidential and proprietary. Unauthorized disclosure, reproduction or other use prohibited.</a:t>
            </a:r>
            <a:endParaRPr b="0" i="0" sz="1000" u="none" cap="none" strike="noStrike">
              <a:solidFill>
                <a:srgbClr val="000000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669" name="Google Shape;669;p97"/>
          <p:cNvSpPr txBox="1"/>
          <p:nvPr/>
        </p:nvSpPr>
        <p:spPr>
          <a:xfrm>
            <a:off x="8642255" y="4759509"/>
            <a:ext cx="272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‹#›</a:t>
            </a:fld>
            <a:endParaRPr b="1" i="0" sz="1000" u="none" cap="none" strike="noStrike">
              <a:solidFill>
                <a:schemeClr val="accen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670" name="Google Shape;670;p97"/>
          <p:cNvSpPr txBox="1"/>
          <p:nvPr>
            <p:ph idx="1" type="body"/>
          </p:nvPr>
        </p:nvSpPr>
        <p:spPr>
          <a:xfrm>
            <a:off x="228601" y="4229100"/>
            <a:ext cx="16905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"/>
              <a:buFont typeface="Verizon NHG TX"/>
              <a:buNone/>
              <a:defRPr b="0" i="0" sz="6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cxnSp>
        <p:nvCxnSpPr>
          <p:cNvPr id="671" name="Google Shape;671;p97"/>
          <p:cNvCxnSpPr/>
          <p:nvPr/>
        </p:nvCxnSpPr>
        <p:spPr>
          <a:xfrm>
            <a:off x="226219" y="4142474"/>
            <a:ext cx="17052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72" name="Google Shape;672;p97"/>
          <p:cNvSpPr txBox="1"/>
          <p:nvPr>
            <p:ph idx="2" type="body"/>
          </p:nvPr>
        </p:nvSpPr>
        <p:spPr>
          <a:xfrm>
            <a:off x="228601" y="228600"/>
            <a:ext cx="4282500" cy="1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673" name="Google Shape;673;p97"/>
          <p:cNvSpPr txBox="1"/>
          <p:nvPr>
            <p:ph idx="3" type="body"/>
          </p:nvPr>
        </p:nvSpPr>
        <p:spPr>
          <a:xfrm>
            <a:off x="228599" y="359209"/>
            <a:ext cx="4282500" cy="5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erizon NHG TX"/>
              <a:buNone/>
              <a:defRPr b="1" i="0" sz="2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674" name="Google Shape;674;p97"/>
          <p:cNvSpPr txBox="1"/>
          <p:nvPr>
            <p:ph idx="4" type="body"/>
          </p:nvPr>
        </p:nvSpPr>
        <p:spPr>
          <a:xfrm>
            <a:off x="228145" y="1028700"/>
            <a:ext cx="3551100" cy="30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izon NHG TX"/>
              <a:buNone/>
              <a:defRPr b="1" i="0" sz="10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85750" lvl="2" marL="13716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Char char="•"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857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Char char="•"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857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Char char="•"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and pyramid diagram - White">
  <p:cSld name="Text and pyramid diagram - White">
    <p:bg>
      <p:bgPr>
        <a:solidFill>
          <a:schemeClr val="lt1"/>
        </a:solidFill>
      </p:bgPr>
    </p:bg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6" name="Google Shape;676;p9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9133" y="4768923"/>
            <a:ext cx="627382" cy="140459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98"/>
          <p:cNvSpPr txBox="1"/>
          <p:nvPr/>
        </p:nvSpPr>
        <p:spPr>
          <a:xfrm>
            <a:off x="2625367" y="4800600"/>
            <a:ext cx="3693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Verizon confidential and proprietary. Unauthorized disclosure, reproduction or other use prohibited.</a:t>
            </a:r>
            <a:endParaRPr b="0" i="0" sz="1000" u="none" cap="none" strike="noStrike">
              <a:solidFill>
                <a:srgbClr val="000000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678" name="Google Shape;678;p98"/>
          <p:cNvSpPr txBox="1"/>
          <p:nvPr/>
        </p:nvSpPr>
        <p:spPr>
          <a:xfrm>
            <a:off x="8642255" y="4759509"/>
            <a:ext cx="272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‹#›</a:t>
            </a:fld>
            <a:endParaRPr b="1" i="0" sz="1000" u="none" cap="none" strike="noStrike">
              <a:solidFill>
                <a:schemeClr val="accen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679" name="Google Shape;679;p98"/>
          <p:cNvSpPr txBox="1"/>
          <p:nvPr>
            <p:ph idx="1" type="body"/>
          </p:nvPr>
        </p:nvSpPr>
        <p:spPr>
          <a:xfrm>
            <a:off x="228601" y="4229100"/>
            <a:ext cx="16905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"/>
              <a:buFont typeface="Verizon NHG TX"/>
              <a:buNone/>
              <a:defRPr b="0" i="0" sz="6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cxnSp>
        <p:nvCxnSpPr>
          <p:cNvPr id="680" name="Google Shape;680;p98"/>
          <p:cNvCxnSpPr/>
          <p:nvPr/>
        </p:nvCxnSpPr>
        <p:spPr>
          <a:xfrm>
            <a:off x="226219" y="4142474"/>
            <a:ext cx="17052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81" name="Google Shape;681;p98"/>
          <p:cNvSpPr txBox="1"/>
          <p:nvPr>
            <p:ph idx="2" type="body"/>
          </p:nvPr>
        </p:nvSpPr>
        <p:spPr>
          <a:xfrm>
            <a:off x="228601" y="228600"/>
            <a:ext cx="4282500" cy="1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682" name="Google Shape;682;p98"/>
          <p:cNvSpPr txBox="1"/>
          <p:nvPr>
            <p:ph idx="3" type="body"/>
          </p:nvPr>
        </p:nvSpPr>
        <p:spPr>
          <a:xfrm>
            <a:off x="228599" y="359209"/>
            <a:ext cx="4282500" cy="5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erizon NHG TX"/>
              <a:buNone/>
              <a:defRPr b="1" i="0" sz="2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683" name="Google Shape;683;p98"/>
          <p:cNvSpPr txBox="1"/>
          <p:nvPr>
            <p:ph idx="4" type="body"/>
          </p:nvPr>
        </p:nvSpPr>
        <p:spPr>
          <a:xfrm>
            <a:off x="228145" y="1028700"/>
            <a:ext cx="3551100" cy="30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izon NHG TX"/>
              <a:buNone/>
              <a:defRPr b="1" i="0" sz="10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85750" lvl="2" marL="13716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Char char="•"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857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Char char="•"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857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Char char="•"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and radial chart - White">
  <p:cSld name="Text and radial chart - White">
    <p:bg>
      <p:bgPr>
        <a:solidFill>
          <a:schemeClr val="lt1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9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9133" y="4768923"/>
            <a:ext cx="627382" cy="14045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99"/>
          <p:cNvSpPr txBox="1"/>
          <p:nvPr/>
        </p:nvSpPr>
        <p:spPr>
          <a:xfrm>
            <a:off x="2625367" y="4800600"/>
            <a:ext cx="3693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Verizon confidential and proprietary. Unauthorized disclosure, reproduction or other use prohibited.</a:t>
            </a:r>
            <a:endParaRPr b="0" i="0" sz="1000" u="none" cap="none" strike="noStrike">
              <a:solidFill>
                <a:srgbClr val="000000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687" name="Google Shape;687;p99"/>
          <p:cNvSpPr txBox="1"/>
          <p:nvPr/>
        </p:nvSpPr>
        <p:spPr>
          <a:xfrm>
            <a:off x="8642255" y="4759509"/>
            <a:ext cx="272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‹#›</a:t>
            </a:fld>
            <a:endParaRPr b="1" i="0" sz="1000" u="none" cap="none" strike="noStrike">
              <a:solidFill>
                <a:schemeClr val="accen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688" name="Google Shape;688;p99"/>
          <p:cNvSpPr txBox="1"/>
          <p:nvPr>
            <p:ph idx="1" type="body"/>
          </p:nvPr>
        </p:nvSpPr>
        <p:spPr>
          <a:xfrm>
            <a:off x="228601" y="4229100"/>
            <a:ext cx="16905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"/>
              <a:buFont typeface="Verizon NHG TX"/>
              <a:buNone/>
              <a:defRPr b="0" i="0" sz="6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cxnSp>
        <p:nvCxnSpPr>
          <p:cNvPr id="689" name="Google Shape;689;p99"/>
          <p:cNvCxnSpPr/>
          <p:nvPr/>
        </p:nvCxnSpPr>
        <p:spPr>
          <a:xfrm>
            <a:off x="226219" y="4142474"/>
            <a:ext cx="17052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90" name="Google Shape;690;p99"/>
          <p:cNvSpPr txBox="1"/>
          <p:nvPr>
            <p:ph idx="2" type="body"/>
          </p:nvPr>
        </p:nvSpPr>
        <p:spPr>
          <a:xfrm>
            <a:off x="228601" y="228600"/>
            <a:ext cx="4282500" cy="1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691" name="Google Shape;691;p99"/>
          <p:cNvSpPr txBox="1"/>
          <p:nvPr>
            <p:ph idx="3" type="body"/>
          </p:nvPr>
        </p:nvSpPr>
        <p:spPr>
          <a:xfrm>
            <a:off x="228599" y="359209"/>
            <a:ext cx="4282500" cy="5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erizon NHG TX"/>
              <a:buNone/>
              <a:defRPr b="1" i="0" sz="2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692" name="Google Shape;692;p99"/>
          <p:cNvSpPr txBox="1"/>
          <p:nvPr>
            <p:ph idx="4" type="body"/>
          </p:nvPr>
        </p:nvSpPr>
        <p:spPr>
          <a:xfrm>
            <a:off x="228145" y="1028700"/>
            <a:ext cx="3551100" cy="30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izon NHG TX"/>
              <a:buNone/>
              <a:defRPr b="1" i="0" sz="10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85750" lvl="2" marL="13716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Char char="•"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857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Char char="•"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857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Char char="•"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nn diagram chart - White">
  <p:cSld name="Venn diagram chart - White">
    <p:bg>
      <p:bgPr>
        <a:solidFill>
          <a:schemeClr val="lt1"/>
        </a:solidFill>
      </p:bgPr>
    </p:bg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4" name="Google Shape;694;p10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9133" y="4768923"/>
            <a:ext cx="627382" cy="140459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100"/>
          <p:cNvSpPr txBox="1"/>
          <p:nvPr/>
        </p:nvSpPr>
        <p:spPr>
          <a:xfrm>
            <a:off x="2625367" y="4800600"/>
            <a:ext cx="3693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Verizon confidential and proprietary. Unauthorized disclosure, reproduction or other use prohibited.</a:t>
            </a:r>
            <a:endParaRPr b="0" i="0" sz="1000" u="none" cap="none" strike="noStrike">
              <a:solidFill>
                <a:srgbClr val="000000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696" name="Google Shape;696;p100"/>
          <p:cNvSpPr txBox="1"/>
          <p:nvPr/>
        </p:nvSpPr>
        <p:spPr>
          <a:xfrm>
            <a:off x="8642255" y="4759509"/>
            <a:ext cx="272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‹#›</a:t>
            </a:fld>
            <a:endParaRPr b="1" i="0" sz="1000" u="none" cap="none" strike="noStrike">
              <a:solidFill>
                <a:schemeClr val="accen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697" name="Google Shape;697;p100"/>
          <p:cNvSpPr txBox="1"/>
          <p:nvPr>
            <p:ph idx="1" type="body"/>
          </p:nvPr>
        </p:nvSpPr>
        <p:spPr>
          <a:xfrm>
            <a:off x="228601" y="4229100"/>
            <a:ext cx="16905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"/>
              <a:buFont typeface="Verizon NHG TX"/>
              <a:buNone/>
              <a:defRPr b="0" i="0" sz="6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cxnSp>
        <p:nvCxnSpPr>
          <p:cNvPr id="698" name="Google Shape;698;p100"/>
          <p:cNvCxnSpPr/>
          <p:nvPr/>
        </p:nvCxnSpPr>
        <p:spPr>
          <a:xfrm>
            <a:off x="226219" y="4142474"/>
            <a:ext cx="17052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99" name="Google Shape;699;p100"/>
          <p:cNvSpPr txBox="1"/>
          <p:nvPr>
            <p:ph idx="2" type="body"/>
          </p:nvPr>
        </p:nvSpPr>
        <p:spPr>
          <a:xfrm>
            <a:off x="228601" y="228600"/>
            <a:ext cx="4282500" cy="1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700" name="Google Shape;700;p100"/>
          <p:cNvSpPr txBox="1"/>
          <p:nvPr>
            <p:ph idx="3" type="body"/>
          </p:nvPr>
        </p:nvSpPr>
        <p:spPr>
          <a:xfrm>
            <a:off x="228599" y="359209"/>
            <a:ext cx="4282500" cy="5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erizon NHG TX"/>
              <a:buNone/>
              <a:defRPr b="1" i="0" sz="2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701" name="Google Shape;701;p100"/>
          <p:cNvSpPr txBox="1"/>
          <p:nvPr>
            <p:ph idx="4" type="body"/>
          </p:nvPr>
        </p:nvSpPr>
        <p:spPr>
          <a:xfrm>
            <a:off x="228145" y="1028700"/>
            <a:ext cx="3551100" cy="30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izon NHG TX"/>
              <a:buNone/>
              <a:defRPr b="1" i="0" sz="10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85750" lvl="2" marL="13716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Char char="•"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857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Char char="•"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857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Char char="•"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cked venn diagram chart - White'">
  <p:cSld name="Stacked venn diagram chart - White'">
    <p:bg>
      <p:bgPr>
        <a:solidFill>
          <a:schemeClr val="lt1"/>
        </a:solidFill>
      </p:bgPr>
    </p:bg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3" name="Google Shape;703;p10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9133" y="4768923"/>
            <a:ext cx="627382" cy="140459"/>
          </a:xfrm>
          <a:prstGeom prst="rect">
            <a:avLst/>
          </a:prstGeom>
          <a:noFill/>
          <a:ln>
            <a:noFill/>
          </a:ln>
        </p:spPr>
      </p:pic>
      <p:sp>
        <p:nvSpPr>
          <p:cNvPr id="704" name="Google Shape;704;p101"/>
          <p:cNvSpPr txBox="1"/>
          <p:nvPr/>
        </p:nvSpPr>
        <p:spPr>
          <a:xfrm>
            <a:off x="2625367" y="4800600"/>
            <a:ext cx="3693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Verizon confidential and proprietary. Unauthorized disclosure, reproduction or other use prohibited.</a:t>
            </a:r>
            <a:endParaRPr b="0" i="0" sz="1000" u="none" cap="none" strike="noStrike">
              <a:solidFill>
                <a:srgbClr val="000000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705" name="Google Shape;705;p101"/>
          <p:cNvSpPr txBox="1"/>
          <p:nvPr/>
        </p:nvSpPr>
        <p:spPr>
          <a:xfrm>
            <a:off x="8642255" y="4759509"/>
            <a:ext cx="272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‹#›</a:t>
            </a:fld>
            <a:endParaRPr b="1" i="0" sz="1000" u="none" cap="none" strike="noStrike">
              <a:solidFill>
                <a:schemeClr val="accen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706" name="Google Shape;706;p101"/>
          <p:cNvSpPr txBox="1"/>
          <p:nvPr>
            <p:ph idx="1" type="body"/>
          </p:nvPr>
        </p:nvSpPr>
        <p:spPr>
          <a:xfrm>
            <a:off x="228601" y="4229100"/>
            <a:ext cx="16905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"/>
              <a:buFont typeface="Verizon NHG TX"/>
              <a:buNone/>
              <a:defRPr b="0" i="0" sz="6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cxnSp>
        <p:nvCxnSpPr>
          <p:cNvPr id="707" name="Google Shape;707;p101"/>
          <p:cNvCxnSpPr/>
          <p:nvPr/>
        </p:nvCxnSpPr>
        <p:spPr>
          <a:xfrm>
            <a:off x="226219" y="4142474"/>
            <a:ext cx="17052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08" name="Google Shape;708;p101"/>
          <p:cNvSpPr txBox="1"/>
          <p:nvPr>
            <p:ph idx="2" type="body"/>
          </p:nvPr>
        </p:nvSpPr>
        <p:spPr>
          <a:xfrm>
            <a:off x="228601" y="228600"/>
            <a:ext cx="4282500" cy="1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709" name="Google Shape;709;p101"/>
          <p:cNvSpPr txBox="1"/>
          <p:nvPr>
            <p:ph idx="3" type="body"/>
          </p:nvPr>
        </p:nvSpPr>
        <p:spPr>
          <a:xfrm>
            <a:off x="228599" y="359209"/>
            <a:ext cx="4282500" cy="5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erizon NHG TX"/>
              <a:buNone/>
              <a:defRPr b="1" i="0" sz="2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710" name="Google Shape;710;p101"/>
          <p:cNvSpPr txBox="1"/>
          <p:nvPr>
            <p:ph idx="4" type="body"/>
          </p:nvPr>
        </p:nvSpPr>
        <p:spPr>
          <a:xfrm>
            <a:off x="228145" y="1028700"/>
            <a:ext cx="3551100" cy="30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izon NHG TX"/>
              <a:buNone/>
              <a:defRPr b="1" i="0" sz="10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85750" lvl="2" marL="13716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Char char="•"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857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Char char="•"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857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Char char="•"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list - White">
  <p:cSld name="Big number list - White">
    <p:bg>
      <p:bgPr>
        <a:solidFill>
          <a:schemeClr val="lt1"/>
        </a:solidFill>
      </p:bgPr>
    </p:bg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102"/>
          <p:cNvSpPr txBox="1"/>
          <p:nvPr>
            <p:ph idx="1" type="body"/>
          </p:nvPr>
        </p:nvSpPr>
        <p:spPr>
          <a:xfrm>
            <a:off x="228601" y="228600"/>
            <a:ext cx="4282500" cy="1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pic>
        <p:nvPicPr>
          <p:cNvPr id="713" name="Google Shape;713;p10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9133" y="4768923"/>
            <a:ext cx="627382" cy="140459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102"/>
          <p:cNvSpPr txBox="1"/>
          <p:nvPr>
            <p:ph idx="2" type="body"/>
          </p:nvPr>
        </p:nvSpPr>
        <p:spPr>
          <a:xfrm>
            <a:off x="228599" y="359209"/>
            <a:ext cx="4282500" cy="5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erizon NHG TX"/>
              <a:buNone/>
              <a:defRPr b="1" i="0" sz="2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715" name="Google Shape;715;p102"/>
          <p:cNvSpPr txBox="1"/>
          <p:nvPr/>
        </p:nvSpPr>
        <p:spPr>
          <a:xfrm>
            <a:off x="2625367" y="4800600"/>
            <a:ext cx="3693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Verizon confidential and proprietary. Unauthorized disclosure, reproduction or other use prohibited.</a:t>
            </a:r>
            <a:endParaRPr b="0" i="0" sz="1000" u="none" cap="none" strike="noStrike">
              <a:solidFill>
                <a:srgbClr val="000000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716" name="Google Shape;716;p102"/>
          <p:cNvSpPr txBox="1"/>
          <p:nvPr/>
        </p:nvSpPr>
        <p:spPr>
          <a:xfrm>
            <a:off x="8642255" y="4759509"/>
            <a:ext cx="272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‹#›</a:t>
            </a:fld>
            <a:endParaRPr b="1" i="0" sz="1000" u="none" cap="none" strike="noStrike">
              <a:solidFill>
                <a:schemeClr val="accen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graphic slide - White">
  <p:cSld name="Numbers graphic slide - White">
    <p:bg>
      <p:bgPr>
        <a:solidFill>
          <a:schemeClr val="lt1"/>
        </a:solidFill>
      </p:bgPr>
    </p:bg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103"/>
          <p:cNvSpPr txBox="1"/>
          <p:nvPr>
            <p:ph idx="1" type="body"/>
          </p:nvPr>
        </p:nvSpPr>
        <p:spPr>
          <a:xfrm>
            <a:off x="228601" y="228600"/>
            <a:ext cx="4282500" cy="1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pic>
        <p:nvPicPr>
          <p:cNvPr id="719" name="Google Shape;719;p10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9133" y="4768923"/>
            <a:ext cx="627382" cy="140459"/>
          </a:xfrm>
          <a:prstGeom prst="rect">
            <a:avLst/>
          </a:prstGeom>
          <a:noFill/>
          <a:ln>
            <a:noFill/>
          </a:ln>
        </p:spPr>
      </p:pic>
      <p:sp>
        <p:nvSpPr>
          <p:cNvPr id="720" name="Google Shape;720;p103"/>
          <p:cNvSpPr txBox="1"/>
          <p:nvPr>
            <p:ph idx="2" type="body"/>
          </p:nvPr>
        </p:nvSpPr>
        <p:spPr>
          <a:xfrm>
            <a:off x="228599" y="359209"/>
            <a:ext cx="4282500" cy="5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erizon NHG TX"/>
              <a:buNone/>
              <a:defRPr b="1" i="0" sz="2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721" name="Google Shape;721;p103"/>
          <p:cNvSpPr txBox="1"/>
          <p:nvPr/>
        </p:nvSpPr>
        <p:spPr>
          <a:xfrm>
            <a:off x="2625367" y="4800600"/>
            <a:ext cx="3693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Verizon confidential and proprietary. Unauthorized disclosure, reproduction or other use prohibited.</a:t>
            </a:r>
            <a:endParaRPr b="0" i="0" sz="1000" u="none" cap="none" strike="noStrike">
              <a:solidFill>
                <a:srgbClr val="000000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722" name="Google Shape;722;p103"/>
          <p:cNvSpPr txBox="1"/>
          <p:nvPr/>
        </p:nvSpPr>
        <p:spPr>
          <a:xfrm>
            <a:off x="8642255" y="4759509"/>
            <a:ext cx="272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‹#›</a:t>
            </a:fld>
            <a:endParaRPr b="1" i="0" sz="1000" u="none" cap="none" strike="noStrike">
              <a:solidFill>
                <a:schemeClr val="accen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723" name="Google Shape;723;p103"/>
          <p:cNvSpPr txBox="1"/>
          <p:nvPr>
            <p:ph idx="3" type="body"/>
          </p:nvPr>
        </p:nvSpPr>
        <p:spPr>
          <a:xfrm>
            <a:off x="226219" y="2136748"/>
            <a:ext cx="28194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724" name="Google Shape;724;p103"/>
          <p:cNvSpPr txBox="1"/>
          <p:nvPr>
            <p:ph idx="4" type="body"/>
          </p:nvPr>
        </p:nvSpPr>
        <p:spPr>
          <a:xfrm>
            <a:off x="226219" y="1028700"/>
            <a:ext cx="2819400" cy="10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100"/>
              <a:buFont typeface="Verizon NHG TX"/>
              <a:buNone/>
              <a:defRPr b="1" i="0" sz="81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725" name="Google Shape;725;p103"/>
          <p:cNvSpPr txBox="1"/>
          <p:nvPr>
            <p:ph idx="5" type="body"/>
          </p:nvPr>
        </p:nvSpPr>
        <p:spPr>
          <a:xfrm>
            <a:off x="3161619" y="2136748"/>
            <a:ext cx="28167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726" name="Google Shape;726;p103"/>
          <p:cNvSpPr txBox="1"/>
          <p:nvPr>
            <p:ph idx="6" type="body"/>
          </p:nvPr>
        </p:nvSpPr>
        <p:spPr>
          <a:xfrm>
            <a:off x="3161619" y="1028700"/>
            <a:ext cx="2819400" cy="10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100"/>
              <a:buFont typeface="Verizon NHG TX"/>
              <a:buNone/>
              <a:defRPr b="1" i="0" sz="81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727" name="Google Shape;727;p103"/>
          <p:cNvSpPr txBox="1"/>
          <p:nvPr>
            <p:ph idx="7" type="body"/>
          </p:nvPr>
        </p:nvSpPr>
        <p:spPr>
          <a:xfrm>
            <a:off x="6102803" y="2136748"/>
            <a:ext cx="28101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728" name="Google Shape;728;p103"/>
          <p:cNvSpPr txBox="1"/>
          <p:nvPr>
            <p:ph idx="8" type="body"/>
          </p:nvPr>
        </p:nvSpPr>
        <p:spPr>
          <a:xfrm>
            <a:off x="6102804" y="1028700"/>
            <a:ext cx="2810100" cy="10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100"/>
              <a:buFont typeface="Verizon NHG TX"/>
              <a:buNone/>
              <a:defRPr b="1" i="0" sz="81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729" name="Google Shape;729;p103"/>
          <p:cNvSpPr txBox="1"/>
          <p:nvPr>
            <p:ph idx="9" type="body"/>
          </p:nvPr>
        </p:nvSpPr>
        <p:spPr>
          <a:xfrm>
            <a:off x="226219" y="3736949"/>
            <a:ext cx="28194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730" name="Google Shape;730;p103"/>
          <p:cNvSpPr txBox="1"/>
          <p:nvPr>
            <p:ph idx="13" type="body"/>
          </p:nvPr>
        </p:nvSpPr>
        <p:spPr>
          <a:xfrm>
            <a:off x="226219" y="2628900"/>
            <a:ext cx="2819400" cy="10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100"/>
              <a:buFont typeface="Verizon NHG TX"/>
              <a:buNone/>
              <a:defRPr b="1" i="0" sz="81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731" name="Google Shape;731;p103"/>
          <p:cNvSpPr txBox="1"/>
          <p:nvPr>
            <p:ph idx="14" type="body"/>
          </p:nvPr>
        </p:nvSpPr>
        <p:spPr>
          <a:xfrm>
            <a:off x="3161619" y="3736949"/>
            <a:ext cx="28167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732" name="Google Shape;732;p103"/>
          <p:cNvSpPr txBox="1"/>
          <p:nvPr>
            <p:ph idx="15" type="body"/>
          </p:nvPr>
        </p:nvSpPr>
        <p:spPr>
          <a:xfrm>
            <a:off x="3161619" y="2628900"/>
            <a:ext cx="2819400" cy="10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100"/>
              <a:buFont typeface="Verizon NHG TX"/>
              <a:buNone/>
              <a:defRPr b="1" i="0" sz="81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733" name="Google Shape;733;p103"/>
          <p:cNvSpPr txBox="1"/>
          <p:nvPr>
            <p:ph idx="16" type="body"/>
          </p:nvPr>
        </p:nvSpPr>
        <p:spPr>
          <a:xfrm>
            <a:off x="6102803" y="3736949"/>
            <a:ext cx="28101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accent5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734" name="Google Shape;734;p103"/>
          <p:cNvSpPr txBox="1"/>
          <p:nvPr>
            <p:ph idx="17" type="body"/>
          </p:nvPr>
        </p:nvSpPr>
        <p:spPr>
          <a:xfrm>
            <a:off x="6102804" y="2628900"/>
            <a:ext cx="2810100" cy="10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100"/>
              <a:buFont typeface="Verizon NHG TX"/>
              <a:buNone/>
              <a:defRPr b="1" i="0" sz="8100" u="none" cap="none" strike="noStrike">
                <a:solidFill>
                  <a:schemeClr val="accen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b="0" i="0" sz="18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izon NHG TX"/>
              <a:buNone/>
              <a:defRPr b="0" i="0" sz="15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izon NHG TX"/>
              <a:buNone/>
              <a:defRPr b="0" i="0" sz="14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TX"/>
              <a:buChar char="•"/>
              <a:defRPr b="0" i="0" sz="14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er 1 - Stone">
  <p:cSld name="Ender 1 - Stone">
    <p:bg>
      <p:bgPr>
        <a:solidFill>
          <a:srgbClr val="F3EDE0"/>
        </a:solidFill>
      </p:bgPr>
    </p:bg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6" name="Google Shape;736;p10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168136" y="1563624"/>
            <a:ext cx="11294941" cy="4620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er 1 - White">
  <p:cSld name="Ender 1 - White">
    <p:bg>
      <p:bgPr>
        <a:solidFill>
          <a:srgbClr val="FFFFFF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10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168136" y="1563624"/>
            <a:ext cx="11294941" cy="4620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er 1 - Black">
  <p:cSld name="Ender 1 - Black">
    <p:bg>
      <p:bgPr>
        <a:solidFill>
          <a:srgbClr val="000000"/>
        </a:solidFill>
      </p:bgPr>
    </p:bg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0" name="Google Shape;740;p10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168136" y="1563624"/>
            <a:ext cx="11294941" cy="4620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er 2 - Stone">
  <p:cSld name="Ender 2 - Stone">
    <p:bg>
      <p:bgPr>
        <a:solidFill>
          <a:srgbClr val="F3EDE0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10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94556" y="1582535"/>
            <a:ext cx="2128484" cy="1946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er 2 - White">
  <p:cSld name="Ender 2 - White">
    <p:bg>
      <p:bgPr>
        <a:solidFill>
          <a:srgbClr val="FFFFFF"/>
        </a:solidFill>
      </p:bgPr>
    </p:bg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4" name="Google Shape;744;p10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94556" y="1582535"/>
            <a:ext cx="2128484" cy="1946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er 2 - Black">
  <p:cSld name="Ender 2 - Black">
    <p:bg>
      <p:bgPr>
        <a:solidFill>
          <a:srgbClr val="000000"/>
        </a:solidFill>
      </p:bgPr>
    </p:bg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6" name="Google Shape;746;p10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94556" y="1582535"/>
            <a:ext cx="2128484" cy="1946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Large statement - Black">
  <p:cSld name="Large statement - Red">
    <p:bg>
      <p:bgPr>
        <a:solidFill>
          <a:schemeClr val="dk2"/>
        </a:solidFill>
      </p:bgPr>
    </p:bg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111"/>
          <p:cNvSpPr txBox="1"/>
          <p:nvPr>
            <p:ph idx="12" type="sldNum"/>
          </p:nvPr>
        </p:nvSpPr>
        <p:spPr>
          <a:xfrm>
            <a:off x="8317509" y="4736592"/>
            <a:ext cx="352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4" name="Google Shape;754;p111"/>
          <p:cNvSpPr txBox="1"/>
          <p:nvPr/>
        </p:nvSpPr>
        <p:spPr>
          <a:xfrm>
            <a:off x="2625367" y="4761251"/>
            <a:ext cx="3693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Verizon confidential and proprietary. Unauthorized disclosure, reproduction or other use prohibited.</a:t>
            </a:r>
            <a:endParaRPr b="0" i="0" sz="1100" u="none" cap="none" strike="noStrike">
              <a:solidFill>
                <a:schemeClr val="l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755" name="Google Shape;755;p111"/>
          <p:cNvSpPr txBox="1"/>
          <p:nvPr>
            <p:ph idx="2" type="sldNum"/>
          </p:nvPr>
        </p:nvSpPr>
        <p:spPr>
          <a:xfrm>
            <a:off x="8317509" y="4733270"/>
            <a:ext cx="352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6" name="Google Shape;756;p111"/>
          <p:cNvSpPr txBox="1"/>
          <p:nvPr>
            <p:ph type="title"/>
          </p:nvPr>
        </p:nvSpPr>
        <p:spPr>
          <a:xfrm>
            <a:off x="135400" y="143375"/>
            <a:ext cx="8873100" cy="44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Font typeface="Arial"/>
              <a:buNone/>
              <a:defRPr sz="5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pic>
        <p:nvPicPr>
          <p:cNvPr descr="A red and black logo&#10;&#10;Description automatically generated" id="757" name="Google Shape;757;p1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4904" y="4636008"/>
            <a:ext cx="850390" cy="3478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_Secondary Cover - White">
  <p:cSld name="Secondary Cover - White">
    <p:bg>
      <p:bgPr>
        <a:solidFill>
          <a:schemeClr val="lt1"/>
        </a:solidFill>
      </p:bgPr>
    </p:bg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112"/>
          <p:cNvSpPr/>
          <p:nvPr/>
        </p:nvSpPr>
        <p:spPr>
          <a:xfrm>
            <a:off x="178044" y="4668716"/>
            <a:ext cx="6554700" cy="30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112"/>
          <p:cNvSpPr txBox="1"/>
          <p:nvPr>
            <p:ph idx="1" type="body"/>
          </p:nvPr>
        </p:nvSpPr>
        <p:spPr>
          <a:xfrm>
            <a:off x="6703219" y="3406501"/>
            <a:ext cx="19671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Verizon NHG DS"/>
              <a:buNone/>
              <a:defRPr i="0" sz="1800">
                <a:latin typeface="Verizon NHG DS"/>
                <a:ea typeface="Verizon NHG DS"/>
                <a:cs typeface="Verizon NHG DS"/>
                <a:sym typeface="Verizon NHG D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900"/>
            </a:lvl9pPr>
          </a:lstStyle>
          <a:p/>
        </p:txBody>
      </p:sp>
      <p:sp>
        <p:nvSpPr>
          <p:cNvPr id="761" name="Google Shape;761;p112"/>
          <p:cNvSpPr txBox="1"/>
          <p:nvPr>
            <p:ph type="title"/>
          </p:nvPr>
        </p:nvSpPr>
        <p:spPr>
          <a:xfrm>
            <a:off x="457200" y="3349229"/>
            <a:ext cx="54246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  <a:defRPr sz="5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descr="A red letter v with a yellow light&#10;&#10;Description automatically generated" id="762" name="Google Shape;762;p1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2880" y="182880"/>
            <a:ext cx="2020823" cy="18901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1_Info Slide">
  <p:cSld name="Info Slide"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113"/>
          <p:cNvSpPr/>
          <p:nvPr/>
        </p:nvSpPr>
        <p:spPr>
          <a:xfrm>
            <a:off x="2749794" y="4741252"/>
            <a:ext cx="3653100" cy="22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113"/>
          <p:cNvSpPr txBox="1"/>
          <p:nvPr>
            <p:ph idx="12" type="sldNum"/>
          </p:nvPr>
        </p:nvSpPr>
        <p:spPr>
          <a:xfrm>
            <a:off x="8317509" y="4736592"/>
            <a:ext cx="352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6" name="Google Shape;766;p113"/>
          <p:cNvSpPr/>
          <p:nvPr/>
        </p:nvSpPr>
        <p:spPr>
          <a:xfrm>
            <a:off x="6126956" y="469106"/>
            <a:ext cx="2543100" cy="2073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Read this info slide. This is not a template.</a:t>
            </a:r>
            <a:endParaRPr b="0" i="0" sz="1100" u="none" cap="none" strike="noStrike">
              <a:solidFill>
                <a:srgbClr val="000000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0_Safe Harbor statement">
  <p:cSld name="Safe Harbor statement_1"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114"/>
          <p:cNvSpPr txBox="1"/>
          <p:nvPr>
            <p:ph type="title"/>
          </p:nvPr>
        </p:nvSpPr>
        <p:spPr>
          <a:xfrm>
            <a:off x="473864" y="438912"/>
            <a:ext cx="46563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69" name="Google Shape;769;p114"/>
          <p:cNvSpPr/>
          <p:nvPr/>
        </p:nvSpPr>
        <p:spPr>
          <a:xfrm>
            <a:off x="473869" y="4267200"/>
            <a:ext cx="8196300" cy="396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114"/>
          <p:cNvSpPr txBox="1"/>
          <p:nvPr>
            <p:ph idx="12" type="sldNum"/>
          </p:nvPr>
        </p:nvSpPr>
        <p:spPr>
          <a:xfrm>
            <a:off x="8317509" y="4736592"/>
            <a:ext cx="352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1" name="Google Shape;771;p114"/>
          <p:cNvSpPr txBox="1"/>
          <p:nvPr>
            <p:ph idx="1" type="body"/>
          </p:nvPr>
        </p:nvSpPr>
        <p:spPr>
          <a:xfrm>
            <a:off x="473869" y="1188244"/>
            <a:ext cx="8196300" cy="30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sz="8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/>
            </a:lvl4pPr>
            <a:lvl5pPr indent="-3175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2" name="Google Shape;772;p114"/>
          <p:cNvSpPr txBox="1"/>
          <p:nvPr>
            <p:ph idx="2" type="body"/>
          </p:nvPr>
        </p:nvSpPr>
        <p:spPr>
          <a:xfrm>
            <a:off x="473869" y="4343401"/>
            <a:ext cx="8196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0" sz="9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/>
            </a:lvl4pPr>
            <a:lvl5pPr indent="-3175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_Primary Cover - White">
  <p:cSld name="Primary Cover - White">
    <p:bg>
      <p:bgPr>
        <a:solidFill>
          <a:schemeClr val="lt1"/>
        </a:solidFill>
      </p:bgPr>
    </p:bg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115"/>
          <p:cNvSpPr/>
          <p:nvPr/>
        </p:nvSpPr>
        <p:spPr>
          <a:xfrm>
            <a:off x="178044" y="4668716"/>
            <a:ext cx="6554700" cy="30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115"/>
          <p:cNvSpPr txBox="1"/>
          <p:nvPr>
            <p:ph idx="1" type="body"/>
          </p:nvPr>
        </p:nvSpPr>
        <p:spPr>
          <a:xfrm>
            <a:off x="457200" y="2615184"/>
            <a:ext cx="6801000" cy="6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izon NHG DS"/>
              <a:buNone/>
              <a:defRPr i="0" sz="1800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776" name="Google Shape;776;p115"/>
          <p:cNvSpPr txBox="1"/>
          <p:nvPr>
            <p:ph type="title"/>
          </p:nvPr>
        </p:nvSpPr>
        <p:spPr>
          <a:xfrm>
            <a:off x="455425" y="374904"/>
            <a:ext cx="6115200" cy="13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None/>
              <a:defRPr sz="5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777" name="Google Shape;777;p115"/>
          <p:cNvPicPr preferRelativeResize="0"/>
          <p:nvPr/>
        </p:nvPicPr>
        <p:blipFill rotWithShape="1">
          <a:blip r:embed="rId2">
            <a:alphaModFix/>
          </a:blip>
          <a:srcRect b="43501" l="12070" r="12108" t="23207"/>
          <a:stretch/>
        </p:blipFill>
        <p:spPr>
          <a:xfrm>
            <a:off x="7589475" y="4280635"/>
            <a:ext cx="1080648" cy="2465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red letter v with a yellow light&#10;&#10;Description automatically generated" id="778" name="Google Shape;778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9184" y="4005072"/>
            <a:ext cx="841246" cy="7868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_Primary Cover - Black">
  <p:cSld name="Primary Cover - Black">
    <p:bg>
      <p:bgPr>
        <a:solidFill>
          <a:schemeClr val="dk1"/>
        </a:solidFill>
      </p:bgPr>
    </p:bg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116"/>
          <p:cNvSpPr/>
          <p:nvPr/>
        </p:nvSpPr>
        <p:spPr>
          <a:xfrm>
            <a:off x="178044" y="4668716"/>
            <a:ext cx="6778800" cy="309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116"/>
          <p:cNvSpPr txBox="1"/>
          <p:nvPr>
            <p:ph idx="1" type="body"/>
          </p:nvPr>
        </p:nvSpPr>
        <p:spPr>
          <a:xfrm>
            <a:off x="457200" y="2615184"/>
            <a:ext cx="6801000" cy="6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DS"/>
              <a:buNone/>
              <a:defRPr i="0" sz="1800">
                <a:solidFill>
                  <a:schemeClr val="lt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2" name="Google Shape;782;p116"/>
          <p:cNvSpPr txBox="1"/>
          <p:nvPr>
            <p:ph type="title"/>
          </p:nvPr>
        </p:nvSpPr>
        <p:spPr>
          <a:xfrm>
            <a:off x="457200" y="374904"/>
            <a:ext cx="6115200" cy="13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pic>
        <p:nvPicPr>
          <p:cNvPr id="783" name="Google Shape;783;p116"/>
          <p:cNvPicPr preferRelativeResize="0"/>
          <p:nvPr/>
        </p:nvPicPr>
        <p:blipFill rotWithShape="1">
          <a:blip r:embed="rId2">
            <a:alphaModFix/>
          </a:blip>
          <a:srcRect b="43501" l="12070" r="12108" t="23207"/>
          <a:stretch/>
        </p:blipFill>
        <p:spPr>
          <a:xfrm>
            <a:off x="7589475" y="4280635"/>
            <a:ext cx="1080648" cy="2465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red letter v with a yellow light&#10;&#10;Description automatically generated" id="784" name="Google Shape;784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9184" y="4005072"/>
            <a:ext cx="841246" cy="7868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_Secondary Cover - Black">
  <p:cSld name="Secondary Cover - Black">
    <p:bg>
      <p:bgPr>
        <a:solidFill>
          <a:schemeClr val="dk1"/>
        </a:solidFill>
      </p:bgPr>
    </p:bg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117"/>
          <p:cNvSpPr txBox="1"/>
          <p:nvPr>
            <p:ph idx="1" type="body"/>
          </p:nvPr>
        </p:nvSpPr>
        <p:spPr>
          <a:xfrm>
            <a:off x="6703219" y="3406501"/>
            <a:ext cx="19671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DS"/>
              <a:buNone/>
              <a:defRPr i="0" sz="1800">
                <a:solidFill>
                  <a:schemeClr val="lt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7" name="Google Shape;787;p117"/>
          <p:cNvSpPr/>
          <p:nvPr/>
        </p:nvSpPr>
        <p:spPr>
          <a:xfrm>
            <a:off x="178044" y="4668716"/>
            <a:ext cx="6284400" cy="309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117"/>
          <p:cNvSpPr txBox="1"/>
          <p:nvPr>
            <p:ph type="title"/>
          </p:nvPr>
        </p:nvSpPr>
        <p:spPr>
          <a:xfrm>
            <a:off x="457200" y="3349229"/>
            <a:ext cx="54246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Font typeface="Arial"/>
              <a:buNone/>
              <a:defRPr sz="5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pic>
        <p:nvPicPr>
          <p:cNvPr descr="A red letter v with a yellow light&#10;&#10;Description automatically generated" id="789" name="Google Shape;789;p1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2880" y="182880"/>
            <a:ext cx="2020823" cy="18901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_Secondary Cover with logo - White">
  <p:cSld name="Divider - White">
    <p:bg>
      <p:bgPr>
        <a:solidFill>
          <a:schemeClr val="lt1"/>
        </a:solidFill>
      </p:bgPr>
    </p:bg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118"/>
          <p:cNvSpPr txBox="1"/>
          <p:nvPr>
            <p:ph idx="1" type="body"/>
          </p:nvPr>
        </p:nvSpPr>
        <p:spPr>
          <a:xfrm>
            <a:off x="457200" y="2615184"/>
            <a:ext cx="40467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erizon NHG DS"/>
              <a:buNone/>
              <a:defRPr i="0" sz="1800">
                <a:latin typeface="Verizon NHG DS"/>
                <a:ea typeface="Verizon NHG DS"/>
                <a:cs typeface="Verizon NHG DS"/>
                <a:sym typeface="Verizon NHG D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900"/>
            </a:lvl9pPr>
          </a:lstStyle>
          <a:p/>
        </p:txBody>
      </p:sp>
      <p:sp>
        <p:nvSpPr>
          <p:cNvPr id="792" name="Google Shape;792;p118"/>
          <p:cNvSpPr txBox="1"/>
          <p:nvPr>
            <p:ph type="title"/>
          </p:nvPr>
        </p:nvSpPr>
        <p:spPr>
          <a:xfrm>
            <a:off x="457200" y="374904"/>
            <a:ext cx="6801000" cy="13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Font typeface="Arial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3" name="Google Shape;793;p118"/>
          <p:cNvSpPr txBox="1"/>
          <p:nvPr>
            <p:ph idx="12" type="sldNum"/>
          </p:nvPr>
        </p:nvSpPr>
        <p:spPr>
          <a:xfrm>
            <a:off x="8317509" y="4733270"/>
            <a:ext cx="352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4" name="Google Shape;794;p118"/>
          <p:cNvSpPr/>
          <p:nvPr/>
        </p:nvSpPr>
        <p:spPr>
          <a:xfrm>
            <a:off x="70550" y="4663700"/>
            <a:ext cx="9073500" cy="46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795" name="Google Shape;795;p118"/>
          <p:cNvSpPr/>
          <p:nvPr>
            <p:ph idx="2" type="pic"/>
          </p:nvPr>
        </p:nvSpPr>
        <p:spPr>
          <a:xfrm>
            <a:off x="7286600" y="4417475"/>
            <a:ext cx="1383600" cy="31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pic>
        <p:nvPicPr>
          <p:cNvPr descr="A red and black logo&#10;&#10;Description automatically generated" id="796" name="Google Shape;796;p1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75488" y="4416552"/>
            <a:ext cx="1389887" cy="311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6_Secondary Cover with logo - Black">
  <p:cSld name="Divider - White_2">
    <p:bg>
      <p:bgPr>
        <a:solidFill>
          <a:schemeClr val="dk1"/>
        </a:solidFill>
      </p:bgPr>
    </p:bg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119"/>
          <p:cNvSpPr txBox="1"/>
          <p:nvPr>
            <p:ph idx="1" type="body"/>
          </p:nvPr>
        </p:nvSpPr>
        <p:spPr>
          <a:xfrm>
            <a:off x="457200" y="2615184"/>
            <a:ext cx="40467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izon NHG DS"/>
              <a:buNone/>
              <a:defRPr i="0" sz="1800">
                <a:solidFill>
                  <a:schemeClr val="lt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9" name="Google Shape;799;p119"/>
          <p:cNvSpPr txBox="1"/>
          <p:nvPr>
            <p:ph type="title"/>
          </p:nvPr>
        </p:nvSpPr>
        <p:spPr>
          <a:xfrm>
            <a:off x="457200" y="374904"/>
            <a:ext cx="6801000" cy="13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Font typeface="Arial"/>
              <a:buNone/>
              <a:defRPr sz="5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00" name="Google Shape;800;p119"/>
          <p:cNvSpPr txBox="1"/>
          <p:nvPr>
            <p:ph idx="12" type="sldNum"/>
          </p:nvPr>
        </p:nvSpPr>
        <p:spPr>
          <a:xfrm>
            <a:off x="8317509" y="4733270"/>
            <a:ext cx="352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1" name="Google Shape;801;p119"/>
          <p:cNvSpPr/>
          <p:nvPr/>
        </p:nvSpPr>
        <p:spPr>
          <a:xfrm>
            <a:off x="70550" y="4663700"/>
            <a:ext cx="9073500" cy="46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802" name="Google Shape;802;p119"/>
          <p:cNvSpPr/>
          <p:nvPr>
            <p:ph idx="2" type="pic"/>
          </p:nvPr>
        </p:nvSpPr>
        <p:spPr>
          <a:xfrm>
            <a:off x="7286600" y="4417475"/>
            <a:ext cx="1383600" cy="31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pic>
        <p:nvPicPr>
          <p:cNvPr descr="A red and black logo&#10;&#10;Description automatically generated" id="803" name="Google Shape;803;p1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75488" y="4416552"/>
            <a:ext cx="1389887" cy="311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7_Divider - White">
  <p:cSld name="Divider - White_1">
    <p:bg>
      <p:bgPr>
        <a:solidFill>
          <a:schemeClr val="lt1"/>
        </a:solidFill>
      </p:bgPr>
    </p:bg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120"/>
          <p:cNvSpPr txBox="1"/>
          <p:nvPr>
            <p:ph idx="1" type="body"/>
          </p:nvPr>
        </p:nvSpPr>
        <p:spPr>
          <a:xfrm>
            <a:off x="457200" y="938803"/>
            <a:ext cx="404670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erizon NHG DS"/>
              <a:buNone/>
              <a:defRPr i="0" sz="2400">
                <a:latin typeface="Verizon NHG DS"/>
                <a:ea typeface="Verizon NHG DS"/>
                <a:cs typeface="Verizon NHG DS"/>
                <a:sym typeface="Verizon NHG D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900"/>
            </a:lvl9pPr>
          </a:lstStyle>
          <a:p/>
        </p:txBody>
      </p:sp>
      <p:sp>
        <p:nvSpPr>
          <p:cNvPr id="806" name="Google Shape;806;p120"/>
          <p:cNvSpPr txBox="1"/>
          <p:nvPr>
            <p:ph type="title"/>
          </p:nvPr>
        </p:nvSpPr>
        <p:spPr>
          <a:xfrm>
            <a:off x="457200" y="374904"/>
            <a:ext cx="6801000" cy="13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  <a:defRPr sz="5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07" name="Google Shape;807;p120"/>
          <p:cNvSpPr txBox="1"/>
          <p:nvPr>
            <p:ph idx="12" type="sldNum"/>
          </p:nvPr>
        </p:nvSpPr>
        <p:spPr>
          <a:xfrm>
            <a:off x="8317509" y="4733270"/>
            <a:ext cx="352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8_Divider - Black">
  <p:cSld name="Divider - Black">
    <p:bg>
      <p:bgPr>
        <a:solidFill>
          <a:schemeClr val="dk1"/>
        </a:solidFill>
      </p:bgPr>
    </p:bg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121"/>
          <p:cNvSpPr txBox="1"/>
          <p:nvPr>
            <p:ph type="title"/>
          </p:nvPr>
        </p:nvSpPr>
        <p:spPr>
          <a:xfrm>
            <a:off x="457200" y="374904"/>
            <a:ext cx="6801000" cy="13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Font typeface="Arial"/>
              <a:buNone/>
              <a:defRPr sz="5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10" name="Google Shape;810;p121"/>
          <p:cNvSpPr txBox="1"/>
          <p:nvPr/>
        </p:nvSpPr>
        <p:spPr>
          <a:xfrm>
            <a:off x="2625367" y="4761251"/>
            <a:ext cx="3693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Verizon confidential and proprietary. Unauthorized disclosure, reproduction or other use prohibited.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121"/>
          <p:cNvSpPr txBox="1"/>
          <p:nvPr>
            <p:ph idx="12" type="sldNum"/>
          </p:nvPr>
        </p:nvSpPr>
        <p:spPr>
          <a:xfrm>
            <a:off x="8317509" y="4733270"/>
            <a:ext cx="352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2" name="Google Shape;812;p121"/>
          <p:cNvSpPr txBox="1"/>
          <p:nvPr>
            <p:ph idx="1" type="body"/>
          </p:nvPr>
        </p:nvSpPr>
        <p:spPr>
          <a:xfrm>
            <a:off x="457200" y="938803"/>
            <a:ext cx="404670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izon NHG DS"/>
              <a:buNone/>
              <a:defRPr i="0" sz="2400">
                <a:solidFill>
                  <a:schemeClr val="lt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9_Large statement - White">
  <p:cSld name="Large statement or Divider - White">
    <p:bg>
      <p:bgPr>
        <a:solidFill>
          <a:schemeClr val="lt1"/>
        </a:solidFill>
      </p:bgPr>
    </p:bg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122"/>
          <p:cNvSpPr txBox="1"/>
          <p:nvPr>
            <p:ph idx="12" type="sldNum"/>
          </p:nvPr>
        </p:nvSpPr>
        <p:spPr>
          <a:xfrm>
            <a:off x="8317509" y="4736592"/>
            <a:ext cx="352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5" name="Google Shape;815;p122"/>
          <p:cNvSpPr txBox="1"/>
          <p:nvPr>
            <p:ph type="title"/>
          </p:nvPr>
        </p:nvSpPr>
        <p:spPr>
          <a:xfrm>
            <a:off x="135400" y="143375"/>
            <a:ext cx="8873100" cy="44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  <a:defRPr sz="5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grpSp>
        <p:nvGrpSpPr>
          <p:cNvPr id="816" name="Google Shape;816;p12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817" name="Google Shape;817;p122"/>
            <p:cNvSpPr/>
            <p:nvPr/>
          </p:nvSpPr>
          <p:spPr>
            <a:xfrm>
              <a:off x="0" y="0"/>
              <a:ext cx="1371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122"/>
            <p:cNvSpPr/>
            <p:nvPr/>
          </p:nvSpPr>
          <p:spPr>
            <a:xfrm>
              <a:off x="9006900" y="0"/>
              <a:ext cx="1371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122"/>
            <p:cNvSpPr/>
            <p:nvPr/>
          </p:nvSpPr>
          <p:spPr>
            <a:xfrm rot="5400000">
              <a:off x="4514550" y="-4492350"/>
              <a:ext cx="137100" cy="9121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122"/>
            <p:cNvSpPr/>
            <p:nvPr/>
          </p:nvSpPr>
          <p:spPr>
            <a:xfrm rot="5400000">
              <a:off x="4525500" y="525000"/>
              <a:ext cx="137100" cy="9099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Large statement - Black">
  <p:cSld name="Large statement or Divider - Black">
    <p:bg>
      <p:bgPr>
        <a:solidFill>
          <a:schemeClr val="dk1"/>
        </a:solidFill>
      </p:bgPr>
    </p:bg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123"/>
          <p:cNvSpPr txBox="1"/>
          <p:nvPr>
            <p:ph idx="12" type="sldNum"/>
          </p:nvPr>
        </p:nvSpPr>
        <p:spPr>
          <a:xfrm>
            <a:off x="8317509" y="4736592"/>
            <a:ext cx="352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3" name="Google Shape;823;p123"/>
          <p:cNvSpPr txBox="1"/>
          <p:nvPr/>
        </p:nvSpPr>
        <p:spPr>
          <a:xfrm>
            <a:off x="2625367" y="4761251"/>
            <a:ext cx="3693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Verizon confidential and proprietary. Unauthorized disclosure, reproduction or other use prohibited.</a:t>
            </a:r>
            <a:endParaRPr b="0" i="0" sz="1100" u="none" cap="none" strike="noStrike">
              <a:solidFill>
                <a:schemeClr val="l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824" name="Google Shape;824;p123"/>
          <p:cNvSpPr txBox="1"/>
          <p:nvPr>
            <p:ph idx="2" type="sldNum"/>
          </p:nvPr>
        </p:nvSpPr>
        <p:spPr>
          <a:xfrm>
            <a:off x="8317509" y="4733270"/>
            <a:ext cx="352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5" name="Google Shape;825;p123"/>
          <p:cNvSpPr txBox="1"/>
          <p:nvPr>
            <p:ph type="title"/>
          </p:nvPr>
        </p:nvSpPr>
        <p:spPr>
          <a:xfrm>
            <a:off x="135400" y="143375"/>
            <a:ext cx="8873100" cy="44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Font typeface="Arial"/>
              <a:buNone/>
              <a:defRPr sz="5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Divider w/ Copy - Yellow">
  <p:cSld name="Divider w/ Copy - Yellow">
    <p:bg>
      <p:bgPr>
        <a:solidFill>
          <a:schemeClr val="lt1"/>
        </a:solidFill>
      </p:bgPr>
    </p:bg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124"/>
          <p:cNvSpPr/>
          <p:nvPr/>
        </p:nvSpPr>
        <p:spPr>
          <a:xfrm>
            <a:off x="0" y="0"/>
            <a:ext cx="45813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124"/>
          <p:cNvSpPr/>
          <p:nvPr/>
        </p:nvSpPr>
        <p:spPr>
          <a:xfrm>
            <a:off x="4581298" y="4728064"/>
            <a:ext cx="2017800" cy="19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124"/>
          <p:cNvSpPr txBox="1"/>
          <p:nvPr>
            <p:ph idx="1" type="body"/>
          </p:nvPr>
        </p:nvSpPr>
        <p:spPr>
          <a:xfrm>
            <a:off x="5120640" y="2743200"/>
            <a:ext cx="3552900" cy="14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Verizon NHG DS"/>
              <a:buNone/>
              <a:defRPr i="0" sz="2000">
                <a:solidFill>
                  <a:schemeClr val="dk2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Verizon NHG DS"/>
              <a:buNone/>
              <a:defRPr b="1">
                <a:solidFill>
                  <a:schemeClr val="dk2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Verizon NHG DS"/>
              <a:buNone/>
              <a:defRPr b="1">
                <a:solidFill>
                  <a:schemeClr val="dk2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Verizon NHG DS"/>
              <a:buNone/>
              <a:defRPr b="1">
                <a:solidFill>
                  <a:schemeClr val="dk2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Verizon NHG DS"/>
              <a:buNone/>
              <a:defRPr b="1">
                <a:solidFill>
                  <a:schemeClr val="dk2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5pPr>
            <a:lvl6pPr indent="-28575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Verizon NHG DS"/>
              <a:buChar char="•"/>
              <a:defRPr b="1" sz="900">
                <a:solidFill>
                  <a:schemeClr val="dk2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6pPr>
            <a:lvl7pPr indent="-28575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Verizon NHG DS"/>
              <a:buChar char="•"/>
              <a:defRPr b="1" sz="900">
                <a:solidFill>
                  <a:schemeClr val="dk2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7pPr>
            <a:lvl8pPr indent="-28575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Verizon NHG DS"/>
              <a:buChar char="•"/>
              <a:defRPr b="1" sz="900">
                <a:solidFill>
                  <a:schemeClr val="dk2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8pPr>
            <a:lvl9pPr indent="-28575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Verizon NHG DS"/>
              <a:buChar char="•"/>
              <a:defRPr b="1" sz="900">
                <a:solidFill>
                  <a:schemeClr val="dk2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9pPr>
          </a:lstStyle>
          <a:p/>
        </p:txBody>
      </p:sp>
      <p:sp>
        <p:nvSpPr>
          <p:cNvPr id="830" name="Google Shape;830;p124"/>
          <p:cNvSpPr txBox="1"/>
          <p:nvPr>
            <p:ph type="title"/>
          </p:nvPr>
        </p:nvSpPr>
        <p:spPr>
          <a:xfrm>
            <a:off x="473869" y="410155"/>
            <a:ext cx="3571800" cy="38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31" name="Google Shape;831;p124"/>
          <p:cNvSpPr txBox="1"/>
          <p:nvPr>
            <p:ph idx="12" type="sldNum"/>
          </p:nvPr>
        </p:nvSpPr>
        <p:spPr>
          <a:xfrm>
            <a:off x="8317509" y="4736592"/>
            <a:ext cx="352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32" name="Google Shape;832;p124"/>
          <p:cNvGrpSpPr/>
          <p:nvPr/>
        </p:nvGrpSpPr>
        <p:grpSpPr>
          <a:xfrm>
            <a:off x="4503450" y="0"/>
            <a:ext cx="4640550" cy="5143500"/>
            <a:chOff x="4503450" y="0"/>
            <a:chExt cx="4640550" cy="5143500"/>
          </a:xfrm>
        </p:grpSpPr>
        <p:sp>
          <p:nvSpPr>
            <p:cNvPr id="833" name="Google Shape;833;p124"/>
            <p:cNvSpPr/>
            <p:nvPr/>
          </p:nvSpPr>
          <p:spPr>
            <a:xfrm>
              <a:off x="4503450" y="0"/>
              <a:ext cx="1371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124"/>
            <p:cNvSpPr/>
            <p:nvPr/>
          </p:nvSpPr>
          <p:spPr>
            <a:xfrm>
              <a:off x="9006900" y="0"/>
              <a:ext cx="1371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124"/>
            <p:cNvSpPr/>
            <p:nvPr/>
          </p:nvSpPr>
          <p:spPr>
            <a:xfrm rot="5400000">
              <a:off x="6755250" y="-2251650"/>
              <a:ext cx="137100" cy="4640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124"/>
            <p:cNvSpPr/>
            <p:nvPr/>
          </p:nvSpPr>
          <p:spPr>
            <a:xfrm rot="5400000">
              <a:off x="6755250" y="2754750"/>
              <a:ext cx="137100" cy="4640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7" name="Google Shape;837;p124"/>
          <p:cNvSpPr/>
          <p:nvPr/>
        </p:nvSpPr>
        <p:spPr>
          <a:xfrm>
            <a:off x="2485648" y="4728064"/>
            <a:ext cx="2017800" cy="197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red and black logo&#10;&#10;Description automatically generated" id="838" name="Google Shape;838;p1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4904" y="4636008"/>
            <a:ext cx="850390" cy="3478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Divider w/ Copy - Red">
  <p:cSld name="Divider w/ Copy - Red">
    <p:bg>
      <p:bgPr>
        <a:solidFill>
          <a:schemeClr val="lt2"/>
        </a:solidFill>
      </p:bgPr>
    </p:bg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125"/>
          <p:cNvSpPr/>
          <p:nvPr/>
        </p:nvSpPr>
        <p:spPr>
          <a:xfrm>
            <a:off x="2716823" y="4728064"/>
            <a:ext cx="2017800" cy="197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125"/>
          <p:cNvSpPr/>
          <p:nvPr/>
        </p:nvSpPr>
        <p:spPr>
          <a:xfrm>
            <a:off x="4567428" y="0"/>
            <a:ext cx="45765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125"/>
          <p:cNvSpPr txBox="1"/>
          <p:nvPr>
            <p:ph idx="1" type="body"/>
          </p:nvPr>
        </p:nvSpPr>
        <p:spPr>
          <a:xfrm>
            <a:off x="5120640" y="2743200"/>
            <a:ext cx="3552900" cy="14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Verizon NHG DS"/>
              <a:buNone/>
              <a:defRPr i="0" sz="2000">
                <a:solidFill>
                  <a:schemeClr val="lt2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b="1">
                <a:solidFill>
                  <a:schemeClr val="lt2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b="1">
                <a:solidFill>
                  <a:schemeClr val="lt2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b="1">
                <a:solidFill>
                  <a:schemeClr val="lt2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b="1">
                <a:solidFill>
                  <a:schemeClr val="lt2"/>
                </a:solidFill>
              </a:defRPr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900"/>
              <a:buChar char="•"/>
              <a:defRPr b="1" sz="900">
                <a:solidFill>
                  <a:schemeClr val="lt2"/>
                </a:solidFill>
              </a:defRPr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900"/>
              <a:buChar char="•"/>
              <a:defRPr b="1" sz="900">
                <a:solidFill>
                  <a:schemeClr val="lt2"/>
                </a:solidFill>
              </a:defRPr>
            </a:lvl7pPr>
            <a:lvl8pPr indent="-2857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900"/>
              <a:buChar char="•"/>
              <a:defRPr b="1" sz="900">
                <a:solidFill>
                  <a:schemeClr val="lt2"/>
                </a:solidFill>
              </a:defRPr>
            </a:lvl8pPr>
            <a:lvl9pPr indent="-2857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900"/>
              <a:buChar char="•"/>
              <a:defRPr b="1" sz="9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43" name="Google Shape;843;p125"/>
          <p:cNvSpPr txBox="1"/>
          <p:nvPr>
            <p:ph type="title"/>
          </p:nvPr>
        </p:nvSpPr>
        <p:spPr>
          <a:xfrm>
            <a:off x="473869" y="410155"/>
            <a:ext cx="3571800" cy="38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4" name="Google Shape;844;p125"/>
          <p:cNvSpPr txBox="1"/>
          <p:nvPr>
            <p:ph idx="12" type="sldNum"/>
          </p:nvPr>
        </p:nvSpPr>
        <p:spPr>
          <a:xfrm>
            <a:off x="8317509" y="4733270"/>
            <a:ext cx="352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Divider w/ Image - Stone">
  <p:cSld name="Divider w/ Image - Stone">
    <p:bg>
      <p:bgPr>
        <a:solidFill>
          <a:schemeClr val="lt2"/>
        </a:solidFill>
      </p:bgPr>
    </p:bg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126"/>
          <p:cNvSpPr/>
          <p:nvPr/>
        </p:nvSpPr>
        <p:spPr>
          <a:xfrm>
            <a:off x="2716823" y="4728064"/>
            <a:ext cx="20178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126"/>
          <p:cNvSpPr/>
          <p:nvPr>
            <p:ph idx="2" type="pic"/>
          </p:nvPr>
        </p:nvSpPr>
        <p:spPr>
          <a:xfrm>
            <a:off x="4510683" y="0"/>
            <a:ext cx="4632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48" name="Google Shape;848;p126"/>
          <p:cNvSpPr txBox="1"/>
          <p:nvPr>
            <p:ph type="title"/>
          </p:nvPr>
        </p:nvSpPr>
        <p:spPr>
          <a:xfrm>
            <a:off x="473869" y="1908572"/>
            <a:ext cx="3343200" cy="6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9" name="Google Shape;849;p126"/>
          <p:cNvSpPr txBox="1"/>
          <p:nvPr>
            <p:ph idx="12" type="sldNum"/>
          </p:nvPr>
        </p:nvSpPr>
        <p:spPr>
          <a:xfrm>
            <a:off x="8317509" y="4736592"/>
            <a:ext cx="352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0" name="Google Shape;850;p126"/>
          <p:cNvSpPr txBox="1"/>
          <p:nvPr>
            <p:ph idx="1" type="body"/>
          </p:nvPr>
        </p:nvSpPr>
        <p:spPr>
          <a:xfrm>
            <a:off x="473869" y="2628900"/>
            <a:ext cx="3343200" cy="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/>
            </a:lvl4pPr>
            <a:lvl5pPr indent="-3175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grpSp>
        <p:nvGrpSpPr>
          <p:cNvPr id="851" name="Google Shape;851;p126"/>
          <p:cNvGrpSpPr/>
          <p:nvPr/>
        </p:nvGrpSpPr>
        <p:grpSpPr>
          <a:xfrm>
            <a:off x="4503450" y="0"/>
            <a:ext cx="4640550" cy="5143500"/>
            <a:chOff x="4503450" y="0"/>
            <a:chExt cx="4640550" cy="5143500"/>
          </a:xfrm>
        </p:grpSpPr>
        <p:sp>
          <p:nvSpPr>
            <p:cNvPr id="852" name="Google Shape;852;p126"/>
            <p:cNvSpPr/>
            <p:nvPr/>
          </p:nvSpPr>
          <p:spPr>
            <a:xfrm>
              <a:off x="4503450" y="0"/>
              <a:ext cx="1371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126"/>
            <p:cNvSpPr/>
            <p:nvPr/>
          </p:nvSpPr>
          <p:spPr>
            <a:xfrm>
              <a:off x="9006900" y="0"/>
              <a:ext cx="1371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126"/>
            <p:cNvSpPr/>
            <p:nvPr/>
          </p:nvSpPr>
          <p:spPr>
            <a:xfrm rot="5400000">
              <a:off x="6755250" y="-2251650"/>
              <a:ext cx="137100" cy="4640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126"/>
            <p:cNvSpPr/>
            <p:nvPr/>
          </p:nvSpPr>
          <p:spPr>
            <a:xfrm rot="5400000">
              <a:off x="6755250" y="2754750"/>
              <a:ext cx="137100" cy="4640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56" name="Google Shape;856;p126"/>
          <p:cNvSpPr/>
          <p:nvPr/>
        </p:nvSpPr>
        <p:spPr>
          <a:xfrm>
            <a:off x="2485648" y="4728064"/>
            <a:ext cx="2017800" cy="197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Divider w/ Image - Red">
  <p:cSld name="Divider w/ Image - Red">
    <p:bg>
      <p:bgPr>
        <a:solidFill>
          <a:schemeClr val="dk2"/>
        </a:solidFill>
      </p:bgPr>
    </p:bg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127"/>
          <p:cNvSpPr/>
          <p:nvPr/>
        </p:nvSpPr>
        <p:spPr>
          <a:xfrm>
            <a:off x="2716823" y="4728064"/>
            <a:ext cx="2017800" cy="197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127"/>
          <p:cNvSpPr/>
          <p:nvPr>
            <p:ph idx="2" type="pic"/>
          </p:nvPr>
        </p:nvSpPr>
        <p:spPr>
          <a:xfrm>
            <a:off x="4510683" y="0"/>
            <a:ext cx="4632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60" name="Google Shape;860;p127"/>
          <p:cNvSpPr txBox="1"/>
          <p:nvPr>
            <p:ph idx="12" type="sldNum"/>
          </p:nvPr>
        </p:nvSpPr>
        <p:spPr>
          <a:xfrm>
            <a:off x="8317509" y="4736592"/>
            <a:ext cx="352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1" name="Google Shape;861;p127"/>
          <p:cNvSpPr txBox="1"/>
          <p:nvPr>
            <p:ph type="title"/>
          </p:nvPr>
        </p:nvSpPr>
        <p:spPr>
          <a:xfrm>
            <a:off x="473869" y="1908572"/>
            <a:ext cx="3343200" cy="6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Arial"/>
              <a:buNone/>
              <a:defRPr sz="36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62" name="Google Shape;862;p127"/>
          <p:cNvSpPr txBox="1"/>
          <p:nvPr>
            <p:ph idx="1" type="body"/>
          </p:nvPr>
        </p:nvSpPr>
        <p:spPr>
          <a:xfrm>
            <a:off x="473869" y="2634095"/>
            <a:ext cx="3343200" cy="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>
                <a:solidFill>
                  <a:schemeClr val="lt1"/>
                </a:solidFill>
              </a:defRPr>
            </a:lvl3pPr>
            <a:lvl4pPr indent="-2857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Char char="-"/>
              <a:defRPr>
                <a:solidFill>
                  <a:schemeClr val="lt1"/>
                </a:solidFill>
              </a:defRPr>
            </a:lvl4pPr>
            <a:lvl5pPr indent="-2857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Char char="-"/>
              <a:defRPr>
                <a:solidFill>
                  <a:schemeClr val="lt1"/>
                </a:solidFill>
              </a:defRPr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7pPr>
            <a:lvl8pPr indent="-2857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8pPr>
            <a:lvl9pPr indent="-2857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descr="A red and black logo&#10;&#10;Description automatically generated" id="863" name="Google Shape;863;p1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4904" y="4636008"/>
            <a:ext cx="850390" cy="3478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Agenda/TOC - White">
  <p:cSld name="Agenda/TOC - White"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128"/>
          <p:cNvSpPr txBox="1"/>
          <p:nvPr>
            <p:ph type="title"/>
          </p:nvPr>
        </p:nvSpPr>
        <p:spPr>
          <a:xfrm>
            <a:off x="473869" y="411669"/>
            <a:ext cx="75045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66" name="Google Shape;866;p128"/>
          <p:cNvSpPr txBox="1"/>
          <p:nvPr>
            <p:ph idx="12" type="sldNum"/>
          </p:nvPr>
        </p:nvSpPr>
        <p:spPr>
          <a:xfrm>
            <a:off x="8317509" y="4736592"/>
            <a:ext cx="352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Agenda/TOC Alt - White">
  <p:cSld name="Agenda/TOC Alt - White"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129"/>
          <p:cNvSpPr txBox="1"/>
          <p:nvPr>
            <p:ph idx="1" type="body"/>
          </p:nvPr>
        </p:nvSpPr>
        <p:spPr>
          <a:xfrm>
            <a:off x="473875" y="804668"/>
            <a:ext cx="3343200" cy="39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Verizon NHG DS"/>
              <a:buNone/>
              <a:defRPr i="0" sz="3600">
                <a:latin typeface="Verizon NHG DS"/>
                <a:ea typeface="Verizon NHG DS"/>
                <a:cs typeface="Verizon NHG DS"/>
                <a:sym typeface="Verizon NHG DS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7pPr>
            <a:lvl8pPr indent="-2857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8pPr>
            <a:lvl9pPr indent="-2857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9pPr>
          </a:lstStyle>
          <a:p/>
        </p:txBody>
      </p:sp>
      <p:sp>
        <p:nvSpPr>
          <p:cNvPr id="869" name="Google Shape;869;p129"/>
          <p:cNvSpPr txBox="1"/>
          <p:nvPr>
            <p:ph idx="2" type="body"/>
          </p:nvPr>
        </p:nvSpPr>
        <p:spPr>
          <a:xfrm>
            <a:off x="4626775" y="804668"/>
            <a:ext cx="3351600" cy="39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Verizon NHG DS"/>
              <a:buNone/>
              <a:defRPr i="0" sz="3600">
                <a:latin typeface="Verizon NHG DS"/>
                <a:ea typeface="Verizon NHG DS"/>
                <a:cs typeface="Verizon NHG DS"/>
                <a:sym typeface="Verizon NHG DS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7pPr>
            <a:lvl8pPr indent="-2857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8pPr>
            <a:lvl9pPr indent="-2857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9pPr>
          </a:lstStyle>
          <a:p/>
        </p:txBody>
      </p:sp>
      <p:sp>
        <p:nvSpPr>
          <p:cNvPr id="870" name="Google Shape;870;p129"/>
          <p:cNvSpPr txBox="1"/>
          <p:nvPr>
            <p:ph idx="12" type="sldNum"/>
          </p:nvPr>
        </p:nvSpPr>
        <p:spPr>
          <a:xfrm>
            <a:off x="8317509" y="4736592"/>
            <a:ext cx="352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1" name="Google Shape;871;p129"/>
          <p:cNvSpPr txBox="1"/>
          <p:nvPr>
            <p:ph type="title"/>
          </p:nvPr>
        </p:nvSpPr>
        <p:spPr>
          <a:xfrm>
            <a:off x="475488" y="411480"/>
            <a:ext cx="75045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Ideals/Principles - White">
  <p:cSld name="Ideals/Principles - White">
    <p:bg>
      <p:bgPr>
        <a:solidFill>
          <a:srgbClr val="FFFFFF"/>
        </a:solidFill>
      </p:bgPr>
    </p:bg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130"/>
          <p:cNvSpPr txBox="1"/>
          <p:nvPr>
            <p:ph idx="12" type="sldNum"/>
          </p:nvPr>
        </p:nvSpPr>
        <p:spPr>
          <a:xfrm>
            <a:off x="8317509" y="4736592"/>
            <a:ext cx="352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4" name="Google Shape;874;p130"/>
          <p:cNvSpPr txBox="1"/>
          <p:nvPr>
            <p:ph type="title"/>
          </p:nvPr>
        </p:nvSpPr>
        <p:spPr>
          <a:xfrm>
            <a:off x="473869" y="411480"/>
            <a:ext cx="75045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75" name="Google Shape;875;p130"/>
          <p:cNvSpPr txBox="1"/>
          <p:nvPr>
            <p:ph idx="1" type="body"/>
          </p:nvPr>
        </p:nvSpPr>
        <p:spPr>
          <a:xfrm>
            <a:off x="473875" y="804668"/>
            <a:ext cx="6117300" cy="39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Verizon NHG DS"/>
              <a:buNone/>
              <a:defRPr i="0" sz="3600">
                <a:latin typeface="Verizon NHG DS"/>
                <a:ea typeface="Verizon NHG DS"/>
                <a:cs typeface="Verizon NHG DS"/>
                <a:sym typeface="Verizon NHG DS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7pPr>
            <a:lvl8pPr indent="-2857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8pPr>
            <a:lvl9pPr indent="-2857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Basic text content - White">
  <p:cSld name="Bullet point and optional partner 2 - White">
    <p:bg>
      <p:bgPr>
        <a:solidFill>
          <a:schemeClr val="lt1"/>
        </a:solidFill>
      </p:bgPr>
    </p:bg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131"/>
          <p:cNvSpPr/>
          <p:nvPr>
            <p:ph idx="2" type="pic"/>
          </p:nvPr>
        </p:nvSpPr>
        <p:spPr>
          <a:xfrm>
            <a:off x="7394975" y="469103"/>
            <a:ext cx="1275000" cy="675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878" name="Google Shape;878;p131"/>
          <p:cNvSpPr txBox="1"/>
          <p:nvPr>
            <p:ph idx="12" type="sldNum"/>
          </p:nvPr>
        </p:nvSpPr>
        <p:spPr>
          <a:xfrm>
            <a:off x="8317509" y="4736592"/>
            <a:ext cx="352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9" name="Google Shape;879;p131"/>
          <p:cNvSpPr txBox="1"/>
          <p:nvPr>
            <p:ph idx="1" type="body"/>
          </p:nvPr>
        </p:nvSpPr>
        <p:spPr>
          <a:xfrm>
            <a:off x="473869" y="1371600"/>
            <a:ext cx="5486400" cy="22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⁃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100"/>
              <a:buChar char="⁃"/>
              <a:defRPr sz="1100"/>
            </a:lvl5pPr>
            <a:lvl6pPr indent="-2857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900"/>
              <a:buChar char="⁃"/>
              <a:defRPr sz="9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/>
            </a:lvl7pPr>
            <a:lvl8pPr indent="-2857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8pPr>
            <a:lvl9pPr indent="-2857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9pPr>
          </a:lstStyle>
          <a:p/>
        </p:txBody>
      </p:sp>
      <p:sp>
        <p:nvSpPr>
          <p:cNvPr id="880" name="Google Shape;880;p131"/>
          <p:cNvSpPr txBox="1"/>
          <p:nvPr>
            <p:ph type="title"/>
          </p:nvPr>
        </p:nvSpPr>
        <p:spPr>
          <a:xfrm>
            <a:off x="473870" y="437625"/>
            <a:ext cx="61152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Basic text content with eyebrow - White">
  <p:cSld name="Bullet point and optional partner 2 - White_2">
    <p:bg>
      <p:bgPr>
        <a:solidFill>
          <a:schemeClr val="lt1"/>
        </a:solidFill>
      </p:bgPr>
    </p:bg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132"/>
          <p:cNvSpPr txBox="1"/>
          <p:nvPr>
            <p:ph idx="12" type="sldNum"/>
          </p:nvPr>
        </p:nvSpPr>
        <p:spPr>
          <a:xfrm>
            <a:off x="8317509" y="4736592"/>
            <a:ext cx="352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83" name="Google Shape;883;p132"/>
          <p:cNvSpPr txBox="1"/>
          <p:nvPr>
            <p:ph idx="1" type="body"/>
          </p:nvPr>
        </p:nvSpPr>
        <p:spPr>
          <a:xfrm>
            <a:off x="473869" y="1371600"/>
            <a:ext cx="5486400" cy="22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⁃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Char char="⁃"/>
              <a:defRPr sz="1100"/>
            </a:lvl5pPr>
            <a:lvl6pPr indent="-2857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Char char="⁃"/>
              <a:defRPr sz="9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857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84" name="Google Shape;884;p132"/>
          <p:cNvSpPr txBox="1"/>
          <p:nvPr>
            <p:ph idx="2" type="body"/>
          </p:nvPr>
        </p:nvSpPr>
        <p:spPr>
          <a:xfrm>
            <a:off x="476251" y="274320"/>
            <a:ext cx="61125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8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7pPr>
            <a:lvl8pPr indent="-2857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8pPr>
            <a:lvl9pPr indent="-2857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9pPr>
          </a:lstStyle>
          <a:p/>
        </p:txBody>
      </p:sp>
      <p:sp>
        <p:nvSpPr>
          <p:cNvPr id="885" name="Google Shape;885;p132"/>
          <p:cNvSpPr txBox="1"/>
          <p:nvPr>
            <p:ph type="title"/>
          </p:nvPr>
        </p:nvSpPr>
        <p:spPr>
          <a:xfrm>
            <a:off x="473870" y="438912"/>
            <a:ext cx="61152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Basic text content - Black">
  <p:cSld name="Bullet point and optional partner 2 - White_1">
    <p:bg>
      <p:bgPr>
        <a:solidFill>
          <a:schemeClr val="dk1"/>
        </a:solidFill>
      </p:bgPr>
    </p:bg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133"/>
          <p:cNvSpPr txBox="1"/>
          <p:nvPr>
            <p:ph idx="12" type="sldNum"/>
          </p:nvPr>
        </p:nvSpPr>
        <p:spPr>
          <a:xfrm>
            <a:off x="8317509" y="4736592"/>
            <a:ext cx="352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88" name="Google Shape;888;p133"/>
          <p:cNvSpPr txBox="1"/>
          <p:nvPr>
            <p:ph idx="1" type="body"/>
          </p:nvPr>
        </p:nvSpPr>
        <p:spPr>
          <a:xfrm>
            <a:off x="473869" y="1371600"/>
            <a:ext cx="5486400" cy="22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100"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100"/>
              <a:buChar char="⁃"/>
              <a:defRPr sz="1100"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1100"/>
              <a:buChar char="⁃"/>
              <a:defRPr sz="1100">
                <a:solidFill>
                  <a:schemeClr val="lt1"/>
                </a:solidFill>
              </a:defRPr>
            </a:lvl5pPr>
            <a:lvl6pPr indent="-2857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900"/>
              <a:buChar char="⁃"/>
              <a:defRPr sz="900">
                <a:solidFill>
                  <a:schemeClr val="lt1"/>
                </a:solidFill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>
                <a:solidFill>
                  <a:schemeClr val="lt1"/>
                </a:solidFill>
              </a:defRPr>
            </a:lvl7pPr>
            <a:lvl8pPr indent="-2857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8pPr>
            <a:lvl9pPr indent="-2857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9" name="Google Shape;889;p133"/>
          <p:cNvSpPr txBox="1"/>
          <p:nvPr>
            <p:ph type="title"/>
          </p:nvPr>
        </p:nvSpPr>
        <p:spPr>
          <a:xfrm>
            <a:off x="473870" y="438912"/>
            <a:ext cx="61152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Arial"/>
              <a:buNone/>
              <a:defRPr sz="21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90" name="Google Shape;890;p133"/>
          <p:cNvSpPr txBox="1"/>
          <p:nvPr/>
        </p:nvSpPr>
        <p:spPr>
          <a:xfrm>
            <a:off x="2625367" y="4761251"/>
            <a:ext cx="3693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Verizon confidential and proprietary. Unauthorized disclosure, reproduction or other use prohibited.</a:t>
            </a:r>
            <a:endParaRPr b="0" i="0" sz="1100" u="none" cap="none" strike="noStrike">
              <a:solidFill>
                <a:srgbClr val="000000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Two column text content - White">
  <p:cSld name="Bullet point and optional partner 2 - White_2_1">
    <p:bg>
      <p:bgPr>
        <a:solidFill>
          <a:schemeClr val="lt1"/>
        </a:solidFill>
      </p:bgPr>
    </p:bg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134"/>
          <p:cNvSpPr txBox="1"/>
          <p:nvPr>
            <p:ph idx="12" type="sldNum"/>
          </p:nvPr>
        </p:nvSpPr>
        <p:spPr>
          <a:xfrm>
            <a:off x="8317509" y="4736592"/>
            <a:ext cx="352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3" name="Google Shape;893;p134"/>
          <p:cNvSpPr txBox="1"/>
          <p:nvPr>
            <p:ph idx="1" type="body"/>
          </p:nvPr>
        </p:nvSpPr>
        <p:spPr>
          <a:xfrm>
            <a:off x="473869" y="1371600"/>
            <a:ext cx="37581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⁃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Char char="⁃"/>
              <a:defRPr sz="1100"/>
            </a:lvl5pPr>
            <a:lvl6pPr indent="-2857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Char char="⁃"/>
              <a:defRPr sz="9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857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94" name="Google Shape;894;p134"/>
          <p:cNvSpPr txBox="1"/>
          <p:nvPr>
            <p:ph type="title"/>
          </p:nvPr>
        </p:nvSpPr>
        <p:spPr>
          <a:xfrm>
            <a:off x="473870" y="438912"/>
            <a:ext cx="61152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5" name="Google Shape;895;p134"/>
          <p:cNvSpPr txBox="1"/>
          <p:nvPr>
            <p:ph idx="2" type="body"/>
          </p:nvPr>
        </p:nvSpPr>
        <p:spPr>
          <a:xfrm>
            <a:off x="4562856" y="1371600"/>
            <a:ext cx="37581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⁃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Char char="⁃"/>
              <a:defRPr sz="1100"/>
            </a:lvl5pPr>
            <a:lvl6pPr indent="-2857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Char char="⁃"/>
              <a:defRPr sz="9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857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_Three column picture - White">
  <p:cSld name="Three column picture - White">
    <p:bg>
      <p:bgPr>
        <a:solidFill>
          <a:schemeClr val="lt1"/>
        </a:solidFill>
      </p:bgPr>
    </p:bg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135"/>
          <p:cNvSpPr txBox="1"/>
          <p:nvPr>
            <p:ph idx="12" type="sldNum"/>
          </p:nvPr>
        </p:nvSpPr>
        <p:spPr>
          <a:xfrm>
            <a:off x="8317509" y="4736592"/>
            <a:ext cx="352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8" name="Google Shape;898;p135"/>
          <p:cNvSpPr txBox="1"/>
          <p:nvPr>
            <p:ph type="title"/>
          </p:nvPr>
        </p:nvSpPr>
        <p:spPr>
          <a:xfrm>
            <a:off x="473870" y="438912"/>
            <a:ext cx="75045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9" name="Google Shape;899;p135"/>
          <p:cNvSpPr txBox="1"/>
          <p:nvPr>
            <p:ph idx="1" type="body"/>
          </p:nvPr>
        </p:nvSpPr>
        <p:spPr>
          <a:xfrm>
            <a:off x="473869" y="1371600"/>
            <a:ext cx="1819800" cy="22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⁃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Char char="⁃"/>
              <a:defRPr sz="1100"/>
            </a:lvl5pPr>
            <a:lvl6pPr indent="-2857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Char char="⁃"/>
              <a:defRPr sz="9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00" name="Google Shape;900;p135"/>
          <p:cNvSpPr txBox="1"/>
          <p:nvPr>
            <p:ph idx="2" type="body"/>
          </p:nvPr>
        </p:nvSpPr>
        <p:spPr>
          <a:xfrm>
            <a:off x="2555081" y="3529584"/>
            <a:ext cx="1965900" cy="10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indent="-2794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⁃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800"/>
              <a:buChar char="⁃"/>
              <a:defRPr sz="800"/>
            </a:lvl5pPr>
            <a:lvl6pPr indent="-2857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Char char="⁃"/>
              <a:defRPr sz="9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01" name="Google Shape;901;p135"/>
          <p:cNvSpPr txBox="1"/>
          <p:nvPr>
            <p:ph idx="3" type="body"/>
          </p:nvPr>
        </p:nvSpPr>
        <p:spPr>
          <a:xfrm>
            <a:off x="4629150" y="3529584"/>
            <a:ext cx="1965900" cy="10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indent="-2794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⁃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800"/>
              <a:buChar char="⁃"/>
              <a:defRPr sz="800"/>
            </a:lvl5pPr>
            <a:lvl6pPr indent="-2857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Char char="⁃"/>
              <a:defRPr sz="9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02" name="Google Shape;902;p135"/>
          <p:cNvSpPr txBox="1"/>
          <p:nvPr>
            <p:ph idx="4" type="body"/>
          </p:nvPr>
        </p:nvSpPr>
        <p:spPr>
          <a:xfrm>
            <a:off x="6704409" y="3529584"/>
            <a:ext cx="1965900" cy="10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indent="-2794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94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⁃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800"/>
              <a:buChar char="⁃"/>
              <a:defRPr sz="800"/>
            </a:lvl5pPr>
            <a:lvl6pPr indent="-2857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Char char="⁃"/>
              <a:defRPr sz="9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03" name="Google Shape;903;p135"/>
          <p:cNvSpPr/>
          <p:nvPr>
            <p:ph idx="5" type="pic"/>
          </p:nvPr>
        </p:nvSpPr>
        <p:spPr>
          <a:xfrm>
            <a:off x="2555075" y="1367250"/>
            <a:ext cx="1965900" cy="2061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04" name="Google Shape;904;p135"/>
          <p:cNvSpPr/>
          <p:nvPr>
            <p:ph idx="6" type="pic"/>
          </p:nvPr>
        </p:nvSpPr>
        <p:spPr>
          <a:xfrm>
            <a:off x="4629738" y="1367250"/>
            <a:ext cx="1965900" cy="2061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05" name="Google Shape;905;p135"/>
          <p:cNvSpPr/>
          <p:nvPr>
            <p:ph idx="7" type="pic"/>
          </p:nvPr>
        </p:nvSpPr>
        <p:spPr>
          <a:xfrm>
            <a:off x="6704413" y="1367250"/>
            <a:ext cx="1965900" cy="2061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_Text with picture - White">
  <p:cSld name="Text and right picture - White">
    <p:bg>
      <p:bgPr>
        <a:solidFill>
          <a:schemeClr val="lt1"/>
        </a:solidFill>
      </p:bgPr>
    </p:bg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136"/>
          <p:cNvSpPr txBox="1"/>
          <p:nvPr>
            <p:ph idx="1" type="body"/>
          </p:nvPr>
        </p:nvSpPr>
        <p:spPr>
          <a:xfrm>
            <a:off x="4630339" y="4242816"/>
            <a:ext cx="40398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600"/>
              <a:buNone/>
              <a:defRPr sz="6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600"/>
              <a:buNone/>
              <a:defRPr sz="6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600"/>
              <a:buNone/>
              <a:defRPr sz="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600"/>
              <a:buNone/>
              <a:defRPr sz="600"/>
            </a:lvl5pPr>
            <a:lvl6pPr indent="-2667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600"/>
              <a:buChar char="•"/>
              <a:defRPr sz="600"/>
            </a:lvl6pPr>
            <a:lvl7pPr indent="-2667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600"/>
              <a:buChar char="•"/>
              <a:defRPr sz="600"/>
            </a:lvl7pPr>
            <a:lvl8pPr indent="-2667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600"/>
              <a:buChar char="•"/>
              <a:defRPr sz="600"/>
            </a:lvl8pPr>
            <a:lvl9pPr indent="-2667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600"/>
              <a:buChar char="•"/>
              <a:defRPr sz="600"/>
            </a:lvl9pPr>
          </a:lstStyle>
          <a:p/>
        </p:txBody>
      </p:sp>
      <p:sp>
        <p:nvSpPr>
          <p:cNvPr id="908" name="Google Shape;908;p136"/>
          <p:cNvSpPr txBox="1"/>
          <p:nvPr>
            <p:ph idx="12" type="sldNum"/>
          </p:nvPr>
        </p:nvSpPr>
        <p:spPr>
          <a:xfrm>
            <a:off x="8317509" y="4736592"/>
            <a:ext cx="352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9" name="Google Shape;909;p136"/>
          <p:cNvSpPr txBox="1"/>
          <p:nvPr>
            <p:ph idx="2" type="body"/>
          </p:nvPr>
        </p:nvSpPr>
        <p:spPr>
          <a:xfrm>
            <a:off x="473870" y="1371600"/>
            <a:ext cx="3931800" cy="27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⁃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Char char="⁃"/>
              <a:defRPr sz="1100"/>
            </a:lvl5pPr>
            <a:lvl6pPr indent="-2857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Char char="⁃"/>
              <a:defRPr sz="9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10" name="Google Shape;910;p136"/>
          <p:cNvSpPr txBox="1"/>
          <p:nvPr>
            <p:ph type="title"/>
          </p:nvPr>
        </p:nvSpPr>
        <p:spPr>
          <a:xfrm>
            <a:off x="473870" y="438912"/>
            <a:ext cx="75045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1" name="Google Shape;911;p136"/>
          <p:cNvSpPr/>
          <p:nvPr>
            <p:ph idx="3" type="pic"/>
          </p:nvPr>
        </p:nvSpPr>
        <p:spPr>
          <a:xfrm>
            <a:off x="4687458" y="1371600"/>
            <a:ext cx="3931800" cy="2679300"/>
          </a:xfrm>
          <a:prstGeom prst="rect">
            <a:avLst/>
          </a:prstGeom>
          <a:solidFill>
            <a:srgbClr val="F2F2F2"/>
          </a:solidFill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_Text with big picture - White">
  <p:cSld name="Text and right picture BIG - White">
    <p:bg>
      <p:bgPr>
        <a:solidFill>
          <a:schemeClr val="lt1"/>
        </a:solidFill>
      </p:bgPr>
    </p:bg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137"/>
          <p:cNvSpPr txBox="1"/>
          <p:nvPr>
            <p:ph idx="1" type="body"/>
          </p:nvPr>
        </p:nvSpPr>
        <p:spPr>
          <a:xfrm>
            <a:off x="473870" y="4354043"/>
            <a:ext cx="25146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600"/>
              <a:buNone/>
              <a:defRPr sz="6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600"/>
              <a:buNone/>
              <a:defRPr sz="6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600"/>
              <a:buNone/>
              <a:defRPr sz="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600"/>
              <a:buNone/>
              <a:defRPr sz="600"/>
            </a:lvl5pPr>
            <a:lvl6pPr indent="-2667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600"/>
              <a:buChar char="•"/>
              <a:defRPr sz="600"/>
            </a:lvl6pPr>
            <a:lvl7pPr indent="-2667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600"/>
              <a:buChar char="•"/>
              <a:defRPr sz="600"/>
            </a:lvl7pPr>
            <a:lvl8pPr indent="-2667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600"/>
              <a:buChar char="•"/>
              <a:defRPr sz="600"/>
            </a:lvl8pPr>
            <a:lvl9pPr indent="-2667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600"/>
              <a:buChar char="•"/>
              <a:defRPr sz="600"/>
            </a:lvl9pPr>
          </a:lstStyle>
          <a:p/>
        </p:txBody>
      </p:sp>
      <p:sp>
        <p:nvSpPr>
          <p:cNvPr id="914" name="Google Shape;914;p137"/>
          <p:cNvSpPr txBox="1"/>
          <p:nvPr>
            <p:ph idx="12" type="sldNum"/>
          </p:nvPr>
        </p:nvSpPr>
        <p:spPr>
          <a:xfrm>
            <a:off x="8317509" y="4736592"/>
            <a:ext cx="352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5" name="Google Shape;915;p137"/>
          <p:cNvSpPr txBox="1"/>
          <p:nvPr>
            <p:ph idx="2" type="body"/>
          </p:nvPr>
        </p:nvSpPr>
        <p:spPr>
          <a:xfrm>
            <a:off x="473870" y="1371600"/>
            <a:ext cx="2514600" cy="27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⁃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100"/>
              <a:buChar char="⁃"/>
              <a:defRPr sz="1100"/>
            </a:lvl5pPr>
            <a:lvl6pPr indent="-2857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900"/>
              <a:buChar char="⁃"/>
              <a:defRPr sz="9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916" name="Google Shape;916;p137"/>
          <p:cNvSpPr txBox="1"/>
          <p:nvPr>
            <p:ph type="title"/>
          </p:nvPr>
        </p:nvSpPr>
        <p:spPr>
          <a:xfrm>
            <a:off x="473870" y="438912"/>
            <a:ext cx="26466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7" name="Google Shape;917;p137"/>
          <p:cNvSpPr/>
          <p:nvPr>
            <p:ph idx="3" type="pic"/>
          </p:nvPr>
        </p:nvSpPr>
        <p:spPr>
          <a:xfrm>
            <a:off x="3378558" y="512064"/>
            <a:ext cx="5239500" cy="4041600"/>
          </a:xfrm>
          <a:prstGeom prst="rect">
            <a:avLst/>
          </a:prstGeom>
          <a:solidFill>
            <a:srgbClr val="F2F2F2"/>
          </a:solidFill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5_Text with picture 1/2 - Stone">
  <p:cSld name="Text and right picture 1/2 - Stone">
    <p:bg>
      <p:bgPr>
        <a:solidFill>
          <a:schemeClr val="lt1"/>
        </a:solidFill>
      </p:bgPr>
    </p:bg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138"/>
          <p:cNvSpPr/>
          <p:nvPr/>
        </p:nvSpPr>
        <p:spPr>
          <a:xfrm>
            <a:off x="-1" y="2578298"/>
            <a:ext cx="9144000" cy="256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138"/>
          <p:cNvSpPr txBox="1"/>
          <p:nvPr>
            <p:ph idx="1" type="body"/>
          </p:nvPr>
        </p:nvSpPr>
        <p:spPr>
          <a:xfrm>
            <a:off x="4626770" y="4197096"/>
            <a:ext cx="40434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600"/>
              <a:buNone/>
              <a:defRPr sz="6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600"/>
              <a:buNone/>
              <a:defRPr sz="6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600"/>
              <a:buNone/>
              <a:defRPr sz="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600"/>
              <a:buNone/>
              <a:defRPr sz="600"/>
            </a:lvl5pPr>
            <a:lvl6pPr indent="-2667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600"/>
              <a:buChar char="•"/>
              <a:defRPr sz="600"/>
            </a:lvl6pPr>
            <a:lvl7pPr indent="-2667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600"/>
              <a:buChar char="•"/>
              <a:defRPr sz="600"/>
            </a:lvl7pPr>
            <a:lvl8pPr indent="-2667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600"/>
              <a:buChar char="•"/>
              <a:defRPr sz="600"/>
            </a:lvl8pPr>
            <a:lvl9pPr indent="-2667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600"/>
              <a:buChar char="•"/>
              <a:defRPr sz="600"/>
            </a:lvl9pPr>
          </a:lstStyle>
          <a:p/>
        </p:txBody>
      </p:sp>
      <p:sp>
        <p:nvSpPr>
          <p:cNvPr id="921" name="Google Shape;921;p138"/>
          <p:cNvSpPr txBox="1"/>
          <p:nvPr>
            <p:ph idx="12" type="sldNum"/>
          </p:nvPr>
        </p:nvSpPr>
        <p:spPr>
          <a:xfrm>
            <a:off x="8317509" y="4736592"/>
            <a:ext cx="352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2" name="Google Shape;922;p138"/>
          <p:cNvSpPr txBox="1"/>
          <p:nvPr>
            <p:ph idx="2" type="body"/>
          </p:nvPr>
        </p:nvSpPr>
        <p:spPr>
          <a:xfrm>
            <a:off x="473869" y="1371600"/>
            <a:ext cx="3474600" cy="12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⁃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Char char="⁃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Char char="⁃"/>
              <a:defRPr sz="9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23" name="Google Shape;923;p138"/>
          <p:cNvSpPr txBox="1"/>
          <p:nvPr>
            <p:ph idx="3" type="body"/>
          </p:nvPr>
        </p:nvSpPr>
        <p:spPr>
          <a:xfrm>
            <a:off x="473869" y="2815016"/>
            <a:ext cx="34746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⁃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Char char="⁃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Char char="⁃"/>
              <a:defRPr sz="9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24" name="Google Shape;924;p138"/>
          <p:cNvSpPr txBox="1"/>
          <p:nvPr/>
        </p:nvSpPr>
        <p:spPr>
          <a:xfrm>
            <a:off x="2625367" y="4761251"/>
            <a:ext cx="3693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Verizon confidential and proprietary. Unauthorized disclosure, reproduction or other use prohibited.</a:t>
            </a:r>
            <a:endParaRPr b="0" i="0" sz="1100" u="none" cap="none" strike="noStrike">
              <a:solidFill>
                <a:srgbClr val="000000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925" name="Google Shape;925;p138"/>
          <p:cNvSpPr txBox="1"/>
          <p:nvPr>
            <p:ph type="title"/>
          </p:nvPr>
        </p:nvSpPr>
        <p:spPr>
          <a:xfrm>
            <a:off x="473870" y="438912"/>
            <a:ext cx="75045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6" name="Google Shape;926;p138"/>
          <p:cNvSpPr/>
          <p:nvPr>
            <p:ph idx="4" type="pic"/>
          </p:nvPr>
        </p:nvSpPr>
        <p:spPr>
          <a:xfrm>
            <a:off x="4626775" y="1371600"/>
            <a:ext cx="4043400" cy="27552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pic>
        <p:nvPicPr>
          <p:cNvPr descr="A red and black logo&#10;&#10;Description automatically generated" id="927" name="Google Shape;927;p1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4904" y="4636008"/>
            <a:ext cx="850390" cy="3478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6_Title with content - White">
  <p:cSld name="Title and Content">
    <p:bg>
      <p:bgPr>
        <a:solidFill>
          <a:schemeClr val="lt1"/>
        </a:solidFill>
      </p:bgPr>
    </p:bg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139"/>
          <p:cNvSpPr txBox="1"/>
          <p:nvPr>
            <p:ph idx="12" type="sldNum"/>
          </p:nvPr>
        </p:nvSpPr>
        <p:spPr>
          <a:xfrm>
            <a:off x="8317509" y="4736592"/>
            <a:ext cx="352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0" name="Google Shape;930;p139"/>
          <p:cNvSpPr txBox="1"/>
          <p:nvPr>
            <p:ph type="title"/>
          </p:nvPr>
        </p:nvSpPr>
        <p:spPr>
          <a:xfrm>
            <a:off x="473870" y="438912"/>
            <a:ext cx="75045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7_Six-piece information - White">
  <p:cSld name="Six-piece information"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140"/>
          <p:cNvSpPr txBox="1"/>
          <p:nvPr>
            <p:ph idx="12" type="sldNum"/>
          </p:nvPr>
        </p:nvSpPr>
        <p:spPr>
          <a:xfrm>
            <a:off x="8317509" y="4736592"/>
            <a:ext cx="352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3" name="Google Shape;933;p140"/>
          <p:cNvSpPr txBox="1"/>
          <p:nvPr>
            <p:ph idx="1" type="body"/>
          </p:nvPr>
        </p:nvSpPr>
        <p:spPr>
          <a:xfrm>
            <a:off x="470297" y="1333780"/>
            <a:ext cx="2545800" cy="12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34" name="Google Shape;934;p140"/>
          <p:cNvSpPr txBox="1"/>
          <p:nvPr>
            <p:ph type="title"/>
          </p:nvPr>
        </p:nvSpPr>
        <p:spPr>
          <a:xfrm>
            <a:off x="473870" y="438912"/>
            <a:ext cx="75045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5" name="Google Shape;935;p140"/>
          <p:cNvSpPr txBox="1"/>
          <p:nvPr>
            <p:ph idx="2" type="body"/>
          </p:nvPr>
        </p:nvSpPr>
        <p:spPr>
          <a:xfrm>
            <a:off x="3248025" y="1333780"/>
            <a:ext cx="2545800" cy="12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36" name="Google Shape;936;p140"/>
          <p:cNvSpPr txBox="1"/>
          <p:nvPr>
            <p:ph idx="3" type="body"/>
          </p:nvPr>
        </p:nvSpPr>
        <p:spPr>
          <a:xfrm>
            <a:off x="6012656" y="1333780"/>
            <a:ext cx="2545800" cy="12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37" name="Google Shape;937;p140"/>
          <p:cNvSpPr txBox="1"/>
          <p:nvPr>
            <p:ph idx="4" type="body"/>
          </p:nvPr>
        </p:nvSpPr>
        <p:spPr>
          <a:xfrm>
            <a:off x="470297" y="2862072"/>
            <a:ext cx="2545800" cy="12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38" name="Google Shape;938;p140"/>
          <p:cNvSpPr txBox="1"/>
          <p:nvPr>
            <p:ph idx="5" type="body"/>
          </p:nvPr>
        </p:nvSpPr>
        <p:spPr>
          <a:xfrm>
            <a:off x="3248025" y="2862072"/>
            <a:ext cx="2545800" cy="12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39" name="Google Shape;939;p140"/>
          <p:cNvSpPr txBox="1"/>
          <p:nvPr>
            <p:ph idx="6" type="body"/>
          </p:nvPr>
        </p:nvSpPr>
        <p:spPr>
          <a:xfrm>
            <a:off x="6012656" y="2862072"/>
            <a:ext cx="2545800" cy="12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8_Three-image - Red">
  <p:cSld name="Six-image - Stone">
    <p:bg>
      <p:bgPr>
        <a:solidFill>
          <a:schemeClr val="lt1"/>
        </a:solidFill>
      </p:bgPr>
    </p:bg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141"/>
          <p:cNvSpPr/>
          <p:nvPr/>
        </p:nvSpPr>
        <p:spPr>
          <a:xfrm>
            <a:off x="2555075" y="0"/>
            <a:ext cx="6588900" cy="5154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p141"/>
          <p:cNvSpPr/>
          <p:nvPr>
            <p:ph idx="2" type="pic"/>
          </p:nvPr>
        </p:nvSpPr>
        <p:spPr>
          <a:xfrm>
            <a:off x="2555075" y="0"/>
            <a:ext cx="2186700" cy="257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43" name="Google Shape;943;p141"/>
          <p:cNvSpPr/>
          <p:nvPr>
            <p:ph idx="3" type="pic"/>
          </p:nvPr>
        </p:nvSpPr>
        <p:spPr>
          <a:xfrm>
            <a:off x="6974125" y="0"/>
            <a:ext cx="2186700" cy="257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44" name="Google Shape;944;p141"/>
          <p:cNvSpPr/>
          <p:nvPr>
            <p:ph idx="4" type="pic"/>
          </p:nvPr>
        </p:nvSpPr>
        <p:spPr>
          <a:xfrm>
            <a:off x="4741775" y="2577000"/>
            <a:ext cx="2232300" cy="257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45" name="Google Shape;945;p141"/>
          <p:cNvSpPr txBox="1"/>
          <p:nvPr>
            <p:ph idx="1" type="body"/>
          </p:nvPr>
        </p:nvSpPr>
        <p:spPr>
          <a:xfrm>
            <a:off x="2679192" y="2697480"/>
            <a:ext cx="168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i="0" sz="9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6" name="Google Shape;946;p141"/>
          <p:cNvSpPr txBox="1"/>
          <p:nvPr>
            <p:ph idx="5" type="body"/>
          </p:nvPr>
        </p:nvSpPr>
        <p:spPr>
          <a:xfrm>
            <a:off x="473869" y="1371600"/>
            <a:ext cx="17832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⁃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Char char="⁃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Char char="⁃"/>
              <a:defRPr sz="9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47" name="Google Shape;947;p141"/>
          <p:cNvSpPr txBox="1"/>
          <p:nvPr>
            <p:ph type="title"/>
          </p:nvPr>
        </p:nvSpPr>
        <p:spPr>
          <a:xfrm>
            <a:off x="473870" y="438912"/>
            <a:ext cx="19551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8" name="Google Shape;948;p141"/>
          <p:cNvSpPr txBox="1"/>
          <p:nvPr>
            <p:ph idx="6" type="body"/>
          </p:nvPr>
        </p:nvSpPr>
        <p:spPr>
          <a:xfrm>
            <a:off x="7088021" y="2697480"/>
            <a:ext cx="168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i="0" sz="9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9" name="Google Shape;949;p141"/>
          <p:cNvSpPr txBox="1"/>
          <p:nvPr>
            <p:ph idx="7" type="body"/>
          </p:nvPr>
        </p:nvSpPr>
        <p:spPr>
          <a:xfrm>
            <a:off x="4882896" y="2139696"/>
            <a:ext cx="1691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i="0" sz="9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50" name="Google Shape;950;p141"/>
          <p:cNvSpPr txBox="1"/>
          <p:nvPr>
            <p:ph idx="12" type="sldNum"/>
          </p:nvPr>
        </p:nvSpPr>
        <p:spPr>
          <a:xfrm>
            <a:off x="8317509" y="4733270"/>
            <a:ext cx="352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9_Three-image - Yellow">
  <p:cSld name="Six-image - Yellow">
    <p:bg>
      <p:bgPr>
        <a:solidFill>
          <a:schemeClr val="lt1"/>
        </a:solidFill>
      </p:bgPr>
    </p:bg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142"/>
          <p:cNvSpPr/>
          <p:nvPr/>
        </p:nvSpPr>
        <p:spPr>
          <a:xfrm>
            <a:off x="2555081" y="0"/>
            <a:ext cx="65889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142"/>
          <p:cNvSpPr txBox="1"/>
          <p:nvPr>
            <p:ph idx="1" type="body"/>
          </p:nvPr>
        </p:nvSpPr>
        <p:spPr>
          <a:xfrm>
            <a:off x="4855464" y="2706624"/>
            <a:ext cx="1956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i="0" sz="9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954" name="Google Shape;954;p142"/>
          <p:cNvSpPr txBox="1"/>
          <p:nvPr>
            <p:ph idx="12" type="sldNum"/>
          </p:nvPr>
        </p:nvSpPr>
        <p:spPr>
          <a:xfrm>
            <a:off x="8317509" y="4725915"/>
            <a:ext cx="352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5" name="Google Shape;955;p142"/>
          <p:cNvSpPr txBox="1"/>
          <p:nvPr>
            <p:ph idx="2" type="body"/>
          </p:nvPr>
        </p:nvSpPr>
        <p:spPr>
          <a:xfrm>
            <a:off x="473869" y="1371600"/>
            <a:ext cx="17832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None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Char char="⁃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900"/>
              <a:buChar char="⁃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900"/>
              <a:buChar char="⁃"/>
              <a:defRPr sz="9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956" name="Google Shape;956;p142"/>
          <p:cNvSpPr txBox="1"/>
          <p:nvPr>
            <p:ph type="title"/>
          </p:nvPr>
        </p:nvSpPr>
        <p:spPr>
          <a:xfrm>
            <a:off x="473870" y="438912"/>
            <a:ext cx="19551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7" name="Google Shape;957;p142"/>
          <p:cNvSpPr txBox="1"/>
          <p:nvPr>
            <p:ph idx="3" type="body"/>
          </p:nvPr>
        </p:nvSpPr>
        <p:spPr>
          <a:xfrm>
            <a:off x="7050024" y="2157984"/>
            <a:ext cx="1983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i="0" sz="9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958" name="Google Shape;958;p142"/>
          <p:cNvSpPr txBox="1"/>
          <p:nvPr>
            <p:ph idx="4" type="body"/>
          </p:nvPr>
        </p:nvSpPr>
        <p:spPr>
          <a:xfrm>
            <a:off x="2660904" y="2157984"/>
            <a:ext cx="1983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i="0" sz="9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959" name="Google Shape;959;p142"/>
          <p:cNvSpPr txBox="1"/>
          <p:nvPr>
            <p:ph idx="5" type="sldNum"/>
          </p:nvPr>
        </p:nvSpPr>
        <p:spPr>
          <a:xfrm>
            <a:off x="8317509" y="4733270"/>
            <a:ext cx="352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0" name="Google Shape;960;p142"/>
          <p:cNvSpPr/>
          <p:nvPr>
            <p:ph idx="6" type="pic"/>
          </p:nvPr>
        </p:nvSpPr>
        <p:spPr>
          <a:xfrm>
            <a:off x="2555075" y="2569200"/>
            <a:ext cx="2186700" cy="257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61" name="Google Shape;961;p142"/>
          <p:cNvSpPr/>
          <p:nvPr>
            <p:ph idx="7" type="pic"/>
          </p:nvPr>
        </p:nvSpPr>
        <p:spPr>
          <a:xfrm>
            <a:off x="6974125" y="2569200"/>
            <a:ext cx="2186700" cy="257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62" name="Google Shape;962;p142"/>
          <p:cNvSpPr/>
          <p:nvPr>
            <p:ph idx="8" type="pic"/>
          </p:nvPr>
        </p:nvSpPr>
        <p:spPr>
          <a:xfrm>
            <a:off x="4741775" y="0"/>
            <a:ext cx="2232300" cy="25692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0_4-image with description - White">
  <p:cSld name="4-image w/ description - White">
    <p:bg>
      <p:bgPr>
        <a:solidFill>
          <a:schemeClr val="lt1"/>
        </a:solidFill>
      </p:bgPr>
    </p:bg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143"/>
          <p:cNvSpPr txBox="1"/>
          <p:nvPr>
            <p:ph idx="12" type="sldNum"/>
          </p:nvPr>
        </p:nvSpPr>
        <p:spPr>
          <a:xfrm>
            <a:off x="8317509" y="4736592"/>
            <a:ext cx="352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5" name="Google Shape;965;p143"/>
          <p:cNvSpPr txBox="1"/>
          <p:nvPr>
            <p:ph idx="1" type="body"/>
          </p:nvPr>
        </p:nvSpPr>
        <p:spPr>
          <a:xfrm>
            <a:off x="464425" y="3291840"/>
            <a:ext cx="1955100" cy="11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⁃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Char char="⁃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Char char="⁃"/>
              <a:defRPr sz="9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66" name="Google Shape;966;p143"/>
          <p:cNvSpPr txBox="1"/>
          <p:nvPr>
            <p:ph type="title"/>
          </p:nvPr>
        </p:nvSpPr>
        <p:spPr>
          <a:xfrm>
            <a:off x="473870" y="438912"/>
            <a:ext cx="75045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7" name="Google Shape;967;p143"/>
          <p:cNvSpPr txBox="1"/>
          <p:nvPr>
            <p:ph idx="2" type="body"/>
          </p:nvPr>
        </p:nvSpPr>
        <p:spPr>
          <a:xfrm>
            <a:off x="2547996" y="3291840"/>
            <a:ext cx="1955100" cy="11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⁃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Char char="⁃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Char char="⁃"/>
              <a:defRPr sz="9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68" name="Google Shape;968;p143"/>
          <p:cNvSpPr txBox="1"/>
          <p:nvPr>
            <p:ph idx="3" type="body"/>
          </p:nvPr>
        </p:nvSpPr>
        <p:spPr>
          <a:xfrm>
            <a:off x="4631567" y="3291840"/>
            <a:ext cx="1955100" cy="11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⁃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Char char="⁃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Char char="⁃"/>
              <a:defRPr sz="9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69" name="Google Shape;969;p143"/>
          <p:cNvSpPr txBox="1"/>
          <p:nvPr>
            <p:ph idx="4" type="body"/>
          </p:nvPr>
        </p:nvSpPr>
        <p:spPr>
          <a:xfrm>
            <a:off x="6715125" y="3291840"/>
            <a:ext cx="1955100" cy="11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⁃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Char char="⁃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Char char="⁃"/>
              <a:defRPr sz="9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70" name="Google Shape;970;p143"/>
          <p:cNvSpPr/>
          <p:nvPr>
            <p:ph idx="5" type="pic"/>
          </p:nvPr>
        </p:nvSpPr>
        <p:spPr>
          <a:xfrm>
            <a:off x="464425" y="1137000"/>
            <a:ext cx="1964700" cy="20979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71" name="Google Shape;971;p143"/>
          <p:cNvSpPr/>
          <p:nvPr>
            <p:ph idx="6" type="pic"/>
          </p:nvPr>
        </p:nvSpPr>
        <p:spPr>
          <a:xfrm>
            <a:off x="2547996" y="1137000"/>
            <a:ext cx="1964700" cy="20979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72" name="Google Shape;972;p143"/>
          <p:cNvSpPr/>
          <p:nvPr>
            <p:ph idx="7" type="pic"/>
          </p:nvPr>
        </p:nvSpPr>
        <p:spPr>
          <a:xfrm>
            <a:off x="4631567" y="1137000"/>
            <a:ext cx="1964700" cy="20979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73" name="Google Shape;973;p143"/>
          <p:cNvSpPr/>
          <p:nvPr>
            <p:ph idx="8" type="pic"/>
          </p:nvPr>
        </p:nvSpPr>
        <p:spPr>
          <a:xfrm>
            <a:off x="6715125" y="1137000"/>
            <a:ext cx="1964700" cy="20979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1_Basic table slide">
  <p:cSld name="Basic table slide">
    <p:bg>
      <p:bgPr>
        <a:solidFill>
          <a:schemeClr val="lt1"/>
        </a:solidFill>
      </p:bgPr>
    </p:bg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144"/>
          <p:cNvSpPr txBox="1"/>
          <p:nvPr>
            <p:ph idx="1" type="body"/>
          </p:nvPr>
        </p:nvSpPr>
        <p:spPr>
          <a:xfrm>
            <a:off x="4626770" y="469107"/>
            <a:ext cx="40434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976" name="Google Shape;976;p144"/>
          <p:cNvSpPr txBox="1"/>
          <p:nvPr>
            <p:ph idx="12" type="sldNum"/>
          </p:nvPr>
        </p:nvSpPr>
        <p:spPr>
          <a:xfrm>
            <a:off x="8317509" y="4736592"/>
            <a:ext cx="352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7" name="Google Shape;977;p144"/>
          <p:cNvSpPr txBox="1"/>
          <p:nvPr>
            <p:ph idx="2" type="body"/>
          </p:nvPr>
        </p:nvSpPr>
        <p:spPr>
          <a:xfrm>
            <a:off x="473869" y="1563960"/>
            <a:ext cx="1955100" cy="22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None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Char char="⁃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900"/>
              <a:buChar char="⁃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900"/>
              <a:buChar char="⁃"/>
              <a:defRPr sz="9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978" name="Google Shape;978;p144"/>
          <p:cNvSpPr txBox="1"/>
          <p:nvPr>
            <p:ph type="title"/>
          </p:nvPr>
        </p:nvSpPr>
        <p:spPr>
          <a:xfrm>
            <a:off x="473870" y="438912"/>
            <a:ext cx="40467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9" name="Google Shape;979;p144"/>
          <p:cNvSpPr txBox="1"/>
          <p:nvPr>
            <p:ph idx="3" type="body"/>
          </p:nvPr>
        </p:nvSpPr>
        <p:spPr>
          <a:xfrm>
            <a:off x="2571750" y="1563960"/>
            <a:ext cx="1955100" cy="22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None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Char char="⁃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900"/>
              <a:buChar char="⁃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900"/>
              <a:buChar char="⁃"/>
              <a:defRPr sz="9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980" name="Google Shape;980;p144"/>
          <p:cNvSpPr txBox="1"/>
          <p:nvPr>
            <p:ph idx="4" type="body"/>
          </p:nvPr>
        </p:nvSpPr>
        <p:spPr>
          <a:xfrm>
            <a:off x="4629150" y="1563960"/>
            <a:ext cx="1955100" cy="22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None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Char char="⁃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900"/>
              <a:buChar char="⁃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900"/>
              <a:buChar char="⁃"/>
              <a:defRPr sz="9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981" name="Google Shape;981;p144"/>
          <p:cNvSpPr txBox="1"/>
          <p:nvPr>
            <p:ph idx="5" type="body"/>
          </p:nvPr>
        </p:nvSpPr>
        <p:spPr>
          <a:xfrm>
            <a:off x="6715125" y="1563960"/>
            <a:ext cx="1955100" cy="22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None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Char char="⁃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900"/>
              <a:buChar char="⁃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900"/>
              <a:buChar char="⁃"/>
              <a:defRPr sz="9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2_Left content slide">
  <p:cSld name="Left content slide">
    <p:bg>
      <p:bgPr>
        <a:solidFill>
          <a:schemeClr val="lt1"/>
        </a:solidFill>
      </p:bgPr>
    </p:bg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145"/>
          <p:cNvSpPr txBox="1"/>
          <p:nvPr>
            <p:ph idx="12" type="sldNum"/>
          </p:nvPr>
        </p:nvSpPr>
        <p:spPr>
          <a:xfrm>
            <a:off x="8317509" y="4736592"/>
            <a:ext cx="352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4" name="Google Shape;984;p145"/>
          <p:cNvSpPr txBox="1"/>
          <p:nvPr>
            <p:ph idx="1" type="body"/>
          </p:nvPr>
        </p:nvSpPr>
        <p:spPr>
          <a:xfrm>
            <a:off x="473870" y="1371600"/>
            <a:ext cx="1355100" cy="30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None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Char char="⁃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900"/>
              <a:buChar char="⁃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900"/>
              <a:buChar char="⁃"/>
              <a:defRPr sz="9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985" name="Google Shape;985;p145"/>
          <p:cNvSpPr txBox="1"/>
          <p:nvPr>
            <p:ph type="title"/>
          </p:nvPr>
        </p:nvSpPr>
        <p:spPr>
          <a:xfrm>
            <a:off x="473870" y="438912"/>
            <a:ext cx="75045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3_Title + Content with Description">
  <p:cSld name="Title + Content with Description">
    <p:bg>
      <p:bgPr>
        <a:solidFill>
          <a:schemeClr val="lt1"/>
        </a:solidFill>
      </p:bgPr>
    </p:bg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146"/>
          <p:cNvSpPr txBox="1"/>
          <p:nvPr>
            <p:ph idx="12" type="sldNum"/>
          </p:nvPr>
        </p:nvSpPr>
        <p:spPr>
          <a:xfrm>
            <a:off x="8317509" y="4736592"/>
            <a:ext cx="352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8" name="Google Shape;988;p146"/>
          <p:cNvSpPr txBox="1"/>
          <p:nvPr>
            <p:ph idx="1" type="body"/>
          </p:nvPr>
        </p:nvSpPr>
        <p:spPr>
          <a:xfrm>
            <a:off x="473868" y="1371600"/>
            <a:ext cx="5486400" cy="3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/>
            </a:lvl3pPr>
            <a:lvl4pPr indent="-2857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Char char="-"/>
              <a:defRPr/>
            </a:lvl4pPr>
            <a:lvl5pPr indent="-2857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Char char="-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-"/>
              <a:defRPr sz="900"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989" name="Google Shape;989;p146"/>
          <p:cNvSpPr txBox="1"/>
          <p:nvPr>
            <p:ph idx="2" type="body"/>
          </p:nvPr>
        </p:nvSpPr>
        <p:spPr>
          <a:xfrm>
            <a:off x="4626770" y="469107"/>
            <a:ext cx="40434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990" name="Google Shape;990;p146"/>
          <p:cNvSpPr txBox="1"/>
          <p:nvPr>
            <p:ph type="title"/>
          </p:nvPr>
        </p:nvSpPr>
        <p:spPr>
          <a:xfrm>
            <a:off x="473870" y="438912"/>
            <a:ext cx="40467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4_Title, Content, Chart">
  <p:cSld name="Title, Content, Chart">
    <p:bg>
      <p:bgPr>
        <a:solidFill>
          <a:schemeClr val="lt1"/>
        </a:solidFill>
      </p:bgPr>
    </p:bg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147"/>
          <p:cNvSpPr txBox="1"/>
          <p:nvPr>
            <p:ph idx="1" type="body"/>
          </p:nvPr>
        </p:nvSpPr>
        <p:spPr>
          <a:xfrm>
            <a:off x="473869" y="4161138"/>
            <a:ext cx="28170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600"/>
              <a:buNone/>
              <a:defRPr sz="6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600"/>
              <a:buNone/>
              <a:defRPr sz="6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600"/>
              <a:buNone/>
              <a:defRPr sz="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600"/>
              <a:buNone/>
              <a:defRPr sz="600"/>
            </a:lvl5pPr>
            <a:lvl6pPr indent="-2667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600"/>
              <a:buChar char="•"/>
              <a:defRPr sz="600"/>
            </a:lvl6pPr>
            <a:lvl7pPr indent="-2667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600"/>
              <a:buChar char="•"/>
              <a:defRPr sz="600"/>
            </a:lvl7pPr>
            <a:lvl8pPr indent="-2667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600"/>
              <a:buChar char="•"/>
              <a:defRPr sz="600"/>
            </a:lvl8pPr>
            <a:lvl9pPr indent="-2667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600"/>
              <a:buChar char="•"/>
              <a:defRPr sz="600"/>
            </a:lvl9pPr>
          </a:lstStyle>
          <a:p/>
        </p:txBody>
      </p:sp>
      <p:cxnSp>
        <p:nvCxnSpPr>
          <p:cNvPr id="993" name="Google Shape;993;p147"/>
          <p:cNvCxnSpPr/>
          <p:nvPr/>
        </p:nvCxnSpPr>
        <p:spPr>
          <a:xfrm>
            <a:off x="471488" y="4074512"/>
            <a:ext cx="1705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94" name="Google Shape;994;p147"/>
          <p:cNvSpPr txBox="1"/>
          <p:nvPr>
            <p:ph idx="12" type="sldNum"/>
          </p:nvPr>
        </p:nvSpPr>
        <p:spPr>
          <a:xfrm>
            <a:off x="8317509" y="4736592"/>
            <a:ext cx="352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5" name="Google Shape;995;p147"/>
          <p:cNvSpPr txBox="1"/>
          <p:nvPr>
            <p:ph idx="2" type="body"/>
          </p:nvPr>
        </p:nvSpPr>
        <p:spPr>
          <a:xfrm>
            <a:off x="475488" y="1371600"/>
            <a:ext cx="2816400" cy="27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None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Char char="⁃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900"/>
              <a:buChar char="⁃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900"/>
              <a:buChar char="⁃"/>
              <a:defRPr sz="9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996" name="Google Shape;996;p147"/>
          <p:cNvSpPr txBox="1"/>
          <p:nvPr>
            <p:ph type="title"/>
          </p:nvPr>
        </p:nvSpPr>
        <p:spPr>
          <a:xfrm>
            <a:off x="473870" y="438912"/>
            <a:ext cx="40467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5_Numbers graphic slide">
  <p:cSld name="Numbers graphic slide"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148"/>
          <p:cNvSpPr txBox="1"/>
          <p:nvPr>
            <p:ph idx="12" type="sldNum"/>
          </p:nvPr>
        </p:nvSpPr>
        <p:spPr>
          <a:xfrm>
            <a:off x="8317509" y="4736592"/>
            <a:ext cx="352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9" name="Google Shape;999;p148"/>
          <p:cNvSpPr txBox="1"/>
          <p:nvPr>
            <p:ph idx="1" type="body"/>
          </p:nvPr>
        </p:nvSpPr>
        <p:spPr>
          <a:xfrm>
            <a:off x="473870" y="1112744"/>
            <a:ext cx="2646600" cy="10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Verizon NHG DS"/>
              <a:buNone/>
              <a:defRPr i="0" sz="7500">
                <a:solidFill>
                  <a:schemeClr val="dk2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Verizon NHG DS"/>
              <a:buNone/>
              <a:defRPr>
                <a:solidFill>
                  <a:schemeClr val="lt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Verizon NHG DS"/>
              <a:buNone/>
              <a:defRPr>
                <a:solidFill>
                  <a:schemeClr val="lt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Verizon NHG DS"/>
              <a:buNone/>
              <a:defRPr>
                <a:solidFill>
                  <a:schemeClr val="lt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Verizon NHG DS"/>
              <a:buNone/>
              <a:defRPr>
                <a:solidFill>
                  <a:schemeClr val="lt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5pPr>
            <a:lvl6pPr indent="-3175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DS"/>
              <a:buChar char="•"/>
              <a:defRPr>
                <a:latin typeface="Verizon NHG DS"/>
                <a:ea typeface="Verizon NHG DS"/>
                <a:cs typeface="Verizon NHG DS"/>
                <a:sym typeface="Verizon NHG DS"/>
              </a:defRPr>
            </a:lvl6pPr>
            <a:lvl7pPr indent="-3175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DS"/>
              <a:buChar char="•"/>
              <a:defRPr>
                <a:latin typeface="Verizon NHG DS"/>
                <a:ea typeface="Verizon NHG DS"/>
                <a:cs typeface="Verizon NHG DS"/>
                <a:sym typeface="Verizon NHG DS"/>
              </a:defRPr>
            </a:lvl7pPr>
            <a:lvl8pPr indent="-3175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DS"/>
              <a:buChar char="•"/>
              <a:defRPr>
                <a:latin typeface="Verizon NHG DS"/>
                <a:ea typeface="Verizon NHG DS"/>
                <a:cs typeface="Verizon NHG DS"/>
                <a:sym typeface="Verizon NHG DS"/>
              </a:defRPr>
            </a:lvl8pPr>
            <a:lvl9pPr indent="-3175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DS"/>
              <a:buChar char="•"/>
              <a:defRPr>
                <a:latin typeface="Verizon NHG DS"/>
                <a:ea typeface="Verizon NHG DS"/>
                <a:cs typeface="Verizon NHG DS"/>
                <a:sym typeface="Verizon NHG DS"/>
              </a:defRPr>
            </a:lvl9pPr>
          </a:lstStyle>
          <a:p/>
        </p:txBody>
      </p:sp>
      <p:sp>
        <p:nvSpPr>
          <p:cNvPr id="1000" name="Google Shape;1000;p148"/>
          <p:cNvSpPr txBox="1"/>
          <p:nvPr>
            <p:ph idx="2" type="body"/>
          </p:nvPr>
        </p:nvSpPr>
        <p:spPr>
          <a:xfrm>
            <a:off x="473869" y="2213966"/>
            <a:ext cx="2448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sz="900"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None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Char char="⁃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900"/>
              <a:buChar char="⁃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900"/>
              <a:buChar char="⁃"/>
              <a:defRPr sz="9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001" name="Google Shape;1001;p148"/>
          <p:cNvSpPr txBox="1"/>
          <p:nvPr>
            <p:ph type="title"/>
          </p:nvPr>
        </p:nvSpPr>
        <p:spPr>
          <a:xfrm>
            <a:off x="473870" y="438912"/>
            <a:ext cx="75045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2" name="Google Shape;1002;p148"/>
          <p:cNvSpPr txBox="1"/>
          <p:nvPr>
            <p:ph idx="3" type="body"/>
          </p:nvPr>
        </p:nvSpPr>
        <p:spPr>
          <a:xfrm>
            <a:off x="3257550" y="1112744"/>
            <a:ext cx="2646600" cy="10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Verizon NHG DS"/>
              <a:buNone/>
              <a:defRPr i="0" sz="7500">
                <a:solidFill>
                  <a:schemeClr val="dk2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Verizon NHG DS"/>
              <a:buNone/>
              <a:defRPr>
                <a:solidFill>
                  <a:schemeClr val="lt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Verizon NHG DS"/>
              <a:buNone/>
              <a:defRPr>
                <a:solidFill>
                  <a:schemeClr val="lt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Verizon NHG DS"/>
              <a:buNone/>
              <a:defRPr>
                <a:solidFill>
                  <a:schemeClr val="lt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Verizon NHG DS"/>
              <a:buNone/>
              <a:defRPr>
                <a:solidFill>
                  <a:schemeClr val="lt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5pPr>
            <a:lvl6pPr indent="-3175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DS"/>
              <a:buChar char="•"/>
              <a:defRPr>
                <a:latin typeface="Verizon NHG DS"/>
                <a:ea typeface="Verizon NHG DS"/>
                <a:cs typeface="Verizon NHG DS"/>
                <a:sym typeface="Verizon NHG DS"/>
              </a:defRPr>
            </a:lvl6pPr>
            <a:lvl7pPr indent="-3175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DS"/>
              <a:buChar char="•"/>
              <a:defRPr>
                <a:latin typeface="Verizon NHG DS"/>
                <a:ea typeface="Verizon NHG DS"/>
                <a:cs typeface="Verizon NHG DS"/>
                <a:sym typeface="Verizon NHG DS"/>
              </a:defRPr>
            </a:lvl7pPr>
            <a:lvl8pPr indent="-3175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DS"/>
              <a:buChar char="•"/>
              <a:defRPr>
                <a:latin typeface="Verizon NHG DS"/>
                <a:ea typeface="Verizon NHG DS"/>
                <a:cs typeface="Verizon NHG DS"/>
                <a:sym typeface="Verizon NHG DS"/>
              </a:defRPr>
            </a:lvl8pPr>
            <a:lvl9pPr indent="-3175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DS"/>
              <a:buChar char="•"/>
              <a:defRPr>
                <a:latin typeface="Verizon NHG DS"/>
                <a:ea typeface="Verizon NHG DS"/>
                <a:cs typeface="Verizon NHG DS"/>
                <a:sym typeface="Verizon NHG DS"/>
              </a:defRPr>
            </a:lvl9pPr>
          </a:lstStyle>
          <a:p/>
        </p:txBody>
      </p:sp>
      <p:sp>
        <p:nvSpPr>
          <p:cNvPr id="1003" name="Google Shape;1003;p148"/>
          <p:cNvSpPr txBox="1"/>
          <p:nvPr>
            <p:ph idx="4" type="body"/>
          </p:nvPr>
        </p:nvSpPr>
        <p:spPr>
          <a:xfrm>
            <a:off x="3257549" y="2213966"/>
            <a:ext cx="2448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sz="900"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None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Char char="⁃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900"/>
              <a:buChar char="⁃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900"/>
              <a:buChar char="⁃"/>
              <a:defRPr sz="9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004" name="Google Shape;1004;p148"/>
          <p:cNvSpPr txBox="1"/>
          <p:nvPr>
            <p:ph idx="5" type="body"/>
          </p:nvPr>
        </p:nvSpPr>
        <p:spPr>
          <a:xfrm>
            <a:off x="6013107" y="1112744"/>
            <a:ext cx="2646600" cy="10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Verizon NHG DS"/>
              <a:buNone/>
              <a:defRPr i="0" sz="7500">
                <a:solidFill>
                  <a:schemeClr val="dk2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Verizon NHG DS"/>
              <a:buNone/>
              <a:defRPr>
                <a:solidFill>
                  <a:schemeClr val="lt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Verizon NHG DS"/>
              <a:buNone/>
              <a:defRPr>
                <a:solidFill>
                  <a:schemeClr val="lt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Verizon NHG DS"/>
              <a:buNone/>
              <a:defRPr>
                <a:solidFill>
                  <a:schemeClr val="lt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Verizon NHG DS"/>
              <a:buNone/>
              <a:defRPr>
                <a:solidFill>
                  <a:schemeClr val="lt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5pPr>
            <a:lvl6pPr indent="-3175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DS"/>
              <a:buChar char="•"/>
              <a:defRPr>
                <a:latin typeface="Verizon NHG DS"/>
                <a:ea typeface="Verizon NHG DS"/>
                <a:cs typeface="Verizon NHG DS"/>
                <a:sym typeface="Verizon NHG DS"/>
              </a:defRPr>
            </a:lvl6pPr>
            <a:lvl7pPr indent="-3175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DS"/>
              <a:buChar char="•"/>
              <a:defRPr>
                <a:latin typeface="Verizon NHG DS"/>
                <a:ea typeface="Verizon NHG DS"/>
                <a:cs typeface="Verizon NHG DS"/>
                <a:sym typeface="Verizon NHG DS"/>
              </a:defRPr>
            </a:lvl7pPr>
            <a:lvl8pPr indent="-3175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DS"/>
              <a:buChar char="•"/>
              <a:defRPr>
                <a:latin typeface="Verizon NHG DS"/>
                <a:ea typeface="Verizon NHG DS"/>
                <a:cs typeface="Verizon NHG DS"/>
                <a:sym typeface="Verizon NHG DS"/>
              </a:defRPr>
            </a:lvl8pPr>
            <a:lvl9pPr indent="-3175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DS"/>
              <a:buChar char="•"/>
              <a:defRPr>
                <a:latin typeface="Verizon NHG DS"/>
                <a:ea typeface="Verizon NHG DS"/>
                <a:cs typeface="Verizon NHG DS"/>
                <a:sym typeface="Verizon NHG DS"/>
              </a:defRPr>
            </a:lvl9pPr>
          </a:lstStyle>
          <a:p/>
        </p:txBody>
      </p:sp>
      <p:sp>
        <p:nvSpPr>
          <p:cNvPr id="1005" name="Google Shape;1005;p148"/>
          <p:cNvSpPr txBox="1"/>
          <p:nvPr>
            <p:ph idx="6" type="body"/>
          </p:nvPr>
        </p:nvSpPr>
        <p:spPr>
          <a:xfrm>
            <a:off x="6013106" y="2213966"/>
            <a:ext cx="2448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sz="900"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None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Char char="⁃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900"/>
              <a:buChar char="⁃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900"/>
              <a:buChar char="⁃"/>
              <a:defRPr sz="9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006" name="Google Shape;1006;p148"/>
          <p:cNvSpPr txBox="1"/>
          <p:nvPr>
            <p:ph idx="7" type="body"/>
          </p:nvPr>
        </p:nvSpPr>
        <p:spPr>
          <a:xfrm>
            <a:off x="473870" y="2857500"/>
            <a:ext cx="2646600" cy="10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Verizon NHG DS"/>
              <a:buNone/>
              <a:defRPr i="0" sz="7500">
                <a:solidFill>
                  <a:schemeClr val="dk2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Verizon NHG DS"/>
              <a:buNone/>
              <a:defRPr>
                <a:solidFill>
                  <a:schemeClr val="lt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Verizon NHG DS"/>
              <a:buNone/>
              <a:defRPr>
                <a:solidFill>
                  <a:schemeClr val="lt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Verizon NHG DS"/>
              <a:buNone/>
              <a:defRPr>
                <a:solidFill>
                  <a:schemeClr val="lt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Verizon NHG DS"/>
              <a:buNone/>
              <a:defRPr>
                <a:solidFill>
                  <a:schemeClr val="lt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5pPr>
            <a:lvl6pPr indent="-3175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DS"/>
              <a:buChar char="•"/>
              <a:defRPr>
                <a:latin typeface="Verizon NHG DS"/>
                <a:ea typeface="Verizon NHG DS"/>
                <a:cs typeface="Verizon NHG DS"/>
                <a:sym typeface="Verizon NHG DS"/>
              </a:defRPr>
            </a:lvl6pPr>
            <a:lvl7pPr indent="-3175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DS"/>
              <a:buChar char="•"/>
              <a:defRPr>
                <a:latin typeface="Verizon NHG DS"/>
                <a:ea typeface="Verizon NHG DS"/>
                <a:cs typeface="Verizon NHG DS"/>
                <a:sym typeface="Verizon NHG DS"/>
              </a:defRPr>
            </a:lvl7pPr>
            <a:lvl8pPr indent="-3175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DS"/>
              <a:buChar char="•"/>
              <a:defRPr>
                <a:latin typeface="Verizon NHG DS"/>
                <a:ea typeface="Verizon NHG DS"/>
                <a:cs typeface="Verizon NHG DS"/>
                <a:sym typeface="Verizon NHG DS"/>
              </a:defRPr>
            </a:lvl8pPr>
            <a:lvl9pPr indent="-3175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DS"/>
              <a:buChar char="•"/>
              <a:defRPr>
                <a:latin typeface="Verizon NHG DS"/>
                <a:ea typeface="Verizon NHG DS"/>
                <a:cs typeface="Verizon NHG DS"/>
                <a:sym typeface="Verizon NHG DS"/>
              </a:defRPr>
            </a:lvl9pPr>
          </a:lstStyle>
          <a:p/>
        </p:txBody>
      </p:sp>
      <p:sp>
        <p:nvSpPr>
          <p:cNvPr id="1007" name="Google Shape;1007;p148"/>
          <p:cNvSpPr txBox="1"/>
          <p:nvPr>
            <p:ph idx="8" type="body"/>
          </p:nvPr>
        </p:nvSpPr>
        <p:spPr>
          <a:xfrm>
            <a:off x="473869" y="3958722"/>
            <a:ext cx="2448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sz="900"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None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Char char="⁃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900"/>
              <a:buChar char="⁃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900"/>
              <a:buChar char="⁃"/>
              <a:defRPr sz="9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008" name="Google Shape;1008;p148"/>
          <p:cNvSpPr txBox="1"/>
          <p:nvPr>
            <p:ph idx="9" type="body"/>
          </p:nvPr>
        </p:nvSpPr>
        <p:spPr>
          <a:xfrm>
            <a:off x="3257550" y="2857500"/>
            <a:ext cx="2646600" cy="10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Verizon NHG DS"/>
              <a:buNone/>
              <a:defRPr i="0" sz="7500">
                <a:solidFill>
                  <a:schemeClr val="dk2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Verizon NHG DS"/>
              <a:buNone/>
              <a:defRPr>
                <a:solidFill>
                  <a:schemeClr val="lt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Verizon NHG DS"/>
              <a:buNone/>
              <a:defRPr>
                <a:solidFill>
                  <a:schemeClr val="lt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Verizon NHG DS"/>
              <a:buNone/>
              <a:defRPr>
                <a:solidFill>
                  <a:schemeClr val="lt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Verizon NHG DS"/>
              <a:buNone/>
              <a:defRPr>
                <a:solidFill>
                  <a:schemeClr val="lt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5pPr>
            <a:lvl6pPr indent="-3175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DS"/>
              <a:buChar char="•"/>
              <a:defRPr>
                <a:latin typeface="Verizon NHG DS"/>
                <a:ea typeface="Verizon NHG DS"/>
                <a:cs typeface="Verizon NHG DS"/>
                <a:sym typeface="Verizon NHG DS"/>
              </a:defRPr>
            </a:lvl6pPr>
            <a:lvl7pPr indent="-3175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DS"/>
              <a:buChar char="•"/>
              <a:defRPr>
                <a:latin typeface="Verizon NHG DS"/>
                <a:ea typeface="Verizon NHG DS"/>
                <a:cs typeface="Verizon NHG DS"/>
                <a:sym typeface="Verizon NHG DS"/>
              </a:defRPr>
            </a:lvl7pPr>
            <a:lvl8pPr indent="-3175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DS"/>
              <a:buChar char="•"/>
              <a:defRPr>
                <a:latin typeface="Verizon NHG DS"/>
                <a:ea typeface="Verizon NHG DS"/>
                <a:cs typeface="Verizon NHG DS"/>
                <a:sym typeface="Verizon NHG DS"/>
              </a:defRPr>
            </a:lvl8pPr>
            <a:lvl9pPr indent="-3175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DS"/>
              <a:buChar char="•"/>
              <a:defRPr>
                <a:latin typeface="Verizon NHG DS"/>
                <a:ea typeface="Verizon NHG DS"/>
                <a:cs typeface="Verizon NHG DS"/>
                <a:sym typeface="Verizon NHG DS"/>
              </a:defRPr>
            </a:lvl9pPr>
          </a:lstStyle>
          <a:p/>
        </p:txBody>
      </p:sp>
      <p:sp>
        <p:nvSpPr>
          <p:cNvPr id="1009" name="Google Shape;1009;p148"/>
          <p:cNvSpPr txBox="1"/>
          <p:nvPr>
            <p:ph idx="13" type="body"/>
          </p:nvPr>
        </p:nvSpPr>
        <p:spPr>
          <a:xfrm>
            <a:off x="3257549" y="3958722"/>
            <a:ext cx="2448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sz="900"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None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Char char="⁃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900"/>
              <a:buChar char="⁃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900"/>
              <a:buChar char="⁃"/>
              <a:defRPr sz="9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010" name="Google Shape;1010;p148"/>
          <p:cNvSpPr txBox="1"/>
          <p:nvPr>
            <p:ph idx="14" type="body"/>
          </p:nvPr>
        </p:nvSpPr>
        <p:spPr>
          <a:xfrm>
            <a:off x="6013107" y="2857500"/>
            <a:ext cx="2646600" cy="10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Verizon NHG DS"/>
              <a:buNone/>
              <a:defRPr i="0" sz="7500">
                <a:solidFill>
                  <a:schemeClr val="dk2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Verizon NHG DS"/>
              <a:buNone/>
              <a:defRPr>
                <a:solidFill>
                  <a:schemeClr val="lt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Verizon NHG DS"/>
              <a:buNone/>
              <a:defRPr>
                <a:solidFill>
                  <a:schemeClr val="lt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Verizon NHG DS"/>
              <a:buNone/>
              <a:defRPr>
                <a:solidFill>
                  <a:schemeClr val="lt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Verizon NHG DS"/>
              <a:buNone/>
              <a:defRPr>
                <a:solidFill>
                  <a:schemeClr val="lt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5pPr>
            <a:lvl6pPr indent="-3175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DS"/>
              <a:buChar char="•"/>
              <a:defRPr>
                <a:latin typeface="Verizon NHG DS"/>
                <a:ea typeface="Verizon NHG DS"/>
                <a:cs typeface="Verizon NHG DS"/>
                <a:sym typeface="Verizon NHG DS"/>
              </a:defRPr>
            </a:lvl6pPr>
            <a:lvl7pPr indent="-3175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DS"/>
              <a:buChar char="•"/>
              <a:defRPr>
                <a:latin typeface="Verizon NHG DS"/>
                <a:ea typeface="Verizon NHG DS"/>
                <a:cs typeface="Verizon NHG DS"/>
                <a:sym typeface="Verizon NHG DS"/>
              </a:defRPr>
            </a:lvl7pPr>
            <a:lvl8pPr indent="-3175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DS"/>
              <a:buChar char="•"/>
              <a:defRPr>
                <a:latin typeface="Verizon NHG DS"/>
                <a:ea typeface="Verizon NHG DS"/>
                <a:cs typeface="Verizon NHG DS"/>
                <a:sym typeface="Verizon NHG DS"/>
              </a:defRPr>
            </a:lvl8pPr>
            <a:lvl9pPr indent="-3175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izon NHG DS"/>
              <a:buChar char="•"/>
              <a:defRPr>
                <a:latin typeface="Verizon NHG DS"/>
                <a:ea typeface="Verizon NHG DS"/>
                <a:cs typeface="Verizon NHG DS"/>
                <a:sym typeface="Verizon NHG DS"/>
              </a:defRPr>
            </a:lvl9pPr>
          </a:lstStyle>
          <a:p/>
        </p:txBody>
      </p:sp>
      <p:sp>
        <p:nvSpPr>
          <p:cNvPr id="1011" name="Google Shape;1011;p148"/>
          <p:cNvSpPr txBox="1"/>
          <p:nvPr>
            <p:ph idx="15" type="body"/>
          </p:nvPr>
        </p:nvSpPr>
        <p:spPr>
          <a:xfrm>
            <a:off x="6013106" y="3958722"/>
            <a:ext cx="2448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sz="900"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900"/>
              <a:buNone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Char char="⁃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900"/>
              <a:buChar char="⁃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900"/>
              <a:buChar char="⁃"/>
              <a:defRPr sz="9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6_Ender 1 - Stone">
  <p:cSld name="Ender 1 - White">
    <p:bg>
      <p:bgPr>
        <a:solidFill>
          <a:schemeClr val="lt1"/>
        </a:solidFill>
      </p:bgPr>
    </p:bg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149"/>
          <p:cNvSpPr/>
          <p:nvPr/>
        </p:nvSpPr>
        <p:spPr>
          <a:xfrm>
            <a:off x="217609" y="4711944"/>
            <a:ext cx="6185400" cy="22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red and black logo&#10;&#10;Description automatically generated" id="1014" name="Google Shape;1014;p1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75488" y="2852928"/>
            <a:ext cx="8193023" cy="18373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7_Ender 1 - Black">
  <p:cSld name="Ender 1 - Black">
    <p:bg>
      <p:bgPr>
        <a:solidFill>
          <a:srgbClr val="000000"/>
        </a:solidFill>
      </p:bgPr>
    </p:bg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150"/>
          <p:cNvSpPr/>
          <p:nvPr/>
        </p:nvSpPr>
        <p:spPr>
          <a:xfrm>
            <a:off x="217609" y="4741252"/>
            <a:ext cx="6185400" cy="224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150"/>
          <p:cNvSpPr/>
          <p:nvPr/>
        </p:nvSpPr>
        <p:spPr>
          <a:xfrm>
            <a:off x="178044" y="4668716"/>
            <a:ext cx="824100" cy="309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red and black logo&#10;&#10;Description automatically generated" id="1018" name="Google Shape;1018;p1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75488" y="2852928"/>
            <a:ext cx="8193023" cy="18373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8_Ender 2 - Stone">
  <p:cSld name="Ender 2 - White">
    <p:bg>
      <p:bgPr>
        <a:solidFill>
          <a:schemeClr val="lt1"/>
        </a:solidFill>
      </p:bgPr>
    </p:bg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151"/>
          <p:cNvSpPr/>
          <p:nvPr/>
        </p:nvSpPr>
        <p:spPr>
          <a:xfrm>
            <a:off x="217600" y="4591324"/>
            <a:ext cx="6185400" cy="37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red letter v with a yellow light&#10;&#10;Description automatically generated" id="1021" name="Google Shape;1021;p1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44952" y="1143000"/>
            <a:ext cx="3059982" cy="2862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9_Ender 2 - Black">
  <p:cSld name="Ender 2 - Black">
    <p:bg>
      <p:bgPr>
        <a:solidFill>
          <a:srgbClr val="000000"/>
        </a:solidFill>
      </p:bgPr>
    </p:bg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152"/>
          <p:cNvSpPr/>
          <p:nvPr/>
        </p:nvSpPr>
        <p:spPr>
          <a:xfrm>
            <a:off x="178044" y="4668716"/>
            <a:ext cx="987600" cy="309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red letter v with a yellow light&#10;&#10;Description automatically generated" id="1024" name="Google Shape;1024;p1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44952" y="1143000"/>
            <a:ext cx="3059982" cy="2862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153"/>
          <p:cNvSpPr txBox="1"/>
          <p:nvPr>
            <p:ph type="title"/>
          </p:nvPr>
        </p:nvSpPr>
        <p:spPr>
          <a:xfrm>
            <a:off x="457200" y="205979"/>
            <a:ext cx="8229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7" name="Google Shape;1027;p15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28" name="Google Shape;1028;p15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154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31" name="Google Shape;1031;p154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32" name="Google Shape;1032;p15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 No Overline">
  <p:cSld name="Complex Chart"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155"/>
          <p:cNvSpPr txBox="1"/>
          <p:nvPr>
            <p:ph type="title"/>
          </p:nvPr>
        </p:nvSpPr>
        <p:spPr>
          <a:xfrm>
            <a:off x="457200" y="247650"/>
            <a:ext cx="7086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5" name="Google Shape;1035;p155"/>
          <p:cNvSpPr txBox="1"/>
          <p:nvPr>
            <p:ph idx="1" type="body"/>
          </p:nvPr>
        </p:nvSpPr>
        <p:spPr>
          <a:xfrm>
            <a:off x="457200" y="590550"/>
            <a:ext cx="82296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6" name="Google Shape;1036;p155"/>
          <p:cNvSpPr txBox="1"/>
          <p:nvPr>
            <p:ph idx="12" type="sldNum"/>
          </p:nvPr>
        </p:nvSpPr>
        <p:spPr>
          <a:xfrm>
            <a:off x="8458200" y="4700016"/>
            <a:ext cx="228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1" i="0" sz="700" u="none" cap="none" strike="noStrik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1" i="0" sz="700" u="none" cap="none" strike="noStrik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1" i="0" sz="700" u="none" cap="none" strike="noStrik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1" i="0" sz="700" u="none" cap="none" strike="noStrik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1" i="0" sz="700" u="none" cap="none" strike="noStrik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1" i="0" sz="700" u="none" cap="none" strike="noStrik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1" i="0" sz="700" u="none" cap="none" strike="noStrik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1" i="0" sz="700" u="none" cap="none" strike="noStrik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1" i="0" sz="700" u="none" cap="none" strike="noStrik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theme" Target="../theme/theme4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91.xml"/><Relationship Id="rId42" Type="http://schemas.openxmlformats.org/officeDocument/2006/relationships/slideLayout" Target="../slideLayouts/slideLayout93.xml"/><Relationship Id="rId41" Type="http://schemas.openxmlformats.org/officeDocument/2006/relationships/slideLayout" Target="../slideLayouts/slideLayout92.xml"/><Relationship Id="rId44" Type="http://schemas.openxmlformats.org/officeDocument/2006/relationships/slideLayout" Target="../slideLayouts/slideLayout95.xml"/><Relationship Id="rId43" Type="http://schemas.openxmlformats.org/officeDocument/2006/relationships/slideLayout" Target="../slideLayouts/slideLayout94.xml"/><Relationship Id="rId46" Type="http://schemas.openxmlformats.org/officeDocument/2006/relationships/slideLayout" Target="../slideLayouts/slideLayout97.xml"/><Relationship Id="rId45" Type="http://schemas.openxmlformats.org/officeDocument/2006/relationships/slideLayout" Target="../slideLayouts/slideLayout96.xml"/><Relationship Id="rId1" Type="http://schemas.openxmlformats.org/officeDocument/2006/relationships/slideLayout" Target="../slideLayouts/slideLayout52.xml"/><Relationship Id="rId2" Type="http://schemas.openxmlformats.org/officeDocument/2006/relationships/slideLayout" Target="../slideLayouts/slideLayout53.xml"/><Relationship Id="rId3" Type="http://schemas.openxmlformats.org/officeDocument/2006/relationships/slideLayout" Target="../slideLayouts/slideLayout54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48" Type="http://schemas.openxmlformats.org/officeDocument/2006/relationships/slideLayout" Target="../slideLayouts/slideLayout99.xml"/><Relationship Id="rId47" Type="http://schemas.openxmlformats.org/officeDocument/2006/relationships/slideLayout" Target="../slideLayouts/slideLayout98.xml"/><Relationship Id="rId49" Type="http://schemas.openxmlformats.org/officeDocument/2006/relationships/slideLayout" Target="../slideLayouts/slideLayout100.xml"/><Relationship Id="rId5" Type="http://schemas.openxmlformats.org/officeDocument/2006/relationships/slideLayout" Target="../slideLayouts/slideLayout56.xml"/><Relationship Id="rId6" Type="http://schemas.openxmlformats.org/officeDocument/2006/relationships/slideLayout" Target="../slideLayouts/slideLayout57.xml"/><Relationship Id="rId7" Type="http://schemas.openxmlformats.org/officeDocument/2006/relationships/slideLayout" Target="../slideLayouts/slideLayout58.xml"/><Relationship Id="rId8" Type="http://schemas.openxmlformats.org/officeDocument/2006/relationships/slideLayout" Target="../slideLayouts/slideLayout59.xml"/><Relationship Id="rId31" Type="http://schemas.openxmlformats.org/officeDocument/2006/relationships/slideLayout" Target="../slideLayouts/slideLayout82.xml"/><Relationship Id="rId30" Type="http://schemas.openxmlformats.org/officeDocument/2006/relationships/slideLayout" Target="../slideLayouts/slideLayout81.xml"/><Relationship Id="rId33" Type="http://schemas.openxmlformats.org/officeDocument/2006/relationships/slideLayout" Target="../slideLayouts/slideLayout84.xml"/><Relationship Id="rId32" Type="http://schemas.openxmlformats.org/officeDocument/2006/relationships/slideLayout" Target="../slideLayouts/slideLayout83.xml"/><Relationship Id="rId35" Type="http://schemas.openxmlformats.org/officeDocument/2006/relationships/slideLayout" Target="../slideLayouts/slideLayout86.xml"/><Relationship Id="rId34" Type="http://schemas.openxmlformats.org/officeDocument/2006/relationships/slideLayout" Target="../slideLayouts/slideLayout85.xml"/><Relationship Id="rId37" Type="http://schemas.openxmlformats.org/officeDocument/2006/relationships/slideLayout" Target="../slideLayouts/slideLayout88.xml"/><Relationship Id="rId36" Type="http://schemas.openxmlformats.org/officeDocument/2006/relationships/slideLayout" Target="../slideLayouts/slideLayout87.xml"/><Relationship Id="rId39" Type="http://schemas.openxmlformats.org/officeDocument/2006/relationships/slideLayout" Target="../slideLayouts/slideLayout90.xml"/><Relationship Id="rId38" Type="http://schemas.openxmlformats.org/officeDocument/2006/relationships/slideLayout" Target="../slideLayouts/slideLayout89.xml"/><Relationship Id="rId20" Type="http://schemas.openxmlformats.org/officeDocument/2006/relationships/slideLayout" Target="../slideLayouts/slideLayout71.xml"/><Relationship Id="rId22" Type="http://schemas.openxmlformats.org/officeDocument/2006/relationships/slideLayout" Target="../slideLayouts/slideLayout73.xml"/><Relationship Id="rId21" Type="http://schemas.openxmlformats.org/officeDocument/2006/relationships/slideLayout" Target="../slideLayouts/slideLayout72.xml"/><Relationship Id="rId24" Type="http://schemas.openxmlformats.org/officeDocument/2006/relationships/slideLayout" Target="../slideLayouts/slideLayout75.xml"/><Relationship Id="rId23" Type="http://schemas.openxmlformats.org/officeDocument/2006/relationships/slideLayout" Target="../slideLayouts/slideLayout74.xml"/><Relationship Id="rId26" Type="http://schemas.openxmlformats.org/officeDocument/2006/relationships/slideLayout" Target="../slideLayouts/slideLayout77.xml"/><Relationship Id="rId25" Type="http://schemas.openxmlformats.org/officeDocument/2006/relationships/slideLayout" Target="../slideLayouts/slideLayout76.xml"/><Relationship Id="rId28" Type="http://schemas.openxmlformats.org/officeDocument/2006/relationships/slideLayout" Target="../slideLayouts/slideLayout79.xml"/><Relationship Id="rId27" Type="http://schemas.openxmlformats.org/officeDocument/2006/relationships/slideLayout" Target="../slideLayouts/slideLayout78.xml"/><Relationship Id="rId29" Type="http://schemas.openxmlformats.org/officeDocument/2006/relationships/slideLayout" Target="../slideLayouts/slideLayout80.xml"/><Relationship Id="rId51" Type="http://schemas.openxmlformats.org/officeDocument/2006/relationships/slideLayout" Target="../slideLayouts/slideLayout102.xml"/><Relationship Id="rId50" Type="http://schemas.openxmlformats.org/officeDocument/2006/relationships/slideLayout" Target="../slideLayouts/slideLayout101.xml"/><Relationship Id="rId53" Type="http://schemas.openxmlformats.org/officeDocument/2006/relationships/slideLayout" Target="../slideLayouts/slideLayout104.xml"/><Relationship Id="rId52" Type="http://schemas.openxmlformats.org/officeDocument/2006/relationships/slideLayout" Target="../slideLayouts/slideLayout103.xml"/><Relationship Id="rId11" Type="http://schemas.openxmlformats.org/officeDocument/2006/relationships/slideLayout" Target="../slideLayouts/slideLayout62.xml"/><Relationship Id="rId55" Type="http://schemas.openxmlformats.org/officeDocument/2006/relationships/slideLayout" Target="../slideLayouts/slideLayout106.xml"/><Relationship Id="rId10" Type="http://schemas.openxmlformats.org/officeDocument/2006/relationships/slideLayout" Target="../slideLayouts/slideLayout61.xml"/><Relationship Id="rId54" Type="http://schemas.openxmlformats.org/officeDocument/2006/relationships/slideLayout" Target="../slideLayouts/slideLayout105.xml"/><Relationship Id="rId13" Type="http://schemas.openxmlformats.org/officeDocument/2006/relationships/slideLayout" Target="../slideLayouts/slideLayout64.xml"/><Relationship Id="rId57" Type="http://schemas.openxmlformats.org/officeDocument/2006/relationships/theme" Target="../theme/theme3.xml"/><Relationship Id="rId12" Type="http://schemas.openxmlformats.org/officeDocument/2006/relationships/slideLayout" Target="../slideLayouts/slideLayout63.xml"/><Relationship Id="rId56" Type="http://schemas.openxmlformats.org/officeDocument/2006/relationships/slideLayout" Target="../slideLayouts/slideLayout107.xml"/><Relationship Id="rId15" Type="http://schemas.openxmlformats.org/officeDocument/2006/relationships/slideLayout" Target="../slideLayouts/slideLayout66.xml"/><Relationship Id="rId14" Type="http://schemas.openxmlformats.org/officeDocument/2006/relationships/slideLayout" Target="../slideLayouts/slideLayout65.xml"/><Relationship Id="rId17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67.xml"/><Relationship Id="rId19" Type="http://schemas.openxmlformats.org/officeDocument/2006/relationships/slideLayout" Target="../slideLayouts/slideLayout70.xml"/><Relationship Id="rId18" Type="http://schemas.openxmlformats.org/officeDocument/2006/relationships/slideLayout" Target="../slideLayouts/slideLayout69.xml"/></Relationships>
</file>

<file path=ppt/slideMasters/_rels/slideMaster3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46.xml"/><Relationship Id="rId42" Type="http://schemas.openxmlformats.org/officeDocument/2006/relationships/slideLayout" Target="../slideLayouts/slideLayout148.xml"/><Relationship Id="rId41" Type="http://schemas.openxmlformats.org/officeDocument/2006/relationships/slideLayout" Target="../slideLayouts/slideLayout147.xml"/><Relationship Id="rId44" Type="http://schemas.openxmlformats.org/officeDocument/2006/relationships/slideLayout" Target="../slideLayouts/slideLayout150.xml"/><Relationship Id="rId43" Type="http://schemas.openxmlformats.org/officeDocument/2006/relationships/slideLayout" Target="../slideLayouts/slideLayout149.xml"/><Relationship Id="rId46" Type="http://schemas.openxmlformats.org/officeDocument/2006/relationships/slideLayout" Target="../slideLayouts/slideLayout152.xml"/><Relationship Id="rId45" Type="http://schemas.openxmlformats.org/officeDocument/2006/relationships/slideLayout" Target="../slideLayouts/slideLayout151.xml"/><Relationship Id="rId1" Type="http://schemas.openxmlformats.org/officeDocument/2006/relationships/image" Target="../media/image38.png"/><Relationship Id="rId2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10.xml"/><Relationship Id="rId9" Type="http://schemas.openxmlformats.org/officeDocument/2006/relationships/slideLayout" Target="../slideLayouts/slideLayout115.xml"/><Relationship Id="rId47" Type="http://schemas.openxmlformats.org/officeDocument/2006/relationships/theme" Target="../theme/theme1.xml"/><Relationship Id="rId5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114.xml"/><Relationship Id="rId31" Type="http://schemas.openxmlformats.org/officeDocument/2006/relationships/slideLayout" Target="../slideLayouts/slideLayout137.xml"/><Relationship Id="rId30" Type="http://schemas.openxmlformats.org/officeDocument/2006/relationships/slideLayout" Target="../slideLayouts/slideLayout136.xml"/><Relationship Id="rId33" Type="http://schemas.openxmlformats.org/officeDocument/2006/relationships/slideLayout" Target="../slideLayouts/slideLayout139.xml"/><Relationship Id="rId32" Type="http://schemas.openxmlformats.org/officeDocument/2006/relationships/slideLayout" Target="../slideLayouts/slideLayout138.xml"/><Relationship Id="rId35" Type="http://schemas.openxmlformats.org/officeDocument/2006/relationships/slideLayout" Target="../slideLayouts/slideLayout141.xml"/><Relationship Id="rId34" Type="http://schemas.openxmlformats.org/officeDocument/2006/relationships/slideLayout" Target="../slideLayouts/slideLayout140.xml"/><Relationship Id="rId37" Type="http://schemas.openxmlformats.org/officeDocument/2006/relationships/slideLayout" Target="../slideLayouts/slideLayout143.xml"/><Relationship Id="rId36" Type="http://schemas.openxmlformats.org/officeDocument/2006/relationships/slideLayout" Target="../slideLayouts/slideLayout142.xml"/><Relationship Id="rId39" Type="http://schemas.openxmlformats.org/officeDocument/2006/relationships/slideLayout" Target="../slideLayouts/slideLayout145.xml"/><Relationship Id="rId38" Type="http://schemas.openxmlformats.org/officeDocument/2006/relationships/slideLayout" Target="../slideLayouts/slideLayout144.xml"/><Relationship Id="rId20" Type="http://schemas.openxmlformats.org/officeDocument/2006/relationships/slideLayout" Target="../slideLayouts/slideLayout126.xml"/><Relationship Id="rId22" Type="http://schemas.openxmlformats.org/officeDocument/2006/relationships/slideLayout" Target="../slideLayouts/slideLayout128.xml"/><Relationship Id="rId21" Type="http://schemas.openxmlformats.org/officeDocument/2006/relationships/slideLayout" Target="../slideLayouts/slideLayout127.xml"/><Relationship Id="rId24" Type="http://schemas.openxmlformats.org/officeDocument/2006/relationships/slideLayout" Target="../slideLayouts/slideLayout130.xml"/><Relationship Id="rId23" Type="http://schemas.openxmlformats.org/officeDocument/2006/relationships/slideLayout" Target="../slideLayouts/slideLayout129.xml"/><Relationship Id="rId26" Type="http://schemas.openxmlformats.org/officeDocument/2006/relationships/slideLayout" Target="../slideLayouts/slideLayout132.xml"/><Relationship Id="rId25" Type="http://schemas.openxmlformats.org/officeDocument/2006/relationships/slideLayout" Target="../slideLayouts/slideLayout131.xml"/><Relationship Id="rId28" Type="http://schemas.openxmlformats.org/officeDocument/2006/relationships/slideLayout" Target="../slideLayouts/slideLayout134.xml"/><Relationship Id="rId27" Type="http://schemas.openxmlformats.org/officeDocument/2006/relationships/slideLayout" Target="../slideLayouts/slideLayout133.xml"/><Relationship Id="rId29" Type="http://schemas.openxmlformats.org/officeDocument/2006/relationships/slideLayout" Target="../slideLayouts/slideLayout135.xml"/><Relationship Id="rId11" Type="http://schemas.openxmlformats.org/officeDocument/2006/relationships/slideLayout" Target="../slideLayouts/slideLayout117.xml"/><Relationship Id="rId10" Type="http://schemas.openxmlformats.org/officeDocument/2006/relationships/slideLayout" Target="../slideLayouts/slideLayout116.xml"/><Relationship Id="rId13" Type="http://schemas.openxmlformats.org/officeDocument/2006/relationships/slideLayout" Target="../slideLayouts/slideLayout119.xml"/><Relationship Id="rId12" Type="http://schemas.openxmlformats.org/officeDocument/2006/relationships/slideLayout" Target="../slideLayouts/slideLayout118.xml"/><Relationship Id="rId15" Type="http://schemas.openxmlformats.org/officeDocument/2006/relationships/slideLayout" Target="../slideLayouts/slideLayout121.xml"/><Relationship Id="rId14" Type="http://schemas.openxmlformats.org/officeDocument/2006/relationships/slideLayout" Target="../slideLayouts/slideLayout120.xml"/><Relationship Id="rId17" Type="http://schemas.openxmlformats.org/officeDocument/2006/relationships/slideLayout" Target="../slideLayouts/slideLayout123.xml"/><Relationship Id="rId16" Type="http://schemas.openxmlformats.org/officeDocument/2006/relationships/slideLayout" Target="../slideLayouts/slideLayout122.xml"/><Relationship Id="rId19" Type="http://schemas.openxmlformats.org/officeDocument/2006/relationships/slideLayout" Target="../slideLayouts/slideLayout125.xml"/><Relationship Id="rId18" Type="http://schemas.openxmlformats.org/officeDocument/2006/relationships/slideLayout" Target="../slideLayouts/slideLayout1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/>
        </p:nvSpPr>
        <p:spPr>
          <a:xfrm>
            <a:off x="2625367" y="4761251"/>
            <a:ext cx="3693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Verizon confidential and proprietary. Unauthorized disclosure, reproduction or other use prohibited.</a:t>
            </a:r>
            <a:endParaRPr b="0" i="0" sz="1100" u="none" cap="none" strike="noStrike">
              <a:solidFill>
                <a:srgbClr val="000000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73869" y="469106"/>
            <a:ext cx="79512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erizon NHG TX"/>
              <a:buNone/>
              <a:defRPr b="1" i="0" sz="2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Verizon NHG TX"/>
              <a:buNone/>
              <a:defRPr b="0" i="0" sz="1400" u="none" cap="none" strike="noStrike">
                <a:solidFill>
                  <a:srgbClr val="000000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Verizon NHG TX"/>
              <a:buNone/>
              <a:defRPr b="0" i="0" sz="1400" u="none" cap="none" strike="noStrike">
                <a:solidFill>
                  <a:srgbClr val="000000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Verizon NHG TX"/>
              <a:buNone/>
              <a:defRPr b="0" i="0" sz="1400" u="none" cap="none" strike="noStrike">
                <a:solidFill>
                  <a:srgbClr val="000000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Verizon NHG TX"/>
              <a:buNone/>
              <a:defRPr b="0" i="0" sz="1400" u="none" cap="none" strike="noStrike">
                <a:solidFill>
                  <a:srgbClr val="000000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Verizon NHG TX"/>
              <a:buNone/>
              <a:defRPr b="0" i="0" sz="1400" u="none" cap="none" strike="noStrike">
                <a:solidFill>
                  <a:srgbClr val="000000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Verizon NHG TX"/>
              <a:buNone/>
              <a:defRPr b="0" i="0" sz="1400" u="none" cap="none" strike="noStrike">
                <a:solidFill>
                  <a:srgbClr val="000000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Verizon NHG TX"/>
              <a:buNone/>
              <a:defRPr b="0" i="0" sz="1400" u="none" cap="none" strike="noStrike">
                <a:solidFill>
                  <a:srgbClr val="000000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Verizon NHG TX"/>
              <a:buNone/>
              <a:defRPr b="0" i="0" sz="1400" u="none" cap="none" strike="noStrike">
                <a:solidFill>
                  <a:srgbClr val="000000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17509" y="4725915"/>
            <a:ext cx="352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72624" y="4632722"/>
            <a:ext cx="841577" cy="34423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/>
          <p:nvPr>
            <p:ph idx="1" type="body"/>
          </p:nvPr>
        </p:nvSpPr>
        <p:spPr>
          <a:xfrm>
            <a:off x="473869" y="1188244"/>
            <a:ext cx="7951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None/>
              <a:defRPr b="1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Char char="•"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857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Char char="-"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8575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Char char="-"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28575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Char char="•"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28575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Char char="•"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28575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Char char="•"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28575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Char char="•"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584">
          <p15:clr>
            <a:srgbClr val="C35EA4"/>
          </p15:clr>
        </p15:guide>
        <p15:guide id="2" pos="659">
          <p15:clr>
            <a:srgbClr val="C35EA4"/>
          </p15:clr>
        </p15:guide>
        <p15:guide id="3" pos="734">
          <p15:clr>
            <a:srgbClr val="C35EA4"/>
          </p15:clr>
        </p15:guide>
        <p15:guide id="4" pos="1098">
          <p15:clr>
            <a:srgbClr val="C35EA4"/>
          </p15:clr>
        </p15:guide>
        <p15:guide id="5" pos="1170">
          <p15:clr>
            <a:srgbClr val="C35EA4"/>
          </p15:clr>
        </p15:guide>
        <p15:guide id="6" pos="1530">
          <p15:clr>
            <a:srgbClr val="C35EA4"/>
          </p15:clr>
        </p15:guide>
        <p15:guide id="7" pos="1609">
          <p15:clr>
            <a:srgbClr val="C35EA4"/>
          </p15:clr>
        </p15:guide>
        <p15:guide id="8" pos="1966">
          <p15:clr>
            <a:srgbClr val="C35EA4"/>
          </p15:clr>
        </p15:guide>
        <p15:guide id="9" pos="2041">
          <p15:clr>
            <a:srgbClr val="C35EA4"/>
          </p15:clr>
        </p15:guide>
        <p15:guide id="10" pos="2405">
          <p15:clr>
            <a:srgbClr val="C35EA4"/>
          </p15:clr>
        </p15:guide>
        <p15:guide id="11" pos="2480">
          <p15:clr>
            <a:srgbClr val="C35EA4"/>
          </p15:clr>
        </p15:guide>
        <p15:guide id="12" orient="horz" pos="1656">
          <p15:clr>
            <a:srgbClr val="C35EA4"/>
          </p15:clr>
        </p15:guide>
        <p15:guide id="13" pos="2848">
          <p15:clr>
            <a:srgbClr val="C35EA4"/>
          </p15:clr>
        </p15:guide>
        <p15:guide id="14" pos="2915">
          <p15:clr>
            <a:srgbClr val="C35EA4"/>
          </p15:clr>
        </p15:guide>
        <p15:guide id="15" pos="3280">
          <p15:clr>
            <a:srgbClr val="C35EA4"/>
          </p15:clr>
        </p15:guide>
        <p15:guide id="16" pos="3352">
          <p15:clr>
            <a:srgbClr val="C35EA4"/>
          </p15:clr>
        </p15:guide>
        <p15:guide id="17" pos="3715">
          <p15:clr>
            <a:srgbClr val="C35EA4"/>
          </p15:clr>
        </p15:guide>
        <p15:guide id="18" pos="3787">
          <p15:clr>
            <a:srgbClr val="C35EA4"/>
          </p15:clr>
        </p15:guide>
        <p15:guide id="19" pos="4151">
          <p15:clr>
            <a:srgbClr val="C35EA4"/>
          </p15:clr>
        </p15:guide>
        <p15:guide id="20" pos="4223">
          <p15:clr>
            <a:srgbClr val="C35EA4"/>
          </p15:clr>
        </p15:guide>
        <p15:guide id="21" pos="4583">
          <p15:clr>
            <a:srgbClr val="C35EA4"/>
          </p15:clr>
        </p15:guide>
        <p15:guide id="22" pos="4658">
          <p15:clr>
            <a:srgbClr val="C35EA4"/>
          </p15:clr>
        </p15:guide>
        <p15:guide id="23" pos="5026">
          <p15:clr>
            <a:srgbClr val="C35EA4"/>
          </p15:clr>
        </p15:guide>
        <p15:guide id="24" pos="5094">
          <p15:clr>
            <a:srgbClr val="C35EA4"/>
          </p15:clr>
        </p15:guide>
        <p15:guide id="25" orient="horz" pos="1202">
          <p15:clr>
            <a:srgbClr val="C35EA4"/>
          </p15:clr>
        </p15:guide>
        <p15:guide id="26" orient="horz" pos="1130">
          <p15:clr>
            <a:srgbClr val="C35EA4"/>
          </p15:clr>
        </p15:guide>
        <p15:guide id="27" orient="horz" pos="749">
          <p15:clr>
            <a:srgbClr val="C35EA4"/>
          </p15:clr>
        </p15:guide>
        <p15:guide id="28" orient="horz" pos="677">
          <p15:clr>
            <a:srgbClr val="C35EA4"/>
          </p15:clr>
        </p15:guide>
        <p15:guide id="29" orient="horz" pos="2038">
          <p15:clr>
            <a:srgbClr val="C35EA4"/>
          </p15:clr>
        </p15:guide>
        <p15:guide id="30" orient="horz" pos="2110">
          <p15:clr>
            <a:srgbClr val="C35EA4"/>
          </p15:clr>
        </p15:guide>
        <p15:guide id="31" orient="horz" pos="2484">
          <p15:clr>
            <a:srgbClr val="C35EA4"/>
          </p15:clr>
        </p15:guide>
        <p15:guide id="32" orient="horz" pos="2560">
          <p15:clr>
            <a:srgbClr val="C35EA4"/>
          </p15:clr>
        </p15:guide>
        <p15:guide id="33" orient="horz" pos="295">
          <p15:clr>
            <a:srgbClr val="5ACBF0"/>
          </p15:clr>
        </p15:guide>
        <p15:guide id="34" orient="horz" pos="2938">
          <p15:clr>
            <a:srgbClr val="5ACBF0"/>
          </p15:clr>
        </p15:guide>
        <p15:guide id="35" pos="299">
          <p15:clr>
            <a:srgbClr val="5ACBF0"/>
          </p15:clr>
        </p15:guide>
        <p15:guide id="36" pos="5461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  <p:sldLayoutId id="2147483717" r:id="rId19"/>
    <p:sldLayoutId id="2147483718" r:id="rId20"/>
    <p:sldLayoutId id="2147483719" r:id="rId21"/>
    <p:sldLayoutId id="2147483720" r:id="rId22"/>
    <p:sldLayoutId id="2147483721" r:id="rId23"/>
    <p:sldLayoutId id="2147483722" r:id="rId24"/>
    <p:sldLayoutId id="2147483723" r:id="rId25"/>
    <p:sldLayoutId id="2147483724" r:id="rId26"/>
    <p:sldLayoutId id="2147483725" r:id="rId27"/>
    <p:sldLayoutId id="2147483726" r:id="rId28"/>
    <p:sldLayoutId id="2147483727" r:id="rId29"/>
    <p:sldLayoutId id="2147483728" r:id="rId30"/>
    <p:sldLayoutId id="2147483729" r:id="rId31"/>
    <p:sldLayoutId id="2147483730" r:id="rId32"/>
    <p:sldLayoutId id="2147483731" r:id="rId33"/>
    <p:sldLayoutId id="2147483732" r:id="rId34"/>
    <p:sldLayoutId id="2147483733" r:id="rId35"/>
    <p:sldLayoutId id="2147483734" r:id="rId36"/>
    <p:sldLayoutId id="2147483735" r:id="rId37"/>
    <p:sldLayoutId id="2147483736" r:id="rId38"/>
    <p:sldLayoutId id="2147483737" r:id="rId39"/>
    <p:sldLayoutId id="2147483738" r:id="rId40"/>
    <p:sldLayoutId id="2147483739" r:id="rId41"/>
    <p:sldLayoutId id="2147483740" r:id="rId42"/>
    <p:sldLayoutId id="2147483741" r:id="rId43"/>
    <p:sldLayoutId id="2147483742" r:id="rId44"/>
    <p:sldLayoutId id="2147483743" r:id="rId45"/>
    <p:sldLayoutId id="2147483744" r:id="rId46"/>
    <p:sldLayoutId id="2147483745" r:id="rId47"/>
    <p:sldLayoutId id="2147483746" r:id="rId48"/>
    <p:sldLayoutId id="2147483747" r:id="rId49"/>
    <p:sldLayoutId id="2147483748" r:id="rId50"/>
    <p:sldLayoutId id="2147483749" r:id="rId51"/>
    <p:sldLayoutId id="2147483750" r:id="rId52"/>
    <p:sldLayoutId id="2147483751" r:id="rId53"/>
    <p:sldLayoutId id="2147483752" r:id="rId54"/>
    <p:sldLayoutId id="2147483753" r:id="rId55"/>
    <p:sldLayoutId id="2147483754" r:id="rId5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584">
          <p15:clr>
            <a:srgbClr val="C35EA4"/>
          </p15:clr>
        </p15:guide>
        <p15:guide id="2" pos="533">
          <p15:clr>
            <a:srgbClr val="C35EA4"/>
          </p15:clr>
        </p15:guide>
        <p15:guide id="3" pos="607">
          <p15:clr>
            <a:srgbClr val="C35EA4"/>
          </p15:clr>
        </p15:guide>
        <p15:guide id="4" pos="996">
          <p15:clr>
            <a:srgbClr val="C35EA4"/>
          </p15:clr>
        </p15:guide>
        <p15:guide id="5" pos="1067">
          <p15:clr>
            <a:srgbClr val="C35EA4"/>
          </p15:clr>
        </p15:guide>
        <p15:guide id="6" pos="1457">
          <p15:clr>
            <a:srgbClr val="C35EA4"/>
          </p15:clr>
        </p15:guide>
        <p15:guide id="7" pos="1529">
          <p15:clr>
            <a:srgbClr val="C35EA4"/>
          </p15:clr>
        </p15:guide>
        <p15:guide id="8" pos="1919">
          <p15:clr>
            <a:srgbClr val="C35EA4"/>
          </p15:clr>
        </p15:guide>
        <p15:guide id="9" pos="1992">
          <p15:clr>
            <a:srgbClr val="C35EA4"/>
          </p15:clr>
        </p15:guide>
        <p15:guide id="10" pos="2381">
          <p15:clr>
            <a:srgbClr val="C35EA4"/>
          </p15:clr>
        </p15:guide>
        <p15:guide id="11" pos="2453">
          <p15:clr>
            <a:srgbClr val="C35EA4"/>
          </p15:clr>
        </p15:guide>
        <p15:guide id="12" orient="horz" pos="1656">
          <p15:clr>
            <a:srgbClr val="C35EA4"/>
          </p15:clr>
        </p15:guide>
        <p15:guide id="13" pos="2842">
          <p15:clr>
            <a:srgbClr val="C35EA4"/>
          </p15:clr>
        </p15:guide>
        <p15:guide id="14" pos="2915">
          <p15:clr>
            <a:srgbClr val="C35EA4"/>
          </p15:clr>
        </p15:guide>
        <p15:guide id="15" pos="3305">
          <p15:clr>
            <a:srgbClr val="C35EA4"/>
          </p15:clr>
        </p15:guide>
        <p15:guide id="16" pos="3377">
          <p15:clr>
            <a:srgbClr val="C35EA4"/>
          </p15:clr>
        </p15:guide>
        <p15:guide id="17" pos="3766">
          <p15:clr>
            <a:srgbClr val="C35EA4"/>
          </p15:clr>
        </p15:guide>
        <p15:guide id="18" pos="3840">
          <p15:clr>
            <a:srgbClr val="C35EA4"/>
          </p15:clr>
        </p15:guide>
        <p15:guide id="19" pos="4229">
          <p15:clr>
            <a:srgbClr val="C35EA4"/>
          </p15:clr>
        </p15:guide>
        <p15:guide id="20" pos="4301">
          <p15:clr>
            <a:srgbClr val="C35EA4"/>
          </p15:clr>
        </p15:guide>
        <p15:guide id="21" pos="4691">
          <p15:clr>
            <a:srgbClr val="C35EA4"/>
          </p15:clr>
        </p15:guide>
        <p15:guide id="22" pos="4763">
          <p15:clr>
            <a:srgbClr val="C35EA4"/>
          </p15:clr>
        </p15:guide>
        <p15:guide id="23" pos="5151">
          <p15:clr>
            <a:srgbClr val="C35EA4"/>
          </p15:clr>
        </p15:guide>
        <p15:guide id="24" pos="5224">
          <p15:clr>
            <a:srgbClr val="C35EA4"/>
          </p15:clr>
        </p15:guide>
        <p15:guide id="25" orient="horz" pos="1152">
          <p15:clr>
            <a:srgbClr val="C35EA4"/>
          </p15:clr>
        </p15:guide>
        <p15:guide id="26" orient="horz" pos="1080">
          <p15:clr>
            <a:srgbClr val="C35EA4"/>
          </p15:clr>
        </p15:guide>
        <p15:guide id="27" orient="horz" pos="648">
          <p15:clr>
            <a:srgbClr val="C35EA4"/>
          </p15:clr>
        </p15:guide>
        <p15:guide id="28" orient="horz" pos="576">
          <p15:clr>
            <a:srgbClr val="C35EA4"/>
          </p15:clr>
        </p15:guide>
        <p15:guide id="29" orient="horz" pos="2087">
          <p15:clr>
            <a:srgbClr val="C35EA4"/>
          </p15:clr>
        </p15:guide>
        <p15:guide id="30" orient="horz" pos="2160">
          <p15:clr>
            <a:srgbClr val="C35EA4"/>
          </p15:clr>
        </p15:guide>
        <p15:guide id="31" orient="horz" pos="2591">
          <p15:clr>
            <a:srgbClr val="C35EA4"/>
          </p15:clr>
        </p15:guide>
        <p15:guide id="32" orient="horz" pos="2664">
          <p15:clr>
            <a:srgbClr val="C35EA4"/>
          </p15:clr>
        </p15:guide>
        <p15:guide id="33" orient="horz" pos="144">
          <p15:clr>
            <a:srgbClr val="5ACBF0"/>
          </p15:clr>
        </p15:guide>
        <p15:guide id="34" orient="horz" pos="3095">
          <p15:clr>
            <a:srgbClr val="5ACBF0"/>
          </p15:clr>
        </p15:guide>
        <p15:guide id="35" pos="143">
          <p15:clr>
            <a:srgbClr val="5ACBF0"/>
          </p15:clr>
        </p15:guide>
        <p15:guide id="36" pos="5615">
          <p15:clr>
            <a:srgbClr val="5ACBF0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110"/>
          <p:cNvSpPr txBox="1"/>
          <p:nvPr>
            <p:ph type="title"/>
          </p:nvPr>
        </p:nvSpPr>
        <p:spPr>
          <a:xfrm>
            <a:off x="473869" y="438912"/>
            <a:ext cx="79512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erizon NHG DS"/>
              <a:buNone/>
              <a:defRPr b="1" i="0" sz="2100" u="none" cap="none" strike="noStrik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izon NHG DS"/>
              <a:buNone/>
              <a:defRPr b="1" i="0" sz="1400" u="none" cap="none" strike="noStrik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izon NHG DS"/>
              <a:buNone/>
              <a:defRPr b="1" i="0" sz="1400" u="none" cap="none" strike="noStrik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izon NHG DS"/>
              <a:buNone/>
              <a:defRPr b="1" i="0" sz="1400" u="none" cap="none" strike="noStrik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izon NHG DS"/>
              <a:buNone/>
              <a:defRPr b="1" i="0" sz="1400" u="none" cap="none" strike="noStrik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izon NHG DS"/>
              <a:buNone/>
              <a:defRPr b="1" i="0" sz="1400" u="none" cap="none" strike="noStrik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izon NHG DS"/>
              <a:buNone/>
              <a:defRPr b="1" i="0" sz="1400" u="none" cap="none" strike="noStrik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izon NHG DS"/>
              <a:buNone/>
              <a:defRPr b="1" i="0" sz="1400" u="none" cap="none" strike="noStrik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izon NHG DS"/>
              <a:buNone/>
              <a:defRPr b="1" i="0" sz="1400" u="none" cap="none" strike="noStrik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9pPr>
          </a:lstStyle>
          <a:p/>
        </p:txBody>
      </p:sp>
      <p:sp>
        <p:nvSpPr>
          <p:cNvPr id="749" name="Google Shape;749;p110"/>
          <p:cNvSpPr txBox="1"/>
          <p:nvPr>
            <p:ph idx="12" type="sldNum"/>
          </p:nvPr>
        </p:nvSpPr>
        <p:spPr>
          <a:xfrm>
            <a:off x="8317509" y="4736592"/>
            <a:ext cx="352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0" name="Google Shape;750;p110"/>
          <p:cNvSpPr txBox="1"/>
          <p:nvPr>
            <p:ph idx="1" type="body"/>
          </p:nvPr>
        </p:nvSpPr>
        <p:spPr>
          <a:xfrm>
            <a:off x="473869" y="1371600"/>
            <a:ext cx="7951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None/>
              <a:defRPr b="1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None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Char char="•"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indent="-2857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Char char="-"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indent="-28575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Char char="-"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indent="-28575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Char char="•"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indent="-28575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Char char="•"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indent="-28575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Char char="•"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indent="-28575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izon NHG TX"/>
              <a:buChar char="•"/>
              <a:defRPr b="0" i="0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/>
        </p:txBody>
      </p:sp>
      <p:pic>
        <p:nvPicPr>
          <p:cNvPr descr="A red and black logo&#10;&#10;Description automatically generated" id="751" name="Google Shape;751;p11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74904" y="4636008"/>
            <a:ext cx="850390" cy="34783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  <p:sldLayoutId id="2147483765" r:id="rId12"/>
    <p:sldLayoutId id="2147483766" r:id="rId13"/>
    <p:sldLayoutId id="2147483767" r:id="rId14"/>
    <p:sldLayoutId id="2147483768" r:id="rId15"/>
    <p:sldLayoutId id="2147483769" r:id="rId16"/>
    <p:sldLayoutId id="2147483770" r:id="rId17"/>
    <p:sldLayoutId id="2147483771" r:id="rId18"/>
    <p:sldLayoutId id="2147483772" r:id="rId19"/>
    <p:sldLayoutId id="2147483773" r:id="rId20"/>
    <p:sldLayoutId id="2147483774" r:id="rId21"/>
    <p:sldLayoutId id="2147483775" r:id="rId22"/>
    <p:sldLayoutId id="2147483776" r:id="rId23"/>
    <p:sldLayoutId id="2147483777" r:id="rId24"/>
    <p:sldLayoutId id="2147483778" r:id="rId25"/>
    <p:sldLayoutId id="2147483779" r:id="rId26"/>
    <p:sldLayoutId id="2147483780" r:id="rId27"/>
    <p:sldLayoutId id="2147483781" r:id="rId28"/>
    <p:sldLayoutId id="2147483782" r:id="rId29"/>
    <p:sldLayoutId id="2147483783" r:id="rId30"/>
    <p:sldLayoutId id="2147483784" r:id="rId31"/>
    <p:sldLayoutId id="2147483785" r:id="rId32"/>
    <p:sldLayoutId id="2147483786" r:id="rId33"/>
    <p:sldLayoutId id="2147483787" r:id="rId34"/>
    <p:sldLayoutId id="2147483788" r:id="rId35"/>
    <p:sldLayoutId id="2147483789" r:id="rId36"/>
    <p:sldLayoutId id="2147483790" r:id="rId37"/>
    <p:sldLayoutId id="2147483791" r:id="rId38"/>
    <p:sldLayoutId id="2147483792" r:id="rId39"/>
    <p:sldLayoutId id="2147483793" r:id="rId40"/>
    <p:sldLayoutId id="2147483794" r:id="rId41"/>
    <p:sldLayoutId id="2147483795" r:id="rId42"/>
    <p:sldLayoutId id="2147483796" r:id="rId43"/>
    <p:sldLayoutId id="2147483797" r:id="rId44"/>
    <p:sldLayoutId id="2147483798" r:id="rId45"/>
    <p:sldLayoutId id="2147483799" r:id="rId4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584">
          <p15:clr>
            <a:srgbClr val="C35EA4"/>
          </p15:clr>
        </p15:guide>
        <p15:guide id="2" pos="659">
          <p15:clr>
            <a:srgbClr val="C35EA4"/>
          </p15:clr>
        </p15:guide>
        <p15:guide id="3" pos="734">
          <p15:clr>
            <a:srgbClr val="C35EA4"/>
          </p15:clr>
        </p15:guide>
        <p15:guide id="4" pos="1098">
          <p15:clr>
            <a:srgbClr val="C35EA4"/>
          </p15:clr>
        </p15:guide>
        <p15:guide id="5" pos="1170">
          <p15:clr>
            <a:srgbClr val="C35EA4"/>
          </p15:clr>
        </p15:guide>
        <p15:guide id="6" pos="1530">
          <p15:clr>
            <a:srgbClr val="C35EA4"/>
          </p15:clr>
        </p15:guide>
        <p15:guide id="7" pos="1609">
          <p15:clr>
            <a:srgbClr val="C35EA4"/>
          </p15:clr>
        </p15:guide>
        <p15:guide id="8" pos="1966">
          <p15:clr>
            <a:srgbClr val="C35EA4"/>
          </p15:clr>
        </p15:guide>
        <p15:guide id="9" pos="2041">
          <p15:clr>
            <a:srgbClr val="C35EA4"/>
          </p15:clr>
        </p15:guide>
        <p15:guide id="10" pos="2405">
          <p15:clr>
            <a:srgbClr val="C35EA4"/>
          </p15:clr>
        </p15:guide>
        <p15:guide id="11" pos="2480">
          <p15:clr>
            <a:srgbClr val="C35EA4"/>
          </p15:clr>
        </p15:guide>
        <p15:guide id="12" orient="horz" pos="1656">
          <p15:clr>
            <a:srgbClr val="C35EA4"/>
          </p15:clr>
        </p15:guide>
        <p15:guide id="13" pos="2848">
          <p15:clr>
            <a:srgbClr val="C35EA4"/>
          </p15:clr>
        </p15:guide>
        <p15:guide id="14" pos="2915">
          <p15:clr>
            <a:srgbClr val="C35EA4"/>
          </p15:clr>
        </p15:guide>
        <p15:guide id="15" pos="3280">
          <p15:clr>
            <a:srgbClr val="C35EA4"/>
          </p15:clr>
        </p15:guide>
        <p15:guide id="16" pos="3352">
          <p15:clr>
            <a:srgbClr val="C35EA4"/>
          </p15:clr>
        </p15:guide>
        <p15:guide id="17" pos="3715">
          <p15:clr>
            <a:srgbClr val="C35EA4"/>
          </p15:clr>
        </p15:guide>
        <p15:guide id="18" pos="3787">
          <p15:clr>
            <a:srgbClr val="C35EA4"/>
          </p15:clr>
        </p15:guide>
        <p15:guide id="19" pos="4151">
          <p15:clr>
            <a:srgbClr val="C35EA4"/>
          </p15:clr>
        </p15:guide>
        <p15:guide id="20" pos="4223">
          <p15:clr>
            <a:srgbClr val="C35EA4"/>
          </p15:clr>
        </p15:guide>
        <p15:guide id="21" pos="4583">
          <p15:clr>
            <a:srgbClr val="C35EA4"/>
          </p15:clr>
        </p15:guide>
        <p15:guide id="22" pos="4658">
          <p15:clr>
            <a:srgbClr val="C35EA4"/>
          </p15:clr>
        </p15:guide>
        <p15:guide id="23" pos="5026">
          <p15:clr>
            <a:srgbClr val="C35EA4"/>
          </p15:clr>
        </p15:guide>
        <p15:guide id="24" pos="5094">
          <p15:clr>
            <a:srgbClr val="C35EA4"/>
          </p15:clr>
        </p15:guide>
        <p15:guide id="25" orient="horz" pos="1202">
          <p15:clr>
            <a:srgbClr val="C35EA4"/>
          </p15:clr>
        </p15:guide>
        <p15:guide id="26" orient="horz" pos="1130">
          <p15:clr>
            <a:srgbClr val="C35EA4"/>
          </p15:clr>
        </p15:guide>
        <p15:guide id="27" orient="horz" pos="749">
          <p15:clr>
            <a:srgbClr val="C35EA4"/>
          </p15:clr>
        </p15:guide>
        <p15:guide id="28" orient="horz" pos="677">
          <p15:clr>
            <a:srgbClr val="C35EA4"/>
          </p15:clr>
        </p15:guide>
        <p15:guide id="29" orient="horz" pos="2038">
          <p15:clr>
            <a:srgbClr val="C35EA4"/>
          </p15:clr>
        </p15:guide>
        <p15:guide id="30" orient="horz" pos="2110">
          <p15:clr>
            <a:srgbClr val="C35EA4"/>
          </p15:clr>
        </p15:guide>
        <p15:guide id="31" orient="horz" pos="2484">
          <p15:clr>
            <a:srgbClr val="C35EA4"/>
          </p15:clr>
        </p15:guide>
        <p15:guide id="32" orient="horz" pos="2560">
          <p15:clr>
            <a:srgbClr val="C35EA4"/>
          </p15:clr>
        </p15:guide>
        <p15:guide id="33" orient="horz" pos="295">
          <p15:clr>
            <a:srgbClr val="5ACBF0"/>
          </p15:clr>
        </p15:guide>
        <p15:guide id="34" orient="horz" pos="2938">
          <p15:clr>
            <a:srgbClr val="5ACBF0"/>
          </p15:clr>
        </p15:guide>
        <p15:guide id="35" pos="299">
          <p15:clr>
            <a:srgbClr val="5ACBF0"/>
          </p15:clr>
        </p15:guide>
        <p15:guide id="36" pos="546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22.png"/><Relationship Id="rId8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22.png"/><Relationship Id="rId8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22.png"/><Relationship Id="rId8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22.png"/><Relationship Id="rId8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8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156"/>
          <p:cNvSpPr txBox="1"/>
          <p:nvPr>
            <p:ph idx="1" type="body"/>
          </p:nvPr>
        </p:nvSpPr>
        <p:spPr>
          <a:xfrm>
            <a:off x="6417581" y="3406500"/>
            <a:ext cx="22530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Andrew Pendleton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CX Design Systems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043" name="Google Shape;1043;p156"/>
          <p:cNvSpPr txBox="1"/>
          <p:nvPr>
            <p:ph type="title"/>
          </p:nvPr>
        </p:nvSpPr>
        <p:spPr>
          <a:xfrm>
            <a:off x="457200" y="3349229"/>
            <a:ext cx="54246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"/>
              <a:t>Initiative Name</a:t>
            </a:r>
            <a:endParaRPr/>
          </a:p>
        </p:txBody>
      </p:sp>
      <p:sp>
        <p:nvSpPr>
          <p:cNvPr id="1044" name="Google Shape;1044;p156"/>
          <p:cNvSpPr txBox="1"/>
          <p:nvPr>
            <p:ph type="title"/>
          </p:nvPr>
        </p:nvSpPr>
        <p:spPr>
          <a:xfrm>
            <a:off x="3257550" y="491733"/>
            <a:ext cx="5424600" cy="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">
                <a:solidFill>
                  <a:srgbClr val="F8FF3C"/>
                </a:solidFill>
              </a:rPr>
              <a:t>Master Artifact</a:t>
            </a:r>
            <a:endParaRPr>
              <a:solidFill>
                <a:srgbClr val="F8FF3C"/>
              </a:solidFill>
            </a:endParaRPr>
          </a:p>
        </p:txBody>
      </p:sp>
      <p:sp>
        <p:nvSpPr>
          <p:cNvPr id="1045" name="Google Shape;1045;p156"/>
          <p:cNvSpPr/>
          <p:nvPr/>
        </p:nvSpPr>
        <p:spPr>
          <a:xfrm>
            <a:off x="474675" y="4673719"/>
            <a:ext cx="1001100" cy="228000"/>
          </a:xfrm>
          <a:prstGeom prst="rect">
            <a:avLst/>
          </a:prstGeom>
          <a:solidFill>
            <a:srgbClr val="F8FF3C"/>
          </a:solidFill>
          <a:ln cap="flat" cmpd="sng" w="9525">
            <a:solidFill>
              <a:srgbClr val="F8FF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Core Product</a:t>
            </a:r>
            <a:endParaRPr b="0" i="0" sz="900" u="none" cap="none" strike="noStrike">
              <a:solidFill>
                <a:schemeClr val="dk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1046" name="Google Shape;1046;p156"/>
          <p:cNvSpPr/>
          <p:nvPr/>
        </p:nvSpPr>
        <p:spPr>
          <a:xfrm>
            <a:off x="1526949" y="4673719"/>
            <a:ext cx="1001100" cy="228000"/>
          </a:xfrm>
          <a:prstGeom prst="rect">
            <a:avLst/>
          </a:prstGeom>
          <a:noFill/>
          <a:ln cap="flat" cmpd="sng" w="9525">
            <a:solidFill>
              <a:srgbClr val="F8FF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2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Project</a:t>
            </a:r>
            <a:endParaRPr b="0" i="0" sz="900" u="none" cap="none" strike="noStrike">
              <a:solidFill>
                <a:schemeClr val="lt2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157"/>
          <p:cNvSpPr txBox="1"/>
          <p:nvPr>
            <p:ph idx="12" type="sldNum"/>
          </p:nvPr>
        </p:nvSpPr>
        <p:spPr>
          <a:xfrm>
            <a:off x="8317509" y="4725915"/>
            <a:ext cx="3525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3" name="Google Shape;1053;p157"/>
          <p:cNvSpPr txBox="1"/>
          <p:nvPr>
            <p:ph type="title"/>
          </p:nvPr>
        </p:nvSpPr>
        <p:spPr>
          <a:xfrm>
            <a:off x="508706" y="2080031"/>
            <a:ext cx="3606900" cy="5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Verizon NHG DS"/>
                <a:ea typeface="Verizon NHG DS"/>
                <a:cs typeface="Verizon NHG DS"/>
                <a:sym typeface="Verizon NHG DS"/>
              </a:rPr>
              <a:t>Initiative Name</a:t>
            </a:r>
            <a:endParaRPr sz="2100"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Workstream Name</a:t>
            </a:r>
            <a:endParaRPr sz="1800">
              <a:solidFill>
                <a:schemeClr val="dk1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Workstream Lead:  Name</a:t>
            </a:r>
            <a:endParaRPr b="0" sz="1400">
              <a:solidFill>
                <a:schemeClr val="dk1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Initiative Lead:  Name</a:t>
            </a:r>
            <a:endParaRPr b="0" sz="1400">
              <a:solidFill>
                <a:schemeClr val="dk1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sp>
        <p:nvSpPr>
          <p:cNvPr id="1054" name="Google Shape;1054;p157"/>
          <p:cNvSpPr txBox="1"/>
          <p:nvPr/>
        </p:nvSpPr>
        <p:spPr>
          <a:xfrm>
            <a:off x="508706" y="3410195"/>
            <a:ext cx="36069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[Northstar statement - Ambition Here]</a:t>
            </a:r>
            <a:endParaRPr sz="1100">
              <a:solidFill>
                <a:srgbClr val="1F1F1F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sp>
        <p:nvSpPr>
          <p:cNvPr id="1055" name="Google Shape;1055;p157"/>
          <p:cNvSpPr txBox="1"/>
          <p:nvPr/>
        </p:nvSpPr>
        <p:spPr>
          <a:xfrm>
            <a:off x="4791619" y="597940"/>
            <a:ext cx="4121400" cy="43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EE001E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Strategic Themes</a:t>
            </a:r>
            <a:endParaRPr b="1" sz="1500">
              <a:solidFill>
                <a:srgbClr val="EE001E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sz="1100">
              <a:solidFill>
                <a:srgbClr val="222222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en" sz="1100">
                <a:solidFill>
                  <a:srgbClr val="7F7F7F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[EXAMPLE] Customer need or problem being solved</a:t>
            </a:r>
            <a:endParaRPr b="1" sz="1100">
              <a:solidFill>
                <a:srgbClr val="7F7F7F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1100">
                <a:solidFill>
                  <a:srgbClr val="9E9E9E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Giving customers visibility and creating end to end ownership on issues that we cannot resolve on the initial interaction</a:t>
            </a:r>
            <a:endParaRPr sz="800">
              <a:solidFill>
                <a:srgbClr val="9E9E9E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 sz="1100">
              <a:solidFill>
                <a:srgbClr val="222222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en" sz="1100">
                <a:solidFill>
                  <a:srgbClr val="222222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Customer need or problem is being solved</a:t>
            </a:r>
            <a:endParaRPr b="1" sz="1100">
              <a:solidFill>
                <a:srgbClr val="222222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[What will be unlocked for the customer or business?]</a:t>
            </a:r>
            <a:endParaRPr sz="1100">
              <a:solidFill>
                <a:srgbClr val="222222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en" sz="1100">
                <a:solidFill>
                  <a:srgbClr val="222222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Customer need or problem being solved</a:t>
            </a:r>
            <a:endParaRPr b="1" sz="1100">
              <a:solidFill>
                <a:srgbClr val="222222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[What will be unlocked for the customer or business?]</a:t>
            </a:r>
            <a:endParaRPr sz="1100">
              <a:solidFill>
                <a:schemeClr val="dk1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en" sz="1100">
                <a:solidFill>
                  <a:srgbClr val="222222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Customer need or problem being solved</a:t>
            </a:r>
            <a:endParaRPr b="1" sz="1100">
              <a:solidFill>
                <a:srgbClr val="222222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[What will be unlocked for the customer or business?]</a:t>
            </a:r>
            <a:endParaRPr sz="1100">
              <a:solidFill>
                <a:schemeClr val="dk1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en" sz="1100">
                <a:solidFill>
                  <a:srgbClr val="222222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Customer need or problem being solved</a:t>
            </a:r>
            <a:endParaRPr b="1" sz="1100">
              <a:solidFill>
                <a:srgbClr val="222222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[What will be unlocked for the customer or business?]</a:t>
            </a:r>
            <a:endParaRPr sz="1100">
              <a:solidFill>
                <a:schemeClr val="dk1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sp>
        <p:nvSpPr>
          <p:cNvPr id="1056" name="Google Shape;1056;p157"/>
          <p:cNvSpPr/>
          <p:nvPr/>
        </p:nvSpPr>
        <p:spPr>
          <a:xfrm>
            <a:off x="0" y="0"/>
            <a:ext cx="888900" cy="212400"/>
          </a:xfrm>
          <a:prstGeom prst="rect">
            <a:avLst/>
          </a:prstGeom>
          <a:solidFill>
            <a:srgbClr val="00FFFF"/>
          </a:solidFill>
          <a:ln cap="flat" cmpd="sng" w="19050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Template</a:t>
            </a:r>
            <a:endParaRPr b="1" sz="1100">
              <a:solidFill>
                <a:schemeClr val="dk1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grpSp>
        <p:nvGrpSpPr>
          <p:cNvPr id="1057" name="Google Shape;1057;p157"/>
          <p:cNvGrpSpPr/>
          <p:nvPr/>
        </p:nvGrpSpPr>
        <p:grpSpPr>
          <a:xfrm>
            <a:off x="1601419" y="377006"/>
            <a:ext cx="1421550" cy="1393875"/>
            <a:chOff x="2135225" y="502675"/>
            <a:chExt cx="1895400" cy="1858500"/>
          </a:xfrm>
        </p:grpSpPr>
        <p:sp>
          <p:nvSpPr>
            <p:cNvPr id="1058" name="Google Shape;1058;p157"/>
            <p:cNvSpPr/>
            <p:nvPr/>
          </p:nvSpPr>
          <p:spPr>
            <a:xfrm>
              <a:off x="2135225" y="502675"/>
              <a:ext cx="1895400" cy="18585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Verizon NHG TX"/>
                <a:ea typeface="Verizon NHG TX"/>
                <a:cs typeface="Verizon NHG TX"/>
                <a:sym typeface="Verizon NHG TX"/>
              </a:endParaRPr>
            </a:p>
          </p:txBody>
        </p:sp>
        <p:pic>
          <p:nvPicPr>
            <p:cNvPr id="1059" name="Google Shape;1059;p157" title="Verizon_GlowV_RGB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583446" y="965192"/>
              <a:ext cx="998950" cy="9334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60" name="Google Shape;1060;p157"/>
          <p:cNvGrpSpPr/>
          <p:nvPr/>
        </p:nvGrpSpPr>
        <p:grpSpPr>
          <a:xfrm>
            <a:off x="6893719" y="154838"/>
            <a:ext cx="2104650" cy="212400"/>
            <a:chOff x="9242425" y="104850"/>
            <a:chExt cx="2806200" cy="283200"/>
          </a:xfrm>
        </p:grpSpPr>
        <p:sp>
          <p:nvSpPr>
            <p:cNvPr id="1061" name="Google Shape;1061;p157"/>
            <p:cNvSpPr/>
            <p:nvPr/>
          </p:nvSpPr>
          <p:spPr>
            <a:xfrm>
              <a:off x="9242425" y="104850"/>
              <a:ext cx="977400" cy="283200"/>
            </a:xfrm>
            <a:prstGeom prst="chevron">
              <a:avLst>
                <a:gd fmla="val 50000" name="adj"/>
              </a:avLst>
            </a:prstGeom>
            <a:solidFill>
              <a:schemeClr val="accent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lt1"/>
                  </a:solidFill>
                  <a:latin typeface="Verizon NHG TX"/>
                  <a:ea typeface="Verizon NHG TX"/>
                  <a:cs typeface="Verizon NHG TX"/>
                  <a:sym typeface="Verizon NHG TX"/>
                </a:rPr>
                <a:t>Northstar</a:t>
              </a:r>
              <a:endParaRPr sz="600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endParaRPr>
            </a:p>
          </p:txBody>
        </p:sp>
        <p:sp>
          <p:nvSpPr>
            <p:cNvPr id="1062" name="Google Shape;1062;p157"/>
            <p:cNvSpPr/>
            <p:nvPr/>
          </p:nvSpPr>
          <p:spPr>
            <a:xfrm>
              <a:off x="10156825" y="104850"/>
              <a:ext cx="977400" cy="283200"/>
            </a:xfrm>
            <a:prstGeom prst="chevron">
              <a:avLst>
                <a:gd fmla="val 50000" name="adj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Verizon NHG TX"/>
                  <a:ea typeface="Verizon NHG TX"/>
                  <a:cs typeface="Verizon NHG TX"/>
                  <a:sym typeface="Verizon NHG TX"/>
                </a:rPr>
                <a:t>Scope</a:t>
              </a:r>
              <a:endParaRPr sz="600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endParaRPr>
            </a:p>
          </p:txBody>
        </p:sp>
        <p:sp>
          <p:nvSpPr>
            <p:cNvPr id="1063" name="Google Shape;1063;p157"/>
            <p:cNvSpPr/>
            <p:nvPr/>
          </p:nvSpPr>
          <p:spPr>
            <a:xfrm>
              <a:off x="11071225" y="104850"/>
              <a:ext cx="977400" cy="283200"/>
            </a:xfrm>
            <a:prstGeom prst="chevron">
              <a:avLst>
                <a:gd fmla="val 50000" name="adj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Verizon NHG TX"/>
                  <a:ea typeface="Verizon NHG TX"/>
                  <a:cs typeface="Verizon NHG TX"/>
                  <a:sym typeface="Verizon NHG TX"/>
                </a:rPr>
                <a:t>Results</a:t>
              </a:r>
              <a:endParaRPr sz="600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158"/>
          <p:cNvSpPr txBox="1"/>
          <p:nvPr>
            <p:ph idx="3" type="body"/>
          </p:nvPr>
        </p:nvSpPr>
        <p:spPr>
          <a:xfrm>
            <a:off x="376953" y="544857"/>
            <a:ext cx="8583600" cy="9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>
                <a:latin typeface="Verizon NHG DS"/>
                <a:ea typeface="Verizon NHG DS"/>
                <a:cs typeface="Verizon NHG DS"/>
                <a:sym typeface="Verizon NHG DS"/>
              </a:rPr>
              <a:t>Journey Map Template</a:t>
            </a:r>
            <a:endParaRPr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sp>
        <p:nvSpPr>
          <p:cNvPr id="1069" name="Google Shape;1069;p158"/>
          <p:cNvSpPr txBox="1"/>
          <p:nvPr/>
        </p:nvSpPr>
        <p:spPr>
          <a:xfrm>
            <a:off x="4613752" y="2566849"/>
            <a:ext cx="12696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EA"/>
              </a:buClr>
              <a:buSzPts val="1100"/>
              <a:buFont typeface="Arial"/>
              <a:buNone/>
            </a:pPr>
            <a:r>
              <a:rPr b="1" i="1" lang="en" sz="800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Key Customer Actions </a:t>
            </a:r>
            <a:r>
              <a:rPr lang="en" sz="800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Description customer objectives and interactions</a:t>
            </a:r>
            <a:endParaRPr b="1" sz="800"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rtl="0" algn="l">
              <a:spcBef>
                <a:spcPts val="100"/>
              </a:spcBef>
              <a:spcAft>
                <a:spcPts val="100"/>
              </a:spcAft>
              <a:buClr>
                <a:srgbClr val="0000EA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sp>
        <p:nvSpPr>
          <p:cNvPr id="1070" name="Google Shape;1070;p158"/>
          <p:cNvSpPr txBox="1"/>
          <p:nvPr/>
        </p:nvSpPr>
        <p:spPr>
          <a:xfrm>
            <a:off x="3228683" y="2566849"/>
            <a:ext cx="12366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EA"/>
              </a:buClr>
              <a:buSzPts val="1100"/>
              <a:buFont typeface="Arial"/>
              <a:buNone/>
            </a:pPr>
            <a:r>
              <a:rPr b="1" i="1" lang="en" sz="800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Key Customer Actions</a:t>
            </a:r>
            <a:endParaRPr b="1" i="1" sz="800">
              <a:solidFill>
                <a:schemeClr val="dk1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rtl="0" algn="l">
              <a:spcBef>
                <a:spcPts val="100"/>
              </a:spcBef>
              <a:spcAft>
                <a:spcPts val="100"/>
              </a:spcAft>
              <a:buClr>
                <a:srgbClr val="0000EA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Description customer objectives and interactions</a:t>
            </a:r>
            <a:endParaRPr b="1" sz="800"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sp>
        <p:nvSpPr>
          <p:cNvPr id="1071" name="Google Shape;1071;p158"/>
          <p:cNvSpPr txBox="1"/>
          <p:nvPr/>
        </p:nvSpPr>
        <p:spPr>
          <a:xfrm>
            <a:off x="6020928" y="2566849"/>
            <a:ext cx="12696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EA"/>
              </a:buClr>
              <a:buSzPts val="1100"/>
              <a:buFont typeface="Arial"/>
              <a:buNone/>
            </a:pPr>
            <a:r>
              <a:rPr b="1" i="1" lang="en" sz="800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Key Customer Actions</a:t>
            </a:r>
            <a:endParaRPr b="1" i="1" sz="800">
              <a:solidFill>
                <a:schemeClr val="dk1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rtl="0" algn="l">
              <a:spcBef>
                <a:spcPts val="100"/>
              </a:spcBef>
              <a:spcAft>
                <a:spcPts val="100"/>
              </a:spcAft>
              <a:buClr>
                <a:srgbClr val="0000EA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Description customer objectives and interactions</a:t>
            </a:r>
            <a:endParaRPr sz="800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sp>
        <p:nvSpPr>
          <p:cNvPr id="1072" name="Google Shape;1072;p158"/>
          <p:cNvSpPr txBox="1"/>
          <p:nvPr/>
        </p:nvSpPr>
        <p:spPr>
          <a:xfrm>
            <a:off x="3245210" y="3698153"/>
            <a:ext cx="1234500" cy="9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Key Interactions w/ Verizon</a:t>
            </a:r>
            <a:endParaRPr i="1" sz="800">
              <a:solidFill>
                <a:srgbClr val="EE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sp>
        <p:nvSpPr>
          <p:cNvPr id="1073" name="Google Shape;1073;p158"/>
          <p:cNvSpPr txBox="1"/>
          <p:nvPr/>
        </p:nvSpPr>
        <p:spPr>
          <a:xfrm>
            <a:off x="457250" y="3698153"/>
            <a:ext cx="1234500" cy="9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b="1" lang="en" sz="800">
                <a:latin typeface="Verizon NHG DS"/>
                <a:ea typeface="Verizon NHG DS"/>
                <a:cs typeface="Verizon NHG DS"/>
                <a:sym typeface="Verizon NHG DS"/>
              </a:rPr>
              <a:t>Key Interactions w/ Verizon</a:t>
            </a:r>
            <a:endParaRPr sz="800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sp>
        <p:nvSpPr>
          <p:cNvPr id="1074" name="Google Shape;1074;p158"/>
          <p:cNvSpPr txBox="1"/>
          <p:nvPr/>
        </p:nvSpPr>
        <p:spPr>
          <a:xfrm>
            <a:off x="4639190" y="3698153"/>
            <a:ext cx="1234500" cy="9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Key Interactions w/ Verizon</a:t>
            </a:r>
            <a:endParaRPr b="1" sz="800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sp>
        <p:nvSpPr>
          <p:cNvPr id="1075" name="Google Shape;1075;p158"/>
          <p:cNvSpPr txBox="1"/>
          <p:nvPr/>
        </p:nvSpPr>
        <p:spPr>
          <a:xfrm>
            <a:off x="6033170" y="3698153"/>
            <a:ext cx="1234500" cy="9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Key Interactions w/ Verizon</a:t>
            </a:r>
            <a:endParaRPr b="1" sz="800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sp>
        <p:nvSpPr>
          <p:cNvPr id="1076" name="Google Shape;1076;p158"/>
          <p:cNvSpPr txBox="1"/>
          <p:nvPr/>
        </p:nvSpPr>
        <p:spPr>
          <a:xfrm>
            <a:off x="7417225" y="2566850"/>
            <a:ext cx="14076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EA"/>
              </a:buClr>
              <a:buSzPts val="1100"/>
              <a:buFont typeface="Arial"/>
              <a:buNone/>
            </a:pPr>
            <a:r>
              <a:rPr b="1" i="1" lang="en" sz="800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Key Customer Actions</a:t>
            </a:r>
            <a:endParaRPr b="1" i="1" sz="800">
              <a:solidFill>
                <a:schemeClr val="dk1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rtl="0" algn="l">
              <a:spcBef>
                <a:spcPts val="100"/>
              </a:spcBef>
              <a:spcAft>
                <a:spcPts val="100"/>
              </a:spcAft>
              <a:buClr>
                <a:srgbClr val="0000EA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Description customer objectives and interactions</a:t>
            </a:r>
            <a:endParaRPr b="1" i="1" sz="800"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sp>
        <p:nvSpPr>
          <p:cNvPr id="1077" name="Google Shape;1077;p158"/>
          <p:cNvSpPr txBox="1"/>
          <p:nvPr/>
        </p:nvSpPr>
        <p:spPr>
          <a:xfrm>
            <a:off x="7427150" y="3698153"/>
            <a:ext cx="1234500" cy="9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Key Interactions w/ Verizon</a:t>
            </a:r>
            <a:endParaRPr b="1" sz="800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cxnSp>
        <p:nvCxnSpPr>
          <p:cNvPr id="1078" name="Google Shape;1078;p158"/>
          <p:cNvCxnSpPr/>
          <p:nvPr/>
        </p:nvCxnSpPr>
        <p:spPr>
          <a:xfrm>
            <a:off x="457245" y="3512324"/>
            <a:ext cx="8204700" cy="0"/>
          </a:xfrm>
          <a:prstGeom prst="straightConnector1">
            <a:avLst/>
          </a:prstGeom>
          <a:noFill/>
          <a:ln cap="flat" cmpd="sng" w="9525">
            <a:solidFill>
              <a:srgbClr val="74767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9" name="Google Shape;1079;p158"/>
          <p:cNvSpPr txBox="1"/>
          <p:nvPr/>
        </p:nvSpPr>
        <p:spPr>
          <a:xfrm>
            <a:off x="1820676" y="2566849"/>
            <a:ext cx="12696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EA"/>
              </a:buClr>
              <a:buSzPts val="1100"/>
              <a:buFont typeface="Arial"/>
              <a:buNone/>
            </a:pPr>
            <a:r>
              <a:rPr b="1" i="1" lang="en" sz="800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Key Customer Actions</a:t>
            </a:r>
            <a:endParaRPr b="1" i="1" sz="800">
              <a:solidFill>
                <a:schemeClr val="dk1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rtl="0" algn="l">
              <a:spcBef>
                <a:spcPts val="100"/>
              </a:spcBef>
              <a:spcAft>
                <a:spcPts val="100"/>
              </a:spcAft>
              <a:buClr>
                <a:srgbClr val="0000EA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Description customer objectives and interactions</a:t>
            </a:r>
            <a:endParaRPr b="1" sz="800"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sp>
        <p:nvSpPr>
          <p:cNvPr id="1080" name="Google Shape;1080;p158"/>
          <p:cNvSpPr txBox="1"/>
          <p:nvPr/>
        </p:nvSpPr>
        <p:spPr>
          <a:xfrm>
            <a:off x="1851230" y="3698153"/>
            <a:ext cx="1234500" cy="9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Key Interactions w/ Verizon</a:t>
            </a:r>
            <a:endParaRPr b="1" sz="800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sp>
        <p:nvSpPr>
          <p:cNvPr id="1081" name="Google Shape;1081;p158"/>
          <p:cNvSpPr txBox="1"/>
          <p:nvPr/>
        </p:nvSpPr>
        <p:spPr>
          <a:xfrm>
            <a:off x="456075" y="2566849"/>
            <a:ext cx="12366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EA"/>
              </a:buClr>
              <a:buSzPts val="1100"/>
              <a:buFont typeface="Arial"/>
              <a:buNone/>
            </a:pPr>
            <a:r>
              <a:rPr b="1" i="1" lang="en" sz="800">
                <a:latin typeface="Verizon NHG DS"/>
                <a:ea typeface="Verizon NHG DS"/>
                <a:cs typeface="Verizon NHG DS"/>
                <a:sym typeface="Verizon NHG DS"/>
              </a:rPr>
              <a:t>Key Customer Actions</a:t>
            </a:r>
            <a:endParaRPr b="1" i="1" sz="800"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>
                <a:srgbClr val="0000EA"/>
              </a:buClr>
              <a:buSzPts val="1100"/>
              <a:buFont typeface="Arial"/>
              <a:buNone/>
            </a:pPr>
            <a:r>
              <a:rPr lang="en" sz="800">
                <a:latin typeface="Verizon NHG DS"/>
                <a:ea typeface="Verizon NHG DS"/>
                <a:cs typeface="Verizon NHG DS"/>
                <a:sym typeface="Verizon NHG DS"/>
              </a:rPr>
              <a:t>Description customer objectives and actions</a:t>
            </a:r>
            <a:endParaRPr sz="800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pic>
        <p:nvPicPr>
          <p:cNvPr id="1082" name="Google Shape;1082;p1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3837" y="1225346"/>
            <a:ext cx="1236598" cy="1236584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83" name="Google Shape;1083;p1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6226" y="1225350"/>
            <a:ext cx="1236598" cy="1236598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84" name="Google Shape;1084;p1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38625" y="1225350"/>
            <a:ext cx="1236598" cy="1236598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85" name="Google Shape;1085;p15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31822" y="1225375"/>
            <a:ext cx="1236598" cy="1236598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86" name="Google Shape;1086;p158"/>
          <p:cNvPicPr preferRelativeResize="0"/>
          <p:nvPr/>
        </p:nvPicPr>
        <p:blipFill rotWithShape="1">
          <a:blip r:embed="rId7">
            <a:alphaModFix/>
          </a:blip>
          <a:srcRect b="16692" l="35715" r="938" t="19961"/>
          <a:stretch/>
        </p:blipFill>
        <p:spPr>
          <a:xfrm>
            <a:off x="5531604" y="2118351"/>
            <a:ext cx="301800" cy="3018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87" name="Google Shape;1087;p15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7250" y="1225350"/>
            <a:ext cx="1234502" cy="1234502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88" name="Google Shape;1088;p15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428100" y="1225375"/>
            <a:ext cx="1234502" cy="1234502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89" name="Google Shape;1089;p158"/>
          <p:cNvSpPr txBox="1"/>
          <p:nvPr/>
        </p:nvSpPr>
        <p:spPr>
          <a:xfrm>
            <a:off x="4016251" y="3456450"/>
            <a:ext cx="1111500" cy="11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800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Key interactions</a:t>
            </a:r>
            <a:endParaRPr sz="800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cxnSp>
        <p:nvCxnSpPr>
          <p:cNvPr id="1090" name="Google Shape;1090;p158"/>
          <p:cNvCxnSpPr/>
          <p:nvPr/>
        </p:nvCxnSpPr>
        <p:spPr>
          <a:xfrm>
            <a:off x="457250" y="1102149"/>
            <a:ext cx="8204700" cy="0"/>
          </a:xfrm>
          <a:prstGeom prst="straightConnector1">
            <a:avLst/>
          </a:prstGeom>
          <a:noFill/>
          <a:ln cap="flat" cmpd="sng" w="9525">
            <a:solidFill>
              <a:srgbClr val="74767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1" name="Google Shape;1091;p158"/>
          <p:cNvSpPr txBox="1"/>
          <p:nvPr/>
        </p:nvSpPr>
        <p:spPr>
          <a:xfrm>
            <a:off x="3894804" y="1046275"/>
            <a:ext cx="1454700" cy="11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700">
                <a:latin typeface="Verizon NHG DS"/>
                <a:ea typeface="Verizon NHG DS"/>
                <a:cs typeface="Verizon NHG DS"/>
                <a:sym typeface="Verizon NHG DS"/>
              </a:rPr>
              <a:t>Illustrative Only</a:t>
            </a:r>
            <a:endParaRPr sz="700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sp>
        <p:nvSpPr>
          <p:cNvPr id="1092" name="Google Shape;1092;p158"/>
          <p:cNvSpPr/>
          <p:nvPr/>
        </p:nvSpPr>
        <p:spPr>
          <a:xfrm>
            <a:off x="0" y="0"/>
            <a:ext cx="888900" cy="212400"/>
          </a:xfrm>
          <a:prstGeom prst="rect">
            <a:avLst/>
          </a:prstGeom>
          <a:solidFill>
            <a:srgbClr val="00FFFF"/>
          </a:solidFill>
          <a:ln cap="flat" cmpd="sng" w="19050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Template</a:t>
            </a:r>
            <a:endParaRPr b="1" sz="1100">
              <a:solidFill>
                <a:schemeClr val="dk1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grpSp>
        <p:nvGrpSpPr>
          <p:cNvPr id="1093" name="Google Shape;1093;p158"/>
          <p:cNvGrpSpPr/>
          <p:nvPr/>
        </p:nvGrpSpPr>
        <p:grpSpPr>
          <a:xfrm>
            <a:off x="6665119" y="154838"/>
            <a:ext cx="2104650" cy="212400"/>
            <a:chOff x="9242425" y="104850"/>
            <a:chExt cx="2806200" cy="283200"/>
          </a:xfrm>
        </p:grpSpPr>
        <p:sp>
          <p:nvSpPr>
            <p:cNvPr id="1094" name="Google Shape;1094;p158"/>
            <p:cNvSpPr/>
            <p:nvPr/>
          </p:nvSpPr>
          <p:spPr>
            <a:xfrm>
              <a:off x="9242425" y="104850"/>
              <a:ext cx="977400" cy="283200"/>
            </a:xfrm>
            <a:prstGeom prst="chevron">
              <a:avLst>
                <a:gd fmla="val 50000" name="adj"/>
              </a:avLst>
            </a:prstGeom>
            <a:solidFill>
              <a:srgbClr val="F3EDE0"/>
            </a:solidFill>
            <a:ln cap="flat" cmpd="sng" w="9525">
              <a:solidFill>
                <a:srgbClr val="F3ED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000000"/>
                  </a:solidFill>
                  <a:latin typeface="Verizon NHG TX"/>
                  <a:ea typeface="Verizon NHG TX"/>
                  <a:cs typeface="Verizon NHG TX"/>
                  <a:sym typeface="Verizon NHG TX"/>
                </a:rPr>
                <a:t>Northstar</a:t>
              </a:r>
              <a:endParaRPr sz="600">
                <a:solidFill>
                  <a:srgbClr val="000000"/>
                </a:solidFill>
                <a:latin typeface="Verizon NHG TX"/>
                <a:ea typeface="Verizon NHG TX"/>
                <a:cs typeface="Verizon NHG TX"/>
                <a:sym typeface="Verizon NHG TX"/>
              </a:endParaRPr>
            </a:p>
          </p:txBody>
        </p:sp>
        <p:sp>
          <p:nvSpPr>
            <p:cNvPr id="1095" name="Google Shape;1095;p158"/>
            <p:cNvSpPr/>
            <p:nvPr/>
          </p:nvSpPr>
          <p:spPr>
            <a:xfrm>
              <a:off x="10156825" y="104850"/>
              <a:ext cx="977400" cy="283200"/>
            </a:xfrm>
            <a:prstGeom prst="chevron">
              <a:avLst>
                <a:gd fmla="val 50000" name="adj"/>
              </a:avLst>
            </a:prstGeom>
            <a:solidFill>
              <a:schemeClr val="accent1"/>
            </a:solidFill>
            <a:ln cap="flat" cmpd="sng" w="9525">
              <a:solidFill>
                <a:srgbClr val="F3ED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lt1"/>
                  </a:solidFill>
                  <a:latin typeface="Verizon NHG TX"/>
                  <a:ea typeface="Verizon NHG TX"/>
                  <a:cs typeface="Verizon NHG TX"/>
                  <a:sym typeface="Verizon NHG TX"/>
                </a:rPr>
                <a:t>Scope</a:t>
              </a:r>
              <a:endParaRPr sz="600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endParaRPr>
            </a:p>
          </p:txBody>
        </p:sp>
        <p:sp>
          <p:nvSpPr>
            <p:cNvPr id="1096" name="Google Shape;1096;p158"/>
            <p:cNvSpPr/>
            <p:nvPr/>
          </p:nvSpPr>
          <p:spPr>
            <a:xfrm>
              <a:off x="11071225" y="104850"/>
              <a:ext cx="977400" cy="283200"/>
            </a:xfrm>
            <a:prstGeom prst="chevron">
              <a:avLst>
                <a:gd fmla="val 50000" name="adj"/>
              </a:avLst>
            </a:prstGeom>
            <a:solidFill>
              <a:schemeClr val="accent2"/>
            </a:solidFill>
            <a:ln cap="flat" cmpd="sng" w="9525">
              <a:solidFill>
                <a:srgbClr val="F3ED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Verizon NHG TX"/>
                  <a:ea typeface="Verizon NHG TX"/>
                  <a:cs typeface="Verizon NHG TX"/>
                  <a:sym typeface="Verizon NHG TX"/>
                </a:rPr>
                <a:t>Results</a:t>
              </a:r>
              <a:endParaRPr sz="600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endParaRPr>
            </a:p>
          </p:txBody>
        </p:sp>
      </p:grpSp>
      <p:sp>
        <p:nvSpPr>
          <p:cNvPr id="1097" name="Google Shape;1097;p158"/>
          <p:cNvSpPr txBox="1"/>
          <p:nvPr/>
        </p:nvSpPr>
        <p:spPr>
          <a:xfrm>
            <a:off x="476251" y="469106"/>
            <a:ext cx="61125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0000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CX Workstream Name</a:t>
            </a:r>
            <a:endParaRPr sz="800">
              <a:solidFill>
                <a:srgbClr val="000000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159"/>
          <p:cNvSpPr txBox="1"/>
          <p:nvPr>
            <p:ph type="title"/>
          </p:nvPr>
        </p:nvSpPr>
        <p:spPr>
          <a:xfrm>
            <a:off x="473870" y="619857"/>
            <a:ext cx="75045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>
                <a:latin typeface="Verizon NHG DS"/>
                <a:ea typeface="Verizon NHG DS"/>
                <a:cs typeface="Verizon NHG DS"/>
                <a:sym typeface="Verizon NHG DS"/>
              </a:rPr>
              <a:t>Expected Results</a:t>
            </a:r>
            <a:endParaRPr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sp>
        <p:nvSpPr>
          <p:cNvPr id="1104" name="Google Shape;1104;p159"/>
          <p:cNvSpPr txBox="1"/>
          <p:nvPr>
            <p:ph idx="2" type="body"/>
          </p:nvPr>
        </p:nvSpPr>
        <p:spPr>
          <a:xfrm>
            <a:off x="476251" y="469106"/>
            <a:ext cx="61125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CX Workstream Name</a:t>
            </a:r>
            <a:endParaRPr/>
          </a:p>
        </p:txBody>
      </p:sp>
      <p:graphicFrame>
        <p:nvGraphicFramePr>
          <p:cNvPr id="1105" name="Google Shape;1105;p159"/>
          <p:cNvGraphicFramePr/>
          <p:nvPr/>
        </p:nvGraphicFramePr>
        <p:xfrm>
          <a:off x="429394" y="1230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{8FE267BA-A216-4F79-A302-39C6CCE8EB2E}</a:tableStyleId>
              </a:tblPr>
              <a:tblGrid>
                <a:gridCol w="293150"/>
                <a:gridCol w="293150"/>
                <a:gridCol w="287150"/>
                <a:gridCol w="309525"/>
                <a:gridCol w="287150"/>
                <a:gridCol w="331925"/>
                <a:gridCol w="287150"/>
                <a:gridCol w="287150"/>
                <a:gridCol w="293150"/>
                <a:gridCol w="287150"/>
                <a:gridCol w="299150"/>
                <a:gridCol w="287150"/>
                <a:gridCol w="323525"/>
              </a:tblGrid>
              <a:tr h="305000">
                <a:tc gridSpan="1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lt1"/>
                          </a:solidFill>
                          <a:latin typeface="Verizon NHG DS"/>
                          <a:ea typeface="Verizon NHG DS"/>
                          <a:cs typeface="Verizon NHG DS"/>
                          <a:sym typeface="Verizon NHG DS"/>
                        </a:rPr>
                        <a:t>KPI’s Impacted- Section 1</a:t>
                      </a:r>
                      <a:endParaRPr b="1" sz="800" u="none" cap="none" strike="noStrike">
                        <a:solidFill>
                          <a:schemeClr val="lt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001E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12750">
                <a:tc gridSpan="1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CX Excellence</a:t>
                      </a:r>
                      <a:endParaRPr b="1" sz="10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00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" sz="7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⬜</a:t>
                      </a:r>
                      <a:endParaRPr b="1" sz="7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Customer Satisfaction (CSAT)</a:t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t/>
                      </a:r>
                      <a:endParaRPr b="1" sz="7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7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⬜</a:t>
                      </a:r>
                      <a:endParaRPr sz="1100" u="none" cap="none" strike="noStrike"/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Rep Interaction Score (RIS)</a:t>
                      </a:r>
                      <a:endParaRPr b="1" sz="8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7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⬜</a:t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Churn Reduction</a:t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00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" sz="7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⬜</a:t>
                      </a:r>
                      <a:endParaRPr b="1" sz="7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3-day Resolve</a:t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7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⬜</a:t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Digital Interaction Score (DIS)</a:t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98750">
                <a:tc gridSpan="1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b="1" sz="200" u="none" cap="none" strike="noStrike">
                        <a:solidFill>
                          <a:schemeClr val="dk1"/>
                        </a:solidFill>
                        <a:latin typeface="Verizon NHG DS"/>
                        <a:ea typeface="Verizon NHG DS"/>
                        <a:cs typeface="Verizon NHG DS"/>
                        <a:sym typeface="Verizon NHG DS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12750">
                <a:tc gridSpan="1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Revenue Growth</a:t>
                      </a:r>
                      <a:endParaRPr b="1" sz="10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339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" sz="7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⬜</a:t>
                      </a:r>
                      <a:endParaRPr b="1" sz="7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Service Product Revenue</a:t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" sz="7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⬜</a:t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6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Overall Conversion</a:t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</a:tr>
              <a:tr h="200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" sz="7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⬜</a:t>
                      </a:r>
                      <a:endParaRPr b="1" sz="7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5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Service Product Revenue</a:t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" sz="7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⬜</a:t>
                      </a:r>
                      <a:endParaRPr sz="1100" u="none" cap="none" strike="noStrike"/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6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Prospect Conversion</a:t>
                      </a:r>
                      <a:endParaRPr b="1" sz="8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</a:tr>
              <a:tr h="98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b="1" sz="2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b="1" sz="2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8750">
                <a:tc gridSpan="1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Operational Efficiency</a:t>
                      </a:r>
                      <a:endParaRPr b="1" sz="10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4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7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❎</a:t>
                      </a:r>
                      <a:endParaRPr b="1" sz="7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6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Call Volume Optimization (CVO)</a:t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7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⬜</a:t>
                      </a:r>
                      <a:endParaRPr sz="1100" u="none" cap="none" strike="noStrike"/>
                    </a:p>
                  </a:txBody>
                  <a:tcPr marT="27425" marB="27425" marR="27425" marL="27425">
                    <a:lnL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5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Average Handle Time (AHT)</a:t>
                      </a:r>
                      <a:endParaRPr b="1" sz="7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361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7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⬜</a:t>
                      </a:r>
                      <a:endParaRPr b="1" sz="7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6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Retail Transaction Time</a:t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7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⬜</a:t>
                      </a:r>
                      <a:endParaRPr b="1" sz="8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5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Other Cost Savings</a:t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</a:tbl>
          </a:graphicData>
        </a:graphic>
      </p:graphicFrame>
      <p:cxnSp>
        <p:nvCxnSpPr>
          <p:cNvPr id="1106" name="Google Shape;1106;p159"/>
          <p:cNvCxnSpPr/>
          <p:nvPr/>
        </p:nvCxnSpPr>
        <p:spPr>
          <a:xfrm>
            <a:off x="4480665" y="1206769"/>
            <a:ext cx="0" cy="3320700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07" name="Google Shape;1107;p159"/>
          <p:cNvSpPr/>
          <p:nvPr/>
        </p:nvSpPr>
        <p:spPr>
          <a:xfrm>
            <a:off x="0" y="0"/>
            <a:ext cx="888900" cy="212400"/>
          </a:xfrm>
          <a:prstGeom prst="rect">
            <a:avLst/>
          </a:prstGeom>
          <a:solidFill>
            <a:srgbClr val="00FFFF"/>
          </a:solidFill>
          <a:ln cap="flat" cmpd="sng" w="19050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Template</a:t>
            </a:r>
            <a:endParaRPr b="1" i="0" sz="1100" u="none" cap="none" strike="noStrike">
              <a:solidFill>
                <a:schemeClr val="dk1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graphicFrame>
        <p:nvGraphicFramePr>
          <p:cNvPr id="1108" name="Google Shape;1108;p159"/>
          <p:cNvGraphicFramePr/>
          <p:nvPr/>
        </p:nvGraphicFramePr>
        <p:xfrm>
          <a:off x="4665081" y="1230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{8FE267BA-A216-4F79-A302-39C6CCE8EB2E}</a:tableStyleId>
              </a:tblPr>
              <a:tblGrid>
                <a:gridCol w="165150"/>
                <a:gridCol w="287150"/>
                <a:gridCol w="382850"/>
                <a:gridCol w="309525"/>
                <a:gridCol w="287150"/>
                <a:gridCol w="331925"/>
                <a:gridCol w="287150"/>
                <a:gridCol w="287150"/>
                <a:gridCol w="293150"/>
                <a:gridCol w="287150"/>
                <a:gridCol w="299150"/>
                <a:gridCol w="287150"/>
                <a:gridCol w="323525"/>
              </a:tblGrid>
              <a:tr h="305000">
                <a:tc gridSpan="1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lt1"/>
                          </a:solidFill>
                          <a:latin typeface="Verizon NHG DS"/>
                          <a:ea typeface="Verizon NHG DS"/>
                          <a:cs typeface="Verizon NHG DS"/>
                          <a:sym typeface="Verizon NHG DS"/>
                        </a:rPr>
                        <a:t>Financial Scope &amp; Targets (P*Q)- Section 2</a:t>
                      </a:r>
                      <a:endParaRPr b="1" sz="800" u="none" cap="none" strike="noStrike">
                        <a:solidFill>
                          <a:schemeClr val="lt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001E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12750">
                <a:tc gridSpan="1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Benefit Value Estimates </a:t>
                      </a:r>
                      <a:endParaRPr b="1" sz="10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98750">
                <a:tc gridSpan="1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Incremental Revenue         $_______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Call Volume Optimization  $________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Handle Time Optimization $_______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Other Benefit Value            $________  (please explain)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Verizon NHG DS"/>
                        <a:ea typeface="Verizon NHG DS"/>
                        <a:cs typeface="Verizon NHG DS"/>
                        <a:sym typeface="Verizon NHG DS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98750">
                <a:tc gridSpan="1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lt1"/>
                          </a:solidFill>
                          <a:latin typeface="Verizon NHG DS"/>
                          <a:ea typeface="Verizon NHG DS"/>
                          <a:cs typeface="Verizon NHG DS"/>
                          <a:sym typeface="Verizon NHG DS"/>
                        </a:rPr>
                        <a:t>Investment Planning - Section 3 </a:t>
                      </a:r>
                      <a:r>
                        <a:rPr b="1" lang="en" sz="700" u="none" cap="none" strike="noStrike">
                          <a:solidFill>
                            <a:schemeClr val="lt1"/>
                          </a:solidFill>
                          <a:latin typeface="Verizon NHG DS"/>
                          <a:ea typeface="Verizon NHG DS"/>
                          <a:cs typeface="Verizon NHG DS"/>
                          <a:sym typeface="Verizon NHG DS"/>
                        </a:rPr>
                        <a:t>(CXO IPG to complete this section)</a:t>
                      </a:r>
                      <a:endParaRPr b="1" sz="5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98750">
                <a:tc gridSpan="1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Capital  Investment Estimates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Verizon NHG DS"/>
                        <a:ea typeface="Verizon NHG DS"/>
                        <a:cs typeface="Verizon NHG DS"/>
                        <a:sym typeface="Verizon NHG DS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98750">
                <a:tc gridSpan="1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Verizon NHG DS"/>
                        <a:ea typeface="Verizon NHG DS"/>
                        <a:cs typeface="Verizon NHG DS"/>
                        <a:sym typeface="Verizon NHG D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Verizon NHG DS"/>
                          <a:ea typeface="Verizon NHG DS"/>
                          <a:cs typeface="Verizon NHG DS"/>
                          <a:sym typeface="Verizon NHG DS"/>
                        </a:rPr>
                        <a:t>GTS Labor estimate $__________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Verizon NHG DS"/>
                        <a:ea typeface="Verizon NHG DS"/>
                        <a:cs typeface="Verizon NHG DS"/>
                        <a:sym typeface="Verizon NHG D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Verizon NHG DS"/>
                        <a:ea typeface="Verizon NHG DS"/>
                        <a:cs typeface="Verizon NHG DS"/>
                        <a:sym typeface="Verizon NHG D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Verizon NHG DS"/>
                          <a:ea typeface="Verizon NHG DS"/>
                          <a:cs typeface="Verizon NHG DS"/>
                          <a:sym typeface="Verizon NHG DS"/>
                        </a:rPr>
                        <a:t>Non-GTS estimate     $__________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Verizon NHG DS"/>
                        <a:ea typeface="Verizon NHG DS"/>
                        <a:cs typeface="Verizon NHG DS"/>
                        <a:sym typeface="Verizon NHG D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Verizon NHG DS"/>
                        <a:ea typeface="Verizon NHG DS"/>
                        <a:cs typeface="Verizon NHG DS"/>
                        <a:sym typeface="Verizon NHG DS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98750">
                <a:tc gridSpan="1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Operating Expense for Initiative (Incremental)</a:t>
                      </a:r>
                      <a:endParaRPr b="1" sz="10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CXO Operating Cost (OPEX)    $________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CXO Incremental Headcount       ________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sp>
        <p:nvSpPr>
          <p:cNvPr id="1109" name="Google Shape;1109;p159"/>
          <p:cNvSpPr/>
          <p:nvPr/>
        </p:nvSpPr>
        <p:spPr>
          <a:xfrm>
            <a:off x="4654800" y="2778400"/>
            <a:ext cx="3828300" cy="1956000"/>
          </a:xfrm>
          <a:prstGeom prst="rect">
            <a:avLst/>
          </a:prstGeom>
          <a:solidFill>
            <a:srgbClr val="9E9E9E">
              <a:alpha val="39216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grpSp>
        <p:nvGrpSpPr>
          <p:cNvPr id="1110" name="Google Shape;1110;p159"/>
          <p:cNvGrpSpPr/>
          <p:nvPr/>
        </p:nvGrpSpPr>
        <p:grpSpPr>
          <a:xfrm>
            <a:off x="6665119" y="154838"/>
            <a:ext cx="2104650" cy="212400"/>
            <a:chOff x="9242425" y="104850"/>
            <a:chExt cx="2806200" cy="283200"/>
          </a:xfrm>
        </p:grpSpPr>
        <p:sp>
          <p:nvSpPr>
            <p:cNvPr id="1111" name="Google Shape;1111;p159"/>
            <p:cNvSpPr/>
            <p:nvPr/>
          </p:nvSpPr>
          <p:spPr>
            <a:xfrm>
              <a:off x="9242425" y="104850"/>
              <a:ext cx="977400" cy="283200"/>
            </a:xfrm>
            <a:prstGeom prst="chevron">
              <a:avLst>
                <a:gd fmla="val 50000" name="adj"/>
              </a:avLst>
            </a:prstGeom>
            <a:solidFill>
              <a:srgbClr val="F3EDE0"/>
            </a:solidFill>
            <a:ln cap="flat" cmpd="sng" w="9525">
              <a:solidFill>
                <a:srgbClr val="F3ED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rgbClr val="000000"/>
                  </a:solidFill>
                  <a:latin typeface="Verizon NHG TX"/>
                  <a:ea typeface="Verizon NHG TX"/>
                  <a:cs typeface="Verizon NHG TX"/>
                  <a:sym typeface="Verizon NHG TX"/>
                </a:rPr>
                <a:t>Northstar</a:t>
              </a:r>
              <a:endParaRPr b="0" i="0" sz="600" u="none" cap="none" strike="noStrike">
                <a:solidFill>
                  <a:srgbClr val="000000"/>
                </a:solidFill>
                <a:latin typeface="Verizon NHG TX"/>
                <a:ea typeface="Verizon NHG TX"/>
                <a:cs typeface="Verizon NHG TX"/>
                <a:sym typeface="Verizon NHG TX"/>
              </a:endParaRPr>
            </a:p>
          </p:txBody>
        </p:sp>
        <p:sp>
          <p:nvSpPr>
            <p:cNvPr id="1112" name="Google Shape;1112;p159"/>
            <p:cNvSpPr/>
            <p:nvPr/>
          </p:nvSpPr>
          <p:spPr>
            <a:xfrm>
              <a:off x="10156825" y="104850"/>
              <a:ext cx="977400" cy="283200"/>
            </a:xfrm>
            <a:prstGeom prst="chevron">
              <a:avLst>
                <a:gd fmla="val 50000" name="adj"/>
              </a:avLst>
            </a:prstGeom>
            <a:solidFill>
              <a:srgbClr val="F3EDE0"/>
            </a:solidFill>
            <a:ln cap="flat" cmpd="sng" w="9525">
              <a:solidFill>
                <a:srgbClr val="F3ED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rgbClr val="000000"/>
                  </a:solidFill>
                  <a:latin typeface="Verizon NHG TX"/>
                  <a:ea typeface="Verizon NHG TX"/>
                  <a:cs typeface="Verizon NHG TX"/>
                  <a:sym typeface="Verizon NHG TX"/>
                </a:rPr>
                <a:t>Scope</a:t>
              </a:r>
              <a:endParaRPr b="0" i="0" sz="600" u="none" cap="none" strike="noStrike">
                <a:solidFill>
                  <a:srgbClr val="000000"/>
                </a:solidFill>
                <a:latin typeface="Verizon NHG TX"/>
                <a:ea typeface="Verizon NHG TX"/>
                <a:cs typeface="Verizon NHG TX"/>
                <a:sym typeface="Verizon NHG TX"/>
              </a:endParaRPr>
            </a:p>
          </p:txBody>
        </p:sp>
        <p:sp>
          <p:nvSpPr>
            <p:cNvPr id="1113" name="Google Shape;1113;p159"/>
            <p:cNvSpPr/>
            <p:nvPr/>
          </p:nvSpPr>
          <p:spPr>
            <a:xfrm>
              <a:off x="11071225" y="104850"/>
              <a:ext cx="977400" cy="283200"/>
            </a:xfrm>
            <a:prstGeom prst="chevron">
              <a:avLst>
                <a:gd fmla="val 50000" name="adj"/>
              </a:avLst>
            </a:prstGeom>
            <a:solidFill>
              <a:srgbClr val="EE001E"/>
            </a:solidFill>
            <a:ln cap="flat" cmpd="sng" w="9525">
              <a:solidFill>
                <a:srgbClr val="F3ED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rgbClr val="FFFFFF"/>
                  </a:solidFill>
                  <a:latin typeface="Verizon NHG TX"/>
                  <a:ea typeface="Verizon NHG TX"/>
                  <a:cs typeface="Verizon NHG TX"/>
                  <a:sym typeface="Verizon NHG TX"/>
                </a:rPr>
                <a:t>Results</a:t>
              </a:r>
              <a:endParaRPr b="0" i="0" sz="600" u="none" cap="none" strike="noStrike">
                <a:solidFill>
                  <a:srgbClr val="FFFFFF"/>
                </a:solidFill>
                <a:latin typeface="Verizon NHG TX"/>
                <a:ea typeface="Verizon NHG TX"/>
                <a:cs typeface="Verizon NHG TX"/>
                <a:sym typeface="Verizon NHG TX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160"/>
          <p:cNvSpPr txBox="1"/>
          <p:nvPr>
            <p:ph type="title"/>
          </p:nvPr>
        </p:nvSpPr>
        <p:spPr>
          <a:xfrm>
            <a:off x="473870" y="543657"/>
            <a:ext cx="75045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>
                <a:latin typeface="Verizon NHG DS"/>
                <a:ea typeface="Verizon NHG DS"/>
                <a:cs typeface="Verizon NHG DS"/>
                <a:sym typeface="Verizon NHG DS"/>
              </a:rPr>
              <a:t>2026 Capex + Opex Incremental</a:t>
            </a:r>
            <a:endParaRPr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graphicFrame>
        <p:nvGraphicFramePr>
          <p:cNvPr id="1120" name="Google Shape;1120;p160"/>
          <p:cNvGraphicFramePr/>
          <p:nvPr/>
        </p:nvGraphicFramePr>
        <p:xfrm>
          <a:off x="139200" y="1108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{8FE267BA-A216-4F79-A302-39C6CCE8EB2E}</a:tableStyleId>
              </a:tblPr>
              <a:tblGrid>
                <a:gridCol w="463150"/>
                <a:gridCol w="644450"/>
                <a:gridCol w="926250"/>
                <a:gridCol w="953650"/>
                <a:gridCol w="1334025"/>
                <a:gridCol w="1334025"/>
                <a:gridCol w="2482300"/>
                <a:gridCol w="727675"/>
              </a:tblGrid>
              <a:tr h="271725">
                <a:tc gridSpan="7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chemeClr val="lt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Xxx (i.e. Koenders, Butler etc.) | xxx (i.e. CX, Experience Product, Digital Channel etc.)</a:t>
                      </a:r>
                      <a:endParaRPr b="1" sz="900" u="none" cap="none" strike="noStrike">
                        <a:solidFill>
                          <a:schemeClr val="lt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293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Status</a:t>
                      </a:r>
                      <a:endParaRPr b="1"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Opex ID</a:t>
                      </a:r>
                      <a:endParaRPr b="1"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Product Area</a:t>
                      </a:r>
                      <a:endParaRPr b="1"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EMR </a:t>
                      </a:r>
                      <a:r>
                        <a:rPr lang="en" sz="7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(see notes)</a:t>
                      </a:r>
                      <a:endParaRPr b="1"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Initiative Name</a:t>
                      </a:r>
                      <a:endParaRPr b="1"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Vendor Name</a:t>
                      </a:r>
                      <a:endParaRPr b="1"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Description</a:t>
                      </a:r>
                      <a:endParaRPr b="1"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Budget</a:t>
                      </a:r>
                      <a:endParaRPr b="1"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C</a:t>
                      </a:r>
                      <a:endParaRPr sz="7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Opex-xxx</a:t>
                      </a:r>
                      <a:endParaRPr sz="7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Assisted Experience</a:t>
                      </a:r>
                      <a:endParaRPr sz="7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Contracted Services</a:t>
                      </a:r>
                      <a:endParaRPr sz="7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7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&lt;Name&gt;</a:t>
                      </a:r>
                      <a:endParaRPr sz="7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&lt;Vendor&gt; </a:t>
                      </a:r>
                      <a:endParaRPr sz="7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&lt;Description&gt;</a:t>
                      </a:r>
                      <a:endParaRPr sz="7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$XXX.XX</a:t>
                      </a:r>
                      <a:endParaRPr sz="7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21" name="Google Shape;1121;p160"/>
          <p:cNvGraphicFramePr/>
          <p:nvPr/>
        </p:nvGraphicFramePr>
        <p:xfrm>
          <a:off x="7669163" y="445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{8FE267BA-A216-4F79-A302-39C6CCE8EB2E}</a:tableStyleId>
              </a:tblPr>
              <a:tblGrid>
                <a:gridCol w="291400"/>
                <a:gridCol w="543725"/>
              </a:tblGrid>
              <a:tr h="198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" sz="7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N</a:t>
                      </a:r>
                      <a:endParaRPr b="1" sz="7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New</a:t>
                      </a:r>
                      <a:endParaRPr sz="7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>
                    <a:solidFill>
                      <a:srgbClr val="F3F3F3"/>
                    </a:solidFill>
                  </a:tcPr>
                </a:tc>
              </a:tr>
              <a:tr h="197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" sz="7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C</a:t>
                      </a:r>
                      <a:endParaRPr b="1" sz="7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Continue</a:t>
                      </a:r>
                      <a:endParaRPr sz="7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>
                    <a:solidFill>
                      <a:srgbClr val="F3F3F3"/>
                    </a:solidFill>
                  </a:tcPr>
                </a:tc>
              </a:tr>
              <a:tr h="197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" sz="7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S</a:t>
                      </a:r>
                      <a:endParaRPr b="1" sz="7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Stop</a:t>
                      </a:r>
                      <a:endParaRPr sz="7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grpSp>
        <p:nvGrpSpPr>
          <p:cNvPr id="1122" name="Google Shape;1122;p160"/>
          <p:cNvGrpSpPr/>
          <p:nvPr/>
        </p:nvGrpSpPr>
        <p:grpSpPr>
          <a:xfrm>
            <a:off x="6665119" y="154838"/>
            <a:ext cx="2104650" cy="212400"/>
            <a:chOff x="9242425" y="104850"/>
            <a:chExt cx="2806200" cy="283200"/>
          </a:xfrm>
        </p:grpSpPr>
        <p:sp>
          <p:nvSpPr>
            <p:cNvPr id="1123" name="Google Shape;1123;p160"/>
            <p:cNvSpPr/>
            <p:nvPr/>
          </p:nvSpPr>
          <p:spPr>
            <a:xfrm>
              <a:off x="9242425" y="104850"/>
              <a:ext cx="977400" cy="283200"/>
            </a:xfrm>
            <a:prstGeom prst="chevron">
              <a:avLst>
                <a:gd fmla="val 50000" name="adj"/>
              </a:avLst>
            </a:prstGeom>
            <a:solidFill>
              <a:srgbClr val="F3EDE0"/>
            </a:solidFill>
            <a:ln cap="flat" cmpd="sng" w="9525">
              <a:solidFill>
                <a:srgbClr val="F3ED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rgbClr val="000000"/>
                  </a:solidFill>
                  <a:latin typeface="Verizon NHG TX"/>
                  <a:ea typeface="Verizon NHG TX"/>
                  <a:cs typeface="Verizon NHG TX"/>
                  <a:sym typeface="Verizon NHG TX"/>
                </a:rPr>
                <a:t>Northstar</a:t>
              </a:r>
              <a:endParaRPr b="0" i="0" sz="600" u="none" cap="none" strike="noStrike">
                <a:solidFill>
                  <a:srgbClr val="000000"/>
                </a:solidFill>
                <a:latin typeface="Verizon NHG TX"/>
                <a:ea typeface="Verizon NHG TX"/>
                <a:cs typeface="Verizon NHG TX"/>
                <a:sym typeface="Verizon NHG TX"/>
              </a:endParaRPr>
            </a:p>
          </p:txBody>
        </p:sp>
        <p:sp>
          <p:nvSpPr>
            <p:cNvPr id="1124" name="Google Shape;1124;p160"/>
            <p:cNvSpPr/>
            <p:nvPr/>
          </p:nvSpPr>
          <p:spPr>
            <a:xfrm>
              <a:off x="10156825" y="104850"/>
              <a:ext cx="977400" cy="283200"/>
            </a:xfrm>
            <a:prstGeom prst="chevron">
              <a:avLst>
                <a:gd fmla="val 50000" name="adj"/>
              </a:avLst>
            </a:prstGeom>
            <a:solidFill>
              <a:srgbClr val="F3EDE0"/>
            </a:solidFill>
            <a:ln cap="flat" cmpd="sng" w="9525">
              <a:solidFill>
                <a:srgbClr val="F3ED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rgbClr val="000000"/>
                  </a:solidFill>
                  <a:latin typeface="Verizon NHG TX"/>
                  <a:ea typeface="Verizon NHG TX"/>
                  <a:cs typeface="Verizon NHG TX"/>
                  <a:sym typeface="Verizon NHG TX"/>
                </a:rPr>
                <a:t>Scope</a:t>
              </a:r>
              <a:endParaRPr b="0" i="0" sz="600" u="none" cap="none" strike="noStrike">
                <a:solidFill>
                  <a:srgbClr val="000000"/>
                </a:solidFill>
                <a:latin typeface="Verizon NHG TX"/>
                <a:ea typeface="Verizon NHG TX"/>
                <a:cs typeface="Verizon NHG TX"/>
                <a:sym typeface="Verizon NHG TX"/>
              </a:endParaRPr>
            </a:p>
          </p:txBody>
        </p:sp>
        <p:sp>
          <p:nvSpPr>
            <p:cNvPr id="1125" name="Google Shape;1125;p160"/>
            <p:cNvSpPr/>
            <p:nvPr/>
          </p:nvSpPr>
          <p:spPr>
            <a:xfrm>
              <a:off x="11071225" y="104850"/>
              <a:ext cx="977400" cy="283200"/>
            </a:xfrm>
            <a:prstGeom prst="chevron">
              <a:avLst>
                <a:gd fmla="val 50000" name="adj"/>
              </a:avLst>
            </a:prstGeom>
            <a:solidFill>
              <a:srgbClr val="EE001E"/>
            </a:solidFill>
            <a:ln cap="flat" cmpd="sng" w="9525">
              <a:solidFill>
                <a:srgbClr val="F3ED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rgbClr val="FFFFFF"/>
                  </a:solidFill>
                  <a:latin typeface="Verizon NHG TX"/>
                  <a:ea typeface="Verizon NHG TX"/>
                  <a:cs typeface="Verizon NHG TX"/>
                  <a:sym typeface="Verizon NHG TX"/>
                </a:rPr>
                <a:t>Results</a:t>
              </a:r>
              <a:endParaRPr b="0" i="0" sz="600" u="none" cap="none" strike="noStrike">
                <a:solidFill>
                  <a:srgbClr val="FFFFFF"/>
                </a:solidFill>
                <a:latin typeface="Verizon NHG TX"/>
                <a:ea typeface="Verizon NHG TX"/>
                <a:cs typeface="Verizon NHG TX"/>
                <a:sym typeface="Verizon NHG TX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161"/>
          <p:cNvSpPr txBox="1"/>
          <p:nvPr>
            <p:ph type="title"/>
          </p:nvPr>
        </p:nvSpPr>
        <p:spPr>
          <a:xfrm>
            <a:off x="473870" y="543657"/>
            <a:ext cx="75045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>
                <a:latin typeface="Verizon NHG DS"/>
                <a:ea typeface="Verizon NHG DS"/>
                <a:cs typeface="Verizon NHG DS"/>
                <a:sym typeface="Verizon NHG DS"/>
              </a:rPr>
              <a:t>2026 Opex Only</a:t>
            </a:r>
            <a:endParaRPr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graphicFrame>
        <p:nvGraphicFramePr>
          <p:cNvPr id="1132" name="Google Shape;1132;p161"/>
          <p:cNvGraphicFramePr/>
          <p:nvPr/>
        </p:nvGraphicFramePr>
        <p:xfrm>
          <a:off x="139200" y="1108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{8FE267BA-A216-4F79-A302-39C6CCE8EB2E}</a:tableStyleId>
              </a:tblPr>
              <a:tblGrid>
                <a:gridCol w="463150"/>
                <a:gridCol w="644450"/>
                <a:gridCol w="926250"/>
                <a:gridCol w="953650"/>
                <a:gridCol w="1334025"/>
                <a:gridCol w="1334025"/>
                <a:gridCol w="2482300"/>
                <a:gridCol w="727675"/>
              </a:tblGrid>
              <a:tr h="271725">
                <a:tc gridSpan="7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chemeClr val="lt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Xxx (i.e. Koenders, Butler etc.) | xxx (i.e. CX, Experience Product, Digital Channel etc.)</a:t>
                      </a:r>
                      <a:endParaRPr b="1" sz="900" u="none" cap="none" strike="noStrike">
                        <a:solidFill>
                          <a:schemeClr val="lt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293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Status</a:t>
                      </a:r>
                      <a:endParaRPr b="1"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Opex ID</a:t>
                      </a:r>
                      <a:endParaRPr b="1"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Product Area</a:t>
                      </a:r>
                      <a:endParaRPr b="1"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EMR </a:t>
                      </a:r>
                      <a:r>
                        <a:rPr lang="en" sz="7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(see notes)</a:t>
                      </a:r>
                      <a:endParaRPr sz="7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Initiative Name</a:t>
                      </a:r>
                      <a:endParaRPr b="1"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Vendor Name</a:t>
                      </a:r>
                      <a:endParaRPr b="1"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Description</a:t>
                      </a:r>
                      <a:endParaRPr b="1"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Budget</a:t>
                      </a:r>
                      <a:endParaRPr b="1"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C</a:t>
                      </a:r>
                      <a:endParaRPr sz="7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Opex-xxx</a:t>
                      </a:r>
                      <a:endParaRPr sz="7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Assisted Experience</a:t>
                      </a:r>
                      <a:endParaRPr sz="7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Contracted Services</a:t>
                      </a:r>
                      <a:endParaRPr sz="7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7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&lt;Name&gt;</a:t>
                      </a:r>
                      <a:endParaRPr sz="7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&lt;Vendor&gt; </a:t>
                      </a:r>
                      <a:endParaRPr sz="7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&lt;Description&gt;</a:t>
                      </a:r>
                      <a:endParaRPr sz="7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$XXX.XX</a:t>
                      </a:r>
                      <a:endParaRPr sz="7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33" name="Google Shape;1133;p161"/>
          <p:cNvGraphicFramePr/>
          <p:nvPr/>
        </p:nvGraphicFramePr>
        <p:xfrm>
          <a:off x="7669163" y="445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{8FE267BA-A216-4F79-A302-39C6CCE8EB2E}</a:tableStyleId>
              </a:tblPr>
              <a:tblGrid>
                <a:gridCol w="291400"/>
                <a:gridCol w="543725"/>
              </a:tblGrid>
              <a:tr h="198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" sz="7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N</a:t>
                      </a:r>
                      <a:endParaRPr b="1" sz="7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New</a:t>
                      </a:r>
                      <a:endParaRPr sz="7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>
                    <a:solidFill>
                      <a:srgbClr val="F3F3F3"/>
                    </a:solidFill>
                  </a:tcPr>
                </a:tc>
              </a:tr>
              <a:tr h="197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" sz="7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C</a:t>
                      </a:r>
                      <a:endParaRPr b="1" sz="7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Continue</a:t>
                      </a:r>
                      <a:endParaRPr sz="7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>
                    <a:solidFill>
                      <a:srgbClr val="F3F3F3"/>
                    </a:solidFill>
                  </a:tcPr>
                </a:tc>
              </a:tr>
              <a:tr h="197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" sz="7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S</a:t>
                      </a:r>
                      <a:endParaRPr b="1" sz="7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Stop</a:t>
                      </a:r>
                      <a:endParaRPr sz="7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grpSp>
        <p:nvGrpSpPr>
          <p:cNvPr id="1134" name="Google Shape;1134;p161"/>
          <p:cNvGrpSpPr/>
          <p:nvPr/>
        </p:nvGrpSpPr>
        <p:grpSpPr>
          <a:xfrm>
            <a:off x="6665119" y="154838"/>
            <a:ext cx="2104650" cy="212400"/>
            <a:chOff x="9242425" y="104850"/>
            <a:chExt cx="2806200" cy="283200"/>
          </a:xfrm>
        </p:grpSpPr>
        <p:sp>
          <p:nvSpPr>
            <p:cNvPr id="1135" name="Google Shape;1135;p161"/>
            <p:cNvSpPr/>
            <p:nvPr/>
          </p:nvSpPr>
          <p:spPr>
            <a:xfrm>
              <a:off x="9242425" y="104850"/>
              <a:ext cx="977400" cy="283200"/>
            </a:xfrm>
            <a:prstGeom prst="chevron">
              <a:avLst>
                <a:gd fmla="val 50000" name="adj"/>
              </a:avLst>
            </a:prstGeom>
            <a:solidFill>
              <a:srgbClr val="F3EDE0"/>
            </a:solidFill>
            <a:ln cap="flat" cmpd="sng" w="9525">
              <a:solidFill>
                <a:srgbClr val="F3ED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rgbClr val="000000"/>
                  </a:solidFill>
                  <a:latin typeface="Verizon NHG TX"/>
                  <a:ea typeface="Verizon NHG TX"/>
                  <a:cs typeface="Verizon NHG TX"/>
                  <a:sym typeface="Verizon NHG TX"/>
                </a:rPr>
                <a:t>Northstar</a:t>
              </a:r>
              <a:endParaRPr b="0" i="0" sz="600" u="none" cap="none" strike="noStrike">
                <a:solidFill>
                  <a:srgbClr val="000000"/>
                </a:solidFill>
                <a:latin typeface="Verizon NHG TX"/>
                <a:ea typeface="Verizon NHG TX"/>
                <a:cs typeface="Verizon NHG TX"/>
                <a:sym typeface="Verizon NHG TX"/>
              </a:endParaRPr>
            </a:p>
          </p:txBody>
        </p:sp>
        <p:sp>
          <p:nvSpPr>
            <p:cNvPr id="1136" name="Google Shape;1136;p161"/>
            <p:cNvSpPr/>
            <p:nvPr/>
          </p:nvSpPr>
          <p:spPr>
            <a:xfrm>
              <a:off x="10156825" y="104850"/>
              <a:ext cx="977400" cy="283200"/>
            </a:xfrm>
            <a:prstGeom prst="chevron">
              <a:avLst>
                <a:gd fmla="val 50000" name="adj"/>
              </a:avLst>
            </a:prstGeom>
            <a:solidFill>
              <a:srgbClr val="F3EDE0"/>
            </a:solidFill>
            <a:ln cap="flat" cmpd="sng" w="9525">
              <a:solidFill>
                <a:srgbClr val="F3ED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rgbClr val="000000"/>
                  </a:solidFill>
                  <a:latin typeface="Verizon NHG TX"/>
                  <a:ea typeface="Verizon NHG TX"/>
                  <a:cs typeface="Verizon NHG TX"/>
                  <a:sym typeface="Verizon NHG TX"/>
                </a:rPr>
                <a:t>Scope</a:t>
              </a:r>
              <a:endParaRPr b="0" i="0" sz="600" u="none" cap="none" strike="noStrike">
                <a:solidFill>
                  <a:srgbClr val="000000"/>
                </a:solidFill>
                <a:latin typeface="Verizon NHG TX"/>
                <a:ea typeface="Verizon NHG TX"/>
                <a:cs typeface="Verizon NHG TX"/>
                <a:sym typeface="Verizon NHG TX"/>
              </a:endParaRPr>
            </a:p>
          </p:txBody>
        </p:sp>
        <p:sp>
          <p:nvSpPr>
            <p:cNvPr id="1137" name="Google Shape;1137;p161"/>
            <p:cNvSpPr/>
            <p:nvPr/>
          </p:nvSpPr>
          <p:spPr>
            <a:xfrm>
              <a:off x="11071225" y="104850"/>
              <a:ext cx="977400" cy="283200"/>
            </a:xfrm>
            <a:prstGeom prst="chevron">
              <a:avLst>
                <a:gd fmla="val 50000" name="adj"/>
              </a:avLst>
            </a:prstGeom>
            <a:solidFill>
              <a:srgbClr val="EE001E"/>
            </a:solidFill>
            <a:ln cap="flat" cmpd="sng" w="9525">
              <a:solidFill>
                <a:srgbClr val="F3ED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rgbClr val="FFFFFF"/>
                  </a:solidFill>
                  <a:latin typeface="Verizon NHG TX"/>
                  <a:ea typeface="Verizon NHG TX"/>
                  <a:cs typeface="Verizon NHG TX"/>
                  <a:sym typeface="Verizon NHG TX"/>
                </a:rPr>
                <a:t>Results</a:t>
              </a:r>
              <a:endParaRPr b="0" i="0" sz="600" u="none" cap="none" strike="noStrike">
                <a:solidFill>
                  <a:srgbClr val="FFFFFF"/>
                </a:solidFill>
                <a:latin typeface="Verizon NHG TX"/>
                <a:ea typeface="Verizon NHG TX"/>
                <a:cs typeface="Verizon NHG TX"/>
                <a:sym typeface="Verizon NHG TX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163"/>
          <p:cNvSpPr txBox="1"/>
          <p:nvPr>
            <p:ph idx="1" type="body"/>
          </p:nvPr>
        </p:nvSpPr>
        <p:spPr>
          <a:xfrm>
            <a:off x="376953" y="383117"/>
            <a:ext cx="85836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</a:pPr>
            <a:r>
              <a:rPr lang="en">
                <a:solidFill>
                  <a:schemeClr val="dk1"/>
                </a:solidFill>
              </a:rPr>
              <a:t>2026 Planning Artifacts</a:t>
            </a:r>
            <a:endParaRPr/>
          </a:p>
        </p:txBody>
      </p:sp>
      <p:sp>
        <p:nvSpPr>
          <p:cNvPr id="1148" name="Google Shape;1148;p163"/>
          <p:cNvSpPr txBox="1"/>
          <p:nvPr>
            <p:ph idx="3" type="body"/>
          </p:nvPr>
        </p:nvSpPr>
        <p:spPr>
          <a:xfrm>
            <a:off x="376953" y="544857"/>
            <a:ext cx="8583600" cy="9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/>
              <a:t>Journey Map Example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1149" name="Google Shape;1149;p163"/>
          <p:cNvSpPr txBox="1"/>
          <p:nvPr/>
        </p:nvSpPr>
        <p:spPr>
          <a:xfrm>
            <a:off x="4613752" y="2566849"/>
            <a:ext cx="12696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EA"/>
              </a:buClr>
              <a:buSzPts val="11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3. Activate internet</a:t>
            </a:r>
            <a:endParaRPr b="1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EA"/>
              </a:buClr>
              <a:buSzPts val="11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When the light turns solid white she’s setup. If help is needed, she refers to the 5G Compass in MVA.</a:t>
            </a:r>
            <a:endParaRPr b="0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>
                <a:srgbClr val="0000EA"/>
              </a:buClr>
              <a:buSzPts val="11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sp>
        <p:nvSpPr>
          <p:cNvPr id="1150" name="Google Shape;1150;p163"/>
          <p:cNvSpPr txBox="1"/>
          <p:nvPr/>
        </p:nvSpPr>
        <p:spPr>
          <a:xfrm>
            <a:off x="3228683" y="2566849"/>
            <a:ext cx="12366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EA"/>
              </a:buClr>
              <a:buSzPts val="11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2. Find a spot</a:t>
            </a:r>
            <a:endParaRPr b="1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>
                <a:srgbClr val="0000EA"/>
              </a:buClr>
              <a:buSzPts val="11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Using what she learned in-store, she chooses a </a:t>
            </a:r>
            <a:br>
              <a:rPr b="0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</a:br>
            <a:r>
              <a:rPr b="0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spot to plug-in.</a:t>
            </a:r>
            <a:endParaRPr b="0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sp>
        <p:nvSpPr>
          <p:cNvPr id="1151" name="Google Shape;1151;p163"/>
          <p:cNvSpPr txBox="1"/>
          <p:nvPr/>
        </p:nvSpPr>
        <p:spPr>
          <a:xfrm>
            <a:off x="6020928" y="2566849"/>
            <a:ext cx="12696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EA"/>
              </a:buClr>
              <a:buSzPts val="1100"/>
              <a:buFont typeface="Arial"/>
              <a:buNone/>
            </a:pPr>
            <a:r>
              <a:rPr b="1" i="1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Download / Open  MVA</a:t>
            </a:r>
            <a:endParaRPr b="1" i="1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>
                <a:srgbClr val="0000EA"/>
              </a:buClr>
              <a:buSzPts val="11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If Taylor wants to personalize her network, she can scan the QR code or enter the URL to deep link in My Verizon app.</a:t>
            </a:r>
            <a:endParaRPr b="0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sp>
        <p:nvSpPr>
          <p:cNvPr id="1152" name="Google Shape;1152;p163"/>
          <p:cNvSpPr txBox="1"/>
          <p:nvPr/>
        </p:nvSpPr>
        <p:spPr>
          <a:xfrm>
            <a:off x="3245210" y="3698153"/>
            <a:ext cx="1234500" cy="9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Device</a:t>
            </a:r>
            <a:endParaRPr b="1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Power adapter</a:t>
            </a:r>
            <a:endParaRPr b="0" i="1" sz="800" u="none" cap="none" strike="noStrike">
              <a:solidFill>
                <a:srgbClr val="EE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sp>
        <p:nvSpPr>
          <p:cNvPr id="1153" name="Google Shape;1153;p163"/>
          <p:cNvSpPr txBox="1"/>
          <p:nvPr/>
        </p:nvSpPr>
        <p:spPr>
          <a:xfrm>
            <a:off x="457250" y="3698153"/>
            <a:ext cx="1234500" cy="9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Confirmation email / </a:t>
            </a:r>
            <a:br>
              <a:rPr b="1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</a:br>
            <a:r>
              <a:rPr b="1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Get ready page</a:t>
            </a:r>
            <a:endParaRPr b="1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-101600" lvl="0" marL="1651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Verizon NHG DS"/>
              <a:buChar char="-"/>
            </a:pPr>
            <a:r>
              <a:rPr b="1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Register</a:t>
            </a:r>
            <a:endParaRPr b="1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-101600" lvl="0" marL="1651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Verizon NHG DS"/>
              <a:buChar char="-"/>
            </a:pPr>
            <a:r>
              <a:rPr b="1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Download MVA</a:t>
            </a:r>
            <a:endParaRPr b="1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-101600" lvl="0" marL="165100" marR="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800"/>
              <a:buFont typeface="Verizon NHG DS"/>
              <a:buChar char="-"/>
            </a:pPr>
            <a:r>
              <a:rPr b="1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5G signal map + compass</a:t>
            </a:r>
            <a:endParaRPr b="0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sp>
        <p:nvSpPr>
          <p:cNvPr id="1154" name="Google Shape;1154;p163"/>
          <p:cNvSpPr txBox="1"/>
          <p:nvPr/>
        </p:nvSpPr>
        <p:spPr>
          <a:xfrm>
            <a:off x="4639190" y="3698153"/>
            <a:ext cx="1234500" cy="9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LED status</a:t>
            </a:r>
            <a:endParaRPr b="1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Wi-Fi name/password</a:t>
            </a:r>
            <a:endParaRPr b="1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5G signal map + compass</a:t>
            </a:r>
            <a:endParaRPr b="1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sp>
        <p:nvSpPr>
          <p:cNvPr id="1155" name="Google Shape;1155;p163"/>
          <p:cNvSpPr txBox="1"/>
          <p:nvPr/>
        </p:nvSpPr>
        <p:spPr>
          <a:xfrm>
            <a:off x="6033170" y="3698153"/>
            <a:ext cx="1234500" cy="9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Setup guide</a:t>
            </a:r>
            <a:endParaRPr b="1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My Verizon app</a:t>
            </a:r>
            <a:endParaRPr b="1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Authentication</a:t>
            </a:r>
            <a:endParaRPr b="1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sp>
        <p:nvSpPr>
          <p:cNvPr id="1156" name="Google Shape;1156;p163"/>
          <p:cNvSpPr txBox="1"/>
          <p:nvPr/>
        </p:nvSpPr>
        <p:spPr>
          <a:xfrm>
            <a:off x="7417225" y="2566850"/>
            <a:ext cx="14076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EA"/>
              </a:buClr>
              <a:buSzPts val="1100"/>
              <a:buFont typeface="Arial"/>
              <a:buNone/>
            </a:pPr>
            <a:r>
              <a:rPr b="1" i="1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Personalize internet</a:t>
            </a:r>
            <a:endParaRPr b="1" i="1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>
                <a:srgbClr val="0000EA"/>
              </a:buClr>
              <a:buSzPts val="11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Once she has the My Verizon app open, there are a variety of personalizations and settings that she can change.</a:t>
            </a:r>
            <a:endParaRPr b="0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sp>
        <p:nvSpPr>
          <p:cNvPr id="1157" name="Google Shape;1157;p163"/>
          <p:cNvSpPr txBox="1"/>
          <p:nvPr/>
        </p:nvSpPr>
        <p:spPr>
          <a:xfrm>
            <a:off x="7427150" y="3698153"/>
            <a:ext cx="1234500" cy="9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My Verizon app</a:t>
            </a:r>
            <a:endParaRPr b="1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-101600" lvl="0" marL="1651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Verizon NHG DS"/>
              <a:buChar char="-"/>
            </a:pPr>
            <a:r>
              <a:rPr b="1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Set Wi-Fi name/password</a:t>
            </a:r>
            <a:endParaRPr b="1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-101600" lvl="0" marL="165100" marR="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800"/>
              <a:buFont typeface="Verizon NHG DS"/>
              <a:buChar char="-"/>
            </a:pPr>
            <a:r>
              <a:rPr b="1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Connect devices</a:t>
            </a:r>
            <a:endParaRPr b="1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cxnSp>
        <p:nvCxnSpPr>
          <p:cNvPr id="1158" name="Google Shape;1158;p163"/>
          <p:cNvCxnSpPr/>
          <p:nvPr/>
        </p:nvCxnSpPr>
        <p:spPr>
          <a:xfrm>
            <a:off x="457245" y="3512324"/>
            <a:ext cx="8204700" cy="0"/>
          </a:xfrm>
          <a:prstGeom prst="straightConnector1">
            <a:avLst/>
          </a:prstGeom>
          <a:noFill/>
          <a:ln cap="flat" cmpd="sng" w="9525">
            <a:solidFill>
              <a:srgbClr val="74767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9" name="Google Shape;1159;p163"/>
          <p:cNvSpPr txBox="1"/>
          <p:nvPr/>
        </p:nvSpPr>
        <p:spPr>
          <a:xfrm>
            <a:off x="1820676" y="2566849"/>
            <a:ext cx="12696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EA"/>
              </a:buClr>
              <a:buSzPts val="11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1. Unbox</a:t>
            </a:r>
            <a:endParaRPr b="1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>
                <a:srgbClr val="0000EA"/>
              </a:buClr>
              <a:buSzPts val="11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On opening the box, Taylor sees a simple 1-2-3 set of instructions for setup</a:t>
            </a:r>
            <a:endParaRPr b="0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sp>
        <p:nvSpPr>
          <p:cNvPr id="1160" name="Google Shape;1160;p163"/>
          <p:cNvSpPr txBox="1"/>
          <p:nvPr/>
        </p:nvSpPr>
        <p:spPr>
          <a:xfrm>
            <a:off x="1851230" y="3698153"/>
            <a:ext cx="1234500" cy="9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Setup guide</a:t>
            </a:r>
            <a:endParaRPr b="1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sp>
        <p:nvSpPr>
          <p:cNvPr id="1161" name="Google Shape;1161;p163"/>
          <p:cNvSpPr txBox="1"/>
          <p:nvPr/>
        </p:nvSpPr>
        <p:spPr>
          <a:xfrm>
            <a:off x="456075" y="2566849"/>
            <a:ext cx="12366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EA"/>
              </a:buClr>
              <a:buSzPts val="1100"/>
              <a:buFont typeface="Arial"/>
              <a:buNone/>
            </a:pPr>
            <a:r>
              <a:rPr b="1" i="1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Post-Sale / Pre-Setup</a:t>
            </a:r>
            <a:endParaRPr b="1" i="1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>
                <a:srgbClr val="0000EA"/>
              </a:buClr>
              <a:buSzPts val="11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Taylor gets a confirmation email to set her up for success.</a:t>
            </a:r>
            <a:endParaRPr b="0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pic>
        <p:nvPicPr>
          <p:cNvPr id="1162" name="Google Shape;1162;p1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3837" y="1225346"/>
            <a:ext cx="1236598" cy="1236584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63" name="Google Shape;1163;p1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6226" y="1225350"/>
            <a:ext cx="1236598" cy="1236598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64" name="Google Shape;1164;p1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38625" y="1225350"/>
            <a:ext cx="1236598" cy="1236598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65" name="Google Shape;1165;p16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31822" y="1225375"/>
            <a:ext cx="1236598" cy="1236598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66" name="Google Shape;1166;p163"/>
          <p:cNvPicPr preferRelativeResize="0"/>
          <p:nvPr/>
        </p:nvPicPr>
        <p:blipFill rotWithShape="1">
          <a:blip r:embed="rId7">
            <a:alphaModFix/>
          </a:blip>
          <a:srcRect b="16692" l="35715" r="937" t="19960"/>
          <a:stretch/>
        </p:blipFill>
        <p:spPr>
          <a:xfrm>
            <a:off x="5531604" y="2118351"/>
            <a:ext cx="301800" cy="3018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67" name="Google Shape;1167;p16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7250" y="1225350"/>
            <a:ext cx="1234502" cy="1234502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68" name="Google Shape;1168;p16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428100" y="1225375"/>
            <a:ext cx="1234502" cy="1234502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69" name="Google Shape;1169;p163"/>
          <p:cNvSpPr txBox="1"/>
          <p:nvPr/>
        </p:nvSpPr>
        <p:spPr>
          <a:xfrm>
            <a:off x="4016251" y="3456450"/>
            <a:ext cx="1111500" cy="11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Key interactions</a:t>
            </a:r>
            <a:endParaRPr b="0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sp>
        <p:nvSpPr>
          <p:cNvPr id="1170" name="Google Shape;1170;p163"/>
          <p:cNvSpPr/>
          <p:nvPr/>
        </p:nvSpPr>
        <p:spPr>
          <a:xfrm>
            <a:off x="0" y="0"/>
            <a:ext cx="1601400" cy="212400"/>
          </a:xfrm>
          <a:prstGeom prst="rect">
            <a:avLst/>
          </a:prstGeom>
          <a:solidFill>
            <a:srgbClr val="FED60E"/>
          </a:solidFill>
          <a:ln cap="flat" cmpd="sng" w="19050">
            <a:solidFill>
              <a:srgbClr val="FED6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1" lang="en" sz="11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Example</a:t>
            </a:r>
            <a:endParaRPr b="1" i="1" sz="11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164"/>
          <p:cNvSpPr txBox="1"/>
          <p:nvPr>
            <p:ph idx="12" type="sldNum"/>
          </p:nvPr>
        </p:nvSpPr>
        <p:spPr>
          <a:xfrm>
            <a:off x="8317509" y="4736592"/>
            <a:ext cx="352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7" name="Google Shape;1177;p164"/>
          <p:cNvSpPr txBox="1"/>
          <p:nvPr>
            <p:ph type="title"/>
          </p:nvPr>
        </p:nvSpPr>
        <p:spPr>
          <a:xfrm>
            <a:off x="135400" y="143375"/>
            <a:ext cx="8873100" cy="44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"/>
              <a:t>Master Artifacts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">
                <a:solidFill>
                  <a:schemeClr val="accent1"/>
                </a:solidFill>
              </a:rPr>
              <a:t>Due 5/19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178" name="Google Shape;1178;p164"/>
          <p:cNvSpPr txBox="1"/>
          <p:nvPr>
            <p:ph idx="2" type="sldNum"/>
          </p:nvPr>
        </p:nvSpPr>
        <p:spPr>
          <a:xfrm>
            <a:off x="8317509" y="4733270"/>
            <a:ext cx="352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165"/>
          <p:cNvSpPr txBox="1"/>
          <p:nvPr>
            <p:ph type="title"/>
          </p:nvPr>
        </p:nvSpPr>
        <p:spPr>
          <a:xfrm>
            <a:off x="457200" y="374904"/>
            <a:ext cx="6801000" cy="13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Appendix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166"/>
          <p:cNvSpPr txBox="1"/>
          <p:nvPr>
            <p:ph type="title"/>
          </p:nvPr>
        </p:nvSpPr>
        <p:spPr>
          <a:xfrm>
            <a:off x="457200" y="3349229"/>
            <a:ext cx="54246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"/>
              <a:t>Initiative Name</a:t>
            </a:r>
            <a:endParaRPr/>
          </a:p>
        </p:txBody>
      </p:sp>
      <p:sp>
        <p:nvSpPr>
          <p:cNvPr id="1190" name="Google Shape;1190;p166"/>
          <p:cNvSpPr txBox="1"/>
          <p:nvPr>
            <p:ph idx="1" type="body"/>
          </p:nvPr>
        </p:nvSpPr>
        <p:spPr>
          <a:xfrm>
            <a:off x="6417581" y="3406500"/>
            <a:ext cx="22530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Submitter Name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Band 5 Team Name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191" name="Google Shape;1191;p166"/>
          <p:cNvSpPr txBox="1"/>
          <p:nvPr>
            <p:ph type="title"/>
          </p:nvPr>
        </p:nvSpPr>
        <p:spPr>
          <a:xfrm>
            <a:off x="3257550" y="491733"/>
            <a:ext cx="5424600" cy="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">
                <a:solidFill>
                  <a:srgbClr val="F8FF3C"/>
                </a:solidFill>
              </a:rPr>
              <a:t>Master Artifact</a:t>
            </a:r>
            <a:endParaRPr>
              <a:solidFill>
                <a:srgbClr val="F8FF3C"/>
              </a:solidFill>
            </a:endParaRPr>
          </a:p>
        </p:txBody>
      </p:sp>
      <p:sp>
        <p:nvSpPr>
          <p:cNvPr id="1192" name="Google Shape;1192;p166"/>
          <p:cNvSpPr/>
          <p:nvPr/>
        </p:nvSpPr>
        <p:spPr>
          <a:xfrm>
            <a:off x="474675" y="4673719"/>
            <a:ext cx="1001100" cy="228000"/>
          </a:xfrm>
          <a:prstGeom prst="rect">
            <a:avLst/>
          </a:prstGeom>
          <a:solidFill>
            <a:srgbClr val="F8FF3C"/>
          </a:solidFill>
          <a:ln cap="flat" cmpd="sng" w="9525">
            <a:solidFill>
              <a:srgbClr val="F8FF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Core Product</a:t>
            </a:r>
            <a:endParaRPr b="0" i="0" sz="900" u="none" cap="none" strike="noStrike">
              <a:solidFill>
                <a:schemeClr val="dk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1193" name="Google Shape;1193;p166"/>
          <p:cNvSpPr/>
          <p:nvPr/>
        </p:nvSpPr>
        <p:spPr>
          <a:xfrm>
            <a:off x="1526949" y="4673719"/>
            <a:ext cx="1001100" cy="228000"/>
          </a:xfrm>
          <a:prstGeom prst="rect">
            <a:avLst/>
          </a:prstGeom>
          <a:noFill/>
          <a:ln cap="flat" cmpd="sng" w="9525">
            <a:solidFill>
              <a:srgbClr val="F8FF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2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Project</a:t>
            </a:r>
            <a:endParaRPr b="0" i="0" sz="900" u="none" cap="none" strike="noStrike">
              <a:solidFill>
                <a:schemeClr val="lt2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167"/>
          <p:cNvSpPr txBox="1"/>
          <p:nvPr>
            <p:ph idx="12" type="sldNum"/>
          </p:nvPr>
        </p:nvSpPr>
        <p:spPr>
          <a:xfrm>
            <a:off x="8317509" y="4725915"/>
            <a:ext cx="352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00" name="Google Shape;1200;p167"/>
          <p:cNvSpPr txBox="1"/>
          <p:nvPr>
            <p:ph type="title"/>
          </p:nvPr>
        </p:nvSpPr>
        <p:spPr>
          <a:xfrm>
            <a:off x="508706" y="2080031"/>
            <a:ext cx="3606900" cy="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2100">
                <a:latin typeface="Verizon NHG DS"/>
                <a:ea typeface="Verizon NHG DS"/>
                <a:cs typeface="Verizon NHG DS"/>
                <a:sym typeface="Verizon NHG DS"/>
              </a:rPr>
              <a:t>Initiative Name</a:t>
            </a:r>
            <a:endParaRPr sz="2100"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1800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Workstream Name</a:t>
            </a:r>
            <a:endParaRPr sz="1800">
              <a:solidFill>
                <a:schemeClr val="dk1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0" lang="en" sz="1400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Workstream Lead:  Name</a:t>
            </a:r>
            <a:endParaRPr b="0" sz="1400">
              <a:solidFill>
                <a:schemeClr val="dk1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0" lang="en" sz="1400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Initiative Lead:  Name</a:t>
            </a:r>
            <a:endParaRPr b="0" sz="1400">
              <a:solidFill>
                <a:schemeClr val="dk1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sz="1800">
              <a:solidFill>
                <a:schemeClr val="dk1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sz="1800">
              <a:solidFill>
                <a:schemeClr val="dk1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sp>
        <p:nvSpPr>
          <p:cNvPr id="1201" name="Google Shape;1201;p167"/>
          <p:cNvSpPr txBox="1"/>
          <p:nvPr/>
        </p:nvSpPr>
        <p:spPr>
          <a:xfrm>
            <a:off x="508706" y="3410195"/>
            <a:ext cx="36069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[Northstar statement - Ambition Here]</a:t>
            </a:r>
            <a:endParaRPr b="0" i="0" sz="1100" u="none" cap="none" strike="noStrike">
              <a:solidFill>
                <a:srgbClr val="1F1F1F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sp>
        <p:nvSpPr>
          <p:cNvPr id="1202" name="Google Shape;1202;p167"/>
          <p:cNvSpPr txBox="1"/>
          <p:nvPr/>
        </p:nvSpPr>
        <p:spPr>
          <a:xfrm>
            <a:off x="4791619" y="597940"/>
            <a:ext cx="4121400" cy="43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EE001E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Strategic Themes</a:t>
            </a:r>
            <a:endParaRPr b="1" i="0" sz="1500" u="none" cap="none" strike="noStrike">
              <a:solidFill>
                <a:srgbClr val="EE001E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222222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" sz="1100" u="none" cap="none" strike="noStrike">
                <a:solidFill>
                  <a:srgbClr val="7F7F7F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[EXAMPLE] Customer need or problem being solved</a:t>
            </a:r>
            <a:endParaRPr b="1" i="0" sz="1100" u="none" cap="none" strike="noStrike">
              <a:solidFill>
                <a:srgbClr val="7F7F7F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9E9E9E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Giving customers visibility and creating end to end ownership on issues that we cannot resolve on the initial interaction</a:t>
            </a:r>
            <a:endParaRPr b="0" i="0" sz="800" u="none" cap="none" strike="noStrike">
              <a:solidFill>
                <a:srgbClr val="9E9E9E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222222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" sz="1100" u="none" cap="none" strike="noStrike">
                <a:solidFill>
                  <a:srgbClr val="222222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Customer need or problem is being solved</a:t>
            </a:r>
            <a:endParaRPr b="1" i="0" sz="1100" u="none" cap="none" strike="noStrike">
              <a:solidFill>
                <a:srgbClr val="222222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[What will be unlocked for the customer or business?]</a:t>
            </a:r>
            <a:endParaRPr b="0" i="0" sz="1100" u="none" cap="none" strike="noStrike">
              <a:solidFill>
                <a:srgbClr val="222222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" sz="1100" u="none" cap="none" strike="noStrike">
                <a:solidFill>
                  <a:srgbClr val="222222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Customer need or problem being solved</a:t>
            </a:r>
            <a:endParaRPr b="1" i="0" sz="1100" u="none" cap="none" strike="noStrike">
              <a:solidFill>
                <a:srgbClr val="222222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[What will be unlocked for the customer or business?]</a:t>
            </a:r>
            <a:endParaRPr b="0" i="0" sz="1100" u="none" cap="none" strike="noStrike">
              <a:solidFill>
                <a:schemeClr val="dk1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" sz="1100" u="none" cap="none" strike="noStrike">
                <a:solidFill>
                  <a:srgbClr val="222222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Customer need or problem being solved</a:t>
            </a:r>
            <a:endParaRPr b="1" i="0" sz="1100" u="none" cap="none" strike="noStrike">
              <a:solidFill>
                <a:srgbClr val="222222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[What will be unlocked for the customer or business?]</a:t>
            </a:r>
            <a:endParaRPr b="0" i="0" sz="1100" u="none" cap="none" strike="noStrike">
              <a:solidFill>
                <a:schemeClr val="dk1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" sz="1100" u="none" cap="none" strike="noStrike">
                <a:solidFill>
                  <a:srgbClr val="222222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Customer need or problem being solved</a:t>
            </a:r>
            <a:endParaRPr b="1" i="0" sz="1100" u="none" cap="none" strike="noStrike">
              <a:solidFill>
                <a:srgbClr val="222222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[What will be unlocked for the customer or business?]</a:t>
            </a:r>
            <a:endParaRPr b="0" i="0" sz="1100" u="none" cap="none" strike="noStrike">
              <a:solidFill>
                <a:schemeClr val="dk1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sp>
        <p:nvSpPr>
          <p:cNvPr id="1203" name="Google Shape;1203;p167"/>
          <p:cNvSpPr/>
          <p:nvPr/>
        </p:nvSpPr>
        <p:spPr>
          <a:xfrm>
            <a:off x="0" y="0"/>
            <a:ext cx="888900" cy="212400"/>
          </a:xfrm>
          <a:prstGeom prst="rect">
            <a:avLst/>
          </a:prstGeom>
          <a:solidFill>
            <a:srgbClr val="00FFFF"/>
          </a:solidFill>
          <a:ln cap="flat" cmpd="sng" w="19050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Template</a:t>
            </a:r>
            <a:endParaRPr b="1" i="0" sz="1100" u="none" cap="none" strike="noStrike">
              <a:solidFill>
                <a:schemeClr val="dk1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grpSp>
        <p:nvGrpSpPr>
          <p:cNvPr id="1204" name="Google Shape;1204;p167"/>
          <p:cNvGrpSpPr/>
          <p:nvPr/>
        </p:nvGrpSpPr>
        <p:grpSpPr>
          <a:xfrm>
            <a:off x="1601419" y="377006"/>
            <a:ext cx="1421550" cy="1393875"/>
            <a:chOff x="2135225" y="502675"/>
            <a:chExt cx="1895400" cy="1858500"/>
          </a:xfrm>
        </p:grpSpPr>
        <p:sp>
          <p:nvSpPr>
            <p:cNvPr id="1205" name="Google Shape;1205;p167"/>
            <p:cNvSpPr/>
            <p:nvPr/>
          </p:nvSpPr>
          <p:spPr>
            <a:xfrm>
              <a:off x="2135225" y="502675"/>
              <a:ext cx="1895400" cy="18585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Verizon NHG TX"/>
                <a:ea typeface="Verizon NHG TX"/>
                <a:cs typeface="Verizon NHG TX"/>
                <a:sym typeface="Verizon NHG TX"/>
              </a:endParaRPr>
            </a:p>
          </p:txBody>
        </p:sp>
        <p:pic>
          <p:nvPicPr>
            <p:cNvPr id="1206" name="Google Shape;1206;p167" title="Verizon_GlowV_RGB.png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583446" y="965192"/>
              <a:ext cx="998950" cy="9334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07" name="Google Shape;1207;p167"/>
          <p:cNvGrpSpPr/>
          <p:nvPr/>
        </p:nvGrpSpPr>
        <p:grpSpPr>
          <a:xfrm>
            <a:off x="6893719" y="154838"/>
            <a:ext cx="2104650" cy="212400"/>
            <a:chOff x="9242425" y="104850"/>
            <a:chExt cx="2806200" cy="283200"/>
          </a:xfrm>
        </p:grpSpPr>
        <p:sp>
          <p:nvSpPr>
            <p:cNvPr id="1208" name="Google Shape;1208;p167"/>
            <p:cNvSpPr/>
            <p:nvPr/>
          </p:nvSpPr>
          <p:spPr>
            <a:xfrm>
              <a:off x="9242425" y="104850"/>
              <a:ext cx="977400" cy="283200"/>
            </a:xfrm>
            <a:prstGeom prst="chevron">
              <a:avLst>
                <a:gd fmla="val 50000" name="adj"/>
              </a:avLst>
            </a:prstGeom>
            <a:solidFill>
              <a:schemeClr val="accent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lt1"/>
                  </a:solidFill>
                  <a:latin typeface="Verizon NHG TX"/>
                  <a:ea typeface="Verizon NHG TX"/>
                  <a:cs typeface="Verizon NHG TX"/>
                  <a:sym typeface="Verizon NHG TX"/>
                </a:rPr>
                <a:t>Northstar</a:t>
              </a:r>
              <a:endParaRPr b="0" i="0" sz="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endParaRPr>
            </a:p>
          </p:txBody>
        </p:sp>
        <p:sp>
          <p:nvSpPr>
            <p:cNvPr id="1209" name="Google Shape;1209;p167"/>
            <p:cNvSpPr/>
            <p:nvPr/>
          </p:nvSpPr>
          <p:spPr>
            <a:xfrm>
              <a:off x="10156825" y="104850"/>
              <a:ext cx="977400" cy="283200"/>
            </a:xfrm>
            <a:prstGeom prst="chevron">
              <a:avLst>
                <a:gd fmla="val 50000" name="adj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dk1"/>
                  </a:solidFill>
                  <a:latin typeface="Verizon NHG TX"/>
                  <a:ea typeface="Verizon NHG TX"/>
                  <a:cs typeface="Verizon NHG TX"/>
                  <a:sym typeface="Verizon NHG TX"/>
                </a:rPr>
                <a:t>Scope</a:t>
              </a:r>
              <a:endPara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endParaRPr>
            </a:p>
          </p:txBody>
        </p:sp>
        <p:sp>
          <p:nvSpPr>
            <p:cNvPr id="1210" name="Google Shape;1210;p167"/>
            <p:cNvSpPr/>
            <p:nvPr/>
          </p:nvSpPr>
          <p:spPr>
            <a:xfrm>
              <a:off x="11071225" y="104850"/>
              <a:ext cx="977400" cy="283200"/>
            </a:xfrm>
            <a:prstGeom prst="chevron">
              <a:avLst>
                <a:gd fmla="val 50000" name="adj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dk1"/>
                  </a:solidFill>
                  <a:latin typeface="Verizon NHG TX"/>
                  <a:ea typeface="Verizon NHG TX"/>
                  <a:cs typeface="Verizon NHG TX"/>
                  <a:sym typeface="Verizon NHG TX"/>
                </a:rPr>
                <a:t>Results</a:t>
              </a:r>
              <a:endPara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168"/>
          <p:cNvSpPr txBox="1"/>
          <p:nvPr>
            <p:ph idx="3" type="body"/>
          </p:nvPr>
        </p:nvSpPr>
        <p:spPr>
          <a:xfrm>
            <a:off x="376953" y="544857"/>
            <a:ext cx="8583600" cy="9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>
                <a:latin typeface="Verizon NHG DS"/>
                <a:ea typeface="Verizon NHG DS"/>
                <a:cs typeface="Verizon NHG DS"/>
                <a:sym typeface="Verizon NHG DS"/>
              </a:rPr>
              <a:t>Journey Map Template</a:t>
            </a:r>
            <a:endParaRPr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sp>
        <p:nvSpPr>
          <p:cNvPr id="1216" name="Google Shape;1216;p168"/>
          <p:cNvSpPr txBox="1"/>
          <p:nvPr/>
        </p:nvSpPr>
        <p:spPr>
          <a:xfrm>
            <a:off x="4613752" y="2566849"/>
            <a:ext cx="12696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EA"/>
              </a:buClr>
              <a:buSzPts val="1100"/>
              <a:buFont typeface="Arial"/>
              <a:buNone/>
            </a:pPr>
            <a:r>
              <a:rPr b="1" i="1" lang="en" sz="800" u="none" cap="none" strike="noStrik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Key Customer Actions </a:t>
            </a:r>
            <a:r>
              <a:rPr b="0" i="0" lang="en" sz="800" u="none" cap="none" strike="noStrik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Description customer objectives and interactions</a:t>
            </a:r>
            <a:endParaRPr b="1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>
                <a:srgbClr val="0000EA"/>
              </a:buClr>
              <a:buSzPts val="11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sp>
        <p:nvSpPr>
          <p:cNvPr id="1217" name="Google Shape;1217;p168"/>
          <p:cNvSpPr txBox="1"/>
          <p:nvPr/>
        </p:nvSpPr>
        <p:spPr>
          <a:xfrm>
            <a:off x="3228683" y="2566849"/>
            <a:ext cx="12366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EA"/>
              </a:buClr>
              <a:buSzPts val="1100"/>
              <a:buFont typeface="Arial"/>
              <a:buNone/>
            </a:pPr>
            <a:r>
              <a:rPr b="1" i="1" lang="en" sz="800" u="none" cap="none" strike="noStrik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Key Customer Actions</a:t>
            </a:r>
            <a:endParaRPr b="1" i="1" sz="800" u="none" cap="none" strike="noStrike">
              <a:solidFill>
                <a:schemeClr val="dk1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>
                <a:srgbClr val="0000EA"/>
              </a:buClr>
              <a:buSzPts val="11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Description customer objectives and interactions</a:t>
            </a:r>
            <a:endParaRPr b="1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sp>
        <p:nvSpPr>
          <p:cNvPr id="1218" name="Google Shape;1218;p168"/>
          <p:cNvSpPr txBox="1"/>
          <p:nvPr/>
        </p:nvSpPr>
        <p:spPr>
          <a:xfrm>
            <a:off x="6020928" y="2566849"/>
            <a:ext cx="12696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EA"/>
              </a:buClr>
              <a:buSzPts val="1100"/>
              <a:buFont typeface="Arial"/>
              <a:buNone/>
            </a:pPr>
            <a:r>
              <a:rPr b="1" i="1" lang="en" sz="800" u="none" cap="none" strike="noStrik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Key Customer Actions</a:t>
            </a:r>
            <a:endParaRPr b="1" i="1" sz="800" u="none" cap="none" strike="noStrike">
              <a:solidFill>
                <a:schemeClr val="dk1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>
                <a:srgbClr val="0000EA"/>
              </a:buClr>
              <a:buSzPts val="11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Description customer objectives and interactions</a:t>
            </a:r>
            <a:endParaRPr b="0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sp>
        <p:nvSpPr>
          <p:cNvPr id="1219" name="Google Shape;1219;p168"/>
          <p:cNvSpPr txBox="1"/>
          <p:nvPr/>
        </p:nvSpPr>
        <p:spPr>
          <a:xfrm>
            <a:off x="3245210" y="3698153"/>
            <a:ext cx="1234500" cy="9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Key Interactions w/ Verizon</a:t>
            </a:r>
            <a:endParaRPr b="0" i="1" sz="800" u="none" cap="none" strike="noStrike">
              <a:solidFill>
                <a:srgbClr val="EE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sp>
        <p:nvSpPr>
          <p:cNvPr id="1220" name="Google Shape;1220;p168"/>
          <p:cNvSpPr txBox="1"/>
          <p:nvPr/>
        </p:nvSpPr>
        <p:spPr>
          <a:xfrm>
            <a:off x="457250" y="3698153"/>
            <a:ext cx="1234500" cy="9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Key Interactions w/ Verizon</a:t>
            </a:r>
            <a:endParaRPr b="0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sp>
        <p:nvSpPr>
          <p:cNvPr id="1221" name="Google Shape;1221;p168"/>
          <p:cNvSpPr txBox="1"/>
          <p:nvPr/>
        </p:nvSpPr>
        <p:spPr>
          <a:xfrm>
            <a:off x="4639190" y="3698153"/>
            <a:ext cx="1234500" cy="9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Key Interactions w/ Verizon</a:t>
            </a:r>
            <a:endParaRPr b="1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sp>
        <p:nvSpPr>
          <p:cNvPr id="1222" name="Google Shape;1222;p168"/>
          <p:cNvSpPr txBox="1"/>
          <p:nvPr/>
        </p:nvSpPr>
        <p:spPr>
          <a:xfrm>
            <a:off x="6033170" y="3698153"/>
            <a:ext cx="1234500" cy="9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Key Interactions w/ Verizon</a:t>
            </a:r>
            <a:endParaRPr b="1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sp>
        <p:nvSpPr>
          <p:cNvPr id="1223" name="Google Shape;1223;p168"/>
          <p:cNvSpPr txBox="1"/>
          <p:nvPr/>
        </p:nvSpPr>
        <p:spPr>
          <a:xfrm>
            <a:off x="7417225" y="2566850"/>
            <a:ext cx="14076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EA"/>
              </a:buClr>
              <a:buSzPts val="1100"/>
              <a:buFont typeface="Arial"/>
              <a:buNone/>
            </a:pPr>
            <a:r>
              <a:rPr b="1" i="1" lang="en" sz="800" u="none" cap="none" strike="noStrik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Key Customer Actions</a:t>
            </a:r>
            <a:endParaRPr b="1" i="1" sz="800" u="none" cap="none" strike="noStrike">
              <a:solidFill>
                <a:schemeClr val="dk1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>
                <a:srgbClr val="0000EA"/>
              </a:buClr>
              <a:buSzPts val="11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Description customer objectives and interactions</a:t>
            </a:r>
            <a:endParaRPr b="1" i="1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sp>
        <p:nvSpPr>
          <p:cNvPr id="1224" name="Google Shape;1224;p168"/>
          <p:cNvSpPr txBox="1"/>
          <p:nvPr/>
        </p:nvSpPr>
        <p:spPr>
          <a:xfrm>
            <a:off x="7427150" y="3698153"/>
            <a:ext cx="1234500" cy="9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Key Interactions w/ Verizon</a:t>
            </a:r>
            <a:endParaRPr b="1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cxnSp>
        <p:nvCxnSpPr>
          <p:cNvPr id="1225" name="Google Shape;1225;p168"/>
          <p:cNvCxnSpPr/>
          <p:nvPr/>
        </p:nvCxnSpPr>
        <p:spPr>
          <a:xfrm>
            <a:off x="457245" y="3512324"/>
            <a:ext cx="8204700" cy="0"/>
          </a:xfrm>
          <a:prstGeom prst="straightConnector1">
            <a:avLst/>
          </a:prstGeom>
          <a:noFill/>
          <a:ln cap="flat" cmpd="sng" w="9525">
            <a:solidFill>
              <a:srgbClr val="74767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6" name="Google Shape;1226;p168"/>
          <p:cNvSpPr txBox="1"/>
          <p:nvPr/>
        </p:nvSpPr>
        <p:spPr>
          <a:xfrm>
            <a:off x="1820676" y="2566849"/>
            <a:ext cx="12696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EA"/>
              </a:buClr>
              <a:buSzPts val="1100"/>
              <a:buFont typeface="Arial"/>
              <a:buNone/>
            </a:pPr>
            <a:r>
              <a:rPr b="1" i="1" lang="en" sz="800" u="none" cap="none" strike="noStrik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Key Customer Actions</a:t>
            </a:r>
            <a:endParaRPr b="1" i="1" sz="800" u="none" cap="none" strike="noStrike">
              <a:solidFill>
                <a:schemeClr val="dk1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>
                <a:srgbClr val="0000EA"/>
              </a:buClr>
              <a:buSzPts val="11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Description customer objectives and interactions</a:t>
            </a:r>
            <a:endParaRPr b="1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sp>
        <p:nvSpPr>
          <p:cNvPr id="1227" name="Google Shape;1227;p168"/>
          <p:cNvSpPr txBox="1"/>
          <p:nvPr/>
        </p:nvSpPr>
        <p:spPr>
          <a:xfrm>
            <a:off x="1851230" y="3698153"/>
            <a:ext cx="1234500" cy="9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Key Interactions w/ Verizon</a:t>
            </a:r>
            <a:endParaRPr b="1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sp>
        <p:nvSpPr>
          <p:cNvPr id="1228" name="Google Shape;1228;p168"/>
          <p:cNvSpPr txBox="1"/>
          <p:nvPr/>
        </p:nvSpPr>
        <p:spPr>
          <a:xfrm>
            <a:off x="456075" y="2566849"/>
            <a:ext cx="12366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EA"/>
              </a:buClr>
              <a:buSzPts val="1100"/>
              <a:buFont typeface="Arial"/>
              <a:buNone/>
            </a:pPr>
            <a:r>
              <a:rPr b="1" i="1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Key Customer Actions</a:t>
            </a:r>
            <a:endParaRPr b="1" i="1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>
                <a:srgbClr val="0000EA"/>
              </a:buClr>
              <a:buSzPts val="11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Description customer objectives and actions</a:t>
            </a:r>
            <a:endParaRPr b="0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pic>
        <p:nvPicPr>
          <p:cNvPr id="1229" name="Google Shape;1229;p1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3837" y="1225346"/>
            <a:ext cx="1236598" cy="1236584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30" name="Google Shape;1230;p1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6226" y="1225350"/>
            <a:ext cx="1236598" cy="1236598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31" name="Google Shape;1231;p16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38625" y="1225350"/>
            <a:ext cx="1236598" cy="1236598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32" name="Google Shape;1232;p16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31822" y="1225375"/>
            <a:ext cx="1236598" cy="1236598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33" name="Google Shape;1233;p168"/>
          <p:cNvPicPr preferRelativeResize="0"/>
          <p:nvPr/>
        </p:nvPicPr>
        <p:blipFill rotWithShape="1">
          <a:blip r:embed="rId7">
            <a:alphaModFix/>
          </a:blip>
          <a:srcRect b="16692" l="35715" r="938" t="19961"/>
          <a:stretch/>
        </p:blipFill>
        <p:spPr>
          <a:xfrm>
            <a:off x="5531604" y="2118351"/>
            <a:ext cx="301800" cy="3018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34" name="Google Shape;1234;p16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7250" y="1225350"/>
            <a:ext cx="1234502" cy="1234502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35" name="Google Shape;1235;p16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428100" y="1225375"/>
            <a:ext cx="1234502" cy="1234502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36" name="Google Shape;1236;p168"/>
          <p:cNvSpPr txBox="1"/>
          <p:nvPr/>
        </p:nvSpPr>
        <p:spPr>
          <a:xfrm>
            <a:off x="4016251" y="3456450"/>
            <a:ext cx="1111500" cy="11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Key interactions</a:t>
            </a:r>
            <a:endParaRPr b="0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cxnSp>
        <p:nvCxnSpPr>
          <p:cNvPr id="1237" name="Google Shape;1237;p168"/>
          <p:cNvCxnSpPr/>
          <p:nvPr/>
        </p:nvCxnSpPr>
        <p:spPr>
          <a:xfrm>
            <a:off x="457250" y="1102149"/>
            <a:ext cx="8204700" cy="0"/>
          </a:xfrm>
          <a:prstGeom prst="straightConnector1">
            <a:avLst/>
          </a:prstGeom>
          <a:noFill/>
          <a:ln cap="flat" cmpd="sng" w="9525">
            <a:solidFill>
              <a:srgbClr val="74767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8" name="Google Shape;1238;p168"/>
          <p:cNvSpPr txBox="1"/>
          <p:nvPr/>
        </p:nvSpPr>
        <p:spPr>
          <a:xfrm>
            <a:off x="3894804" y="1046275"/>
            <a:ext cx="1454700" cy="11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Illustrative Only</a:t>
            </a:r>
            <a:endParaRPr b="0" i="0" sz="7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sp>
        <p:nvSpPr>
          <p:cNvPr id="1239" name="Google Shape;1239;p168"/>
          <p:cNvSpPr/>
          <p:nvPr/>
        </p:nvSpPr>
        <p:spPr>
          <a:xfrm>
            <a:off x="0" y="0"/>
            <a:ext cx="888900" cy="212400"/>
          </a:xfrm>
          <a:prstGeom prst="rect">
            <a:avLst/>
          </a:prstGeom>
          <a:solidFill>
            <a:srgbClr val="00FFFF"/>
          </a:solidFill>
          <a:ln cap="flat" cmpd="sng" w="19050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Template</a:t>
            </a:r>
            <a:endParaRPr b="1" i="0" sz="1100" u="none" cap="none" strike="noStrike">
              <a:solidFill>
                <a:schemeClr val="dk1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grpSp>
        <p:nvGrpSpPr>
          <p:cNvPr id="1240" name="Google Shape;1240;p168"/>
          <p:cNvGrpSpPr/>
          <p:nvPr/>
        </p:nvGrpSpPr>
        <p:grpSpPr>
          <a:xfrm>
            <a:off x="6665119" y="154838"/>
            <a:ext cx="2104650" cy="212400"/>
            <a:chOff x="9242425" y="104850"/>
            <a:chExt cx="2806200" cy="283200"/>
          </a:xfrm>
        </p:grpSpPr>
        <p:sp>
          <p:nvSpPr>
            <p:cNvPr id="1241" name="Google Shape;1241;p168"/>
            <p:cNvSpPr/>
            <p:nvPr/>
          </p:nvSpPr>
          <p:spPr>
            <a:xfrm>
              <a:off x="9242425" y="104850"/>
              <a:ext cx="977400" cy="283200"/>
            </a:xfrm>
            <a:prstGeom prst="chevron">
              <a:avLst>
                <a:gd fmla="val 50000" name="adj"/>
              </a:avLst>
            </a:prstGeom>
            <a:solidFill>
              <a:srgbClr val="F3EDE0"/>
            </a:solidFill>
            <a:ln cap="flat" cmpd="sng" w="9525">
              <a:solidFill>
                <a:srgbClr val="F3ED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rgbClr val="000000"/>
                  </a:solidFill>
                  <a:latin typeface="Verizon NHG TX"/>
                  <a:ea typeface="Verizon NHG TX"/>
                  <a:cs typeface="Verizon NHG TX"/>
                  <a:sym typeface="Verizon NHG TX"/>
                </a:rPr>
                <a:t>Northstar</a:t>
              </a:r>
              <a:endParaRPr b="0" i="0" sz="600" u="none" cap="none" strike="noStrike">
                <a:solidFill>
                  <a:srgbClr val="000000"/>
                </a:solidFill>
                <a:latin typeface="Verizon NHG TX"/>
                <a:ea typeface="Verizon NHG TX"/>
                <a:cs typeface="Verizon NHG TX"/>
                <a:sym typeface="Verizon NHG TX"/>
              </a:endParaRPr>
            </a:p>
          </p:txBody>
        </p:sp>
        <p:sp>
          <p:nvSpPr>
            <p:cNvPr id="1242" name="Google Shape;1242;p168"/>
            <p:cNvSpPr/>
            <p:nvPr/>
          </p:nvSpPr>
          <p:spPr>
            <a:xfrm>
              <a:off x="10156825" y="104850"/>
              <a:ext cx="977400" cy="283200"/>
            </a:xfrm>
            <a:prstGeom prst="chevron">
              <a:avLst>
                <a:gd fmla="val 50000" name="adj"/>
              </a:avLst>
            </a:prstGeom>
            <a:solidFill>
              <a:schemeClr val="accent1"/>
            </a:solidFill>
            <a:ln cap="flat" cmpd="sng" w="9525">
              <a:solidFill>
                <a:srgbClr val="F3ED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lt1"/>
                  </a:solidFill>
                  <a:latin typeface="Verizon NHG TX"/>
                  <a:ea typeface="Verizon NHG TX"/>
                  <a:cs typeface="Verizon NHG TX"/>
                  <a:sym typeface="Verizon NHG TX"/>
                </a:rPr>
                <a:t>Scope</a:t>
              </a:r>
              <a:endParaRPr b="0" i="0" sz="600" u="none" cap="none" strike="noStrik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endParaRPr>
            </a:p>
          </p:txBody>
        </p:sp>
        <p:sp>
          <p:nvSpPr>
            <p:cNvPr id="1243" name="Google Shape;1243;p168"/>
            <p:cNvSpPr/>
            <p:nvPr/>
          </p:nvSpPr>
          <p:spPr>
            <a:xfrm>
              <a:off x="11071225" y="104850"/>
              <a:ext cx="977400" cy="283200"/>
            </a:xfrm>
            <a:prstGeom prst="chevron">
              <a:avLst>
                <a:gd fmla="val 50000" name="adj"/>
              </a:avLst>
            </a:prstGeom>
            <a:solidFill>
              <a:schemeClr val="accent2"/>
            </a:solidFill>
            <a:ln cap="flat" cmpd="sng" w="9525">
              <a:solidFill>
                <a:srgbClr val="F3ED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dk1"/>
                  </a:solidFill>
                  <a:latin typeface="Verizon NHG TX"/>
                  <a:ea typeface="Verizon NHG TX"/>
                  <a:cs typeface="Verizon NHG TX"/>
                  <a:sym typeface="Verizon NHG TX"/>
                </a:rPr>
                <a:t>Results</a:t>
              </a:r>
              <a:endParaRPr b="0" i="0" sz="600" u="none" cap="none" strike="noStrik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endParaRPr>
            </a:p>
          </p:txBody>
        </p:sp>
      </p:grpSp>
      <p:sp>
        <p:nvSpPr>
          <p:cNvPr id="1244" name="Google Shape;1244;p168"/>
          <p:cNvSpPr txBox="1"/>
          <p:nvPr/>
        </p:nvSpPr>
        <p:spPr>
          <a:xfrm>
            <a:off x="476251" y="469106"/>
            <a:ext cx="61125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CX Workstream Name</a:t>
            </a:r>
            <a:endParaRPr b="0" i="0" sz="800" u="none" cap="none" strike="noStrike">
              <a:solidFill>
                <a:srgbClr val="000000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169"/>
          <p:cNvSpPr txBox="1"/>
          <p:nvPr>
            <p:ph type="title"/>
          </p:nvPr>
        </p:nvSpPr>
        <p:spPr>
          <a:xfrm>
            <a:off x="473870" y="619857"/>
            <a:ext cx="75045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>
                <a:latin typeface="Verizon NHG DS"/>
                <a:ea typeface="Verizon NHG DS"/>
                <a:cs typeface="Verizon NHG DS"/>
                <a:sym typeface="Verizon NHG DS"/>
              </a:rPr>
              <a:t>Expected Results</a:t>
            </a:r>
            <a:endParaRPr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sp>
        <p:nvSpPr>
          <p:cNvPr id="1251" name="Google Shape;1251;p169"/>
          <p:cNvSpPr txBox="1"/>
          <p:nvPr>
            <p:ph idx="2" type="body"/>
          </p:nvPr>
        </p:nvSpPr>
        <p:spPr>
          <a:xfrm>
            <a:off x="476251" y="469106"/>
            <a:ext cx="61125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CX Workstream Name</a:t>
            </a:r>
            <a:endParaRPr/>
          </a:p>
        </p:txBody>
      </p:sp>
      <p:graphicFrame>
        <p:nvGraphicFramePr>
          <p:cNvPr id="1252" name="Google Shape;1252;p169"/>
          <p:cNvGraphicFramePr/>
          <p:nvPr/>
        </p:nvGraphicFramePr>
        <p:xfrm>
          <a:off x="429394" y="1230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{8FE267BA-A216-4F79-A302-39C6CCE8EB2E}</a:tableStyleId>
              </a:tblPr>
              <a:tblGrid>
                <a:gridCol w="293150"/>
                <a:gridCol w="293150"/>
                <a:gridCol w="287150"/>
                <a:gridCol w="309525"/>
                <a:gridCol w="287150"/>
                <a:gridCol w="331925"/>
                <a:gridCol w="287150"/>
                <a:gridCol w="287150"/>
                <a:gridCol w="293150"/>
                <a:gridCol w="287150"/>
                <a:gridCol w="299150"/>
                <a:gridCol w="287150"/>
                <a:gridCol w="323525"/>
              </a:tblGrid>
              <a:tr h="305000">
                <a:tc gridSpan="1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lt1"/>
                          </a:solidFill>
                          <a:latin typeface="Verizon NHG DS"/>
                          <a:ea typeface="Verizon NHG DS"/>
                          <a:cs typeface="Verizon NHG DS"/>
                          <a:sym typeface="Verizon NHG DS"/>
                        </a:rPr>
                        <a:t>KPI’s Impacted- Section 1</a:t>
                      </a:r>
                      <a:endParaRPr b="1" sz="800" u="none" cap="none" strike="noStrike">
                        <a:solidFill>
                          <a:schemeClr val="lt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001E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12750">
                <a:tc gridSpan="1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CX Excellence</a:t>
                      </a:r>
                      <a:endParaRPr b="1" sz="10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00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" sz="7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⬜</a:t>
                      </a:r>
                      <a:endParaRPr b="1" sz="7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Customer Satisfaction (CSAT)</a:t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t/>
                      </a:r>
                      <a:endParaRPr b="1" sz="7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7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⬜</a:t>
                      </a:r>
                      <a:endParaRPr sz="1100" u="none" cap="none" strike="noStrike"/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Rep Interaction Score (RIS)</a:t>
                      </a:r>
                      <a:endParaRPr b="1" sz="8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7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⬜</a:t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Churn Reduction</a:t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00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" sz="7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⬜</a:t>
                      </a:r>
                      <a:endParaRPr b="1" sz="7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3-day Resolve</a:t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7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⬜</a:t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Digital Interaction Score (DIS)</a:t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98750">
                <a:tc gridSpan="1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b="1" sz="200" u="none" cap="none" strike="noStrike">
                        <a:solidFill>
                          <a:schemeClr val="dk1"/>
                        </a:solidFill>
                        <a:latin typeface="Verizon NHG DS"/>
                        <a:ea typeface="Verizon NHG DS"/>
                        <a:cs typeface="Verizon NHG DS"/>
                        <a:sym typeface="Verizon NHG DS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12750">
                <a:tc gridSpan="1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Revenue Growth</a:t>
                      </a:r>
                      <a:endParaRPr b="1" sz="10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339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" sz="7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⬜</a:t>
                      </a:r>
                      <a:endParaRPr b="1" sz="7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Service Product Revenue</a:t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" sz="7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⬜</a:t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6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Overall Conversion</a:t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</a:tr>
              <a:tr h="200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" sz="7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⬜</a:t>
                      </a:r>
                      <a:endParaRPr b="1" sz="7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5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Service Product Revenue</a:t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" sz="7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⬜</a:t>
                      </a:r>
                      <a:endParaRPr sz="1100" u="none" cap="none" strike="noStrike"/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6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Prospect Conversion</a:t>
                      </a:r>
                      <a:endParaRPr b="1" sz="8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</a:tr>
              <a:tr h="98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b="1" sz="2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b="1" sz="2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8750">
                <a:tc gridSpan="1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Operational Efficiency</a:t>
                      </a:r>
                      <a:endParaRPr b="1" sz="10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4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7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❎</a:t>
                      </a:r>
                      <a:endParaRPr b="1" sz="7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6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Call Volume Optimization (CVO)</a:t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7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⬜</a:t>
                      </a:r>
                      <a:endParaRPr sz="1100" u="none" cap="none" strike="noStrike"/>
                    </a:p>
                  </a:txBody>
                  <a:tcPr marT="27425" marB="27425" marR="27425" marL="27425">
                    <a:lnL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5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Average Handle Time (AHT)</a:t>
                      </a:r>
                      <a:endParaRPr b="1" sz="7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361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7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⬜</a:t>
                      </a:r>
                      <a:endParaRPr b="1" sz="7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6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Retail Transaction Time</a:t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7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⬜</a:t>
                      </a:r>
                      <a:endParaRPr b="1" sz="8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5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Other Cost Savings</a:t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</a:tbl>
          </a:graphicData>
        </a:graphic>
      </p:graphicFrame>
      <p:cxnSp>
        <p:nvCxnSpPr>
          <p:cNvPr id="1253" name="Google Shape;1253;p169"/>
          <p:cNvCxnSpPr/>
          <p:nvPr/>
        </p:nvCxnSpPr>
        <p:spPr>
          <a:xfrm>
            <a:off x="4480665" y="1206769"/>
            <a:ext cx="0" cy="3320700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254" name="Google Shape;1254;p169"/>
          <p:cNvSpPr/>
          <p:nvPr/>
        </p:nvSpPr>
        <p:spPr>
          <a:xfrm>
            <a:off x="0" y="0"/>
            <a:ext cx="888900" cy="212400"/>
          </a:xfrm>
          <a:prstGeom prst="rect">
            <a:avLst/>
          </a:prstGeom>
          <a:solidFill>
            <a:srgbClr val="00FFFF"/>
          </a:solidFill>
          <a:ln cap="flat" cmpd="sng" w="19050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Template</a:t>
            </a:r>
            <a:endParaRPr b="1" i="0" sz="1100" u="none" cap="none" strike="noStrike">
              <a:solidFill>
                <a:schemeClr val="dk1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graphicFrame>
        <p:nvGraphicFramePr>
          <p:cNvPr id="1255" name="Google Shape;1255;p169"/>
          <p:cNvGraphicFramePr/>
          <p:nvPr/>
        </p:nvGraphicFramePr>
        <p:xfrm>
          <a:off x="4665081" y="1230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{8FE267BA-A216-4F79-A302-39C6CCE8EB2E}</a:tableStyleId>
              </a:tblPr>
              <a:tblGrid>
                <a:gridCol w="165150"/>
                <a:gridCol w="287150"/>
                <a:gridCol w="382850"/>
                <a:gridCol w="309525"/>
                <a:gridCol w="287150"/>
                <a:gridCol w="331925"/>
                <a:gridCol w="287150"/>
                <a:gridCol w="287150"/>
                <a:gridCol w="293150"/>
                <a:gridCol w="287150"/>
                <a:gridCol w="299150"/>
                <a:gridCol w="287150"/>
                <a:gridCol w="323525"/>
              </a:tblGrid>
              <a:tr h="305000">
                <a:tc gridSpan="1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lt1"/>
                          </a:solidFill>
                          <a:latin typeface="Verizon NHG DS"/>
                          <a:ea typeface="Verizon NHG DS"/>
                          <a:cs typeface="Verizon NHG DS"/>
                          <a:sym typeface="Verizon NHG DS"/>
                        </a:rPr>
                        <a:t>Financial Scope &amp; Targets (P*Q)- Section 2</a:t>
                      </a:r>
                      <a:endParaRPr b="1" sz="800" u="none" cap="none" strike="noStrike">
                        <a:solidFill>
                          <a:schemeClr val="lt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001E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12750">
                <a:tc gridSpan="1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Benefit Value Estimates </a:t>
                      </a:r>
                      <a:endParaRPr b="1" sz="10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98750">
                <a:tc gridSpan="1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Incremental Revenue         $_______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Call Volume Optimization  $________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Handle Time Optimization $_______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Other Benefit Value            $________  (please explain)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Verizon NHG DS"/>
                        <a:ea typeface="Verizon NHG DS"/>
                        <a:cs typeface="Verizon NHG DS"/>
                        <a:sym typeface="Verizon NHG DS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98750">
                <a:tc gridSpan="1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lt1"/>
                          </a:solidFill>
                          <a:latin typeface="Verizon NHG DS"/>
                          <a:ea typeface="Verizon NHG DS"/>
                          <a:cs typeface="Verizon NHG DS"/>
                          <a:sym typeface="Verizon NHG DS"/>
                        </a:rPr>
                        <a:t>Investment Planning - Section 3 </a:t>
                      </a:r>
                      <a:r>
                        <a:rPr b="1" lang="en" sz="700" u="none" cap="none" strike="noStrike">
                          <a:solidFill>
                            <a:schemeClr val="lt1"/>
                          </a:solidFill>
                          <a:latin typeface="Verizon NHG DS"/>
                          <a:ea typeface="Verizon NHG DS"/>
                          <a:cs typeface="Verizon NHG DS"/>
                          <a:sym typeface="Verizon NHG DS"/>
                        </a:rPr>
                        <a:t>(CXO IPG to complete this section)</a:t>
                      </a:r>
                      <a:endParaRPr b="1" sz="5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98750">
                <a:tc gridSpan="1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Capital  Investment Estimates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Verizon NHG DS"/>
                        <a:ea typeface="Verizon NHG DS"/>
                        <a:cs typeface="Verizon NHG DS"/>
                        <a:sym typeface="Verizon NHG DS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98750">
                <a:tc gridSpan="1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Verizon NHG DS"/>
                        <a:ea typeface="Verizon NHG DS"/>
                        <a:cs typeface="Verizon NHG DS"/>
                        <a:sym typeface="Verizon NHG D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Verizon NHG DS"/>
                          <a:ea typeface="Verizon NHG DS"/>
                          <a:cs typeface="Verizon NHG DS"/>
                          <a:sym typeface="Verizon NHG DS"/>
                        </a:rPr>
                        <a:t>GTS Labor estimate $__________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Verizon NHG DS"/>
                        <a:ea typeface="Verizon NHG DS"/>
                        <a:cs typeface="Verizon NHG DS"/>
                        <a:sym typeface="Verizon NHG D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Verizon NHG DS"/>
                        <a:ea typeface="Verizon NHG DS"/>
                        <a:cs typeface="Verizon NHG DS"/>
                        <a:sym typeface="Verizon NHG D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Verizon NHG DS"/>
                          <a:ea typeface="Verizon NHG DS"/>
                          <a:cs typeface="Verizon NHG DS"/>
                          <a:sym typeface="Verizon NHG DS"/>
                        </a:rPr>
                        <a:t>Non-GTS estimate     $__________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Verizon NHG DS"/>
                        <a:ea typeface="Verizon NHG DS"/>
                        <a:cs typeface="Verizon NHG DS"/>
                        <a:sym typeface="Verizon NHG D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Verizon NHG DS"/>
                        <a:ea typeface="Verizon NHG DS"/>
                        <a:cs typeface="Verizon NHG DS"/>
                        <a:sym typeface="Verizon NHG DS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98750">
                <a:tc gridSpan="1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Operating Expense for Initiative (Incremental)</a:t>
                      </a:r>
                      <a:endParaRPr b="1" sz="10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CXO Operating Cost (OPEX)    $________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CXO Incremental Headcount       ________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sp>
        <p:nvSpPr>
          <p:cNvPr id="1256" name="Google Shape;1256;p169"/>
          <p:cNvSpPr/>
          <p:nvPr/>
        </p:nvSpPr>
        <p:spPr>
          <a:xfrm>
            <a:off x="4654800" y="2778400"/>
            <a:ext cx="3828300" cy="1956000"/>
          </a:xfrm>
          <a:prstGeom prst="rect">
            <a:avLst/>
          </a:prstGeom>
          <a:solidFill>
            <a:srgbClr val="9E9E9E">
              <a:alpha val="3922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grpSp>
        <p:nvGrpSpPr>
          <p:cNvPr id="1257" name="Google Shape;1257;p169"/>
          <p:cNvGrpSpPr/>
          <p:nvPr/>
        </p:nvGrpSpPr>
        <p:grpSpPr>
          <a:xfrm>
            <a:off x="6665119" y="154838"/>
            <a:ext cx="2104650" cy="212400"/>
            <a:chOff x="9242425" y="104850"/>
            <a:chExt cx="2806200" cy="283200"/>
          </a:xfrm>
        </p:grpSpPr>
        <p:sp>
          <p:nvSpPr>
            <p:cNvPr id="1258" name="Google Shape;1258;p169"/>
            <p:cNvSpPr/>
            <p:nvPr/>
          </p:nvSpPr>
          <p:spPr>
            <a:xfrm>
              <a:off x="9242425" y="104850"/>
              <a:ext cx="977400" cy="283200"/>
            </a:xfrm>
            <a:prstGeom prst="chevron">
              <a:avLst>
                <a:gd fmla="val 50000" name="adj"/>
              </a:avLst>
            </a:prstGeom>
            <a:solidFill>
              <a:srgbClr val="F3EDE0"/>
            </a:solidFill>
            <a:ln cap="flat" cmpd="sng" w="9525">
              <a:solidFill>
                <a:srgbClr val="F3ED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rgbClr val="000000"/>
                  </a:solidFill>
                  <a:latin typeface="Verizon NHG TX"/>
                  <a:ea typeface="Verizon NHG TX"/>
                  <a:cs typeface="Verizon NHG TX"/>
                  <a:sym typeface="Verizon NHG TX"/>
                </a:rPr>
                <a:t>Northstar</a:t>
              </a:r>
              <a:endParaRPr b="0" i="0" sz="600" u="none" cap="none" strike="noStrike">
                <a:solidFill>
                  <a:srgbClr val="000000"/>
                </a:solidFill>
                <a:latin typeface="Verizon NHG TX"/>
                <a:ea typeface="Verizon NHG TX"/>
                <a:cs typeface="Verizon NHG TX"/>
                <a:sym typeface="Verizon NHG TX"/>
              </a:endParaRPr>
            </a:p>
          </p:txBody>
        </p:sp>
        <p:sp>
          <p:nvSpPr>
            <p:cNvPr id="1259" name="Google Shape;1259;p169"/>
            <p:cNvSpPr/>
            <p:nvPr/>
          </p:nvSpPr>
          <p:spPr>
            <a:xfrm>
              <a:off x="10156825" y="104850"/>
              <a:ext cx="977400" cy="283200"/>
            </a:xfrm>
            <a:prstGeom prst="chevron">
              <a:avLst>
                <a:gd fmla="val 50000" name="adj"/>
              </a:avLst>
            </a:prstGeom>
            <a:solidFill>
              <a:srgbClr val="F3EDE0"/>
            </a:solidFill>
            <a:ln cap="flat" cmpd="sng" w="9525">
              <a:solidFill>
                <a:srgbClr val="F3ED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rgbClr val="000000"/>
                  </a:solidFill>
                  <a:latin typeface="Verizon NHG TX"/>
                  <a:ea typeface="Verizon NHG TX"/>
                  <a:cs typeface="Verizon NHG TX"/>
                  <a:sym typeface="Verizon NHG TX"/>
                </a:rPr>
                <a:t>Scope</a:t>
              </a:r>
              <a:endParaRPr b="0" i="0" sz="600" u="none" cap="none" strike="noStrike">
                <a:solidFill>
                  <a:srgbClr val="000000"/>
                </a:solidFill>
                <a:latin typeface="Verizon NHG TX"/>
                <a:ea typeface="Verizon NHG TX"/>
                <a:cs typeface="Verizon NHG TX"/>
                <a:sym typeface="Verizon NHG TX"/>
              </a:endParaRPr>
            </a:p>
          </p:txBody>
        </p:sp>
        <p:sp>
          <p:nvSpPr>
            <p:cNvPr id="1260" name="Google Shape;1260;p169"/>
            <p:cNvSpPr/>
            <p:nvPr/>
          </p:nvSpPr>
          <p:spPr>
            <a:xfrm>
              <a:off x="11071225" y="104850"/>
              <a:ext cx="977400" cy="283200"/>
            </a:xfrm>
            <a:prstGeom prst="chevron">
              <a:avLst>
                <a:gd fmla="val 50000" name="adj"/>
              </a:avLst>
            </a:prstGeom>
            <a:solidFill>
              <a:srgbClr val="EE001E"/>
            </a:solidFill>
            <a:ln cap="flat" cmpd="sng" w="9525">
              <a:solidFill>
                <a:srgbClr val="F3ED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rgbClr val="FFFFFF"/>
                  </a:solidFill>
                  <a:latin typeface="Verizon NHG TX"/>
                  <a:ea typeface="Verizon NHG TX"/>
                  <a:cs typeface="Verizon NHG TX"/>
                  <a:sym typeface="Verizon NHG TX"/>
                </a:rPr>
                <a:t>Results</a:t>
              </a:r>
              <a:endParaRPr b="0" i="0" sz="600" u="none" cap="none" strike="noStrike">
                <a:solidFill>
                  <a:srgbClr val="FFFFFF"/>
                </a:solidFill>
                <a:latin typeface="Verizon NHG TX"/>
                <a:ea typeface="Verizon NHG TX"/>
                <a:cs typeface="Verizon NHG TX"/>
                <a:sym typeface="Verizon NHG TX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170"/>
          <p:cNvSpPr txBox="1"/>
          <p:nvPr>
            <p:ph type="title"/>
          </p:nvPr>
        </p:nvSpPr>
        <p:spPr>
          <a:xfrm>
            <a:off x="473870" y="543657"/>
            <a:ext cx="75045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>
                <a:latin typeface="Verizon NHG DS"/>
                <a:ea typeface="Verizon NHG DS"/>
                <a:cs typeface="Verizon NHG DS"/>
                <a:sym typeface="Verizon NHG DS"/>
              </a:rPr>
              <a:t>2026 Capex + Opex Incremental</a:t>
            </a:r>
            <a:endParaRPr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graphicFrame>
        <p:nvGraphicFramePr>
          <p:cNvPr id="1267" name="Google Shape;1267;p170"/>
          <p:cNvGraphicFramePr/>
          <p:nvPr/>
        </p:nvGraphicFramePr>
        <p:xfrm>
          <a:off x="139200" y="1108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{8FE267BA-A216-4F79-A302-39C6CCE8EB2E}</a:tableStyleId>
              </a:tblPr>
              <a:tblGrid>
                <a:gridCol w="463150"/>
                <a:gridCol w="644450"/>
                <a:gridCol w="926250"/>
                <a:gridCol w="953650"/>
                <a:gridCol w="1334025"/>
                <a:gridCol w="1334025"/>
                <a:gridCol w="2482300"/>
                <a:gridCol w="727675"/>
              </a:tblGrid>
              <a:tr h="271725">
                <a:tc gridSpan="7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chemeClr val="lt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Xxx (i.e. Koenders, Butler etc.) | xxx (i.e. CX, Experience Product, Digital Channel etc.)</a:t>
                      </a:r>
                      <a:endParaRPr b="1" sz="900" u="none" cap="none" strike="noStrike">
                        <a:solidFill>
                          <a:schemeClr val="lt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293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Status</a:t>
                      </a:r>
                      <a:endParaRPr b="1"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Opex ID</a:t>
                      </a:r>
                      <a:endParaRPr b="1"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Product Area</a:t>
                      </a:r>
                      <a:endParaRPr b="1"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EMR </a:t>
                      </a:r>
                      <a:r>
                        <a:rPr lang="en" sz="7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(see notes)</a:t>
                      </a:r>
                      <a:endParaRPr b="1"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Initiative Name</a:t>
                      </a:r>
                      <a:endParaRPr b="1"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Vendor Name</a:t>
                      </a:r>
                      <a:endParaRPr b="1"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Description</a:t>
                      </a:r>
                      <a:endParaRPr b="1"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Budget</a:t>
                      </a:r>
                      <a:endParaRPr b="1"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C</a:t>
                      </a:r>
                      <a:endParaRPr sz="7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Opex-xxx</a:t>
                      </a:r>
                      <a:endParaRPr sz="7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Assisted Experience</a:t>
                      </a:r>
                      <a:endParaRPr sz="7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Contracted Services</a:t>
                      </a:r>
                      <a:endParaRPr sz="7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7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&lt;Name&gt;</a:t>
                      </a:r>
                      <a:endParaRPr sz="7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&lt;Vendor&gt; </a:t>
                      </a:r>
                      <a:endParaRPr sz="7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&lt;Description&gt;</a:t>
                      </a:r>
                      <a:endParaRPr sz="7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$XXX.XX</a:t>
                      </a:r>
                      <a:endParaRPr sz="7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68" name="Google Shape;1268;p170"/>
          <p:cNvGraphicFramePr/>
          <p:nvPr/>
        </p:nvGraphicFramePr>
        <p:xfrm>
          <a:off x="7669163" y="445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{8FE267BA-A216-4F79-A302-39C6CCE8EB2E}</a:tableStyleId>
              </a:tblPr>
              <a:tblGrid>
                <a:gridCol w="291400"/>
                <a:gridCol w="543725"/>
              </a:tblGrid>
              <a:tr h="198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" sz="7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N</a:t>
                      </a:r>
                      <a:endParaRPr b="1" sz="7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New</a:t>
                      </a:r>
                      <a:endParaRPr sz="7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>
                    <a:solidFill>
                      <a:srgbClr val="F3F3F3"/>
                    </a:solidFill>
                  </a:tcPr>
                </a:tc>
              </a:tr>
              <a:tr h="197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" sz="7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C</a:t>
                      </a:r>
                      <a:endParaRPr b="1" sz="7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Continue</a:t>
                      </a:r>
                      <a:endParaRPr sz="7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>
                    <a:solidFill>
                      <a:srgbClr val="F3F3F3"/>
                    </a:solidFill>
                  </a:tcPr>
                </a:tc>
              </a:tr>
              <a:tr h="197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" sz="7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S</a:t>
                      </a:r>
                      <a:endParaRPr b="1" sz="7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Stop</a:t>
                      </a:r>
                      <a:endParaRPr sz="7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grpSp>
        <p:nvGrpSpPr>
          <p:cNvPr id="1269" name="Google Shape;1269;p170"/>
          <p:cNvGrpSpPr/>
          <p:nvPr/>
        </p:nvGrpSpPr>
        <p:grpSpPr>
          <a:xfrm>
            <a:off x="6665119" y="154838"/>
            <a:ext cx="2104650" cy="212400"/>
            <a:chOff x="9242425" y="104850"/>
            <a:chExt cx="2806200" cy="283200"/>
          </a:xfrm>
        </p:grpSpPr>
        <p:sp>
          <p:nvSpPr>
            <p:cNvPr id="1270" name="Google Shape;1270;p170"/>
            <p:cNvSpPr/>
            <p:nvPr/>
          </p:nvSpPr>
          <p:spPr>
            <a:xfrm>
              <a:off x="9242425" y="104850"/>
              <a:ext cx="977400" cy="283200"/>
            </a:xfrm>
            <a:prstGeom prst="chevron">
              <a:avLst>
                <a:gd fmla="val 50000" name="adj"/>
              </a:avLst>
            </a:prstGeom>
            <a:solidFill>
              <a:srgbClr val="F3EDE0"/>
            </a:solidFill>
            <a:ln cap="flat" cmpd="sng" w="9525">
              <a:solidFill>
                <a:srgbClr val="F3ED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rgbClr val="000000"/>
                  </a:solidFill>
                  <a:latin typeface="Verizon NHG TX"/>
                  <a:ea typeface="Verizon NHG TX"/>
                  <a:cs typeface="Verizon NHG TX"/>
                  <a:sym typeface="Verizon NHG TX"/>
                </a:rPr>
                <a:t>Northstar</a:t>
              </a:r>
              <a:endParaRPr b="0" i="0" sz="600" u="none" cap="none" strike="noStrike">
                <a:solidFill>
                  <a:srgbClr val="000000"/>
                </a:solidFill>
                <a:latin typeface="Verizon NHG TX"/>
                <a:ea typeface="Verizon NHG TX"/>
                <a:cs typeface="Verizon NHG TX"/>
                <a:sym typeface="Verizon NHG TX"/>
              </a:endParaRPr>
            </a:p>
          </p:txBody>
        </p:sp>
        <p:sp>
          <p:nvSpPr>
            <p:cNvPr id="1271" name="Google Shape;1271;p170"/>
            <p:cNvSpPr/>
            <p:nvPr/>
          </p:nvSpPr>
          <p:spPr>
            <a:xfrm>
              <a:off x="10156825" y="104850"/>
              <a:ext cx="977400" cy="283200"/>
            </a:xfrm>
            <a:prstGeom prst="chevron">
              <a:avLst>
                <a:gd fmla="val 50000" name="adj"/>
              </a:avLst>
            </a:prstGeom>
            <a:solidFill>
              <a:srgbClr val="F3EDE0"/>
            </a:solidFill>
            <a:ln cap="flat" cmpd="sng" w="9525">
              <a:solidFill>
                <a:srgbClr val="F3ED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rgbClr val="000000"/>
                  </a:solidFill>
                  <a:latin typeface="Verizon NHG TX"/>
                  <a:ea typeface="Verizon NHG TX"/>
                  <a:cs typeface="Verizon NHG TX"/>
                  <a:sym typeface="Verizon NHG TX"/>
                </a:rPr>
                <a:t>Scope</a:t>
              </a:r>
              <a:endParaRPr b="0" i="0" sz="600" u="none" cap="none" strike="noStrike">
                <a:solidFill>
                  <a:srgbClr val="000000"/>
                </a:solidFill>
                <a:latin typeface="Verizon NHG TX"/>
                <a:ea typeface="Verizon NHG TX"/>
                <a:cs typeface="Verizon NHG TX"/>
                <a:sym typeface="Verizon NHG TX"/>
              </a:endParaRPr>
            </a:p>
          </p:txBody>
        </p:sp>
        <p:sp>
          <p:nvSpPr>
            <p:cNvPr id="1272" name="Google Shape;1272;p170"/>
            <p:cNvSpPr/>
            <p:nvPr/>
          </p:nvSpPr>
          <p:spPr>
            <a:xfrm>
              <a:off x="11071225" y="104850"/>
              <a:ext cx="977400" cy="283200"/>
            </a:xfrm>
            <a:prstGeom prst="chevron">
              <a:avLst>
                <a:gd fmla="val 50000" name="adj"/>
              </a:avLst>
            </a:prstGeom>
            <a:solidFill>
              <a:srgbClr val="EE001E"/>
            </a:solidFill>
            <a:ln cap="flat" cmpd="sng" w="9525">
              <a:solidFill>
                <a:srgbClr val="F3ED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rgbClr val="FFFFFF"/>
                  </a:solidFill>
                  <a:latin typeface="Verizon NHG TX"/>
                  <a:ea typeface="Verizon NHG TX"/>
                  <a:cs typeface="Verizon NHG TX"/>
                  <a:sym typeface="Verizon NHG TX"/>
                </a:rPr>
                <a:t>Results</a:t>
              </a:r>
              <a:endParaRPr b="0" i="0" sz="600" u="none" cap="none" strike="noStrike">
                <a:solidFill>
                  <a:srgbClr val="FFFFFF"/>
                </a:solidFill>
                <a:latin typeface="Verizon NHG TX"/>
                <a:ea typeface="Verizon NHG TX"/>
                <a:cs typeface="Verizon NHG TX"/>
                <a:sym typeface="Verizon NHG TX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p171"/>
          <p:cNvSpPr txBox="1"/>
          <p:nvPr>
            <p:ph type="title"/>
          </p:nvPr>
        </p:nvSpPr>
        <p:spPr>
          <a:xfrm>
            <a:off x="473870" y="543657"/>
            <a:ext cx="75045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>
                <a:latin typeface="Verizon NHG DS"/>
                <a:ea typeface="Verizon NHG DS"/>
                <a:cs typeface="Verizon NHG DS"/>
                <a:sym typeface="Verizon NHG DS"/>
              </a:rPr>
              <a:t>2026 Opex Only</a:t>
            </a:r>
            <a:endParaRPr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graphicFrame>
        <p:nvGraphicFramePr>
          <p:cNvPr id="1279" name="Google Shape;1279;p171"/>
          <p:cNvGraphicFramePr/>
          <p:nvPr/>
        </p:nvGraphicFramePr>
        <p:xfrm>
          <a:off x="139200" y="1108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{8FE267BA-A216-4F79-A302-39C6CCE8EB2E}</a:tableStyleId>
              </a:tblPr>
              <a:tblGrid>
                <a:gridCol w="463150"/>
                <a:gridCol w="644450"/>
                <a:gridCol w="926250"/>
                <a:gridCol w="953650"/>
                <a:gridCol w="1334025"/>
                <a:gridCol w="1334025"/>
                <a:gridCol w="2482300"/>
                <a:gridCol w="727675"/>
              </a:tblGrid>
              <a:tr h="271725">
                <a:tc gridSpan="7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chemeClr val="lt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Xxx (i.e. Koenders, Butler etc.) | xxx (i.e. CX, Experience Product, Digital Channel etc.)</a:t>
                      </a:r>
                      <a:endParaRPr b="1" sz="900" u="none" cap="none" strike="noStrike">
                        <a:solidFill>
                          <a:schemeClr val="lt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293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Status</a:t>
                      </a:r>
                      <a:endParaRPr b="1"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Opex ID</a:t>
                      </a:r>
                      <a:endParaRPr b="1"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Product Area</a:t>
                      </a:r>
                      <a:endParaRPr b="1"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EMR </a:t>
                      </a:r>
                      <a:r>
                        <a:rPr lang="en" sz="7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(see notes)</a:t>
                      </a:r>
                      <a:endParaRPr sz="7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Initiative Name</a:t>
                      </a:r>
                      <a:endParaRPr b="1"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Vendor Name</a:t>
                      </a:r>
                      <a:endParaRPr b="1"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Description</a:t>
                      </a:r>
                      <a:endParaRPr b="1"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Budget</a:t>
                      </a:r>
                      <a:endParaRPr b="1"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C</a:t>
                      </a:r>
                      <a:endParaRPr sz="7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Opex-xxx</a:t>
                      </a:r>
                      <a:endParaRPr sz="7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Assisted Experience</a:t>
                      </a:r>
                      <a:endParaRPr sz="7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Contracted Services</a:t>
                      </a:r>
                      <a:endParaRPr sz="7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700" u="none" cap="none" strike="noStrike">
                          <a:solidFill>
                            <a:schemeClr val="dk1"/>
                          </a:solidFill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&lt;Name&gt;</a:t>
                      </a:r>
                      <a:endParaRPr sz="7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&lt;Vendor&gt; </a:t>
                      </a:r>
                      <a:endParaRPr sz="7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&lt;Description&gt;</a:t>
                      </a:r>
                      <a:endParaRPr sz="7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$XXX.XX</a:t>
                      </a:r>
                      <a:endParaRPr sz="7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80" name="Google Shape;1280;p171"/>
          <p:cNvGraphicFramePr/>
          <p:nvPr/>
        </p:nvGraphicFramePr>
        <p:xfrm>
          <a:off x="7669163" y="445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{8FE267BA-A216-4F79-A302-39C6CCE8EB2E}</a:tableStyleId>
              </a:tblPr>
              <a:tblGrid>
                <a:gridCol w="291400"/>
                <a:gridCol w="543725"/>
              </a:tblGrid>
              <a:tr h="198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" sz="7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N</a:t>
                      </a:r>
                      <a:endParaRPr b="1" sz="7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New</a:t>
                      </a:r>
                      <a:endParaRPr sz="7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>
                    <a:solidFill>
                      <a:srgbClr val="F3F3F3"/>
                    </a:solidFill>
                  </a:tcPr>
                </a:tc>
              </a:tr>
              <a:tr h="197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" sz="7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C</a:t>
                      </a:r>
                      <a:endParaRPr b="1" sz="7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Continue</a:t>
                      </a:r>
                      <a:endParaRPr sz="7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>
                    <a:solidFill>
                      <a:srgbClr val="F3F3F3"/>
                    </a:solidFill>
                  </a:tcPr>
                </a:tc>
              </a:tr>
              <a:tr h="197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" sz="7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S</a:t>
                      </a:r>
                      <a:endParaRPr b="1" sz="7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u="none" cap="none" strike="noStrike">
                          <a:latin typeface="Verizon NHG TX"/>
                          <a:ea typeface="Verizon NHG TX"/>
                          <a:cs typeface="Verizon NHG TX"/>
                          <a:sym typeface="Verizon NHG TX"/>
                        </a:rPr>
                        <a:t>Stop</a:t>
                      </a:r>
                      <a:endParaRPr sz="700" u="none" cap="none" strike="noStrike">
                        <a:latin typeface="Verizon NHG TX"/>
                        <a:ea typeface="Verizon NHG TX"/>
                        <a:cs typeface="Verizon NHG TX"/>
                        <a:sym typeface="Verizon NHG TX"/>
                      </a:endParaRPr>
                    </a:p>
                  </a:txBody>
                  <a:tcPr marT="45700" marB="45700" marR="45700" marL="45700"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grpSp>
        <p:nvGrpSpPr>
          <p:cNvPr id="1281" name="Google Shape;1281;p171"/>
          <p:cNvGrpSpPr/>
          <p:nvPr/>
        </p:nvGrpSpPr>
        <p:grpSpPr>
          <a:xfrm>
            <a:off x="6665119" y="154838"/>
            <a:ext cx="2104650" cy="212400"/>
            <a:chOff x="9242425" y="104850"/>
            <a:chExt cx="2806200" cy="283200"/>
          </a:xfrm>
        </p:grpSpPr>
        <p:sp>
          <p:nvSpPr>
            <p:cNvPr id="1282" name="Google Shape;1282;p171"/>
            <p:cNvSpPr/>
            <p:nvPr/>
          </p:nvSpPr>
          <p:spPr>
            <a:xfrm>
              <a:off x="9242425" y="104850"/>
              <a:ext cx="977400" cy="283200"/>
            </a:xfrm>
            <a:prstGeom prst="chevron">
              <a:avLst>
                <a:gd fmla="val 50000" name="adj"/>
              </a:avLst>
            </a:prstGeom>
            <a:solidFill>
              <a:srgbClr val="F3EDE0"/>
            </a:solidFill>
            <a:ln cap="flat" cmpd="sng" w="9525">
              <a:solidFill>
                <a:srgbClr val="F3ED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rgbClr val="000000"/>
                  </a:solidFill>
                  <a:latin typeface="Verizon NHG TX"/>
                  <a:ea typeface="Verizon NHG TX"/>
                  <a:cs typeface="Verizon NHG TX"/>
                  <a:sym typeface="Verizon NHG TX"/>
                </a:rPr>
                <a:t>Northstar</a:t>
              </a:r>
              <a:endParaRPr b="0" i="0" sz="600" u="none" cap="none" strike="noStrike">
                <a:solidFill>
                  <a:srgbClr val="000000"/>
                </a:solidFill>
                <a:latin typeface="Verizon NHG TX"/>
                <a:ea typeface="Verizon NHG TX"/>
                <a:cs typeface="Verizon NHG TX"/>
                <a:sym typeface="Verizon NHG TX"/>
              </a:endParaRPr>
            </a:p>
          </p:txBody>
        </p:sp>
        <p:sp>
          <p:nvSpPr>
            <p:cNvPr id="1283" name="Google Shape;1283;p171"/>
            <p:cNvSpPr/>
            <p:nvPr/>
          </p:nvSpPr>
          <p:spPr>
            <a:xfrm>
              <a:off x="10156825" y="104850"/>
              <a:ext cx="977400" cy="283200"/>
            </a:xfrm>
            <a:prstGeom prst="chevron">
              <a:avLst>
                <a:gd fmla="val 50000" name="adj"/>
              </a:avLst>
            </a:prstGeom>
            <a:solidFill>
              <a:srgbClr val="F3EDE0"/>
            </a:solidFill>
            <a:ln cap="flat" cmpd="sng" w="9525">
              <a:solidFill>
                <a:srgbClr val="F3ED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rgbClr val="000000"/>
                  </a:solidFill>
                  <a:latin typeface="Verizon NHG TX"/>
                  <a:ea typeface="Verizon NHG TX"/>
                  <a:cs typeface="Verizon NHG TX"/>
                  <a:sym typeface="Verizon NHG TX"/>
                </a:rPr>
                <a:t>Scope</a:t>
              </a:r>
              <a:endParaRPr b="0" i="0" sz="600" u="none" cap="none" strike="noStrike">
                <a:solidFill>
                  <a:srgbClr val="000000"/>
                </a:solidFill>
                <a:latin typeface="Verizon NHG TX"/>
                <a:ea typeface="Verizon NHG TX"/>
                <a:cs typeface="Verizon NHG TX"/>
                <a:sym typeface="Verizon NHG TX"/>
              </a:endParaRPr>
            </a:p>
          </p:txBody>
        </p:sp>
        <p:sp>
          <p:nvSpPr>
            <p:cNvPr id="1284" name="Google Shape;1284;p171"/>
            <p:cNvSpPr/>
            <p:nvPr/>
          </p:nvSpPr>
          <p:spPr>
            <a:xfrm>
              <a:off x="11071225" y="104850"/>
              <a:ext cx="977400" cy="283200"/>
            </a:xfrm>
            <a:prstGeom prst="chevron">
              <a:avLst>
                <a:gd fmla="val 50000" name="adj"/>
              </a:avLst>
            </a:prstGeom>
            <a:solidFill>
              <a:srgbClr val="EE001E"/>
            </a:solidFill>
            <a:ln cap="flat" cmpd="sng" w="9525">
              <a:solidFill>
                <a:srgbClr val="F3ED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rgbClr val="FFFFFF"/>
                  </a:solidFill>
                  <a:latin typeface="Verizon NHG TX"/>
                  <a:ea typeface="Verizon NHG TX"/>
                  <a:cs typeface="Verizon NHG TX"/>
                  <a:sym typeface="Verizon NHG TX"/>
                </a:rPr>
                <a:t>Results</a:t>
              </a:r>
              <a:endParaRPr b="0" i="0" sz="600" u="none" cap="none" strike="noStrike">
                <a:solidFill>
                  <a:srgbClr val="FFFFFF"/>
                </a:solidFill>
                <a:latin typeface="Verizon NHG TX"/>
                <a:ea typeface="Verizon NHG TX"/>
                <a:cs typeface="Verizon NHG TX"/>
                <a:sym typeface="Verizon NHG TX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173"/>
          <p:cNvSpPr txBox="1"/>
          <p:nvPr>
            <p:ph idx="1" type="body"/>
          </p:nvPr>
        </p:nvSpPr>
        <p:spPr>
          <a:xfrm>
            <a:off x="376953" y="383117"/>
            <a:ext cx="85836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</a:pPr>
            <a:r>
              <a:rPr lang="en">
                <a:solidFill>
                  <a:schemeClr val="dk1"/>
                </a:solidFill>
              </a:rPr>
              <a:t>2026 Planning Artifacts</a:t>
            </a:r>
            <a:endParaRPr/>
          </a:p>
        </p:txBody>
      </p:sp>
      <p:sp>
        <p:nvSpPr>
          <p:cNvPr id="1295" name="Google Shape;1295;p173"/>
          <p:cNvSpPr txBox="1"/>
          <p:nvPr>
            <p:ph idx="3" type="body"/>
          </p:nvPr>
        </p:nvSpPr>
        <p:spPr>
          <a:xfrm>
            <a:off x="376953" y="544857"/>
            <a:ext cx="8583600" cy="9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/>
              <a:t>Journey Map Example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1296" name="Google Shape;1296;p173"/>
          <p:cNvSpPr txBox="1"/>
          <p:nvPr/>
        </p:nvSpPr>
        <p:spPr>
          <a:xfrm>
            <a:off x="4613752" y="2566849"/>
            <a:ext cx="12696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EA"/>
              </a:buClr>
              <a:buSzPts val="11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3. Activate internet</a:t>
            </a:r>
            <a:endParaRPr b="1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EA"/>
              </a:buClr>
              <a:buSzPts val="11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When the light turns solid white she’s setup. If help is needed, she refers to the 5G Compass in MVA.</a:t>
            </a:r>
            <a:endParaRPr b="0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>
                <a:srgbClr val="0000EA"/>
              </a:buClr>
              <a:buSzPts val="11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sp>
        <p:nvSpPr>
          <p:cNvPr id="1297" name="Google Shape;1297;p173"/>
          <p:cNvSpPr txBox="1"/>
          <p:nvPr/>
        </p:nvSpPr>
        <p:spPr>
          <a:xfrm>
            <a:off x="3228683" y="2566849"/>
            <a:ext cx="12366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EA"/>
              </a:buClr>
              <a:buSzPts val="11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2. Find a spot</a:t>
            </a:r>
            <a:endParaRPr b="1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>
                <a:srgbClr val="0000EA"/>
              </a:buClr>
              <a:buSzPts val="11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Using what she learned in-store, she chooses a </a:t>
            </a:r>
            <a:br>
              <a:rPr b="0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</a:br>
            <a:r>
              <a:rPr b="0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spot to plug-in.</a:t>
            </a:r>
            <a:endParaRPr b="0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sp>
        <p:nvSpPr>
          <p:cNvPr id="1298" name="Google Shape;1298;p173"/>
          <p:cNvSpPr txBox="1"/>
          <p:nvPr/>
        </p:nvSpPr>
        <p:spPr>
          <a:xfrm>
            <a:off x="6020928" y="2566849"/>
            <a:ext cx="12696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EA"/>
              </a:buClr>
              <a:buSzPts val="1100"/>
              <a:buFont typeface="Arial"/>
              <a:buNone/>
            </a:pPr>
            <a:r>
              <a:rPr b="1" i="1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Download / Open  MVA</a:t>
            </a:r>
            <a:endParaRPr b="1" i="1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>
                <a:srgbClr val="0000EA"/>
              </a:buClr>
              <a:buSzPts val="11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If Taylor wants to personalize her network, she can scan the QR code or enter the URL to deep link in My Verizon app.</a:t>
            </a:r>
            <a:endParaRPr b="0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sp>
        <p:nvSpPr>
          <p:cNvPr id="1299" name="Google Shape;1299;p173"/>
          <p:cNvSpPr txBox="1"/>
          <p:nvPr/>
        </p:nvSpPr>
        <p:spPr>
          <a:xfrm>
            <a:off x="3245210" y="3698153"/>
            <a:ext cx="1234500" cy="9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Device</a:t>
            </a:r>
            <a:endParaRPr b="1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Power adapter</a:t>
            </a:r>
            <a:endParaRPr b="0" i="1" sz="800" u="none" cap="none" strike="noStrike">
              <a:solidFill>
                <a:srgbClr val="EE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sp>
        <p:nvSpPr>
          <p:cNvPr id="1300" name="Google Shape;1300;p173"/>
          <p:cNvSpPr txBox="1"/>
          <p:nvPr/>
        </p:nvSpPr>
        <p:spPr>
          <a:xfrm>
            <a:off x="457250" y="3698153"/>
            <a:ext cx="1234500" cy="9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Confirmation email / </a:t>
            </a:r>
            <a:br>
              <a:rPr b="1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</a:br>
            <a:r>
              <a:rPr b="1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Get ready page</a:t>
            </a:r>
            <a:endParaRPr b="1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-101600" lvl="0" marL="1651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Verizon NHG DS"/>
              <a:buChar char="-"/>
            </a:pPr>
            <a:r>
              <a:rPr b="1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Register</a:t>
            </a:r>
            <a:endParaRPr b="1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-101600" lvl="0" marL="1651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Verizon NHG DS"/>
              <a:buChar char="-"/>
            </a:pPr>
            <a:r>
              <a:rPr b="1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Download MVA</a:t>
            </a:r>
            <a:endParaRPr b="1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-101600" lvl="0" marL="165100" marR="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800"/>
              <a:buFont typeface="Verizon NHG DS"/>
              <a:buChar char="-"/>
            </a:pPr>
            <a:r>
              <a:rPr b="1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5G signal map + compass</a:t>
            </a:r>
            <a:endParaRPr b="0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sp>
        <p:nvSpPr>
          <p:cNvPr id="1301" name="Google Shape;1301;p173"/>
          <p:cNvSpPr txBox="1"/>
          <p:nvPr/>
        </p:nvSpPr>
        <p:spPr>
          <a:xfrm>
            <a:off x="4639190" y="3698153"/>
            <a:ext cx="1234500" cy="9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LED status</a:t>
            </a:r>
            <a:endParaRPr b="1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Wi-Fi name/password</a:t>
            </a:r>
            <a:endParaRPr b="1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5G signal map + compass</a:t>
            </a:r>
            <a:endParaRPr b="1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sp>
        <p:nvSpPr>
          <p:cNvPr id="1302" name="Google Shape;1302;p173"/>
          <p:cNvSpPr txBox="1"/>
          <p:nvPr/>
        </p:nvSpPr>
        <p:spPr>
          <a:xfrm>
            <a:off x="6033170" y="3698153"/>
            <a:ext cx="1234500" cy="9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Setup guide</a:t>
            </a:r>
            <a:endParaRPr b="1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My Verizon app</a:t>
            </a:r>
            <a:endParaRPr b="1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Authentication</a:t>
            </a:r>
            <a:endParaRPr b="1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sp>
        <p:nvSpPr>
          <p:cNvPr id="1303" name="Google Shape;1303;p173"/>
          <p:cNvSpPr txBox="1"/>
          <p:nvPr/>
        </p:nvSpPr>
        <p:spPr>
          <a:xfrm>
            <a:off x="7417225" y="2566850"/>
            <a:ext cx="14076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EA"/>
              </a:buClr>
              <a:buSzPts val="1100"/>
              <a:buFont typeface="Arial"/>
              <a:buNone/>
            </a:pPr>
            <a:r>
              <a:rPr b="1" i="1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Personalize internet</a:t>
            </a:r>
            <a:endParaRPr b="1" i="1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>
                <a:srgbClr val="0000EA"/>
              </a:buClr>
              <a:buSzPts val="11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Once she has the My Verizon app open, there are a variety of personalizations and settings that she can change.</a:t>
            </a:r>
            <a:endParaRPr b="0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sp>
        <p:nvSpPr>
          <p:cNvPr id="1304" name="Google Shape;1304;p173"/>
          <p:cNvSpPr txBox="1"/>
          <p:nvPr/>
        </p:nvSpPr>
        <p:spPr>
          <a:xfrm>
            <a:off x="7427150" y="3698153"/>
            <a:ext cx="1234500" cy="9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My Verizon app</a:t>
            </a:r>
            <a:endParaRPr b="1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-101600" lvl="0" marL="1651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Verizon NHG DS"/>
              <a:buChar char="-"/>
            </a:pPr>
            <a:r>
              <a:rPr b="1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Set Wi-Fi name/password</a:t>
            </a:r>
            <a:endParaRPr b="1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-101600" lvl="0" marL="165100" marR="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800"/>
              <a:buFont typeface="Verizon NHG DS"/>
              <a:buChar char="-"/>
            </a:pPr>
            <a:r>
              <a:rPr b="1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Connect devices</a:t>
            </a:r>
            <a:endParaRPr b="1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cxnSp>
        <p:nvCxnSpPr>
          <p:cNvPr id="1305" name="Google Shape;1305;p173"/>
          <p:cNvCxnSpPr/>
          <p:nvPr/>
        </p:nvCxnSpPr>
        <p:spPr>
          <a:xfrm>
            <a:off x="457245" y="3512324"/>
            <a:ext cx="8204700" cy="0"/>
          </a:xfrm>
          <a:prstGeom prst="straightConnector1">
            <a:avLst/>
          </a:prstGeom>
          <a:noFill/>
          <a:ln cap="flat" cmpd="sng" w="9525">
            <a:solidFill>
              <a:srgbClr val="74767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6" name="Google Shape;1306;p173"/>
          <p:cNvSpPr txBox="1"/>
          <p:nvPr/>
        </p:nvSpPr>
        <p:spPr>
          <a:xfrm>
            <a:off x="1820676" y="2566849"/>
            <a:ext cx="12696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EA"/>
              </a:buClr>
              <a:buSzPts val="11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1. Unbox</a:t>
            </a:r>
            <a:endParaRPr b="1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>
                <a:srgbClr val="0000EA"/>
              </a:buClr>
              <a:buSzPts val="11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On opening the box, Taylor sees a simple 1-2-3 set of instructions for setup</a:t>
            </a:r>
            <a:endParaRPr b="0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sp>
        <p:nvSpPr>
          <p:cNvPr id="1307" name="Google Shape;1307;p173"/>
          <p:cNvSpPr txBox="1"/>
          <p:nvPr/>
        </p:nvSpPr>
        <p:spPr>
          <a:xfrm>
            <a:off x="1851230" y="3698153"/>
            <a:ext cx="1234500" cy="9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Setup guide</a:t>
            </a:r>
            <a:endParaRPr b="1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sp>
        <p:nvSpPr>
          <p:cNvPr id="1308" name="Google Shape;1308;p173"/>
          <p:cNvSpPr txBox="1"/>
          <p:nvPr/>
        </p:nvSpPr>
        <p:spPr>
          <a:xfrm>
            <a:off x="456075" y="2566849"/>
            <a:ext cx="12366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EA"/>
              </a:buClr>
              <a:buSzPts val="1100"/>
              <a:buFont typeface="Arial"/>
              <a:buNone/>
            </a:pPr>
            <a:r>
              <a:rPr b="1" i="1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Post-Sale / Pre-Setup</a:t>
            </a:r>
            <a:endParaRPr b="1" i="1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>
                <a:srgbClr val="0000EA"/>
              </a:buClr>
              <a:buSzPts val="11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Taylor gets a confirmation email to set her up for success.</a:t>
            </a:r>
            <a:endParaRPr b="0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pic>
        <p:nvPicPr>
          <p:cNvPr id="1309" name="Google Shape;1309;p1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3837" y="1225346"/>
            <a:ext cx="1236598" cy="1236584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10" name="Google Shape;1310;p1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6226" y="1225350"/>
            <a:ext cx="1236598" cy="1236598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11" name="Google Shape;1311;p17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38625" y="1225350"/>
            <a:ext cx="1236598" cy="1236598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12" name="Google Shape;1312;p17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31822" y="1225375"/>
            <a:ext cx="1236598" cy="1236598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13" name="Google Shape;1313;p173"/>
          <p:cNvPicPr preferRelativeResize="0"/>
          <p:nvPr/>
        </p:nvPicPr>
        <p:blipFill rotWithShape="1">
          <a:blip r:embed="rId7">
            <a:alphaModFix/>
          </a:blip>
          <a:srcRect b="16692" l="35715" r="938" t="19961"/>
          <a:stretch/>
        </p:blipFill>
        <p:spPr>
          <a:xfrm>
            <a:off x="5531604" y="2118351"/>
            <a:ext cx="301800" cy="3018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14" name="Google Shape;1314;p17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7250" y="1225350"/>
            <a:ext cx="1234502" cy="1234502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15" name="Google Shape;1315;p17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428100" y="1225375"/>
            <a:ext cx="1234502" cy="1234502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16" name="Google Shape;1316;p173"/>
          <p:cNvSpPr txBox="1"/>
          <p:nvPr/>
        </p:nvSpPr>
        <p:spPr>
          <a:xfrm>
            <a:off x="4016251" y="3456450"/>
            <a:ext cx="1111500" cy="11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Key interactions</a:t>
            </a:r>
            <a:endParaRPr b="0" i="0" sz="8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sp>
        <p:nvSpPr>
          <p:cNvPr id="1317" name="Google Shape;1317;p173"/>
          <p:cNvSpPr/>
          <p:nvPr/>
        </p:nvSpPr>
        <p:spPr>
          <a:xfrm>
            <a:off x="0" y="0"/>
            <a:ext cx="1601400" cy="212400"/>
          </a:xfrm>
          <a:prstGeom prst="rect">
            <a:avLst/>
          </a:prstGeom>
          <a:solidFill>
            <a:srgbClr val="FED60E"/>
          </a:solidFill>
          <a:ln cap="flat" cmpd="sng" w="19050">
            <a:solidFill>
              <a:srgbClr val="FED6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1" lang="en" sz="1100" u="none" cap="none" strike="noStrike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Example</a:t>
            </a:r>
            <a:endParaRPr b="1" i="1" sz="1100" u="none" cap="none" strike="noStrike">
              <a:solidFill>
                <a:srgbClr val="000000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174"/>
          <p:cNvSpPr txBox="1"/>
          <p:nvPr>
            <p:ph idx="12" type="sldNum"/>
          </p:nvPr>
        </p:nvSpPr>
        <p:spPr>
          <a:xfrm>
            <a:off x="8317509" y="4736592"/>
            <a:ext cx="352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4" name="Google Shape;1324;p174"/>
          <p:cNvSpPr txBox="1"/>
          <p:nvPr>
            <p:ph type="title"/>
          </p:nvPr>
        </p:nvSpPr>
        <p:spPr>
          <a:xfrm>
            <a:off x="135400" y="143375"/>
            <a:ext cx="8873100" cy="44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"/>
              <a:t>Master Artifacts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">
                <a:solidFill>
                  <a:schemeClr val="accent1"/>
                </a:solidFill>
              </a:rPr>
              <a:t>Due 5/19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325" name="Google Shape;1325;p174"/>
          <p:cNvSpPr txBox="1"/>
          <p:nvPr>
            <p:ph idx="2" type="sldNum"/>
          </p:nvPr>
        </p:nvSpPr>
        <p:spPr>
          <a:xfrm>
            <a:off x="8317509" y="4733270"/>
            <a:ext cx="352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erizon Standard Template">
  <a:themeElements>
    <a:clrScheme name="Custom 7">
      <a:dk1>
        <a:srgbClr val="000000"/>
      </a:dk1>
      <a:lt1>
        <a:srgbClr val="FFFFFF"/>
      </a:lt1>
      <a:dk2>
        <a:srgbClr val="EE001E"/>
      </a:dk2>
      <a:lt2>
        <a:srgbClr val="F6F0E2"/>
      </a:lt2>
      <a:accent1>
        <a:srgbClr val="F8FF3C"/>
      </a:accent1>
      <a:accent2>
        <a:srgbClr val="FF281E"/>
      </a:accent2>
      <a:accent3>
        <a:srgbClr val="0089EC"/>
      </a:accent3>
      <a:accent4>
        <a:srgbClr val="00B845"/>
      </a:accent4>
      <a:accent5>
        <a:srgbClr val="FF8027"/>
      </a:accent5>
      <a:accent6>
        <a:srgbClr val="FED60E"/>
      </a:accent6>
      <a:hlink>
        <a:srgbClr val="F50A23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Monarch">
      <a:dk1>
        <a:srgbClr val="000000"/>
      </a:dk1>
      <a:lt1>
        <a:srgbClr val="FFFFFF"/>
      </a:lt1>
      <a:dk2>
        <a:srgbClr val="44546A"/>
      </a:dk2>
      <a:lt2>
        <a:srgbClr val="FFFFFF"/>
      </a:lt2>
      <a:accent1>
        <a:srgbClr val="F50A23"/>
      </a:accent1>
      <a:accent2>
        <a:srgbClr val="F3EDE0"/>
      </a:accent2>
      <a:accent3>
        <a:srgbClr val="F5FF1E"/>
      </a:accent3>
      <a:accent4>
        <a:srgbClr val="FF3C2C"/>
      </a:accent4>
      <a:accent5>
        <a:srgbClr val="000000"/>
      </a:accent5>
      <a:accent6>
        <a:srgbClr val="FFFFFF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Custom 7">
      <a:dk1>
        <a:srgbClr val="000000"/>
      </a:dk1>
      <a:lt1>
        <a:srgbClr val="FFFFFF"/>
      </a:lt1>
      <a:dk2>
        <a:srgbClr val="F3EDE0"/>
      </a:dk2>
      <a:lt2>
        <a:srgbClr val="FFFFFF"/>
      </a:lt2>
      <a:accent1>
        <a:srgbClr val="0089EC"/>
      </a:accent1>
      <a:accent2>
        <a:srgbClr val="00B845"/>
      </a:accent2>
      <a:accent3>
        <a:srgbClr val="FF8027"/>
      </a:accent3>
      <a:accent4>
        <a:srgbClr val="FED60E"/>
      </a:accent4>
      <a:accent5>
        <a:srgbClr val="F3EDE0"/>
      </a:accent5>
      <a:accent6>
        <a:srgbClr val="F50A23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