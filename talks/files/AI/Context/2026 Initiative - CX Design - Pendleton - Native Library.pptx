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00" r:id="rId5"/>
    <p:sldMasterId id="2147483801" r:id="rId6"/>
    <p:sldMasterId id="214748380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Lst>
  <p:sldSz cy="5143500" cx="9144000"/>
  <p:notesSz cx="6858000" cy="9144000"/>
  <p:embeddedFontLst>
    <p:embeddedFont>
      <p:font typeface="Verizon NHG TX"/>
      <p:regular r:id="rId36"/>
      <p:bold r:id="rId37"/>
      <p:italic r:id="rId38"/>
      <p:boldItalic r:id="rId39"/>
    </p:embeddedFont>
    <p:embeddedFont>
      <p:font typeface="Verizon NHG D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462017-A897-4C5D-8408-AA559E3040F2}">
  <a:tblStyle styleId="{9E462017-A897-4C5D-8408-AA559E3040F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VerizonNHGDS-regular.fntdata"/><Relationship Id="rId42" Type="http://schemas.openxmlformats.org/officeDocument/2006/relationships/font" Target="fonts/VerizonNHGDS-italic.fntdata"/><Relationship Id="rId41" Type="http://schemas.openxmlformats.org/officeDocument/2006/relationships/font" Target="fonts/VerizonNHGDS-bold.fntdata"/><Relationship Id="rId43" Type="http://schemas.openxmlformats.org/officeDocument/2006/relationships/font" Target="fonts/VerizonNHGD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font" Target="fonts/VerizonNHGTX-bold.fntdata"/><Relationship Id="rId36" Type="http://schemas.openxmlformats.org/officeDocument/2006/relationships/font" Target="fonts/VerizonNHGTX-regular.fntdata"/><Relationship Id="rId39" Type="http://schemas.openxmlformats.org/officeDocument/2006/relationships/font" Target="fonts/VerizonNHGTX-boldItalic.fntdata"/><Relationship Id="rId38" Type="http://schemas.openxmlformats.org/officeDocument/2006/relationships/font" Target="fonts/VerizonNHGTX-italic.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9" name="Google Shape;1039;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0" name="Google Shape;1040;p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9" name="Google Shape;1049;p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0" name="Google Shape;1050;p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5" name="Google Shape;10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7" name="Google Shape;1087;p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in a grey box over area that business should not complete for clarity, re-org details</a:t>
            </a:r>
            <a:endParaRPr/>
          </a:p>
        </p:txBody>
      </p:sp>
      <p:sp>
        <p:nvSpPr>
          <p:cNvPr id="1088" name="Google Shape;1088;p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3362a62fec5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2" name="Google Shape;1102;g3362a62fec5_0_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3" name="Google Shape;1103;g3362a62fec5_0_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3362a62fec5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2" name="Google Shape;1112;g3362a62fec5_0_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3" name="Google Shape;1113;g3362a62fec5_0_1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3362a62fec5_0_17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8" name="Google Shape;1128;g3362a62fec5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3362a62fec5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7" name="Google Shape;1147;g3362a62fec5_0_6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in a grey box over area that business should not complete for clarity, re-org details</a:t>
            </a:r>
            <a:endParaRPr/>
          </a:p>
        </p:txBody>
      </p:sp>
      <p:sp>
        <p:nvSpPr>
          <p:cNvPr id="1148" name="Google Shape;1148;g3362a62fec5_0_6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3362a62fec5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2" name="Google Shape;1162;g3362a62fec5_0_7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3" name="Google Shape;1163;g3362a62fec5_0_7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g3362a62fec5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2" name="Google Shape;1172;g3362a62fec5_0_8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3" name="Google Shape;1173;g3362a62fec5_0_8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3362a62fec5_0_23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8" name="Google Shape;1188;g3362a62fec5_0_2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3362a62fec5_0_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7" name="Google Shape;1207;g3362a62fec5_0_13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in a grey box over area that business should not complete for clarity, re-org details</a:t>
            </a:r>
            <a:endParaRPr/>
          </a:p>
        </p:txBody>
      </p:sp>
      <p:sp>
        <p:nvSpPr>
          <p:cNvPr id="1208" name="Google Shape;1208;g3362a62fec5_0_13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g3360507cd3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2" name="Google Shape;1222;g3360507cd3f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3" name="Google Shape;1223;g3360507cd3f_0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3360507cd3f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2" name="Google Shape;1232;g3360507cd3f_0_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3" name="Google Shape;1233;g3360507cd3f_0_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362a62fec5_0_15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8" name="Google Shape;1248;g3362a62fec5_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3360507cd3f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4" name="Google Shape;1264;g3360507cd3f_0_5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in a grey box over area that business should not complete for clarity, re-org details</a:t>
            </a:r>
            <a:endParaRPr/>
          </a:p>
        </p:txBody>
      </p:sp>
      <p:sp>
        <p:nvSpPr>
          <p:cNvPr id="1265" name="Google Shape;1265;g3360507cd3f_0_5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9" name="Google Shape;1279;p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0" name="Google Shape;1280;p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4" name="Google Shape;128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2" name="Google Shape;1312;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3" name="Google Shape;1313;p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355d6d6c85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0" name="Google Shape;1320;g355d6d6c85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355d6d6c853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5" name="Google Shape;1325;g355d6d6c853_0_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6" name="Google Shape;1326;g355d6d6c853_0_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355d6d6c853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5" name="Google Shape;1335;g355d6d6c853_0_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6" name="Google Shape;1336;g355d6d6c853_0_1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355d6d6c853_0_3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2" name="Google Shape;1352;g355d6d6c853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355d6d6c853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6" name="Google Shape;1386;g355d6d6c853_0_6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in a grey box over area that business should not complete for clarity, re-org details</a:t>
            </a:r>
            <a:endParaRPr/>
          </a:p>
        </p:txBody>
      </p:sp>
      <p:sp>
        <p:nvSpPr>
          <p:cNvPr id="1387" name="Google Shape;1387;g355d6d6c853_0_6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355d6d6c853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2" name="Google Shape;1402;g355d6d6c853_0_7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SzPts val="1200"/>
              <a:buFont typeface="Verizon NHG TX"/>
              <a:buChar char="-"/>
            </a:pPr>
            <a:r>
              <a:rPr lang="en" sz="1000">
                <a:latin typeface="Verizon NHG TX"/>
                <a:ea typeface="Verizon NHG TX"/>
                <a:cs typeface="Verizon NHG TX"/>
                <a:sym typeface="Verizon NHG TX"/>
              </a:rPr>
              <a:t>Travel and Internal Events</a:t>
            </a:r>
            <a:endParaRPr sz="1000">
              <a:latin typeface="Verizon NHG TX"/>
              <a:ea typeface="Verizon NHG TX"/>
              <a:cs typeface="Verizon NHG TX"/>
              <a:sym typeface="Verizon NHG TX"/>
            </a:endParaRPr>
          </a:p>
        </p:txBody>
      </p:sp>
      <p:sp>
        <p:nvSpPr>
          <p:cNvPr id="1403" name="Google Shape;1403;g355d6d6c853_0_7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355d6d6c853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4" name="Google Shape;1414;g355d6d6c853_0_8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lnSpc>
                <a:spcPct val="100000"/>
              </a:lnSpc>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Travel and Internal Events</a:t>
            </a:r>
            <a:endParaRPr/>
          </a:p>
        </p:txBody>
      </p:sp>
      <p:sp>
        <p:nvSpPr>
          <p:cNvPr id="1415" name="Google Shape;1415;g355d6d6c853_0_8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4" name="Shape 1424"/>
        <p:cNvGrpSpPr/>
        <p:nvPr/>
      </p:nvGrpSpPr>
      <p:grpSpPr>
        <a:xfrm>
          <a:off x="0" y="0"/>
          <a:ext cx="0" cy="0"/>
          <a:chOff x="0" y="0"/>
          <a:chExt cx="0" cy="0"/>
        </a:xfrm>
      </p:grpSpPr>
      <p:sp>
        <p:nvSpPr>
          <p:cNvPr id="1425" name="Google Shape;1425;g355d6d6c853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6" name="Google Shape;1426;g355d6d6c853_0_10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7" name="Google Shape;1427;g355d6d6c853_0_10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econdary Cover - Black">
  <p:cSld name="Secondary Cover - Black_1">
    <p:bg>
      <p:bgPr>
        <a:solidFill>
          <a:schemeClr val="dk1"/>
        </a:solidFill>
      </p:bgPr>
    </p:bg>
    <p:spTree>
      <p:nvGrpSpPr>
        <p:cNvPr id="11" name="Shape 11"/>
        <p:cNvGrpSpPr/>
        <p:nvPr/>
      </p:nvGrpSpPr>
      <p:grpSpPr>
        <a:xfrm>
          <a:off x="0" y="0"/>
          <a:ext cx="0" cy="0"/>
          <a:chOff x="0" y="0"/>
          <a:chExt cx="0" cy="0"/>
        </a:xfrm>
      </p:grpSpPr>
      <p:sp>
        <p:nvSpPr>
          <p:cNvPr id="12" name="Google Shape;12;p2"/>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13" name="Google Shape;13;p2"/>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 name="Google Shape;14;p2"/>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letter v with a yellow light&#10;&#10;Description automatically generated" id="15" name="Google Shape;15;p2"/>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Slide_Divider w/ Copy - Yellow">
  <p:cSld name="Divider w/ Copy - Yellow">
    <p:bg>
      <p:bgPr>
        <a:solidFill>
          <a:schemeClr val="lt2"/>
        </a:solidFill>
      </p:bgPr>
    </p:bg>
    <p:spTree>
      <p:nvGrpSpPr>
        <p:cNvPr id="16" name="Shape 16"/>
        <p:cNvGrpSpPr/>
        <p:nvPr/>
      </p:nvGrpSpPr>
      <p:grpSpPr>
        <a:xfrm>
          <a:off x="0" y="0"/>
          <a:ext cx="0" cy="0"/>
          <a:chOff x="0" y="0"/>
          <a:chExt cx="0" cy="0"/>
        </a:xfrm>
      </p:grpSpPr>
      <p:sp>
        <p:nvSpPr>
          <p:cNvPr id="17" name="Google Shape;17;p3"/>
          <p:cNvSpPr/>
          <p:nvPr/>
        </p:nvSpPr>
        <p:spPr>
          <a:xfrm>
            <a:off x="0" y="0"/>
            <a:ext cx="5053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 name="Google Shape;18;p3"/>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 name="Google Shape;19;p3"/>
          <p:cNvSpPr/>
          <p:nvPr/>
        </p:nvSpPr>
        <p:spPr>
          <a:xfrm>
            <a:off x="4567428" y="0"/>
            <a:ext cx="4576500" cy="5143500"/>
          </a:xfrm>
          <a:prstGeom prst="rect">
            <a:avLst/>
          </a:prstGeom>
          <a:solidFill>
            <a:schemeClr val="lt2"/>
          </a:solidFill>
          <a:ln cap="flat" cmpd="sng" w="8255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0" name="Google Shape;20;p3"/>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b="0"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21" name="Google Shape;21;p3"/>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 name="Google Shape;22;p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23" name="Google Shape;23;p3"/>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_Content slide">
  <p:cSld name="Content slide">
    <p:bg>
      <p:bgPr>
        <a:solidFill>
          <a:schemeClr val="lt1"/>
        </a:solidFill>
      </p:bgPr>
    </p:bg>
    <p:spTree>
      <p:nvGrpSpPr>
        <p:cNvPr id="24" name="Shape 24"/>
        <p:cNvGrpSpPr/>
        <p:nvPr/>
      </p:nvGrpSpPr>
      <p:grpSpPr>
        <a:xfrm>
          <a:off x="0" y="0"/>
          <a:ext cx="0" cy="0"/>
          <a:chOff x="0" y="0"/>
          <a:chExt cx="0" cy="0"/>
        </a:xfrm>
      </p:grpSpPr>
      <p:sp>
        <p:nvSpPr>
          <p:cNvPr id="25" name="Google Shape;25;p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900"/>
              <a:buNone/>
              <a:defRPr/>
            </a:lvl1pPr>
            <a:lvl2pPr indent="-228600" lvl="1" marL="914400" algn="l">
              <a:lnSpc>
                <a:spcPct val="100000"/>
              </a:lnSpc>
              <a:spcBef>
                <a:spcPts val="400"/>
              </a:spcBef>
              <a:spcAft>
                <a:spcPts val="0"/>
              </a:spcAft>
              <a:buClr>
                <a:schemeClr val="dk1"/>
              </a:buClr>
              <a:buSzPts val="900"/>
              <a:buNone/>
              <a:defRPr/>
            </a:lvl2pPr>
            <a:lvl3pPr indent="-285750" lvl="2" marL="1371600" algn="l">
              <a:lnSpc>
                <a:spcPct val="100000"/>
              </a:lnSpc>
              <a:spcBef>
                <a:spcPts val="400"/>
              </a:spcBef>
              <a:spcAft>
                <a:spcPts val="0"/>
              </a:spcAft>
              <a:buClr>
                <a:schemeClr val="dk1"/>
              </a:buClr>
              <a:buSzPts val="900"/>
              <a:buChar char="•"/>
              <a:defRPr/>
            </a:lvl3pPr>
            <a:lvl4pPr indent="-285750" lvl="3" marL="1828800" algn="l">
              <a:lnSpc>
                <a:spcPct val="100000"/>
              </a:lnSpc>
              <a:spcBef>
                <a:spcPts val="400"/>
              </a:spcBef>
              <a:spcAft>
                <a:spcPts val="0"/>
              </a:spcAft>
              <a:buClr>
                <a:schemeClr val="dk1"/>
              </a:buClr>
              <a:buSzPts val="900"/>
              <a:buChar char="-"/>
              <a:defRPr/>
            </a:lvl4pPr>
            <a:lvl5pPr indent="-285750" lvl="4" marL="2286000" algn="l">
              <a:lnSpc>
                <a:spcPct val="100000"/>
              </a:lnSpc>
              <a:spcBef>
                <a:spcPts val="400"/>
              </a:spcBef>
              <a:spcAft>
                <a:spcPts val="0"/>
              </a:spcAft>
              <a:buClr>
                <a:schemeClr val="dk1"/>
              </a:buClr>
              <a:buSzPts val="900"/>
              <a:buChar char="-"/>
              <a:defRPr/>
            </a:lvl5pPr>
            <a:lvl6pPr indent="-285750" lvl="5" marL="2743200" algn="l">
              <a:lnSpc>
                <a:spcPct val="90000"/>
              </a:lnSpc>
              <a:spcBef>
                <a:spcPts val="400"/>
              </a:spcBef>
              <a:spcAft>
                <a:spcPts val="0"/>
              </a:spcAft>
              <a:buClr>
                <a:schemeClr val="dk1"/>
              </a:buClr>
              <a:buSzPts val="900"/>
              <a:buChar char="-"/>
              <a:defRPr sz="900"/>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 name="Google Shape;27;p4"/>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 name="Google Shape;28;p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Slide_Ender 2 - Black">
  <p:cSld name="Ender 2 - Black">
    <p:bg>
      <p:bgPr>
        <a:solidFill>
          <a:srgbClr val="000000"/>
        </a:solidFill>
      </p:bgPr>
    </p:bg>
    <p:spTree>
      <p:nvGrpSpPr>
        <p:cNvPr id="29" name="Shape 29"/>
        <p:cNvGrpSpPr/>
        <p:nvPr/>
      </p:nvGrpSpPr>
      <p:grpSpPr>
        <a:xfrm>
          <a:off x="0" y="0"/>
          <a:ext cx="0" cy="0"/>
          <a:chOff x="0" y="0"/>
          <a:chExt cx="0" cy="0"/>
        </a:xfrm>
      </p:grpSpPr>
      <p:sp>
        <p:nvSpPr>
          <p:cNvPr id="30" name="Google Shape;30;p5"/>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31" name="Google Shape;31;p5"/>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 White">
  <p:cSld name="Bullet point and optional partner - White">
    <p:bg>
      <p:bgPr>
        <a:solidFill>
          <a:schemeClr val="lt1"/>
        </a:solidFill>
      </p:bgPr>
    </p:bg>
    <p:spTree>
      <p:nvGrpSpPr>
        <p:cNvPr id="32" name="Shape 32"/>
        <p:cNvGrpSpPr/>
        <p:nvPr/>
      </p:nvGrpSpPr>
      <p:grpSpPr>
        <a:xfrm>
          <a:off x="0" y="0"/>
          <a:ext cx="0" cy="0"/>
          <a:chOff x="0" y="0"/>
          <a:chExt cx="0" cy="0"/>
        </a:xfrm>
      </p:grpSpPr>
      <p:sp>
        <p:nvSpPr>
          <p:cNvPr id="33" name="Google Shape;33;p6"/>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4" name="Google Shape;34;p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35" name="Google Shape;35;p6"/>
          <p:cNvSpPr/>
          <p:nvPr>
            <p:ph idx="2" type="pic"/>
          </p:nvPr>
        </p:nvSpPr>
        <p:spPr>
          <a:xfrm>
            <a:off x="7446169" y="228600"/>
            <a:ext cx="1473600" cy="685800"/>
          </a:xfrm>
          <a:prstGeom prst="rect">
            <a:avLst/>
          </a:prstGeom>
          <a:noFill/>
          <a:ln>
            <a:noFill/>
          </a:ln>
        </p:spPr>
      </p:sp>
      <p:sp>
        <p:nvSpPr>
          <p:cNvPr id="36" name="Google Shape;36;p6"/>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7" name="Google Shape;37;p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38" name="Google Shape;38;p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39" name="Google Shape;39;p6"/>
          <p:cNvSpPr txBox="1"/>
          <p:nvPr>
            <p:ph idx="4" type="body"/>
          </p:nvPr>
        </p:nvSpPr>
        <p:spPr>
          <a:xfrm>
            <a:off x="226219" y="1835658"/>
            <a:ext cx="7951200" cy="2276700"/>
          </a:xfrm>
          <a:prstGeom prst="rect">
            <a:avLst/>
          </a:prstGeom>
          <a:noFill/>
          <a:ln>
            <a:noFill/>
          </a:ln>
        </p:spPr>
        <p:txBody>
          <a:bodyPr anchorCtr="0" anchor="t" bIns="34275" lIns="68575" spcFirstLastPara="1" rIns="68575" wrap="square" tIns="34275">
            <a:normAutofit/>
          </a:bodyPr>
          <a:lstStyle>
            <a:lvl1pPr indent="-342900" lvl="0" marL="457200" marR="0" algn="l">
              <a:lnSpc>
                <a:spcPct val="90000"/>
              </a:lnSpc>
              <a:spcBef>
                <a:spcPts val="800"/>
              </a:spcBef>
              <a:spcAft>
                <a:spcPts val="0"/>
              </a:spcAft>
              <a:buClr>
                <a:schemeClr val="dk1"/>
              </a:buClr>
              <a:buSzPts val="1800"/>
              <a:buFont typeface="Verizon NHG TX"/>
              <a:buChar char="•"/>
              <a:defRPr b="1" i="0" sz="1800" u="none" cap="none" strike="noStrike">
                <a:solidFill>
                  <a:schemeClr val="dk1"/>
                </a:solidFill>
                <a:latin typeface="Verizon NHG TX"/>
                <a:ea typeface="Verizon NHG TX"/>
                <a:cs typeface="Verizon NHG TX"/>
                <a:sym typeface="Verizon NHG TX"/>
              </a:defRPr>
            </a:lvl1pPr>
            <a:lvl2pPr indent="-304800" lvl="1" marL="9144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2pPr>
            <a:lvl3pPr indent="-304800" lvl="2" marL="13716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3pPr>
            <a:lvl4pPr indent="-304800" lvl="3" marL="18288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4pPr>
            <a:lvl5pPr indent="-304800" lvl="4" marL="22860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Slide_Info Slide">
  <p:cSld name="Info Slide">
    <p:spTree>
      <p:nvGrpSpPr>
        <p:cNvPr id="40" name="Shape 40"/>
        <p:cNvGrpSpPr/>
        <p:nvPr/>
      </p:nvGrpSpPr>
      <p:grpSpPr>
        <a:xfrm>
          <a:off x="0" y="0"/>
          <a:ext cx="0" cy="0"/>
          <a:chOff x="0" y="0"/>
          <a:chExt cx="0" cy="0"/>
        </a:xfrm>
      </p:grpSpPr>
      <p:sp>
        <p:nvSpPr>
          <p:cNvPr id="41" name="Google Shape;41;p7"/>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2" name="Google Shape;42;p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p:nvPr/>
        </p:nvSpPr>
        <p:spPr>
          <a:xfrm>
            <a:off x="6126956" y="469106"/>
            <a:ext cx="2543100" cy="207300"/>
          </a:xfrm>
          <a:prstGeom prst="roundRect">
            <a:avLst>
              <a:gd fmla="val 16667" name="adj"/>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Slide_Primary Cover - White">
  <p:cSld name="Primary Cover - White">
    <p:bg>
      <p:bgPr>
        <a:solidFill>
          <a:schemeClr val="lt1"/>
        </a:solidFill>
      </p:bgPr>
    </p:bg>
    <p:spTree>
      <p:nvGrpSpPr>
        <p:cNvPr id="44" name="Shape 44"/>
        <p:cNvGrpSpPr/>
        <p:nvPr/>
      </p:nvGrpSpPr>
      <p:grpSpPr>
        <a:xfrm>
          <a:off x="0" y="0"/>
          <a:ext cx="0" cy="0"/>
          <a:chOff x="0" y="0"/>
          <a:chExt cx="0" cy="0"/>
        </a:xfrm>
      </p:grpSpPr>
      <p:sp>
        <p:nvSpPr>
          <p:cNvPr id="45" name="Google Shape;45;p8"/>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6" name="Google Shape;46;p8"/>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i="0" sz="1800">
                <a:solidFill>
                  <a:schemeClr val="dk1"/>
                </a:solidFill>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47" name="Google Shape;47;p8"/>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48" name="Google Shape;48;p8"/>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Slide_Primary Cover - Black">
  <p:cSld name="Primary Cover - Black">
    <p:bg>
      <p:bgPr>
        <a:solidFill>
          <a:schemeClr val="dk1"/>
        </a:solidFill>
      </p:bgPr>
    </p:bg>
    <p:spTree>
      <p:nvGrpSpPr>
        <p:cNvPr id="49" name="Shape 49"/>
        <p:cNvGrpSpPr/>
        <p:nvPr/>
      </p:nvGrpSpPr>
      <p:grpSpPr>
        <a:xfrm>
          <a:off x="0" y="0"/>
          <a:ext cx="0" cy="0"/>
          <a:chOff x="0" y="0"/>
          <a:chExt cx="0" cy="0"/>
        </a:xfrm>
      </p:grpSpPr>
      <p:sp>
        <p:nvSpPr>
          <p:cNvPr id="50" name="Google Shape;50;p9"/>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 name="Google Shape;51;p9"/>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52" name="Google Shape;52;p9"/>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53" name="Google Shape;53;p9"/>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lide_Secondary Cover - White">
  <p:cSld name="Secondary Cover - White">
    <p:bg>
      <p:bgPr>
        <a:solidFill>
          <a:schemeClr val="lt1"/>
        </a:solidFill>
      </p:bgPr>
    </p:bg>
    <p:spTree>
      <p:nvGrpSpPr>
        <p:cNvPr id="54" name="Shape 54"/>
        <p:cNvGrpSpPr/>
        <p:nvPr/>
      </p:nvGrpSpPr>
      <p:grpSpPr>
        <a:xfrm>
          <a:off x="0" y="0"/>
          <a:ext cx="0" cy="0"/>
          <a:chOff x="0" y="0"/>
          <a:chExt cx="0" cy="0"/>
        </a:xfrm>
      </p:grpSpPr>
      <p:sp>
        <p:nvSpPr>
          <p:cNvPr id="55" name="Google Shape;55;p10"/>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56" name="Google Shape;56;p10"/>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57" name="Google Shape;57;p10"/>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800"/>
              <a:buNone/>
              <a:defRPr i="0" sz="1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58" name="Google Shape;58;p10"/>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10"/>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lide_Secondary Cover - Black">
  <p:cSld name="Secondary Cover - Black">
    <p:bg>
      <p:bgPr>
        <a:solidFill>
          <a:schemeClr val="dk1"/>
        </a:solidFill>
      </p:bgPr>
    </p:bg>
    <p:spTree>
      <p:nvGrpSpPr>
        <p:cNvPr id="60" name="Shape 60"/>
        <p:cNvGrpSpPr/>
        <p:nvPr/>
      </p:nvGrpSpPr>
      <p:grpSpPr>
        <a:xfrm>
          <a:off x="0" y="0"/>
          <a:ext cx="0" cy="0"/>
          <a:chOff x="0" y="0"/>
          <a:chExt cx="0" cy="0"/>
        </a:xfrm>
      </p:grpSpPr>
      <p:sp>
        <p:nvSpPr>
          <p:cNvPr id="61" name="Google Shape;61;p11"/>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62" name="Google Shape;62;p11"/>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63" name="Google Shape;63;p11"/>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64" name="Google Shape;64;p11"/>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11"/>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lide_Divider - White">
  <p:cSld name="Divider - White">
    <p:bg>
      <p:bgPr>
        <a:solidFill>
          <a:schemeClr val="lt1"/>
        </a:solidFill>
      </p:bgPr>
    </p:bg>
    <p:spTree>
      <p:nvGrpSpPr>
        <p:cNvPr id="66" name="Shape 66"/>
        <p:cNvGrpSpPr/>
        <p:nvPr/>
      </p:nvGrpSpPr>
      <p:grpSpPr>
        <a:xfrm>
          <a:off x="0" y="0"/>
          <a:ext cx="0" cy="0"/>
          <a:chOff x="0" y="0"/>
          <a:chExt cx="0" cy="0"/>
        </a:xfrm>
      </p:grpSpPr>
      <p:sp>
        <p:nvSpPr>
          <p:cNvPr id="67" name="Google Shape;67;p12"/>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68" name="Google Shape;68;p12"/>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p1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lide_Divider - Black">
  <p:cSld name="Divider - Black">
    <p:bg>
      <p:bgPr>
        <a:solidFill>
          <a:schemeClr val="dk1"/>
        </a:solidFill>
      </p:bgPr>
    </p:bg>
    <p:spTree>
      <p:nvGrpSpPr>
        <p:cNvPr id="70" name="Shape 70"/>
        <p:cNvGrpSpPr/>
        <p:nvPr/>
      </p:nvGrpSpPr>
      <p:grpSpPr>
        <a:xfrm>
          <a:off x="0" y="0"/>
          <a:ext cx="0" cy="0"/>
          <a:chOff x="0" y="0"/>
          <a:chExt cx="0" cy="0"/>
        </a:xfrm>
      </p:grpSpPr>
      <p:sp>
        <p:nvSpPr>
          <p:cNvPr id="71" name="Google Shape;71;p13"/>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72" name="Google Shape;72;p13"/>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13"/>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Slide_Large statement or Divider - White">
  <p:cSld name="Large statement or Divider - White">
    <p:bg>
      <p:bgPr>
        <a:solidFill>
          <a:schemeClr val="dk2"/>
        </a:solidFill>
      </p:bgPr>
    </p:bg>
    <p:spTree>
      <p:nvGrpSpPr>
        <p:cNvPr id="75" name="Shape 75"/>
        <p:cNvGrpSpPr/>
        <p:nvPr/>
      </p:nvGrpSpPr>
      <p:grpSpPr>
        <a:xfrm>
          <a:off x="0" y="0"/>
          <a:ext cx="0" cy="0"/>
          <a:chOff x="0" y="0"/>
          <a:chExt cx="0" cy="0"/>
        </a:xfrm>
      </p:grpSpPr>
      <p:sp>
        <p:nvSpPr>
          <p:cNvPr id="76" name="Google Shape;76;p14"/>
          <p:cNvSpPr/>
          <p:nvPr/>
        </p:nvSpPr>
        <p:spPr>
          <a:xfrm>
            <a:off x="498022" y="522350"/>
            <a:ext cx="8131800" cy="4074000"/>
          </a:xfrm>
          <a:prstGeom prst="rect">
            <a:avLst/>
          </a:prstGeom>
          <a:solidFill>
            <a:schemeClr val="lt2"/>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 name="Google Shape;77;p1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4"/>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Slide_Large statement or Divider - Black">
  <p:cSld name="Large statement or Divider - Black">
    <p:bg>
      <p:bgPr>
        <a:solidFill>
          <a:schemeClr val="lt1"/>
        </a:solidFill>
      </p:bgPr>
    </p:bg>
    <p:spTree>
      <p:nvGrpSpPr>
        <p:cNvPr id="79" name="Shape 79"/>
        <p:cNvGrpSpPr/>
        <p:nvPr/>
      </p:nvGrpSpPr>
      <p:grpSpPr>
        <a:xfrm>
          <a:off x="0" y="0"/>
          <a:ext cx="0" cy="0"/>
          <a:chOff x="0" y="0"/>
          <a:chExt cx="0" cy="0"/>
        </a:xfrm>
      </p:grpSpPr>
      <p:sp>
        <p:nvSpPr>
          <p:cNvPr id="80" name="Google Shape;80;p1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5"/>
          <p:cNvSpPr/>
          <p:nvPr/>
        </p:nvSpPr>
        <p:spPr>
          <a:xfrm>
            <a:off x="498022" y="522350"/>
            <a:ext cx="8131800" cy="4074000"/>
          </a:xfrm>
          <a:prstGeom prst="rect">
            <a:avLst/>
          </a:prstGeom>
          <a:solidFill>
            <a:schemeClr val="dk1"/>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 name="Google Shape;82;p15"/>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p:cSld name="Divider w/ Copy - Red">
    <p:bg>
      <p:bgPr>
        <a:solidFill>
          <a:srgbClr val="F3EDE0"/>
        </a:solidFill>
      </p:bgPr>
    </p:bg>
    <p:spTree>
      <p:nvGrpSpPr>
        <p:cNvPr id="83" name="Shape 83"/>
        <p:cNvGrpSpPr/>
        <p:nvPr/>
      </p:nvGrpSpPr>
      <p:grpSpPr>
        <a:xfrm>
          <a:off x="0" y="0"/>
          <a:ext cx="0" cy="0"/>
          <a:chOff x="0" y="0"/>
          <a:chExt cx="0" cy="0"/>
        </a:xfrm>
      </p:grpSpPr>
      <p:sp>
        <p:nvSpPr>
          <p:cNvPr id="84" name="Google Shape;84;p16"/>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 name="Google Shape;85;p16"/>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6" name="Google Shape;86;p16"/>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b="0"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87" name="Google Shape;87;p16"/>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1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_Divider w/ Image - Stone">
  <p:cSld name="Divider w/ Image - Stone">
    <p:bg>
      <p:bgPr>
        <a:solidFill>
          <a:srgbClr val="F3EDE0"/>
        </a:solidFill>
      </p:bgPr>
    </p:bg>
    <p:spTree>
      <p:nvGrpSpPr>
        <p:cNvPr id="89" name="Shape 89"/>
        <p:cNvGrpSpPr/>
        <p:nvPr/>
      </p:nvGrpSpPr>
      <p:grpSpPr>
        <a:xfrm>
          <a:off x="0" y="0"/>
          <a:ext cx="0" cy="0"/>
          <a:chOff x="0" y="0"/>
          <a:chExt cx="0" cy="0"/>
        </a:xfrm>
      </p:grpSpPr>
      <p:sp>
        <p:nvSpPr>
          <p:cNvPr id="90" name="Google Shape;90;p17"/>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 name="Google Shape;91;p17"/>
          <p:cNvSpPr/>
          <p:nvPr>
            <p:ph idx="2" type="pic"/>
          </p:nvPr>
        </p:nvSpPr>
        <p:spPr>
          <a:xfrm>
            <a:off x="4510683" y="0"/>
            <a:ext cx="4632900" cy="5143500"/>
          </a:xfrm>
          <a:prstGeom prst="rect">
            <a:avLst/>
          </a:prstGeom>
          <a:solidFill>
            <a:schemeClr val="lt1"/>
          </a:solidFill>
          <a:ln cap="flat" cmpd="sng" w="82550">
            <a:solidFill>
              <a:srgbClr val="F5FF1E"/>
            </a:solidFill>
            <a:prstDash val="solid"/>
            <a:round/>
            <a:headEnd len="sm" w="sm" type="none"/>
            <a:tailEnd len="sm" w="sm" type="none"/>
          </a:ln>
        </p:spPr>
      </p:sp>
      <p:sp>
        <p:nvSpPr>
          <p:cNvPr id="92" name="Google Shape;92;p17"/>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1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7"/>
          <p:cNvSpPr txBox="1"/>
          <p:nvPr>
            <p:ph idx="1" type="body"/>
          </p:nvPr>
        </p:nvSpPr>
        <p:spPr>
          <a:xfrm>
            <a:off x="473869" y="2628900"/>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lide_Divider w/ Image - Red">
  <p:cSld name="Divider w/ Image - Red">
    <p:bg>
      <p:bgPr>
        <a:solidFill>
          <a:schemeClr val="accent6"/>
        </a:solidFill>
      </p:bgPr>
    </p:bg>
    <p:spTree>
      <p:nvGrpSpPr>
        <p:cNvPr id="95" name="Shape 95"/>
        <p:cNvGrpSpPr/>
        <p:nvPr/>
      </p:nvGrpSpPr>
      <p:grpSpPr>
        <a:xfrm>
          <a:off x="0" y="0"/>
          <a:ext cx="0" cy="0"/>
          <a:chOff x="0" y="0"/>
          <a:chExt cx="0" cy="0"/>
        </a:xfrm>
      </p:grpSpPr>
      <p:sp>
        <p:nvSpPr>
          <p:cNvPr id="96" name="Google Shape;96;p18"/>
          <p:cNvSpPr/>
          <p:nvPr/>
        </p:nvSpPr>
        <p:spPr>
          <a:xfrm>
            <a:off x="2716823" y="4728064"/>
            <a:ext cx="2017800" cy="197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 name="Google Shape;97;p18"/>
          <p:cNvSpPr/>
          <p:nvPr>
            <p:ph idx="2" type="pic"/>
          </p:nvPr>
        </p:nvSpPr>
        <p:spPr>
          <a:xfrm>
            <a:off x="4510683" y="0"/>
            <a:ext cx="4632900" cy="5143500"/>
          </a:xfrm>
          <a:prstGeom prst="rect">
            <a:avLst/>
          </a:prstGeom>
          <a:solidFill>
            <a:schemeClr val="lt1"/>
          </a:solidFill>
          <a:ln>
            <a:noFill/>
          </a:ln>
        </p:spPr>
      </p:sp>
      <p:sp>
        <p:nvSpPr>
          <p:cNvPr id="98" name="Google Shape;98;p1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18"/>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p18"/>
          <p:cNvSpPr txBox="1"/>
          <p:nvPr>
            <p:ph idx="1" type="body"/>
          </p:nvPr>
        </p:nvSpPr>
        <p:spPr>
          <a:xfrm>
            <a:off x="473869" y="2634095"/>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id="101" name="Google Shape;101;p18"/>
          <p:cNvPicPr preferRelativeResize="0"/>
          <p:nvPr/>
        </p:nvPicPr>
        <p:blipFill rotWithShape="1">
          <a:blip r:embed="rId2">
            <a:alphaModFix/>
          </a:blip>
          <a:srcRect b="0" l="0" r="0" t="0"/>
          <a:stretch/>
        </p:blipFill>
        <p:spPr>
          <a:xfrm>
            <a:off x="372692" y="4632722"/>
            <a:ext cx="841577" cy="34423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_Agenda/TOC - White">
  <p:cSld name="Agenda/TOC - White">
    <p:spTree>
      <p:nvGrpSpPr>
        <p:cNvPr id="102" name="Shape 102"/>
        <p:cNvGrpSpPr/>
        <p:nvPr/>
      </p:nvGrpSpPr>
      <p:grpSpPr>
        <a:xfrm>
          <a:off x="0" y="0"/>
          <a:ext cx="0" cy="0"/>
          <a:chOff x="0" y="0"/>
          <a:chExt cx="0" cy="0"/>
        </a:xfrm>
      </p:grpSpPr>
      <p:sp>
        <p:nvSpPr>
          <p:cNvPr id="103" name="Google Shape;103;p19"/>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1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9"/>
          <p:cNvSpPr/>
          <p:nvPr>
            <p:ph idx="2" type="tbl"/>
          </p:nvPr>
        </p:nvSpPr>
        <p:spPr>
          <a:xfrm>
            <a:off x="473869" y="1301354"/>
            <a:ext cx="8196300" cy="33624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_Agenda/TOC Alt - White">
  <p:cSld name="Agenda/TOC Alt - White">
    <p:spTree>
      <p:nvGrpSpPr>
        <p:cNvPr id="106" name="Shape 106"/>
        <p:cNvGrpSpPr/>
        <p:nvPr/>
      </p:nvGrpSpPr>
      <p:grpSpPr>
        <a:xfrm>
          <a:off x="0" y="0"/>
          <a:ext cx="0" cy="0"/>
          <a:chOff x="0" y="0"/>
          <a:chExt cx="0" cy="0"/>
        </a:xfrm>
      </p:grpSpPr>
      <p:sp>
        <p:nvSpPr>
          <p:cNvPr id="107" name="Google Shape;107;p20"/>
          <p:cNvSpPr txBox="1"/>
          <p:nvPr>
            <p:ph idx="1" type="body"/>
          </p:nvPr>
        </p:nvSpPr>
        <p:spPr>
          <a:xfrm>
            <a:off x="473870" y="1908572"/>
            <a:ext cx="3343200" cy="24048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08" name="Google Shape;108;p20"/>
          <p:cNvSpPr txBox="1"/>
          <p:nvPr>
            <p:ph idx="2" type="body"/>
          </p:nvPr>
        </p:nvSpPr>
        <p:spPr>
          <a:xfrm>
            <a:off x="4626769" y="1908572"/>
            <a:ext cx="3351600" cy="24114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09" name="Google Shape;109;p2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0"/>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_Ideals/Principles - White">
  <p:cSld name="Ideals/Principles - White">
    <p:bg>
      <p:bgPr>
        <a:solidFill>
          <a:srgbClr val="FFFFFF"/>
        </a:solidFill>
      </p:bgPr>
    </p:bg>
    <p:spTree>
      <p:nvGrpSpPr>
        <p:cNvPr id="111" name="Shape 111"/>
        <p:cNvGrpSpPr/>
        <p:nvPr/>
      </p:nvGrpSpPr>
      <p:grpSpPr>
        <a:xfrm>
          <a:off x="0" y="0"/>
          <a:ext cx="0" cy="0"/>
          <a:chOff x="0" y="0"/>
          <a:chExt cx="0" cy="0"/>
        </a:xfrm>
      </p:grpSpPr>
      <p:sp>
        <p:nvSpPr>
          <p:cNvPr id="112" name="Google Shape;112;p21"/>
          <p:cNvSpPr txBox="1"/>
          <p:nvPr>
            <p:ph idx="1" type="body"/>
          </p:nvPr>
        </p:nvSpPr>
        <p:spPr>
          <a:xfrm>
            <a:off x="473869" y="1912482"/>
            <a:ext cx="6115200" cy="22860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13" name="Google Shape;113;p2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14" name="Google Shape;114;p21"/>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_Bullet point and optional partner 2 - White">
  <p:cSld name="Bullet point and optional partner 2 - White">
    <p:bg>
      <p:bgPr>
        <a:solidFill>
          <a:schemeClr val="lt1"/>
        </a:solidFill>
      </p:bgPr>
    </p:bg>
    <p:spTree>
      <p:nvGrpSpPr>
        <p:cNvPr id="115" name="Shape 115"/>
        <p:cNvGrpSpPr/>
        <p:nvPr/>
      </p:nvGrpSpPr>
      <p:grpSpPr>
        <a:xfrm>
          <a:off x="0" y="0"/>
          <a:ext cx="0" cy="0"/>
          <a:chOff x="0" y="0"/>
          <a:chExt cx="0" cy="0"/>
        </a:xfrm>
      </p:grpSpPr>
      <p:sp>
        <p:nvSpPr>
          <p:cNvPr id="116" name="Google Shape;116;p22"/>
          <p:cNvSpPr/>
          <p:nvPr>
            <p:ph idx="2" type="pic"/>
          </p:nvPr>
        </p:nvSpPr>
        <p:spPr>
          <a:xfrm>
            <a:off x="7394972" y="469106"/>
            <a:ext cx="1275000" cy="1325400"/>
          </a:xfrm>
          <a:prstGeom prst="rect">
            <a:avLst/>
          </a:prstGeom>
          <a:noFill/>
          <a:ln>
            <a:noFill/>
          </a:ln>
        </p:spPr>
      </p:sp>
      <p:sp>
        <p:nvSpPr>
          <p:cNvPr id="117" name="Google Shape;117;p2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2"/>
          <p:cNvSpPr txBox="1"/>
          <p:nvPr>
            <p:ph idx="1" type="body"/>
          </p:nvPr>
        </p:nvSpPr>
        <p:spPr>
          <a:xfrm>
            <a:off x="473869" y="1908572"/>
            <a:ext cx="81963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19" name="Google Shape;119;p22"/>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20" name="Google Shape;120;p22"/>
          <p:cNvSpPr txBox="1"/>
          <p:nvPr>
            <p:ph type="title"/>
          </p:nvPr>
        </p:nvSpPr>
        <p:spPr>
          <a:xfrm>
            <a:off x="473870" y="619857"/>
            <a:ext cx="61152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_Three column picture - White">
  <p:cSld name="Three column picture - White">
    <p:bg>
      <p:bgPr>
        <a:solidFill>
          <a:schemeClr val="lt1"/>
        </a:solidFill>
      </p:bgPr>
    </p:bg>
    <p:spTree>
      <p:nvGrpSpPr>
        <p:cNvPr id="121" name="Shape 121"/>
        <p:cNvGrpSpPr/>
        <p:nvPr/>
      </p:nvGrpSpPr>
      <p:grpSpPr>
        <a:xfrm>
          <a:off x="0" y="0"/>
          <a:ext cx="0" cy="0"/>
          <a:chOff x="0" y="0"/>
          <a:chExt cx="0" cy="0"/>
        </a:xfrm>
      </p:grpSpPr>
      <p:sp>
        <p:nvSpPr>
          <p:cNvPr id="122" name="Google Shape;122;p23"/>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3" name="Google Shape;123;p23"/>
          <p:cNvSpPr/>
          <p:nvPr>
            <p:ph idx="2" type="pic"/>
          </p:nvPr>
        </p:nvSpPr>
        <p:spPr>
          <a:xfrm>
            <a:off x="2555081" y="1188244"/>
            <a:ext cx="1965900" cy="2054400"/>
          </a:xfrm>
          <a:prstGeom prst="round2SameRect">
            <a:avLst>
              <a:gd fmla="val 0" name="adj1"/>
              <a:gd fmla="val 0" name="adj2"/>
            </a:avLst>
          </a:prstGeom>
          <a:solidFill>
            <a:schemeClr val="accent5"/>
          </a:solidFill>
          <a:ln>
            <a:noFill/>
          </a:ln>
        </p:spPr>
      </p:sp>
      <p:sp>
        <p:nvSpPr>
          <p:cNvPr id="124" name="Google Shape;124;p2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23"/>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6" name="Google Shape;126;p23"/>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7" name="Google Shape;127;p23"/>
          <p:cNvSpPr txBox="1"/>
          <p:nvPr>
            <p:ph idx="4" type="body"/>
          </p:nvPr>
        </p:nvSpPr>
        <p:spPr>
          <a:xfrm>
            <a:off x="2555081"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23"/>
          <p:cNvSpPr/>
          <p:nvPr>
            <p:ph idx="5" type="pic"/>
          </p:nvPr>
        </p:nvSpPr>
        <p:spPr>
          <a:xfrm>
            <a:off x="4626769" y="1188244"/>
            <a:ext cx="1965900" cy="2054400"/>
          </a:xfrm>
          <a:prstGeom prst="round2SameRect">
            <a:avLst>
              <a:gd fmla="val 0" name="adj1"/>
              <a:gd fmla="val 0" name="adj2"/>
            </a:avLst>
          </a:prstGeom>
          <a:solidFill>
            <a:schemeClr val="accent5"/>
          </a:solidFill>
          <a:ln>
            <a:noFill/>
          </a:ln>
        </p:spPr>
      </p:sp>
      <p:sp>
        <p:nvSpPr>
          <p:cNvPr id="129" name="Google Shape;129;p23"/>
          <p:cNvSpPr/>
          <p:nvPr>
            <p:ph idx="6" type="pic"/>
          </p:nvPr>
        </p:nvSpPr>
        <p:spPr>
          <a:xfrm>
            <a:off x="6704409" y="1188244"/>
            <a:ext cx="1965900" cy="2054400"/>
          </a:xfrm>
          <a:prstGeom prst="round2SameRect">
            <a:avLst>
              <a:gd fmla="val 0" name="adj1"/>
              <a:gd fmla="val 0" name="adj2"/>
            </a:avLst>
          </a:prstGeom>
          <a:solidFill>
            <a:schemeClr val="accent5"/>
          </a:solidFill>
          <a:ln>
            <a:noFill/>
          </a:ln>
        </p:spPr>
      </p:sp>
      <p:sp>
        <p:nvSpPr>
          <p:cNvPr id="130" name="Google Shape;130;p23"/>
          <p:cNvSpPr txBox="1"/>
          <p:nvPr>
            <p:ph idx="7" type="body"/>
          </p:nvPr>
        </p:nvSpPr>
        <p:spPr>
          <a:xfrm>
            <a:off x="4629150"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1" name="Google Shape;131;p23"/>
          <p:cNvSpPr txBox="1"/>
          <p:nvPr>
            <p:ph idx="8" type="body"/>
          </p:nvPr>
        </p:nvSpPr>
        <p:spPr>
          <a:xfrm>
            <a:off x="6704409"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_Text and right picture - White">
  <p:cSld name="Text and right picture - White">
    <p:bg>
      <p:bgPr>
        <a:solidFill>
          <a:schemeClr val="lt1"/>
        </a:solidFill>
      </p:bgPr>
    </p:bg>
    <p:spTree>
      <p:nvGrpSpPr>
        <p:cNvPr id="132" name="Shape 132"/>
        <p:cNvGrpSpPr/>
        <p:nvPr/>
      </p:nvGrpSpPr>
      <p:grpSpPr>
        <a:xfrm>
          <a:off x="0" y="0"/>
          <a:ext cx="0" cy="0"/>
          <a:chOff x="0" y="0"/>
          <a:chExt cx="0" cy="0"/>
        </a:xfrm>
      </p:grpSpPr>
      <p:sp>
        <p:nvSpPr>
          <p:cNvPr id="133" name="Google Shape;133;p24"/>
          <p:cNvSpPr/>
          <p:nvPr>
            <p:ph idx="2" type="pic"/>
          </p:nvPr>
        </p:nvSpPr>
        <p:spPr>
          <a:xfrm>
            <a:off x="4687458" y="1247185"/>
            <a:ext cx="3930600" cy="2675100"/>
          </a:xfrm>
          <a:prstGeom prst="rect">
            <a:avLst/>
          </a:prstGeom>
          <a:solidFill>
            <a:schemeClr val="accent5"/>
          </a:solidFill>
          <a:ln cap="flat" cmpd="sng" w="76200">
            <a:solidFill>
              <a:srgbClr val="F5FF1E"/>
            </a:solidFill>
            <a:prstDash val="solid"/>
            <a:round/>
            <a:headEnd len="sm" w="sm" type="none"/>
            <a:tailEnd len="sm" w="sm" type="none"/>
          </a:ln>
        </p:spPr>
      </p:sp>
      <p:sp>
        <p:nvSpPr>
          <p:cNvPr id="134" name="Google Shape;134;p24"/>
          <p:cNvSpPr txBox="1"/>
          <p:nvPr>
            <p:ph idx="1" type="body"/>
          </p:nvPr>
        </p:nvSpPr>
        <p:spPr>
          <a:xfrm>
            <a:off x="4630339" y="4063604"/>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5" name="Google Shape;135;p2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36" name="Google Shape;136;p24"/>
          <p:cNvSpPr txBox="1"/>
          <p:nvPr>
            <p:ph idx="3" type="body"/>
          </p:nvPr>
        </p:nvSpPr>
        <p:spPr>
          <a:xfrm>
            <a:off x="473870" y="1188244"/>
            <a:ext cx="33432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7" name="Google Shape;137;p24"/>
          <p:cNvSpPr txBox="1"/>
          <p:nvPr>
            <p:ph idx="4"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8" name="Google Shape;138;p2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_Text and right picture BIG - White">
  <p:cSld name="Text and right picture BIG - White">
    <p:bg>
      <p:bgPr>
        <a:solidFill>
          <a:schemeClr val="lt1"/>
        </a:solidFill>
      </p:bgPr>
    </p:bg>
    <p:spTree>
      <p:nvGrpSpPr>
        <p:cNvPr id="139" name="Shape 139"/>
        <p:cNvGrpSpPr/>
        <p:nvPr/>
      </p:nvGrpSpPr>
      <p:grpSpPr>
        <a:xfrm>
          <a:off x="0" y="0"/>
          <a:ext cx="0" cy="0"/>
          <a:chOff x="0" y="0"/>
          <a:chExt cx="0" cy="0"/>
        </a:xfrm>
      </p:grpSpPr>
      <p:sp>
        <p:nvSpPr>
          <p:cNvPr id="140" name="Google Shape;140;p25"/>
          <p:cNvSpPr/>
          <p:nvPr>
            <p:ph idx="2" type="pic"/>
          </p:nvPr>
        </p:nvSpPr>
        <p:spPr>
          <a:xfrm>
            <a:off x="3301550" y="512833"/>
            <a:ext cx="5339400" cy="4150800"/>
          </a:xfrm>
          <a:prstGeom prst="rect">
            <a:avLst/>
          </a:prstGeom>
          <a:solidFill>
            <a:schemeClr val="accent5"/>
          </a:solidFill>
          <a:ln cap="flat" cmpd="sng" w="76200">
            <a:solidFill>
              <a:srgbClr val="F5FF1E"/>
            </a:solidFill>
            <a:prstDash val="solid"/>
            <a:round/>
            <a:headEnd len="sm" w="sm" type="none"/>
            <a:tailEnd len="sm" w="sm" type="none"/>
          </a:ln>
        </p:spPr>
      </p:sp>
      <p:sp>
        <p:nvSpPr>
          <p:cNvPr id="141" name="Google Shape;141;p25"/>
          <p:cNvSpPr txBox="1"/>
          <p:nvPr>
            <p:ph idx="1" type="body"/>
          </p:nvPr>
        </p:nvSpPr>
        <p:spPr>
          <a:xfrm>
            <a:off x="3428672" y="4354043"/>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42" name="Google Shape;142;p2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43" name="Google Shape;143;p25"/>
          <p:cNvSpPr txBox="1"/>
          <p:nvPr>
            <p:ph idx="3" type="body"/>
          </p:nvPr>
        </p:nvSpPr>
        <p:spPr>
          <a:xfrm>
            <a:off x="473870" y="1308497"/>
            <a:ext cx="26466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44" name="Google Shape;144;p25"/>
          <p:cNvSpPr txBox="1"/>
          <p:nvPr>
            <p:ph idx="4" type="body"/>
          </p:nvPr>
        </p:nvSpPr>
        <p:spPr>
          <a:xfrm>
            <a:off x="476251" y="469106"/>
            <a:ext cx="26445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45" name="Google Shape;145;p25"/>
          <p:cNvSpPr txBox="1"/>
          <p:nvPr>
            <p:ph type="title"/>
          </p:nvPr>
        </p:nvSpPr>
        <p:spPr>
          <a:xfrm>
            <a:off x="473870" y="619857"/>
            <a:ext cx="26466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_Text and right picture 1/2 - Stone">
  <p:cSld name="Text and right picture 1/2 - Stone">
    <p:bg>
      <p:bgPr>
        <a:solidFill>
          <a:schemeClr val="lt1"/>
        </a:solidFill>
      </p:bgPr>
    </p:bg>
    <p:spTree>
      <p:nvGrpSpPr>
        <p:cNvPr id="146" name="Shape 146"/>
        <p:cNvGrpSpPr/>
        <p:nvPr/>
      </p:nvGrpSpPr>
      <p:grpSpPr>
        <a:xfrm>
          <a:off x="0" y="0"/>
          <a:ext cx="0" cy="0"/>
          <a:chOff x="0" y="0"/>
          <a:chExt cx="0" cy="0"/>
        </a:xfrm>
      </p:grpSpPr>
      <p:sp>
        <p:nvSpPr>
          <p:cNvPr id="147" name="Google Shape;147;p26"/>
          <p:cNvSpPr/>
          <p:nvPr/>
        </p:nvSpPr>
        <p:spPr>
          <a:xfrm>
            <a:off x="-1" y="2578298"/>
            <a:ext cx="9144000" cy="25653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8" name="Google Shape;148;p26"/>
          <p:cNvSpPr/>
          <p:nvPr>
            <p:ph idx="2" type="pic"/>
          </p:nvPr>
        </p:nvSpPr>
        <p:spPr>
          <a:xfrm>
            <a:off x="4626769" y="1188245"/>
            <a:ext cx="4043400" cy="2755200"/>
          </a:xfrm>
          <a:prstGeom prst="rect">
            <a:avLst/>
          </a:prstGeom>
          <a:solidFill>
            <a:schemeClr val="dk1"/>
          </a:solidFill>
          <a:ln>
            <a:noFill/>
          </a:ln>
        </p:spPr>
      </p:sp>
      <p:sp>
        <p:nvSpPr>
          <p:cNvPr id="149" name="Google Shape;149;p26"/>
          <p:cNvSpPr txBox="1"/>
          <p:nvPr>
            <p:ph idx="1" type="body"/>
          </p:nvPr>
        </p:nvSpPr>
        <p:spPr>
          <a:xfrm>
            <a:off x="4626770" y="4063604"/>
            <a:ext cx="40434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0" name="Google Shape;150;p2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51" name="Google Shape;151;p26"/>
          <p:cNvSpPr txBox="1"/>
          <p:nvPr>
            <p:ph idx="3" type="body"/>
          </p:nvPr>
        </p:nvSpPr>
        <p:spPr>
          <a:xfrm>
            <a:off x="473869" y="1188244"/>
            <a:ext cx="2831400" cy="127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2" name="Google Shape;152;p26"/>
          <p:cNvSpPr txBox="1"/>
          <p:nvPr>
            <p:ph idx="4" type="body"/>
          </p:nvPr>
        </p:nvSpPr>
        <p:spPr>
          <a:xfrm>
            <a:off x="473869" y="2815016"/>
            <a:ext cx="2831400" cy="148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3" name="Google Shape;153;p26"/>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pic>
        <p:nvPicPr>
          <p:cNvPr id="154" name="Google Shape;154;p26"/>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
        <p:nvSpPr>
          <p:cNvPr id="155" name="Google Shape;155;p26"/>
          <p:cNvSpPr txBox="1"/>
          <p:nvPr>
            <p:ph idx="5"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6" name="Google Shape;156;p26"/>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Slide_Title and Content">
  <p:cSld name="Title and Content">
    <p:bg>
      <p:bgPr>
        <a:solidFill>
          <a:schemeClr val="lt1"/>
        </a:solidFill>
      </p:bgPr>
    </p:bg>
    <p:spTree>
      <p:nvGrpSpPr>
        <p:cNvPr id="157" name="Shape 157"/>
        <p:cNvGrpSpPr/>
        <p:nvPr/>
      </p:nvGrpSpPr>
      <p:grpSpPr>
        <a:xfrm>
          <a:off x="0" y="0"/>
          <a:ext cx="0" cy="0"/>
          <a:chOff x="0" y="0"/>
          <a:chExt cx="0" cy="0"/>
        </a:xfrm>
      </p:grpSpPr>
      <p:sp>
        <p:nvSpPr>
          <p:cNvPr id="158" name="Google Shape;158;p2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59" name="Google Shape;159;p27"/>
          <p:cNvSpPr txBox="1"/>
          <p:nvPr>
            <p:ph idx="1" type="body"/>
          </p:nvPr>
        </p:nvSpPr>
        <p:spPr>
          <a:xfrm>
            <a:off x="473870" y="1188244"/>
            <a:ext cx="8196300" cy="340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0" name="Google Shape;160;p27"/>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1" name="Google Shape;161;p27"/>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Slide_Six-piece information">
  <p:cSld name="Six-piece information">
    <p:spTree>
      <p:nvGrpSpPr>
        <p:cNvPr id="162" name="Shape 162"/>
        <p:cNvGrpSpPr/>
        <p:nvPr/>
      </p:nvGrpSpPr>
      <p:grpSpPr>
        <a:xfrm>
          <a:off x="0" y="0"/>
          <a:ext cx="0" cy="0"/>
          <a:chOff x="0" y="0"/>
          <a:chExt cx="0" cy="0"/>
        </a:xfrm>
      </p:grpSpPr>
      <p:sp>
        <p:nvSpPr>
          <p:cNvPr id="163" name="Google Shape;163;p2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8"/>
          <p:cNvSpPr txBox="1"/>
          <p:nvPr>
            <p:ph idx="1" type="body"/>
          </p:nvPr>
        </p:nvSpPr>
        <p:spPr>
          <a:xfrm>
            <a:off x="470297"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5" name="Google Shape;165;p28"/>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6" name="Google Shape;166;p28"/>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7" name="Google Shape;167;p28"/>
          <p:cNvSpPr txBox="1"/>
          <p:nvPr>
            <p:ph idx="3" type="body"/>
          </p:nvPr>
        </p:nvSpPr>
        <p:spPr>
          <a:xfrm>
            <a:off x="3248025"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8" name="Google Shape;168;p28"/>
          <p:cNvSpPr txBox="1"/>
          <p:nvPr>
            <p:ph idx="4" type="body"/>
          </p:nvPr>
        </p:nvSpPr>
        <p:spPr>
          <a:xfrm>
            <a:off x="6012656"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9" name="Google Shape;169;p28"/>
          <p:cNvSpPr txBox="1"/>
          <p:nvPr>
            <p:ph idx="5" type="body"/>
          </p:nvPr>
        </p:nvSpPr>
        <p:spPr>
          <a:xfrm>
            <a:off x="470297"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0" name="Google Shape;170;p28"/>
          <p:cNvSpPr txBox="1"/>
          <p:nvPr>
            <p:ph idx="6" type="body"/>
          </p:nvPr>
        </p:nvSpPr>
        <p:spPr>
          <a:xfrm>
            <a:off x="3248025"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1" name="Google Shape;171;p28"/>
          <p:cNvSpPr txBox="1"/>
          <p:nvPr>
            <p:ph idx="7" type="body"/>
          </p:nvPr>
        </p:nvSpPr>
        <p:spPr>
          <a:xfrm>
            <a:off x="6012656"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_Six-image - Stone">
  <p:cSld name="Six-image - Stone">
    <p:bg>
      <p:bgPr>
        <a:solidFill>
          <a:schemeClr val="lt2"/>
        </a:solidFill>
      </p:bgPr>
    </p:bg>
    <p:spTree>
      <p:nvGrpSpPr>
        <p:cNvPr id="172" name="Shape 172"/>
        <p:cNvGrpSpPr/>
        <p:nvPr/>
      </p:nvGrpSpPr>
      <p:grpSpPr>
        <a:xfrm>
          <a:off x="0" y="0"/>
          <a:ext cx="0" cy="0"/>
          <a:chOff x="0" y="0"/>
          <a:chExt cx="0" cy="0"/>
        </a:xfrm>
      </p:grpSpPr>
      <p:sp>
        <p:nvSpPr>
          <p:cNvPr id="173" name="Google Shape;173;p29"/>
          <p:cNvSpPr/>
          <p:nvPr/>
        </p:nvSpPr>
        <p:spPr>
          <a:xfrm>
            <a:off x="2555081" y="0"/>
            <a:ext cx="6588900" cy="5143500"/>
          </a:xfrm>
          <a:prstGeom prst="rect">
            <a:avLst/>
          </a:prstGeom>
          <a:solidFill>
            <a:srgbClr val="FF3C2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4" name="Google Shape;174;p29"/>
          <p:cNvSpPr/>
          <p:nvPr>
            <p:ph idx="2" type="pic"/>
          </p:nvPr>
        </p:nvSpPr>
        <p:spPr>
          <a:xfrm>
            <a:off x="2555081" y="0"/>
            <a:ext cx="2186700" cy="2577000"/>
          </a:xfrm>
          <a:prstGeom prst="rect">
            <a:avLst/>
          </a:prstGeom>
          <a:solidFill>
            <a:schemeClr val="lt1"/>
          </a:solidFill>
          <a:ln>
            <a:noFill/>
          </a:ln>
        </p:spPr>
      </p:sp>
      <p:sp>
        <p:nvSpPr>
          <p:cNvPr id="175" name="Google Shape;175;p29"/>
          <p:cNvSpPr txBox="1"/>
          <p:nvPr>
            <p:ph idx="1" type="body"/>
          </p:nvPr>
        </p:nvSpPr>
        <p:spPr>
          <a:xfrm>
            <a:off x="2670803"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76" name="Google Shape;176;p2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7" name="Google Shape;177;p29"/>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8" name="Google Shape;178;p29"/>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79" name="Google Shape;179;p29"/>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0" name="Google Shape;180;p29"/>
          <p:cNvSpPr/>
          <p:nvPr>
            <p:ph idx="5" type="pic"/>
          </p:nvPr>
        </p:nvSpPr>
        <p:spPr>
          <a:xfrm>
            <a:off x="4746599" y="2571750"/>
            <a:ext cx="2222700" cy="2571900"/>
          </a:xfrm>
          <a:prstGeom prst="rect">
            <a:avLst/>
          </a:prstGeom>
          <a:solidFill>
            <a:schemeClr val="lt1"/>
          </a:solidFill>
          <a:ln>
            <a:noFill/>
          </a:ln>
        </p:spPr>
      </p:sp>
      <p:sp>
        <p:nvSpPr>
          <p:cNvPr id="181" name="Google Shape;181;p29"/>
          <p:cNvSpPr/>
          <p:nvPr>
            <p:ph idx="6" type="pic"/>
          </p:nvPr>
        </p:nvSpPr>
        <p:spPr>
          <a:xfrm>
            <a:off x="6972300" y="0"/>
            <a:ext cx="2186700" cy="2577000"/>
          </a:xfrm>
          <a:prstGeom prst="rect">
            <a:avLst/>
          </a:prstGeom>
          <a:solidFill>
            <a:schemeClr val="lt1"/>
          </a:solidFill>
          <a:ln>
            <a:noFill/>
          </a:ln>
        </p:spPr>
      </p:sp>
      <p:sp>
        <p:nvSpPr>
          <p:cNvPr id="182" name="Google Shape;182;p29"/>
          <p:cNvSpPr txBox="1"/>
          <p:nvPr>
            <p:ph idx="7" type="body"/>
          </p:nvPr>
        </p:nvSpPr>
        <p:spPr>
          <a:xfrm>
            <a:off x="7088021"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3" name="Google Shape;183;p29"/>
          <p:cNvSpPr txBox="1"/>
          <p:nvPr>
            <p:ph idx="8" type="body"/>
          </p:nvPr>
        </p:nvSpPr>
        <p:spPr>
          <a:xfrm>
            <a:off x="4834293"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Slide_Six-image - Yellow">
  <p:cSld name="Six-image - Yellow">
    <p:bg>
      <p:bgPr>
        <a:solidFill>
          <a:schemeClr val="lt2"/>
        </a:solidFill>
      </p:bgPr>
    </p:bg>
    <p:spTree>
      <p:nvGrpSpPr>
        <p:cNvPr id="184" name="Shape 184"/>
        <p:cNvGrpSpPr/>
        <p:nvPr/>
      </p:nvGrpSpPr>
      <p:grpSpPr>
        <a:xfrm>
          <a:off x="0" y="0"/>
          <a:ext cx="0" cy="0"/>
          <a:chOff x="0" y="0"/>
          <a:chExt cx="0" cy="0"/>
        </a:xfrm>
      </p:grpSpPr>
      <p:sp>
        <p:nvSpPr>
          <p:cNvPr id="185" name="Google Shape;185;p30"/>
          <p:cNvSpPr/>
          <p:nvPr/>
        </p:nvSpPr>
        <p:spPr>
          <a:xfrm>
            <a:off x="2555081" y="0"/>
            <a:ext cx="6588900" cy="5143500"/>
          </a:xfrm>
          <a:prstGeom prst="rect">
            <a:avLst/>
          </a:prstGeom>
          <a:solidFill>
            <a:srgbClr val="F5FF1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6" name="Google Shape;186;p30"/>
          <p:cNvSpPr/>
          <p:nvPr>
            <p:ph idx="2" type="pic"/>
          </p:nvPr>
        </p:nvSpPr>
        <p:spPr>
          <a:xfrm>
            <a:off x="4748405" y="0"/>
            <a:ext cx="2171400" cy="2577000"/>
          </a:xfrm>
          <a:prstGeom prst="rect">
            <a:avLst/>
          </a:prstGeom>
          <a:solidFill>
            <a:schemeClr val="dk2"/>
          </a:solidFill>
          <a:ln>
            <a:noFill/>
          </a:ln>
        </p:spPr>
      </p:sp>
      <p:sp>
        <p:nvSpPr>
          <p:cNvPr id="187" name="Google Shape;187;p30"/>
          <p:cNvSpPr txBox="1"/>
          <p:nvPr>
            <p:ph idx="1" type="body"/>
          </p:nvPr>
        </p:nvSpPr>
        <p:spPr>
          <a:xfrm>
            <a:off x="4864127"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8" name="Google Shape;188;p3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9" name="Google Shape;189;p30"/>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0" name="Google Shape;190;p30"/>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1" name="Google Shape;191;p30"/>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2" name="Google Shape;192;p30"/>
          <p:cNvSpPr/>
          <p:nvPr>
            <p:ph idx="5" type="pic"/>
          </p:nvPr>
        </p:nvSpPr>
        <p:spPr>
          <a:xfrm>
            <a:off x="6921268" y="2571750"/>
            <a:ext cx="2222700" cy="2571900"/>
          </a:xfrm>
          <a:prstGeom prst="rect">
            <a:avLst/>
          </a:prstGeom>
          <a:solidFill>
            <a:schemeClr val="dk2"/>
          </a:solidFill>
          <a:ln>
            <a:noFill/>
          </a:ln>
        </p:spPr>
      </p:sp>
      <p:sp>
        <p:nvSpPr>
          <p:cNvPr id="193" name="Google Shape;193;p30"/>
          <p:cNvSpPr txBox="1"/>
          <p:nvPr>
            <p:ph idx="6" type="body"/>
          </p:nvPr>
        </p:nvSpPr>
        <p:spPr>
          <a:xfrm>
            <a:off x="7008962"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4" name="Google Shape;194;p30"/>
          <p:cNvSpPr/>
          <p:nvPr>
            <p:ph idx="7" type="pic"/>
          </p:nvPr>
        </p:nvSpPr>
        <p:spPr>
          <a:xfrm>
            <a:off x="2555082" y="2571750"/>
            <a:ext cx="2190000" cy="2571900"/>
          </a:xfrm>
          <a:prstGeom prst="rect">
            <a:avLst/>
          </a:prstGeom>
          <a:solidFill>
            <a:schemeClr val="dk2"/>
          </a:solidFill>
          <a:ln>
            <a:noFill/>
          </a:ln>
        </p:spPr>
      </p:sp>
      <p:sp>
        <p:nvSpPr>
          <p:cNvPr id="195" name="Google Shape;195;p30"/>
          <p:cNvSpPr txBox="1"/>
          <p:nvPr>
            <p:ph idx="8" type="body"/>
          </p:nvPr>
        </p:nvSpPr>
        <p:spPr>
          <a:xfrm>
            <a:off x="2642775"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Slide_4-image w/ description - White">
  <p:cSld name="4-image w/ description - White">
    <p:bg>
      <p:bgPr>
        <a:solidFill>
          <a:schemeClr val="lt1"/>
        </a:solidFill>
      </p:bgPr>
    </p:bg>
    <p:spTree>
      <p:nvGrpSpPr>
        <p:cNvPr id="196" name="Shape 196"/>
        <p:cNvGrpSpPr/>
        <p:nvPr/>
      </p:nvGrpSpPr>
      <p:grpSpPr>
        <a:xfrm>
          <a:off x="0" y="0"/>
          <a:ext cx="0" cy="0"/>
          <a:chOff x="0" y="0"/>
          <a:chExt cx="0" cy="0"/>
        </a:xfrm>
      </p:grpSpPr>
      <p:sp>
        <p:nvSpPr>
          <p:cNvPr id="197" name="Google Shape;197;p31"/>
          <p:cNvSpPr/>
          <p:nvPr>
            <p:ph idx="2" type="pic"/>
          </p:nvPr>
        </p:nvSpPr>
        <p:spPr>
          <a:xfrm>
            <a:off x="473869" y="1188244"/>
            <a:ext cx="1955100" cy="2046000"/>
          </a:xfrm>
          <a:prstGeom prst="rect">
            <a:avLst/>
          </a:prstGeom>
          <a:solidFill>
            <a:schemeClr val="dk2"/>
          </a:solidFill>
          <a:ln>
            <a:noFill/>
          </a:ln>
        </p:spPr>
      </p:sp>
      <p:sp>
        <p:nvSpPr>
          <p:cNvPr id="198" name="Google Shape;198;p3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99" name="Google Shape;199;p31"/>
          <p:cNvSpPr txBox="1"/>
          <p:nvPr>
            <p:ph idx="1" type="body"/>
          </p:nvPr>
        </p:nvSpPr>
        <p:spPr>
          <a:xfrm>
            <a:off x="473869"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0" name="Google Shape;200;p31"/>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1" name="Google Shape;201;p3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2" name="Google Shape;202;p31"/>
          <p:cNvSpPr/>
          <p:nvPr>
            <p:ph idx="4" type="pic"/>
          </p:nvPr>
        </p:nvSpPr>
        <p:spPr>
          <a:xfrm>
            <a:off x="2571750" y="1188244"/>
            <a:ext cx="1955100" cy="2046000"/>
          </a:xfrm>
          <a:prstGeom prst="rect">
            <a:avLst/>
          </a:prstGeom>
          <a:solidFill>
            <a:schemeClr val="dk2"/>
          </a:solidFill>
          <a:ln>
            <a:noFill/>
          </a:ln>
        </p:spPr>
      </p:sp>
      <p:sp>
        <p:nvSpPr>
          <p:cNvPr id="203" name="Google Shape;203;p31"/>
          <p:cNvSpPr txBox="1"/>
          <p:nvPr>
            <p:ph idx="5" type="body"/>
          </p:nvPr>
        </p:nvSpPr>
        <p:spPr>
          <a:xfrm>
            <a:off x="2571750"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4" name="Google Shape;204;p31"/>
          <p:cNvSpPr/>
          <p:nvPr>
            <p:ph idx="6" type="pic"/>
          </p:nvPr>
        </p:nvSpPr>
        <p:spPr>
          <a:xfrm>
            <a:off x="4633913" y="1188244"/>
            <a:ext cx="1955100" cy="2046000"/>
          </a:xfrm>
          <a:prstGeom prst="rect">
            <a:avLst/>
          </a:prstGeom>
          <a:solidFill>
            <a:schemeClr val="dk2"/>
          </a:solidFill>
          <a:ln>
            <a:noFill/>
          </a:ln>
        </p:spPr>
      </p:sp>
      <p:sp>
        <p:nvSpPr>
          <p:cNvPr id="205" name="Google Shape;205;p31"/>
          <p:cNvSpPr txBox="1"/>
          <p:nvPr>
            <p:ph idx="7" type="body"/>
          </p:nvPr>
        </p:nvSpPr>
        <p:spPr>
          <a:xfrm>
            <a:off x="4633913"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6" name="Google Shape;206;p31"/>
          <p:cNvSpPr/>
          <p:nvPr>
            <p:ph idx="8" type="pic"/>
          </p:nvPr>
        </p:nvSpPr>
        <p:spPr>
          <a:xfrm>
            <a:off x="6715125" y="1188244"/>
            <a:ext cx="1955100" cy="2046000"/>
          </a:xfrm>
          <a:prstGeom prst="rect">
            <a:avLst/>
          </a:prstGeom>
          <a:solidFill>
            <a:schemeClr val="dk2"/>
          </a:solidFill>
          <a:ln>
            <a:noFill/>
          </a:ln>
        </p:spPr>
      </p:sp>
      <p:sp>
        <p:nvSpPr>
          <p:cNvPr id="207" name="Google Shape;207;p31"/>
          <p:cNvSpPr txBox="1"/>
          <p:nvPr>
            <p:ph idx="9" type="body"/>
          </p:nvPr>
        </p:nvSpPr>
        <p:spPr>
          <a:xfrm>
            <a:off x="6715125"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Slide_Org structure - White">
  <p:cSld name="Org structure - White">
    <p:bg>
      <p:bgPr>
        <a:solidFill>
          <a:schemeClr val="lt1"/>
        </a:solidFill>
      </p:bgPr>
    </p:bg>
    <p:spTree>
      <p:nvGrpSpPr>
        <p:cNvPr id="208" name="Shape 208"/>
        <p:cNvGrpSpPr/>
        <p:nvPr/>
      </p:nvGrpSpPr>
      <p:grpSpPr>
        <a:xfrm>
          <a:off x="0" y="0"/>
          <a:ext cx="0" cy="0"/>
          <a:chOff x="0" y="0"/>
          <a:chExt cx="0" cy="0"/>
        </a:xfrm>
      </p:grpSpPr>
      <p:sp>
        <p:nvSpPr>
          <p:cNvPr id="209" name="Google Shape;209;p3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10" name="Google Shape;210;p32"/>
          <p:cNvSpPr txBox="1"/>
          <p:nvPr>
            <p:ph idx="1" type="body"/>
          </p:nvPr>
        </p:nvSpPr>
        <p:spPr>
          <a:xfrm>
            <a:off x="473869" y="1188244"/>
            <a:ext cx="19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1" name="Google Shape;211;p32"/>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2" name="Google Shape;212;p3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Slide_Basic table slide">
  <p:cSld name="Basic table slide">
    <p:bg>
      <p:bgPr>
        <a:solidFill>
          <a:schemeClr val="lt2"/>
        </a:solidFill>
      </p:bgPr>
    </p:bg>
    <p:spTree>
      <p:nvGrpSpPr>
        <p:cNvPr id="213" name="Shape 213"/>
        <p:cNvGrpSpPr/>
        <p:nvPr/>
      </p:nvGrpSpPr>
      <p:grpSpPr>
        <a:xfrm>
          <a:off x="0" y="0"/>
          <a:ext cx="0" cy="0"/>
          <a:chOff x="0" y="0"/>
          <a:chExt cx="0" cy="0"/>
        </a:xfrm>
      </p:grpSpPr>
      <p:sp>
        <p:nvSpPr>
          <p:cNvPr id="214" name="Google Shape;214;p33"/>
          <p:cNvSpPr txBox="1"/>
          <p:nvPr>
            <p:ph idx="1"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5" name="Google Shape;215;p3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16" name="Google Shape;216;p33"/>
          <p:cNvSpPr txBox="1"/>
          <p:nvPr>
            <p:ph idx="2" type="body"/>
          </p:nvPr>
        </p:nvSpPr>
        <p:spPr>
          <a:xfrm>
            <a:off x="473869"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7" name="Google Shape;217;p33"/>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8" name="Google Shape;218;p33"/>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9" name="Google Shape;219;p33"/>
          <p:cNvSpPr txBox="1"/>
          <p:nvPr>
            <p:ph idx="4" type="body"/>
          </p:nvPr>
        </p:nvSpPr>
        <p:spPr>
          <a:xfrm>
            <a:off x="25717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20" name="Google Shape;220;p33"/>
          <p:cNvSpPr txBox="1"/>
          <p:nvPr>
            <p:ph idx="5" type="body"/>
          </p:nvPr>
        </p:nvSpPr>
        <p:spPr>
          <a:xfrm>
            <a:off x="46291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21" name="Google Shape;221;p33"/>
          <p:cNvSpPr txBox="1"/>
          <p:nvPr>
            <p:ph idx="6" type="body"/>
          </p:nvPr>
        </p:nvSpPr>
        <p:spPr>
          <a:xfrm>
            <a:off x="6715125"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lide_Left content slide">
  <p:cSld name="Left content slide">
    <p:bg>
      <p:bgPr>
        <a:solidFill>
          <a:schemeClr val="lt1"/>
        </a:solidFill>
      </p:bgPr>
    </p:bg>
    <p:spTree>
      <p:nvGrpSpPr>
        <p:cNvPr id="222" name="Shape 222"/>
        <p:cNvGrpSpPr/>
        <p:nvPr/>
      </p:nvGrpSpPr>
      <p:grpSpPr>
        <a:xfrm>
          <a:off x="0" y="0"/>
          <a:ext cx="0" cy="0"/>
          <a:chOff x="0" y="0"/>
          <a:chExt cx="0" cy="0"/>
        </a:xfrm>
      </p:grpSpPr>
      <p:sp>
        <p:nvSpPr>
          <p:cNvPr id="223" name="Google Shape;223;p34"/>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24" name="Google Shape;224;p3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34"/>
          <p:cNvSpPr txBox="1"/>
          <p:nvPr>
            <p:ph idx="2" type="body"/>
          </p:nvPr>
        </p:nvSpPr>
        <p:spPr>
          <a:xfrm>
            <a:off x="488156" y="1188244"/>
            <a:ext cx="13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26" name="Google Shape;226;p3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lide_Title + Content with Description">
  <p:cSld name="Title + Content with Description">
    <p:bg>
      <p:bgPr>
        <a:solidFill>
          <a:schemeClr val="lt2"/>
        </a:solidFill>
      </p:bgPr>
    </p:bg>
    <p:spTree>
      <p:nvGrpSpPr>
        <p:cNvPr id="227" name="Shape 227"/>
        <p:cNvGrpSpPr/>
        <p:nvPr/>
      </p:nvGrpSpPr>
      <p:grpSpPr>
        <a:xfrm>
          <a:off x="0" y="0"/>
          <a:ext cx="0" cy="0"/>
          <a:chOff x="0" y="0"/>
          <a:chExt cx="0" cy="0"/>
        </a:xfrm>
      </p:grpSpPr>
      <p:sp>
        <p:nvSpPr>
          <p:cNvPr id="228" name="Google Shape;228;p3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35"/>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0" name="Google Shape;230;p35"/>
          <p:cNvSpPr txBox="1"/>
          <p:nvPr>
            <p:ph idx="2"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1" name="Google Shape;231;p35"/>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2" name="Google Shape;232;p35"/>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lide_Title, Content, Chart">
  <p:cSld name="Title, Content, Chart">
    <p:bg>
      <p:bgPr>
        <a:solidFill>
          <a:schemeClr val="lt1"/>
        </a:solidFill>
      </p:bgPr>
    </p:bg>
    <p:spTree>
      <p:nvGrpSpPr>
        <p:cNvPr id="233" name="Shape 233"/>
        <p:cNvGrpSpPr/>
        <p:nvPr/>
      </p:nvGrpSpPr>
      <p:grpSpPr>
        <a:xfrm>
          <a:off x="0" y="0"/>
          <a:ext cx="0" cy="0"/>
          <a:chOff x="0" y="0"/>
          <a:chExt cx="0" cy="0"/>
        </a:xfrm>
      </p:grpSpPr>
      <p:sp>
        <p:nvSpPr>
          <p:cNvPr id="234" name="Google Shape;234;p36"/>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cxnSp>
        <p:nvCxnSpPr>
          <p:cNvPr id="235" name="Google Shape;235;p36"/>
          <p:cNvCxnSpPr/>
          <p:nvPr/>
        </p:nvCxnSpPr>
        <p:spPr>
          <a:xfrm>
            <a:off x="471488" y="4074512"/>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236" name="Google Shape;236;p36"/>
          <p:cNvSpPr/>
          <p:nvPr>
            <p:ph idx="2" type="chart"/>
          </p:nvPr>
        </p:nvSpPr>
        <p:spPr>
          <a:xfrm>
            <a:off x="4480322" y="1013937"/>
            <a:ext cx="4189800" cy="3642000"/>
          </a:xfrm>
          <a:prstGeom prst="rect">
            <a:avLst/>
          </a:prstGeom>
          <a:noFill/>
          <a:ln>
            <a:noFill/>
          </a:ln>
        </p:spPr>
        <p:txBody>
          <a:bodyPr anchorCtr="0" anchor="t" bIns="0" lIns="0" spcFirstLastPara="1" rIns="0" wrap="square" tIns="0">
            <a:noAutofit/>
          </a:bodyPr>
          <a:lstStyle>
            <a:lvl1pPr lvl="0" marR="0" rtl="0" algn="l">
              <a:lnSpc>
                <a:spcPct val="100000"/>
              </a:lnSpc>
              <a:spcBef>
                <a:spcPts val="800"/>
              </a:spcBef>
              <a:spcAft>
                <a:spcPts val="0"/>
              </a:spcAft>
              <a:buClr>
                <a:schemeClr val="dk1"/>
              </a:buClr>
              <a:buSzPts val="900"/>
              <a:buFont typeface="Arial"/>
              <a:buNone/>
              <a:defRPr b="1" i="0" sz="900" u="none" cap="none" strike="noStrike">
                <a:solidFill>
                  <a:schemeClr val="dk1"/>
                </a:solidFill>
                <a:latin typeface="Arial"/>
                <a:ea typeface="Arial"/>
                <a:cs typeface="Arial"/>
                <a:sym typeface="Arial"/>
              </a:defRPr>
            </a:lvl1pPr>
            <a:lvl2pPr lvl="1" marR="0" rtl="0" algn="l">
              <a:lnSpc>
                <a:spcPct val="10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237" name="Google Shape;237;p3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38" name="Google Shape;238;p36"/>
          <p:cNvSpPr txBox="1"/>
          <p:nvPr>
            <p:ph idx="3" type="body"/>
          </p:nvPr>
        </p:nvSpPr>
        <p:spPr>
          <a:xfrm>
            <a:off x="488156" y="1188244"/>
            <a:ext cx="33291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9" name="Google Shape;239;p36"/>
          <p:cNvSpPr txBox="1"/>
          <p:nvPr>
            <p:ph idx="4" type="body"/>
          </p:nvPr>
        </p:nvSpPr>
        <p:spPr>
          <a:xfrm>
            <a:off x="476251" y="469106"/>
            <a:ext cx="4044600" cy="14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0" name="Google Shape;240;p36"/>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Slide_Numbers graphic slide">
  <p:cSld name="Numbers graphic slide">
    <p:spTree>
      <p:nvGrpSpPr>
        <p:cNvPr id="241" name="Shape 241"/>
        <p:cNvGrpSpPr/>
        <p:nvPr/>
      </p:nvGrpSpPr>
      <p:grpSpPr>
        <a:xfrm>
          <a:off x="0" y="0"/>
          <a:ext cx="0" cy="0"/>
          <a:chOff x="0" y="0"/>
          <a:chExt cx="0" cy="0"/>
        </a:xfrm>
      </p:grpSpPr>
      <p:sp>
        <p:nvSpPr>
          <p:cNvPr id="242" name="Google Shape;242;p3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37"/>
          <p:cNvSpPr txBox="1"/>
          <p:nvPr>
            <p:ph idx="1" type="body"/>
          </p:nvPr>
        </p:nvSpPr>
        <p:spPr>
          <a:xfrm>
            <a:off x="47387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4" name="Google Shape;244;p37"/>
          <p:cNvSpPr txBox="1"/>
          <p:nvPr>
            <p:ph idx="2" type="body"/>
          </p:nvPr>
        </p:nvSpPr>
        <p:spPr>
          <a:xfrm>
            <a:off x="47386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5" name="Google Shape;245;p37"/>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6" name="Google Shape;246;p37"/>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7" name="Google Shape;247;p37"/>
          <p:cNvSpPr txBox="1"/>
          <p:nvPr>
            <p:ph idx="4" type="body"/>
          </p:nvPr>
        </p:nvSpPr>
        <p:spPr>
          <a:xfrm>
            <a:off x="325755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8" name="Google Shape;248;p37"/>
          <p:cNvSpPr txBox="1"/>
          <p:nvPr>
            <p:ph idx="5" type="body"/>
          </p:nvPr>
        </p:nvSpPr>
        <p:spPr>
          <a:xfrm>
            <a:off x="325754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9" name="Google Shape;249;p37"/>
          <p:cNvSpPr txBox="1"/>
          <p:nvPr>
            <p:ph idx="6" type="body"/>
          </p:nvPr>
        </p:nvSpPr>
        <p:spPr>
          <a:xfrm>
            <a:off x="6013107"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0" name="Google Shape;250;p37"/>
          <p:cNvSpPr txBox="1"/>
          <p:nvPr>
            <p:ph idx="7" type="body"/>
          </p:nvPr>
        </p:nvSpPr>
        <p:spPr>
          <a:xfrm>
            <a:off x="6013106"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1" name="Google Shape;251;p37"/>
          <p:cNvSpPr txBox="1"/>
          <p:nvPr>
            <p:ph idx="8" type="body"/>
          </p:nvPr>
        </p:nvSpPr>
        <p:spPr>
          <a:xfrm>
            <a:off x="47387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2" name="Google Shape;252;p37"/>
          <p:cNvSpPr txBox="1"/>
          <p:nvPr>
            <p:ph idx="9" type="body"/>
          </p:nvPr>
        </p:nvSpPr>
        <p:spPr>
          <a:xfrm>
            <a:off x="47386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3" name="Google Shape;253;p37"/>
          <p:cNvSpPr txBox="1"/>
          <p:nvPr>
            <p:ph idx="13" type="body"/>
          </p:nvPr>
        </p:nvSpPr>
        <p:spPr>
          <a:xfrm>
            <a:off x="325755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4" name="Google Shape;254;p37"/>
          <p:cNvSpPr txBox="1"/>
          <p:nvPr>
            <p:ph idx="14" type="body"/>
          </p:nvPr>
        </p:nvSpPr>
        <p:spPr>
          <a:xfrm>
            <a:off x="325754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5" name="Google Shape;255;p37"/>
          <p:cNvSpPr txBox="1"/>
          <p:nvPr>
            <p:ph idx="15" type="body"/>
          </p:nvPr>
        </p:nvSpPr>
        <p:spPr>
          <a:xfrm>
            <a:off x="6013107"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6" name="Google Shape;256;p37"/>
          <p:cNvSpPr txBox="1"/>
          <p:nvPr>
            <p:ph idx="16" type="body"/>
          </p:nvPr>
        </p:nvSpPr>
        <p:spPr>
          <a:xfrm>
            <a:off x="6013106"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Slide_Ender 1 - White">
  <p:cSld name="Ender 1 - White">
    <p:bg>
      <p:bgPr>
        <a:solidFill>
          <a:srgbClr val="FFFFFF"/>
        </a:solidFill>
      </p:bgPr>
    </p:bg>
    <p:spTree>
      <p:nvGrpSpPr>
        <p:cNvPr id="257" name="Shape 257"/>
        <p:cNvGrpSpPr/>
        <p:nvPr/>
      </p:nvGrpSpPr>
      <p:grpSpPr>
        <a:xfrm>
          <a:off x="0" y="0"/>
          <a:ext cx="0" cy="0"/>
          <a:chOff x="0" y="0"/>
          <a:chExt cx="0" cy="0"/>
        </a:xfrm>
      </p:grpSpPr>
      <p:sp>
        <p:nvSpPr>
          <p:cNvPr id="258" name="Google Shape;258;p38"/>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259" name="Google Shape;259;p38"/>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Slide_Ender 1 - Black">
  <p:cSld name="Ender 1 - Black">
    <p:bg>
      <p:bgPr>
        <a:solidFill>
          <a:srgbClr val="000000"/>
        </a:solidFill>
      </p:bgPr>
    </p:bg>
    <p:spTree>
      <p:nvGrpSpPr>
        <p:cNvPr id="260" name="Shape 260"/>
        <p:cNvGrpSpPr/>
        <p:nvPr/>
      </p:nvGrpSpPr>
      <p:grpSpPr>
        <a:xfrm>
          <a:off x="0" y="0"/>
          <a:ext cx="0" cy="0"/>
          <a:chOff x="0" y="0"/>
          <a:chExt cx="0" cy="0"/>
        </a:xfrm>
      </p:grpSpPr>
      <p:sp>
        <p:nvSpPr>
          <p:cNvPr id="261" name="Google Shape;261;p39"/>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2" name="Google Shape;262;p39"/>
          <p:cNvSpPr/>
          <p:nvPr/>
        </p:nvSpPr>
        <p:spPr>
          <a:xfrm>
            <a:off x="178044" y="4668716"/>
            <a:ext cx="8241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263" name="Google Shape;263;p39"/>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Slide_Ender 2 - White">
  <p:cSld name="Ender 2 - White">
    <p:bg>
      <p:bgPr>
        <a:solidFill>
          <a:srgbClr val="FFFFFF"/>
        </a:solidFill>
      </p:bgPr>
    </p:bg>
    <p:spTree>
      <p:nvGrpSpPr>
        <p:cNvPr id="264" name="Shape 264"/>
        <p:cNvGrpSpPr/>
        <p:nvPr/>
      </p:nvGrpSpPr>
      <p:grpSpPr>
        <a:xfrm>
          <a:off x="0" y="0"/>
          <a:ext cx="0" cy="0"/>
          <a:chOff x="0" y="0"/>
          <a:chExt cx="0" cy="0"/>
        </a:xfrm>
      </p:grpSpPr>
      <p:sp>
        <p:nvSpPr>
          <p:cNvPr id="265" name="Google Shape;265;p40"/>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266" name="Google Shape;266;p40"/>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Slide_Safe Harbor statement 1">
  <p:cSld name="Safe Harbor statement_1">
    <p:spTree>
      <p:nvGrpSpPr>
        <p:cNvPr id="267" name="Shape 267"/>
        <p:cNvGrpSpPr/>
        <p:nvPr/>
      </p:nvGrpSpPr>
      <p:grpSpPr>
        <a:xfrm>
          <a:off x="0" y="0"/>
          <a:ext cx="0" cy="0"/>
          <a:chOff x="0" y="0"/>
          <a:chExt cx="0" cy="0"/>
        </a:xfrm>
      </p:grpSpPr>
      <p:sp>
        <p:nvSpPr>
          <p:cNvPr id="268" name="Google Shape;268;p41"/>
          <p:cNvSpPr/>
          <p:nvPr/>
        </p:nvSpPr>
        <p:spPr>
          <a:xfrm>
            <a:off x="473869" y="4267200"/>
            <a:ext cx="8196300" cy="396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9" name="Google Shape;269;p4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41"/>
          <p:cNvSpPr txBox="1"/>
          <p:nvPr/>
        </p:nvSpPr>
        <p:spPr>
          <a:xfrm>
            <a:off x="406114" y="414516"/>
            <a:ext cx="3411000" cy="392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chemeClr val="accent6"/>
                </a:solidFill>
                <a:latin typeface="Verizon NHG TX"/>
                <a:ea typeface="Verizon NHG TX"/>
                <a:cs typeface="Verizon NHG TX"/>
                <a:sym typeface="Verizon NHG TX"/>
              </a:rPr>
              <a:t>“Safe Harbor” Statement</a:t>
            </a:r>
            <a:endParaRPr b="0" i="0" sz="1400" u="none" cap="none" strike="noStrike">
              <a:solidFill>
                <a:schemeClr val="accent6"/>
              </a:solidFill>
              <a:latin typeface="Verizon NHG TX"/>
              <a:ea typeface="Verizon NHG TX"/>
              <a:cs typeface="Verizon NHG TX"/>
              <a:sym typeface="Verizon NHG TX"/>
            </a:endParaRPr>
          </a:p>
        </p:txBody>
      </p:sp>
      <p:sp>
        <p:nvSpPr>
          <p:cNvPr id="271" name="Google Shape;271;p41"/>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2" name="Google Shape;272;p41"/>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Slide_Blank Layout">
  <p:cSld name="CUSTOM">
    <p:spTree>
      <p:nvGrpSpPr>
        <p:cNvPr id="273" name="Shape 273"/>
        <p:cNvGrpSpPr/>
        <p:nvPr/>
      </p:nvGrpSpPr>
      <p:grpSpPr>
        <a:xfrm>
          <a:off x="0" y="0"/>
          <a:ext cx="0" cy="0"/>
          <a:chOff x="0" y="0"/>
          <a:chExt cx="0" cy="0"/>
        </a:xfrm>
      </p:grpSpPr>
      <p:sp>
        <p:nvSpPr>
          <p:cNvPr id="274" name="Google Shape;274;p42"/>
          <p:cNvSpPr txBox="1"/>
          <p:nvPr>
            <p:ph type="title"/>
          </p:nvPr>
        </p:nvSpPr>
        <p:spPr>
          <a:xfrm>
            <a:off x="473869" y="469106"/>
            <a:ext cx="7951200" cy="5319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SzPts val="2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5" name="Google Shape;275;p4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276" name="Shape 276"/>
        <p:cNvGrpSpPr/>
        <p:nvPr/>
      </p:nvGrpSpPr>
      <p:grpSpPr>
        <a:xfrm>
          <a:off x="0" y="0"/>
          <a:ext cx="0" cy="0"/>
          <a:chOff x="0" y="0"/>
          <a:chExt cx="0" cy="0"/>
        </a:xfrm>
      </p:grpSpPr>
      <p:sp>
        <p:nvSpPr>
          <p:cNvPr id="277" name="Google Shape;277;p43"/>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43"/>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9" name="Google Shape;279;p43"/>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_4">
    <p:spTree>
      <p:nvGrpSpPr>
        <p:cNvPr id="280" name="Shape 280"/>
        <p:cNvGrpSpPr/>
        <p:nvPr/>
      </p:nvGrpSpPr>
      <p:grpSpPr>
        <a:xfrm>
          <a:off x="0" y="0"/>
          <a:ext cx="0" cy="0"/>
          <a:chOff x="0" y="0"/>
          <a:chExt cx="0" cy="0"/>
        </a:xfrm>
      </p:grpSpPr>
      <p:sp>
        <p:nvSpPr>
          <p:cNvPr id="281" name="Google Shape;281;p44"/>
          <p:cNvSpPr txBox="1"/>
          <p:nvPr>
            <p:ph idx="1" type="body"/>
          </p:nvPr>
        </p:nvSpPr>
        <p:spPr>
          <a:xfrm>
            <a:off x="457200" y="1459580"/>
            <a:ext cx="7086600" cy="301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a:lvl1pPr>
            <a:lvl2pPr indent="-228600" lvl="1" marL="914400" algn="l">
              <a:lnSpc>
                <a:spcPct val="100000"/>
              </a:lnSpc>
              <a:spcBef>
                <a:spcPts val="900"/>
              </a:spcBef>
              <a:spcAft>
                <a:spcPts val="0"/>
              </a:spcAft>
              <a:buSzPts val="1200"/>
              <a:buNone/>
              <a:defRPr/>
            </a:lvl2pPr>
            <a:lvl3pPr indent="-304800" lvl="2" marL="1371600" algn="l">
              <a:lnSpc>
                <a:spcPct val="100000"/>
              </a:lnSpc>
              <a:spcBef>
                <a:spcPts val="600"/>
              </a:spcBef>
              <a:spcAft>
                <a:spcPts val="0"/>
              </a:spcAft>
              <a:buSzPts val="1200"/>
              <a:buChar char="•"/>
              <a:defRPr/>
            </a:lvl3pPr>
            <a:lvl4pPr indent="-304800" lvl="3" marL="1828800" algn="l">
              <a:lnSpc>
                <a:spcPct val="100000"/>
              </a:lnSpc>
              <a:spcBef>
                <a:spcPts val="600"/>
              </a:spcBef>
              <a:spcAft>
                <a:spcPts val="0"/>
              </a:spcAft>
              <a:buSzPts val="1200"/>
              <a:buChar char="–"/>
              <a:defRPr/>
            </a:lvl4pPr>
            <a:lvl5pPr indent="-304800" lvl="4" marL="2286000" algn="l">
              <a:lnSpc>
                <a:spcPct val="100000"/>
              </a:lnSpc>
              <a:spcBef>
                <a:spcPts val="600"/>
              </a:spcBef>
              <a:spcAft>
                <a:spcPts val="0"/>
              </a:spcAft>
              <a:buSzPts val="1200"/>
              <a:buChar char="–"/>
              <a:defRPr/>
            </a:lvl5pPr>
            <a:lvl6pPr indent="-304800" lvl="5" marL="2743200" algn="l">
              <a:lnSpc>
                <a:spcPct val="100000"/>
              </a:lnSpc>
              <a:spcBef>
                <a:spcPts val="600"/>
              </a:spcBef>
              <a:spcAft>
                <a:spcPts val="0"/>
              </a:spcAft>
              <a:buSzPts val="1200"/>
              <a:buChar char="–"/>
              <a:defRPr/>
            </a:lvl6pPr>
            <a:lvl7pPr indent="-304800" lvl="6" marL="3200400" algn="l">
              <a:lnSpc>
                <a:spcPct val="100000"/>
              </a:lnSpc>
              <a:spcBef>
                <a:spcPts val="600"/>
              </a:spcBef>
              <a:spcAft>
                <a:spcPts val="0"/>
              </a:spcAft>
              <a:buSzPts val="1200"/>
              <a:buChar char="–"/>
              <a:defRPr/>
            </a:lvl7pPr>
            <a:lvl8pPr indent="-304800" lvl="7" marL="3657600" algn="l">
              <a:lnSpc>
                <a:spcPct val="100000"/>
              </a:lnSpc>
              <a:spcBef>
                <a:spcPts val="600"/>
              </a:spcBef>
              <a:spcAft>
                <a:spcPts val="0"/>
              </a:spcAft>
              <a:buSzPts val="1200"/>
              <a:buChar char="–"/>
              <a:defRPr/>
            </a:lvl8pPr>
            <a:lvl9pPr indent="-304800" lvl="8" marL="4114800" algn="l">
              <a:lnSpc>
                <a:spcPct val="100000"/>
              </a:lnSpc>
              <a:spcBef>
                <a:spcPts val="600"/>
              </a:spcBef>
              <a:spcAft>
                <a:spcPts val="0"/>
              </a:spcAft>
              <a:buSzPts val="1200"/>
              <a:buChar char="–"/>
              <a:defRPr/>
            </a:lvl9pPr>
          </a:lstStyle>
          <a:p/>
        </p:txBody>
      </p:sp>
      <p:sp>
        <p:nvSpPr>
          <p:cNvPr id="282" name="Google Shape;282;p44"/>
          <p:cNvSpPr txBox="1"/>
          <p:nvPr>
            <p:ph idx="10" type="dt"/>
          </p:nvPr>
        </p:nvSpPr>
        <p:spPr>
          <a:xfrm>
            <a:off x="7543800" y="4700016"/>
            <a:ext cx="914400" cy="2286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3" name="Google Shape;283;p44"/>
          <p:cNvSpPr txBox="1"/>
          <p:nvPr>
            <p:ph idx="12" type="sldNum"/>
          </p:nvPr>
        </p:nvSpPr>
        <p:spPr>
          <a:xfrm>
            <a:off x="8458200" y="4700016"/>
            <a:ext cx="228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9pPr>
          </a:lstStyle>
          <a:p>
            <a:pPr indent="0" lvl="0" marL="0" rtl="0" algn="r">
              <a:spcBef>
                <a:spcPts val="0"/>
              </a:spcBef>
              <a:spcAft>
                <a:spcPts val="0"/>
              </a:spcAft>
              <a:buNone/>
            </a:pPr>
            <a:fld id="{00000000-1234-1234-1234-123412341234}" type="slidenum">
              <a:rPr lang="en"/>
              <a:t>‹#›</a:t>
            </a:fld>
            <a:endParaRPr/>
          </a:p>
        </p:txBody>
      </p:sp>
      <p:cxnSp>
        <p:nvCxnSpPr>
          <p:cNvPr id="284" name="Google Shape;284;p44"/>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285" name="Google Shape;285;p44"/>
          <p:cNvSpPr txBox="1"/>
          <p:nvPr>
            <p:ph type="title"/>
          </p:nvPr>
        </p:nvSpPr>
        <p:spPr>
          <a:xfrm>
            <a:off x="457200" y="59436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SzPts val="2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6" name="Shape 286"/>
        <p:cNvGrpSpPr/>
        <p:nvPr/>
      </p:nvGrpSpPr>
      <p:grpSpPr>
        <a:xfrm>
          <a:off x="0" y="0"/>
          <a:ext cx="0" cy="0"/>
          <a:chOff x="0" y="0"/>
          <a:chExt cx="0" cy="0"/>
        </a:xfrm>
      </p:grpSpPr>
      <p:sp>
        <p:nvSpPr>
          <p:cNvPr id="287" name="Google Shape;287;p45"/>
          <p:cNvSpPr txBox="1"/>
          <p:nvPr>
            <p:ph idx="10" type="dt"/>
          </p:nvPr>
        </p:nvSpPr>
        <p:spPr>
          <a:xfrm>
            <a:off x="228600" y="3178175"/>
            <a:ext cx="1066800" cy="182400"/>
          </a:xfrm>
          <a:prstGeom prst="rect">
            <a:avLst/>
          </a:prstGeom>
          <a:noFill/>
          <a:ln>
            <a:noFill/>
          </a:ln>
        </p:spPr>
        <p:txBody>
          <a:bodyPr anchorCtr="0" anchor="ctr" bIns="22850" lIns="45725" spcFirstLastPara="1" rIns="45725" wrap="square" tIns="22850">
            <a:noAutofit/>
          </a:bodyPr>
          <a:lstStyle>
            <a:lvl1pPr lvl="0"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9pPr>
          </a:lstStyle>
          <a:p/>
        </p:txBody>
      </p:sp>
      <p:sp>
        <p:nvSpPr>
          <p:cNvPr id="288" name="Google Shape;288;p45"/>
          <p:cNvSpPr txBox="1"/>
          <p:nvPr>
            <p:ph idx="11" type="ftr"/>
          </p:nvPr>
        </p:nvSpPr>
        <p:spPr>
          <a:xfrm>
            <a:off x="1562100" y="3178175"/>
            <a:ext cx="1447800" cy="182400"/>
          </a:xfrm>
          <a:prstGeom prst="rect">
            <a:avLst/>
          </a:prstGeom>
          <a:noFill/>
          <a:ln>
            <a:noFill/>
          </a:ln>
        </p:spPr>
        <p:txBody>
          <a:bodyPr anchorCtr="0" anchor="ctr" bIns="22850" lIns="45725" spcFirstLastPara="1" rIns="45725" wrap="square" tIns="22850">
            <a:noAutofit/>
          </a:bodyPr>
          <a:lstStyle>
            <a:lvl1pPr lvl="0" marR="0" rtl="0" algn="ctr">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9pPr>
          </a:lstStyle>
          <a:p/>
        </p:txBody>
      </p:sp>
      <p:sp>
        <p:nvSpPr>
          <p:cNvPr id="289" name="Google Shape;289;p45"/>
          <p:cNvSpPr txBox="1"/>
          <p:nvPr>
            <p:ph idx="12" type="sldNum"/>
          </p:nvPr>
        </p:nvSpPr>
        <p:spPr>
          <a:xfrm>
            <a:off x="3276600" y="3178175"/>
            <a:ext cx="1066800" cy="215400"/>
          </a:xfrm>
          <a:prstGeom prst="rect">
            <a:avLst/>
          </a:prstGeom>
          <a:noFill/>
          <a:ln>
            <a:noFill/>
          </a:ln>
        </p:spPr>
        <p:txBody>
          <a:bodyPr anchorCtr="0" anchor="ctr" bIns="22850" lIns="45725" spcFirstLastPara="1" rIns="45725" wrap="square" tIns="2285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290" name="Shape 290"/>
        <p:cNvGrpSpPr/>
        <p:nvPr/>
      </p:nvGrpSpPr>
      <p:grpSpPr>
        <a:xfrm>
          <a:off x="0" y="0"/>
          <a:ext cx="0" cy="0"/>
          <a:chOff x="0" y="0"/>
          <a:chExt cx="0" cy="0"/>
        </a:xfrm>
      </p:grpSpPr>
      <p:sp>
        <p:nvSpPr>
          <p:cNvPr id="291" name="Google Shape;291;p46"/>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292" name="Google Shape;292;p46"/>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293" name="Google Shape;293;p46"/>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Full Blank">
  <p:cSld name="31_Full Blank">
    <p:spTree>
      <p:nvGrpSpPr>
        <p:cNvPr id="294" name="Shape 294"/>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5" name="Shape 295"/>
        <p:cNvGrpSpPr/>
        <p:nvPr/>
      </p:nvGrpSpPr>
      <p:grpSpPr>
        <a:xfrm>
          <a:off x="0" y="0"/>
          <a:ext cx="0" cy="0"/>
          <a:chOff x="0" y="0"/>
          <a:chExt cx="0" cy="0"/>
        </a:xfrm>
      </p:grpSpPr>
      <p:sp>
        <p:nvSpPr>
          <p:cNvPr id="296" name="Google Shape;296;p48"/>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Autofit/>
          </a:bodyPr>
          <a:lstStyle>
            <a:lvl1pPr lvl="0" algn="l">
              <a:lnSpc>
                <a:spcPct val="90000"/>
              </a:lnSpc>
              <a:spcBef>
                <a:spcPts val="0"/>
              </a:spcBef>
              <a:spcAft>
                <a:spcPts val="0"/>
              </a:spcAft>
              <a:buClr>
                <a:schemeClr val="dk1"/>
              </a:buClr>
              <a:buSzPts val="2700"/>
              <a:buFont typeface="Calibri"/>
              <a:buNone/>
              <a:defRPr sz="2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7" name="Google Shape;297;p48"/>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98" name="Google Shape;298;p48"/>
          <p:cNvSpPr txBox="1"/>
          <p:nvPr>
            <p:ph idx="12" type="sldNum"/>
          </p:nvPr>
        </p:nvSpPr>
        <p:spPr>
          <a:xfrm>
            <a:off x="6553200" y="4767263"/>
            <a:ext cx="2133600" cy="261600"/>
          </a:xfrm>
          <a:prstGeom prst="rect">
            <a:avLst/>
          </a:prstGeom>
          <a:noFill/>
          <a:ln>
            <a:noFill/>
          </a:ln>
        </p:spPr>
        <p:txBody>
          <a:bodyPr anchorCtr="0" anchor="ctr" bIns="45700" lIns="0" spcFirstLastPara="1" rIns="0" wrap="square" tIns="4570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register - White">
  <p:cSld name="Action register - White">
    <p:bg>
      <p:bgPr>
        <a:solidFill>
          <a:schemeClr val="lt1"/>
        </a:solidFill>
      </p:bgPr>
    </p:bg>
    <p:spTree>
      <p:nvGrpSpPr>
        <p:cNvPr id="299" name="Shape 299"/>
        <p:cNvGrpSpPr/>
        <p:nvPr/>
      </p:nvGrpSpPr>
      <p:grpSpPr>
        <a:xfrm>
          <a:off x="0" y="0"/>
          <a:ext cx="0" cy="0"/>
          <a:chOff x="0" y="0"/>
          <a:chExt cx="0" cy="0"/>
        </a:xfrm>
      </p:grpSpPr>
      <p:sp>
        <p:nvSpPr>
          <p:cNvPr id="300" name="Google Shape;300;p4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01" name="Google Shape;301;p49"/>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302" name="Google Shape;302;p4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03" name="Google Shape;303;p4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304" name="Google Shape;304;p49"/>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1">
  <p:cSld name="1_Title and Content_5">
    <p:spTree>
      <p:nvGrpSpPr>
        <p:cNvPr id="305" name="Shape 305"/>
        <p:cNvGrpSpPr/>
        <p:nvPr/>
      </p:nvGrpSpPr>
      <p:grpSpPr>
        <a:xfrm>
          <a:off x="0" y="0"/>
          <a:ext cx="0" cy="0"/>
          <a:chOff x="0" y="0"/>
          <a:chExt cx="0" cy="0"/>
        </a:xfrm>
      </p:grpSpPr>
      <p:sp>
        <p:nvSpPr>
          <p:cNvPr id="306" name="Google Shape;306;p50"/>
          <p:cNvSpPr txBox="1"/>
          <p:nvPr>
            <p:ph idx="1" type="body"/>
          </p:nvPr>
        </p:nvSpPr>
        <p:spPr>
          <a:xfrm>
            <a:off x="457200" y="1459580"/>
            <a:ext cx="7086600" cy="301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a:lvl1pPr>
            <a:lvl2pPr indent="-228600" lvl="1" marL="914400" algn="l">
              <a:lnSpc>
                <a:spcPct val="100000"/>
              </a:lnSpc>
              <a:spcBef>
                <a:spcPts val="900"/>
              </a:spcBef>
              <a:spcAft>
                <a:spcPts val="0"/>
              </a:spcAft>
              <a:buSzPts val="1200"/>
              <a:buNone/>
              <a:defRPr/>
            </a:lvl2pPr>
            <a:lvl3pPr indent="-304800" lvl="2" marL="1371600" algn="l">
              <a:lnSpc>
                <a:spcPct val="100000"/>
              </a:lnSpc>
              <a:spcBef>
                <a:spcPts val="600"/>
              </a:spcBef>
              <a:spcAft>
                <a:spcPts val="0"/>
              </a:spcAft>
              <a:buSzPts val="1200"/>
              <a:buChar char="•"/>
              <a:defRPr/>
            </a:lvl3pPr>
            <a:lvl4pPr indent="-304800" lvl="3" marL="1828800" algn="l">
              <a:lnSpc>
                <a:spcPct val="100000"/>
              </a:lnSpc>
              <a:spcBef>
                <a:spcPts val="600"/>
              </a:spcBef>
              <a:spcAft>
                <a:spcPts val="0"/>
              </a:spcAft>
              <a:buSzPts val="1200"/>
              <a:buChar char="–"/>
              <a:defRPr/>
            </a:lvl4pPr>
            <a:lvl5pPr indent="-304800" lvl="4" marL="2286000" algn="l">
              <a:lnSpc>
                <a:spcPct val="100000"/>
              </a:lnSpc>
              <a:spcBef>
                <a:spcPts val="600"/>
              </a:spcBef>
              <a:spcAft>
                <a:spcPts val="0"/>
              </a:spcAft>
              <a:buSzPts val="1200"/>
              <a:buChar char="–"/>
              <a:defRPr/>
            </a:lvl5pPr>
            <a:lvl6pPr indent="-304800" lvl="5" marL="2743200" algn="l">
              <a:lnSpc>
                <a:spcPct val="100000"/>
              </a:lnSpc>
              <a:spcBef>
                <a:spcPts val="600"/>
              </a:spcBef>
              <a:spcAft>
                <a:spcPts val="0"/>
              </a:spcAft>
              <a:buSzPts val="1200"/>
              <a:buChar char="–"/>
              <a:defRPr/>
            </a:lvl6pPr>
            <a:lvl7pPr indent="-304800" lvl="6" marL="3200400" algn="l">
              <a:lnSpc>
                <a:spcPct val="100000"/>
              </a:lnSpc>
              <a:spcBef>
                <a:spcPts val="600"/>
              </a:spcBef>
              <a:spcAft>
                <a:spcPts val="0"/>
              </a:spcAft>
              <a:buSzPts val="1200"/>
              <a:buChar char="–"/>
              <a:defRPr/>
            </a:lvl7pPr>
            <a:lvl8pPr indent="-304800" lvl="7" marL="3657600" algn="l">
              <a:lnSpc>
                <a:spcPct val="100000"/>
              </a:lnSpc>
              <a:spcBef>
                <a:spcPts val="600"/>
              </a:spcBef>
              <a:spcAft>
                <a:spcPts val="0"/>
              </a:spcAft>
              <a:buSzPts val="1200"/>
              <a:buChar char="–"/>
              <a:defRPr/>
            </a:lvl8pPr>
            <a:lvl9pPr indent="-304800" lvl="8" marL="4114800" algn="l">
              <a:lnSpc>
                <a:spcPct val="100000"/>
              </a:lnSpc>
              <a:spcBef>
                <a:spcPts val="600"/>
              </a:spcBef>
              <a:spcAft>
                <a:spcPts val="0"/>
              </a:spcAft>
              <a:buSzPts val="1200"/>
              <a:buChar char="–"/>
              <a:defRPr/>
            </a:lvl9pPr>
          </a:lstStyle>
          <a:p/>
        </p:txBody>
      </p:sp>
      <p:sp>
        <p:nvSpPr>
          <p:cNvPr id="307" name="Google Shape;307;p50"/>
          <p:cNvSpPr txBox="1"/>
          <p:nvPr>
            <p:ph idx="10" type="dt"/>
          </p:nvPr>
        </p:nvSpPr>
        <p:spPr>
          <a:xfrm>
            <a:off x="7543800" y="4700016"/>
            <a:ext cx="914400" cy="2286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08" name="Google Shape;308;p50"/>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9pPr>
          </a:lstStyle>
          <a:p>
            <a:pPr indent="0" lvl="0" marL="0" rtl="0" algn="r">
              <a:spcBef>
                <a:spcPts val="0"/>
              </a:spcBef>
              <a:spcAft>
                <a:spcPts val="0"/>
              </a:spcAft>
              <a:buNone/>
            </a:pPr>
            <a:fld id="{00000000-1234-1234-1234-123412341234}" type="slidenum">
              <a:rPr lang="en"/>
              <a:t>‹#›</a:t>
            </a:fld>
            <a:endParaRPr/>
          </a:p>
        </p:txBody>
      </p:sp>
      <p:cxnSp>
        <p:nvCxnSpPr>
          <p:cNvPr id="309" name="Google Shape;309;p50"/>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310" name="Google Shape;310;p50"/>
          <p:cNvSpPr txBox="1"/>
          <p:nvPr>
            <p:ph type="title"/>
          </p:nvPr>
        </p:nvSpPr>
        <p:spPr>
          <a:xfrm>
            <a:off x="457200" y="59436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SzPts val="2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with content - White">
  <p:cSld name="Title and Content_1">
    <p:bg>
      <p:bgPr>
        <a:solidFill>
          <a:schemeClr val="lt1"/>
        </a:solidFill>
      </p:bgPr>
    </p:bg>
    <p:spTree>
      <p:nvGrpSpPr>
        <p:cNvPr id="311" name="Shape 311"/>
        <p:cNvGrpSpPr/>
        <p:nvPr/>
      </p:nvGrpSpPr>
      <p:grpSpPr>
        <a:xfrm>
          <a:off x="0" y="0"/>
          <a:ext cx="0" cy="0"/>
          <a:chOff x="0" y="0"/>
          <a:chExt cx="0" cy="0"/>
        </a:xfrm>
      </p:grpSpPr>
      <p:sp>
        <p:nvSpPr>
          <p:cNvPr id="312" name="Google Shape;312;p51"/>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313" name="Google Shape;313;p51"/>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Title with content - White">
  <p:cSld name="Title and Content_2">
    <p:bg>
      <p:bgPr>
        <a:solidFill>
          <a:schemeClr val="lt1"/>
        </a:solidFill>
      </p:bgPr>
    </p:bg>
    <p:spTree>
      <p:nvGrpSpPr>
        <p:cNvPr id="314" name="Shape 314"/>
        <p:cNvGrpSpPr/>
        <p:nvPr/>
      </p:nvGrpSpPr>
      <p:grpSpPr>
        <a:xfrm>
          <a:off x="0" y="0"/>
          <a:ext cx="0" cy="0"/>
          <a:chOff x="0" y="0"/>
          <a:chExt cx="0" cy="0"/>
        </a:xfrm>
      </p:grpSpPr>
      <p:sp>
        <p:nvSpPr>
          <p:cNvPr id="315" name="Google Shape;315;p52"/>
          <p:cNvSpPr txBox="1"/>
          <p:nvPr>
            <p:ph idx="12" type="sldNum"/>
          </p:nvPr>
        </p:nvSpPr>
        <p:spPr>
          <a:xfrm>
            <a:off x="8317509" y="4736592"/>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316" name="Google Shape;316;p52"/>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 White">
  <p:cSld name="Bullet point and optional partner - White">
    <p:bg>
      <p:bgPr>
        <a:solidFill>
          <a:schemeClr val="lt1"/>
        </a:solidFill>
      </p:bgPr>
    </p:bg>
    <p:spTree>
      <p:nvGrpSpPr>
        <p:cNvPr id="318" name="Shape 318"/>
        <p:cNvGrpSpPr/>
        <p:nvPr/>
      </p:nvGrpSpPr>
      <p:grpSpPr>
        <a:xfrm>
          <a:off x="0" y="0"/>
          <a:ext cx="0" cy="0"/>
          <a:chOff x="0" y="0"/>
          <a:chExt cx="0" cy="0"/>
        </a:xfrm>
      </p:grpSpPr>
      <p:sp>
        <p:nvSpPr>
          <p:cNvPr id="319" name="Google Shape;319;p54"/>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320" name="Google Shape;320;p5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321" name="Google Shape;321;p54"/>
          <p:cNvSpPr/>
          <p:nvPr>
            <p:ph idx="2" type="pic"/>
          </p:nvPr>
        </p:nvSpPr>
        <p:spPr>
          <a:xfrm>
            <a:off x="7446169" y="228600"/>
            <a:ext cx="1473600" cy="685800"/>
          </a:xfrm>
          <a:prstGeom prst="rect">
            <a:avLst/>
          </a:prstGeom>
          <a:noFill/>
          <a:ln>
            <a:noFill/>
          </a:ln>
        </p:spPr>
      </p:sp>
      <p:sp>
        <p:nvSpPr>
          <p:cNvPr id="322" name="Google Shape;322;p54"/>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23" name="Google Shape;323;p5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324" name="Google Shape;324;p5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325" name="Google Shape;325;p54"/>
          <p:cNvSpPr txBox="1"/>
          <p:nvPr>
            <p:ph idx="4" type="body"/>
          </p:nvPr>
        </p:nvSpPr>
        <p:spPr>
          <a:xfrm>
            <a:off x="226219" y="1835658"/>
            <a:ext cx="7951200" cy="2276700"/>
          </a:xfrm>
          <a:prstGeom prst="rect">
            <a:avLst/>
          </a:prstGeom>
          <a:noFill/>
          <a:ln>
            <a:noFill/>
          </a:ln>
        </p:spPr>
        <p:txBody>
          <a:bodyPr anchorCtr="0" anchor="t" bIns="34275" lIns="68575" spcFirstLastPara="1" rIns="68575" wrap="square" tIns="34275">
            <a:normAutofit/>
          </a:bodyPr>
          <a:lstStyle>
            <a:lvl1pPr indent="-342900" lvl="0" marL="457200" marR="0" rtl="0" algn="l">
              <a:lnSpc>
                <a:spcPct val="90000"/>
              </a:lnSpc>
              <a:spcBef>
                <a:spcPts val="800"/>
              </a:spcBef>
              <a:spcAft>
                <a:spcPts val="0"/>
              </a:spcAft>
              <a:buClr>
                <a:schemeClr val="dk1"/>
              </a:buClr>
              <a:buSzPts val="1800"/>
              <a:buFont typeface="Verizon NHG TX"/>
              <a:buChar char="•"/>
              <a:defRPr b="1" i="0" sz="1800" u="none" cap="none" strike="noStrike">
                <a:solidFill>
                  <a:schemeClr val="dk1"/>
                </a:solidFill>
                <a:latin typeface="Verizon NHG TX"/>
                <a:ea typeface="Verizon NHG TX"/>
                <a:cs typeface="Verizon NHG TX"/>
                <a:sym typeface="Verizon NHG TX"/>
              </a:defRPr>
            </a:lvl1pPr>
            <a:lvl2pPr indent="-304800" lvl="1" marL="914400" marR="0" rtl="0" algn="l">
              <a:lnSpc>
                <a:spcPct val="90000"/>
              </a:lnSpc>
              <a:spcBef>
                <a:spcPts val="400"/>
              </a:spcBef>
              <a:spcAft>
                <a:spcPts val="0"/>
              </a:spcAft>
              <a:buClr>
                <a:schemeClr val="dk1"/>
              </a:buClr>
              <a:buSzPts val="1200"/>
              <a:buFont typeface="Verizon NHG TX"/>
              <a:buChar char="•"/>
              <a:defRPr b="0" i="0" sz="1200" u="none" cap="none" strike="noStrike">
                <a:solidFill>
                  <a:schemeClr val="dk1"/>
                </a:solidFill>
                <a:latin typeface="Verizon NHG TX"/>
                <a:ea typeface="Verizon NHG TX"/>
                <a:cs typeface="Verizon NHG TX"/>
                <a:sym typeface="Verizon NHG TX"/>
              </a:defRPr>
            </a:lvl2pPr>
            <a:lvl3pPr indent="-304800" lvl="2" marL="1371600" marR="0" rtl="0" algn="l">
              <a:lnSpc>
                <a:spcPct val="90000"/>
              </a:lnSpc>
              <a:spcBef>
                <a:spcPts val="400"/>
              </a:spcBef>
              <a:spcAft>
                <a:spcPts val="0"/>
              </a:spcAft>
              <a:buClr>
                <a:schemeClr val="dk1"/>
              </a:buClr>
              <a:buSzPts val="1200"/>
              <a:buFont typeface="Verizon NHG TX"/>
              <a:buChar char="•"/>
              <a:defRPr b="0" i="0" sz="1200" u="none" cap="none" strike="noStrike">
                <a:solidFill>
                  <a:schemeClr val="dk1"/>
                </a:solidFill>
                <a:latin typeface="Verizon NHG TX"/>
                <a:ea typeface="Verizon NHG TX"/>
                <a:cs typeface="Verizon NHG TX"/>
                <a:sym typeface="Verizon NHG TX"/>
              </a:defRPr>
            </a:lvl3pPr>
            <a:lvl4pPr indent="-304800" lvl="3" marL="1828800" marR="0" rtl="0" algn="l">
              <a:lnSpc>
                <a:spcPct val="80000"/>
              </a:lnSpc>
              <a:spcBef>
                <a:spcPts val="400"/>
              </a:spcBef>
              <a:spcAft>
                <a:spcPts val="0"/>
              </a:spcAft>
              <a:buClr>
                <a:schemeClr val="dk1"/>
              </a:buClr>
              <a:buSzPts val="1200"/>
              <a:buFont typeface="Verizon NHG TX"/>
              <a:buChar char="•"/>
              <a:defRPr b="0" i="0" sz="1200" u="none" cap="none" strike="noStrike">
                <a:solidFill>
                  <a:schemeClr val="dk1"/>
                </a:solidFill>
                <a:latin typeface="Verizon NHG TX"/>
                <a:ea typeface="Verizon NHG TX"/>
                <a:cs typeface="Verizon NHG TX"/>
                <a:sym typeface="Verizon NHG TX"/>
              </a:defRPr>
            </a:lvl4pPr>
            <a:lvl5pPr indent="-304800" lvl="4" marL="2286000" marR="0" rtl="0" algn="l">
              <a:lnSpc>
                <a:spcPct val="80000"/>
              </a:lnSpc>
              <a:spcBef>
                <a:spcPts val="400"/>
              </a:spcBef>
              <a:spcAft>
                <a:spcPts val="0"/>
              </a:spcAft>
              <a:buClr>
                <a:schemeClr val="dk1"/>
              </a:buClr>
              <a:buSzPts val="1200"/>
              <a:buFont typeface="Verizon NHG TX"/>
              <a:buChar char="•"/>
              <a:defRPr b="0" i="0" sz="12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26" name="Shape 326"/>
        <p:cNvGrpSpPr/>
        <p:nvPr/>
      </p:nvGrpSpPr>
      <p:grpSpPr>
        <a:xfrm>
          <a:off x="0" y="0"/>
          <a:ext cx="0" cy="0"/>
          <a:chOff x="0" y="0"/>
          <a:chExt cx="0" cy="0"/>
        </a:xfrm>
      </p:grpSpPr>
      <p:pic>
        <p:nvPicPr>
          <p:cNvPr id="327" name="Google Shape;327;p5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Stone">
  <p:cSld name="Primary Cover - Stone">
    <p:bg>
      <p:bgPr>
        <a:solidFill>
          <a:srgbClr val="F3EDE0"/>
        </a:solidFill>
      </p:bgPr>
    </p:bg>
    <p:spTree>
      <p:nvGrpSpPr>
        <p:cNvPr id="328" name="Shape 328"/>
        <p:cNvGrpSpPr/>
        <p:nvPr/>
      </p:nvGrpSpPr>
      <p:grpSpPr>
        <a:xfrm>
          <a:off x="0" y="0"/>
          <a:ext cx="0" cy="0"/>
          <a:chOff x="0" y="0"/>
          <a:chExt cx="0" cy="0"/>
        </a:xfrm>
      </p:grpSpPr>
      <p:sp>
        <p:nvSpPr>
          <p:cNvPr id="329" name="Google Shape;329;p56"/>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330" name="Google Shape;330;p56"/>
          <p:cNvSpPr/>
          <p:nvPr>
            <p:ph idx="2" type="pic"/>
          </p:nvPr>
        </p:nvSpPr>
        <p:spPr>
          <a:xfrm>
            <a:off x="7441595" y="228600"/>
            <a:ext cx="1478100" cy="800100"/>
          </a:xfrm>
          <a:prstGeom prst="rect">
            <a:avLst/>
          </a:prstGeom>
          <a:noFill/>
          <a:ln>
            <a:noFill/>
          </a:ln>
        </p:spPr>
      </p:sp>
      <p:sp>
        <p:nvSpPr>
          <p:cNvPr id="331" name="Google Shape;331;p56"/>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rtl="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32" name="Google Shape;332;p56"/>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rtl="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333" name="Google Shape;333;p56"/>
          <p:cNvPicPr preferRelativeResize="0"/>
          <p:nvPr/>
        </p:nvPicPr>
        <p:blipFill rotWithShape="1">
          <a:blip r:embed="rId2">
            <a:alphaModFix/>
          </a:blip>
          <a:srcRect b="6567" l="8341" r="-618" t="19718"/>
          <a:stretch/>
        </p:blipFill>
        <p:spPr>
          <a:xfrm>
            <a:off x="-1" y="1"/>
            <a:ext cx="5247083" cy="17145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White">
  <p:cSld name="Primary Cover - White">
    <p:bg>
      <p:bgPr>
        <a:solidFill>
          <a:schemeClr val="lt1"/>
        </a:solidFill>
      </p:bgPr>
    </p:bg>
    <p:spTree>
      <p:nvGrpSpPr>
        <p:cNvPr id="334" name="Shape 334"/>
        <p:cNvGrpSpPr/>
        <p:nvPr/>
      </p:nvGrpSpPr>
      <p:grpSpPr>
        <a:xfrm>
          <a:off x="0" y="0"/>
          <a:ext cx="0" cy="0"/>
          <a:chOff x="0" y="0"/>
          <a:chExt cx="0" cy="0"/>
        </a:xfrm>
      </p:grpSpPr>
      <p:sp>
        <p:nvSpPr>
          <p:cNvPr id="335" name="Google Shape;335;p57"/>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336" name="Google Shape;336;p57"/>
          <p:cNvSpPr/>
          <p:nvPr>
            <p:ph idx="2" type="pic"/>
          </p:nvPr>
        </p:nvSpPr>
        <p:spPr>
          <a:xfrm>
            <a:off x="7441595" y="228600"/>
            <a:ext cx="1478100" cy="800100"/>
          </a:xfrm>
          <a:prstGeom prst="rect">
            <a:avLst/>
          </a:prstGeom>
          <a:noFill/>
          <a:ln>
            <a:noFill/>
          </a:ln>
        </p:spPr>
      </p:sp>
      <p:sp>
        <p:nvSpPr>
          <p:cNvPr id="337" name="Google Shape;337;p57"/>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rtl="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38" name="Google Shape;338;p57"/>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rtl="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339" name="Google Shape;339;p57"/>
          <p:cNvPicPr preferRelativeResize="0"/>
          <p:nvPr/>
        </p:nvPicPr>
        <p:blipFill rotWithShape="1">
          <a:blip r:embed="rId2">
            <a:alphaModFix/>
          </a:blip>
          <a:srcRect b="6567" l="8341" r="-618" t="19718"/>
          <a:stretch/>
        </p:blipFill>
        <p:spPr>
          <a:xfrm>
            <a:off x="-1" y="1"/>
            <a:ext cx="5247083" cy="17145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Black">
  <p:cSld name="Primary Cover - Black">
    <p:bg>
      <p:bgPr>
        <a:solidFill>
          <a:schemeClr val="dk1"/>
        </a:solidFill>
      </p:bgPr>
    </p:bg>
    <p:spTree>
      <p:nvGrpSpPr>
        <p:cNvPr id="340" name="Shape 340"/>
        <p:cNvGrpSpPr/>
        <p:nvPr/>
      </p:nvGrpSpPr>
      <p:grpSpPr>
        <a:xfrm>
          <a:off x="0" y="0"/>
          <a:ext cx="0" cy="0"/>
          <a:chOff x="0" y="0"/>
          <a:chExt cx="0" cy="0"/>
        </a:xfrm>
      </p:grpSpPr>
      <p:sp>
        <p:nvSpPr>
          <p:cNvPr id="341" name="Google Shape;341;p58"/>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342" name="Google Shape;342;p58"/>
          <p:cNvSpPr/>
          <p:nvPr>
            <p:ph idx="2" type="pic"/>
          </p:nvPr>
        </p:nvSpPr>
        <p:spPr>
          <a:xfrm>
            <a:off x="7441595" y="228600"/>
            <a:ext cx="1478100" cy="800100"/>
          </a:xfrm>
          <a:prstGeom prst="rect">
            <a:avLst/>
          </a:prstGeom>
          <a:noFill/>
          <a:ln>
            <a:noFill/>
          </a:ln>
        </p:spPr>
      </p:sp>
      <p:sp>
        <p:nvSpPr>
          <p:cNvPr id="343" name="Google Shape;343;p58"/>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rtl="0" algn="l">
              <a:lnSpc>
                <a:spcPct val="101250"/>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44" name="Google Shape;344;p58"/>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rtl="0" algn="l">
              <a:lnSpc>
                <a:spcPct val="105161"/>
              </a:lnSpc>
              <a:spcBef>
                <a:spcPts val="0"/>
              </a:spcBef>
              <a:spcAft>
                <a:spcPts val="0"/>
              </a:spcAft>
              <a:buClr>
                <a:schemeClr val="lt1"/>
              </a:buClr>
              <a:buSzPts val="2300"/>
              <a:buFont typeface="Verizon NHG TX"/>
              <a:buNone/>
              <a:defRPr b="1" i="0" sz="23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345" name="Google Shape;345;p58"/>
          <p:cNvPicPr preferRelativeResize="0"/>
          <p:nvPr/>
        </p:nvPicPr>
        <p:blipFill rotWithShape="1">
          <a:blip r:embed="rId2">
            <a:alphaModFix/>
          </a:blip>
          <a:srcRect b="6567" l="8341" r="-618" t="19718"/>
          <a:stretch/>
        </p:blipFill>
        <p:spPr>
          <a:xfrm>
            <a:off x="-1" y="1"/>
            <a:ext cx="5247083" cy="17145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Stone">
  <p:cSld name="Secondary Cover - Stone">
    <p:bg>
      <p:bgPr>
        <a:solidFill>
          <a:srgbClr val="F3EDE0"/>
        </a:solidFill>
      </p:bgPr>
    </p:bg>
    <p:spTree>
      <p:nvGrpSpPr>
        <p:cNvPr id="346" name="Shape 346"/>
        <p:cNvGrpSpPr/>
        <p:nvPr/>
      </p:nvGrpSpPr>
      <p:grpSpPr>
        <a:xfrm>
          <a:off x="0" y="0"/>
          <a:ext cx="0" cy="0"/>
          <a:chOff x="0" y="0"/>
          <a:chExt cx="0" cy="0"/>
        </a:xfrm>
      </p:grpSpPr>
      <p:pic>
        <p:nvPicPr>
          <p:cNvPr id="347" name="Google Shape;347;p59"/>
          <p:cNvPicPr preferRelativeResize="0"/>
          <p:nvPr/>
        </p:nvPicPr>
        <p:blipFill rotWithShape="1">
          <a:blip r:embed="rId2">
            <a:alphaModFix/>
          </a:blip>
          <a:srcRect b="0" l="0" r="0" t="0"/>
          <a:stretch/>
        </p:blipFill>
        <p:spPr>
          <a:xfrm>
            <a:off x="6413157" y="2629904"/>
            <a:ext cx="2461978" cy="2251430"/>
          </a:xfrm>
          <a:prstGeom prst="rect">
            <a:avLst/>
          </a:prstGeom>
          <a:noFill/>
          <a:ln>
            <a:noFill/>
          </a:ln>
        </p:spPr>
      </p:pic>
      <p:sp>
        <p:nvSpPr>
          <p:cNvPr id="348" name="Google Shape;348;p59"/>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pic>
        <p:nvPicPr>
          <p:cNvPr id="349" name="Google Shape;349;p59"/>
          <p:cNvPicPr preferRelativeResize="0"/>
          <p:nvPr/>
        </p:nvPicPr>
        <p:blipFill rotWithShape="1">
          <a:blip r:embed="rId3">
            <a:alphaModFix/>
          </a:blip>
          <a:srcRect b="0" l="0" r="0" t="0"/>
          <a:stretch/>
        </p:blipFill>
        <p:spPr>
          <a:xfrm>
            <a:off x="228600" y="228600"/>
            <a:ext cx="618534" cy="140576"/>
          </a:xfrm>
          <a:prstGeom prst="rect">
            <a:avLst/>
          </a:prstGeom>
          <a:noFill/>
          <a:ln>
            <a:noFill/>
          </a:ln>
        </p:spPr>
      </p:pic>
      <p:sp>
        <p:nvSpPr>
          <p:cNvPr id="350" name="Google Shape;350;p59"/>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rtl="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51" name="Google Shape;351;p59"/>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rtl="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White">
  <p:cSld name="Secondary Cover - White">
    <p:bg>
      <p:bgPr>
        <a:solidFill>
          <a:schemeClr val="lt1"/>
        </a:solidFill>
      </p:bgPr>
    </p:bg>
    <p:spTree>
      <p:nvGrpSpPr>
        <p:cNvPr id="352" name="Shape 352"/>
        <p:cNvGrpSpPr/>
        <p:nvPr/>
      </p:nvGrpSpPr>
      <p:grpSpPr>
        <a:xfrm>
          <a:off x="0" y="0"/>
          <a:ext cx="0" cy="0"/>
          <a:chOff x="0" y="0"/>
          <a:chExt cx="0" cy="0"/>
        </a:xfrm>
      </p:grpSpPr>
      <p:sp>
        <p:nvSpPr>
          <p:cNvPr id="353" name="Google Shape;353;p60"/>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pic>
        <p:nvPicPr>
          <p:cNvPr id="354" name="Google Shape;354;p60"/>
          <p:cNvPicPr preferRelativeResize="0"/>
          <p:nvPr/>
        </p:nvPicPr>
        <p:blipFill rotWithShape="1">
          <a:blip r:embed="rId2">
            <a:alphaModFix/>
          </a:blip>
          <a:srcRect b="0" l="0" r="0" t="0"/>
          <a:stretch/>
        </p:blipFill>
        <p:spPr>
          <a:xfrm>
            <a:off x="228600" y="228600"/>
            <a:ext cx="618534" cy="140576"/>
          </a:xfrm>
          <a:prstGeom prst="rect">
            <a:avLst/>
          </a:prstGeom>
          <a:noFill/>
          <a:ln>
            <a:noFill/>
          </a:ln>
        </p:spPr>
      </p:pic>
      <p:sp>
        <p:nvSpPr>
          <p:cNvPr id="355" name="Google Shape;355;p60"/>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rtl="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56" name="Google Shape;356;p60"/>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rtl="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357" name="Google Shape;357;p60"/>
          <p:cNvPicPr preferRelativeResize="0"/>
          <p:nvPr/>
        </p:nvPicPr>
        <p:blipFill rotWithShape="1">
          <a:blip r:embed="rId3">
            <a:alphaModFix/>
          </a:blip>
          <a:srcRect b="0" l="0" r="0" t="0"/>
          <a:stretch/>
        </p:blipFill>
        <p:spPr>
          <a:xfrm>
            <a:off x="6413157" y="2629904"/>
            <a:ext cx="2461978" cy="225143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Black">
  <p:cSld name="Secondary Cover - Black">
    <p:bg>
      <p:bgPr>
        <a:solidFill>
          <a:schemeClr val="dk1"/>
        </a:solidFill>
      </p:bgPr>
    </p:bg>
    <p:spTree>
      <p:nvGrpSpPr>
        <p:cNvPr id="358" name="Shape 358"/>
        <p:cNvGrpSpPr/>
        <p:nvPr/>
      </p:nvGrpSpPr>
      <p:grpSpPr>
        <a:xfrm>
          <a:off x="0" y="0"/>
          <a:ext cx="0" cy="0"/>
          <a:chOff x="0" y="0"/>
          <a:chExt cx="0" cy="0"/>
        </a:xfrm>
      </p:grpSpPr>
      <p:sp>
        <p:nvSpPr>
          <p:cNvPr id="359" name="Google Shape;359;p61"/>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6"/>
                </a:solidFill>
                <a:latin typeface="Verizon NHG TX"/>
                <a:ea typeface="Verizon NHG TX"/>
                <a:cs typeface="Verizon NHG TX"/>
                <a:sym typeface="Verizon NHG TX"/>
              </a:rPr>
              <a:t>‹#›</a:t>
            </a:fld>
            <a:endParaRPr b="1" i="0" sz="1000" u="none" cap="none" strike="noStrike">
              <a:solidFill>
                <a:schemeClr val="accent6"/>
              </a:solidFill>
              <a:latin typeface="Verizon NHG TX"/>
              <a:ea typeface="Verizon NHG TX"/>
              <a:cs typeface="Verizon NHG TX"/>
              <a:sym typeface="Verizon NHG TX"/>
            </a:endParaRPr>
          </a:p>
        </p:txBody>
      </p:sp>
      <p:pic>
        <p:nvPicPr>
          <p:cNvPr id="360" name="Google Shape;360;p61"/>
          <p:cNvPicPr preferRelativeResize="0"/>
          <p:nvPr/>
        </p:nvPicPr>
        <p:blipFill rotWithShape="1">
          <a:blip r:embed="rId2">
            <a:alphaModFix/>
          </a:blip>
          <a:srcRect b="0" l="0" r="0" t="0"/>
          <a:stretch/>
        </p:blipFill>
        <p:spPr>
          <a:xfrm>
            <a:off x="228600" y="228600"/>
            <a:ext cx="618534" cy="140576"/>
          </a:xfrm>
          <a:prstGeom prst="rect">
            <a:avLst/>
          </a:prstGeom>
          <a:noFill/>
          <a:ln>
            <a:noFill/>
          </a:ln>
        </p:spPr>
      </p:pic>
      <p:sp>
        <p:nvSpPr>
          <p:cNvPr id="361" name="Google Shape;361;p61"/>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rtl="0" algn="l">
              <a:lnSpc>
                <a:spcPct val="101250"/>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62" name="Google Shape;362;p61"/>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rtl="0" algn="l">
              <a:lnSpc>
                <a:spcPct val="105161"/>
              </a:lnSpc>
              <a:spcBef>
                <a:spcPts val="0"/>
              </a:spcBef>
              <a:spcAft>
                <a:spcPts val="0"/>
              </a:spcAft>
              <a:buClr>
                <a:schemeClr val="lt1"/>
              </a:buClr>
              <a:buSzPts val="2300"/>
              <a:buFont typeface="Verizon NHG TX"/>
              <a:buNone/>
              <a:defRPr b="1" i="0" sz="23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363" name="Google Shape;363;p61"/>
          <p:cNvPicPr preferRelativeResize="0"/>
          <p:nvPr/>
        </p:nvPicPr>
        <p:blipFill rotWithShape="1">
          <a:blip r:embed="rId3">
            <a:alphaModFix/>
          </a:blip>
          <a:srcRect b="0" l="0" r="0" t="0"/>
          <a:stretch/>
        </p:blipFill>
        <p:spPr>
          <a:xfrm>
            <a:off x="6413157" y="2629904"/>
            <a:ext cx="2461978" cy="225143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Stone">
  <p:cSld name="Divider - Stone">
    <p:bg>
      <p:bgPr>
        <a:solidFill>
          <a:srgbClr val="F3EDE0"/>
        </a:solidFill>
      </p:bgPr>
    </p:bg>
    <p:spTree>
      <p:nvGrpSpPr>
        <p:cNvPr id="364" name="Shape 364"/>
        <p:cNvGrpSpPr/>
        <p:nvPr/>
      </p:nvGrpSpPr>
      <p:grpSpPr>
        <a:xfrm>
          <a:off x="0" y="0"/>
          <a:ext cx="0" cy="0"/>
          <a:chOff x="0" y="0"/>
          <a:chExt cx="0" cy="0"/>
        </a:xfrm>
      </p:grpSpPr>
      <p:sp>
        <p:nvSpPr>
          <p:cNvPr id="365" name="Google Shape;365;p62"/>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rtl="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66" name="Google Shape;366;p62"/>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rtl="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67" name="Google Shape;367;p6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368" name="Google Shape;368;p6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pic>
        <p:nvPicPr>
          <p:cNvPr id="369" name="Google Shape;369;p6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White">
  <p:cSld name="Divider - White">
    <p:bg>
      <p:bgPr>
        <a:solidFill>
          <a:schemeClr val="lt1"/>
        </a:solidFill>
      </p:bgPr>
    </p:bg>
    <p:spTree>
      <p:nvGrpSpPr>
        <p:cNvPr id="370" name="Shape 370"/>
        <p:cNvGrpSpPr/>
        <p:nvPr/>
      </p:nvGrpSpPr>
      <p:grpSpPr>
        <a:xfrm>
          <a:off x="0" y="0"/>
          <a:ext cx="0" cy="0"/>
          <a:chOff x="0" y="0"/>
          <a:chExt cx="0" cy="0"/>
        </a:xfrm>
      </p:grpSpPr>
      <p:sp>
        <p:nvSpPr>
          <p:cNvPr id="371" name="Google Shape;371;p6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372" name="Google Shape;372;p6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pic>
        <p:nvPicPr>
          <p:cNvPr id="373" name="Google Shape;373;p6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374" name="Google Shape;374;p63"/>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rtl="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75" name="Google Shape;375;p63"/>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rtl="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Black">
  <p:cSld name="Divider - Black">
    <p:bg>
      <p:bgPr>
        <a:solidFill>
          <a:schemeClr val="dk1"/>
        </a:solidFill>
      </p:bgPr>
    </p:bg>
    <p:spTree>
      <p:nvGrpSpPr>
        <p:cNvPr id="376" name="Shape 376"/>
        <p:cNvGrpSpPr/>
        <p:nvPr/>
      </p:nvGrpSpPr>
      <p:grpSpPr>
        <a:xfrm>
          <a:off x="0" y="0"/>
          <a:ext cx="0" cy="0"/>
          <a:chOff x="0" y="0"/>
          <a:chExt cx="0" cy="0"/>
        </a:xfrm>
      </p:grpSpPr>
      <p:sp>
        <p:nvSpPr>
          <p:cNvPr id="377" name="Google Shape;377;p6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accent6"/>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378" name="Google Shape;378;p6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6"/>
                </a:solidFill>
                <a:latin typeface="Verizon NHG TX"/>
                <a:ea typeface="Verizon NHG TX"/>
                <a:cs typeface="Verizon NHG TX"/>
                <a:sym typeface="Verizon NHG TX"/>
              </a:rPr>
              <a:t>‹#›</a:t>
            </a:fld>
            <a:endParaRPr b="1" i="0" sz="1000" u="none" cap="none" strike="noStrike">
              <a:solidFill>
                <a:schemeClr val="accent6"/>
              </a:solidFill>
              <a:latin typeface="Verizon NHG TX"/>
              <a:ea typeface="Verizon NHG TX"/>
              <a:cs typeface="Verizon NHG TX"/>
              <a:sym typeface="Verizon NHG TX"/>
            </a:endParaRPr>
          </a:p>
        </p:txBody>
      </p:sp>
      <p:pic>
        <p:nvPicPr>
          <p:cNvPr id="379" name="Google Shape;379;p6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380" name="Google Shape;380;p64"/>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rtl="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81" name="Google Shape;381;p64"/>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rtl="0" algn="l">
              <a:lnSpc>
                <a:spcPct val="98125"/>
              </a:lnSpc>
              <a:spcBef>
                <a:spcPts val="0"/>
              </a:spcBef>
              <a:spcAft>
                <a:spcPts val="0"/>
              </a:spcAft>
              <a:buClr>
                <a:schemeClr val="lt1"/>
              </a:buClr>
              <a:buSzPts val="2400"/>
              <a:buFont typeface="Verizon NHG TX"/>
              <a:buNone/>
              <a:defRPr b="1" i="0" sz="24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White">
  <p:cSld name="Large statement or Divider - White">
    <p:bg>
      <p:bgPr>
        <a:solidFill>
          <a:schemeClr val="lt1"/>
        </a:solidFill>
      </p:bgPr>
    </p:bg>
    <p:spTree>
      <p:nvGrpSpPr>
        <p:cNvPr id="382" name="Shape 382"/>
        <p:cNvGrpSpPr/>
        <p:nvPr/>
      </p:nvGrpSpPr>
      <p:grpSpPr>
        <a:xfrm>
          <a:off x="0" y="0"/>
          <a:ext cx="0" cy="0"/>
          <a:chOff x="0" y="0"/>
          <a:chExt cx="0" cy="0"/>
        </a:xfrm>
      </p:grpSpPr>
      <p:sp>
        <p:nvSpPr>
          <p:cNvPr id="383" name="Google Shape;383;p65"/>
          <p:cNvSpPr/>
          <p:nvPr/>
        </p:nvSpPr>
        <p:spPr>
          <a:xfrm>
            <a:off x="260001" y="436221"/>
            <a:ext cx="8621700" cy="3984600"/>
          </a:xfrm>
          <a:prstGeom prst="rect">
            <a:avLst/>
          </a:prstGeom>
          <a:solidFill>
            <a:schemeClr val="accent2"/>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84" name="Google Shape;384;p65"/>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rtl="0" algn="l">
              <a:lnSpc>
                <a:spcPct val="106666"/>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85" name="Google Shape;385;p6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386" name="Google Shape;386;p6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pic>
        <p:nvPicPr>
          <p:cNvPr id="387" name="Google Shape;387;p6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Stone">
  <p:cSld name="Large statement or Divider - Stone">
    <p:bg>
      <p:bgPr>
        <a:solidFill>
          <a:schemeClr val="accent2"/>
        </a:solidFill>
      </p:bgPr>
    </p:bg>
    <p:spTree>
      <p:nvGrpSpPr>
        <p:cNvPr id="388" name="Shape 388"/>
        <p:cNvGrpSpPr/>
        <p:nvPr/>
      </p:nvGrpSpPr>
      <p:grpSpPr>
        <a:xfrm>
          <a:off x="0" y="0"/>
          <a:ext cx="0" cy="0"/>
          <a:chOff x="0" y="0"/>
          <a:chExt cx="0" cy="0"/>
        </a:xfrm>
      </p:grpSpPr>
      <p:sp>
        <p:nvSpPr>
          <p:cNvPr id="389" name="Google Shape;389;p66"/>
          <p:cNvSpPr/>
          <p:nvPr/>
        </p:nvSpPr>
        <p:spPr>
          <a:xfrm>
            <a:off x="260001" y="436221"/>
            <a:ext cx="8621700" cy="3984600"/>
          </a:xfrm>
          <a:prstGeom prst="rect">
            <a:avLst/>
          </a:prstGeom>
          <a:solidFill>
            <a:schemeClr val="lt1"/>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90" name="Google Shape;390;p66"/>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rtl="0" algn="l">
              <a:lnSpc>
                <a:spcPct val="106666"/>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91" name="Google Shape;391;p6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392" name="Google Shape;392;p6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pic>
        <p:nvPicPr>
          <p:cNvPr id="393" name="Google Shape;393;p6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Black">
  <p:cSld name="Large statement or Divider - Black">
    <p:bg>
      <p:bgPr>
        <a:solidFill>
          <a:schemeClr val="lt1"/>
        </a:solidFill>
      </p:bgPr>
    </p:bg>
    <p:spTree>
      <p:nvGrpSpPr>
        <p:cNvPr id="394" name="Shape 394"/>
        <p:cNvGrpSpPr/>
        <p:nvPr/>
      </p:nvGrpSpPr>
      <p:grpSpPr>
        <a:xfrm>
          <a:off x="0" y="0"/>
          <a:ext cx="0" cy="0"/>
          <a:chOff x="0" y="0"/>
          <a:chExt cx="0" cy="0"/>
        </a:xfrm>
      </p:grpSpPr>
      <p:sp>
        <p:nvSpPr>
          <p:cNvPr id="395" name="Google Shape;395;p67"/>
          <p:cNvSpPr/>
          <p:nvPr/>
        </p:nvSpPr>
        <p:spPr>
          <a:xfrm>
            <a:off x="260001" y="436221"/>
            <a:ext cx="8621700" cy="3984600"/>
          </a:xfrm>
          <a:prstGeom prst="rect">
            <a:avLst/>
          </a:prstGeom>
          <a:solidFill>
            <a:schemeClr val="dk1"/>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96" name="Google Shape;396;p67"/>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rtl="0" algn="l">
              <a:lnSpc>
                <a:spcPct val="106666"/>
              </a:lnSpc>
              <a:spcBef>
                <a:spcPts val="0"/>
              </a:spcBef>
              <a:spcAft>
                <a:spcPts val="0"/>
              </a:spcAft>
              <a:buClr>
                <a:schemeClr val="lt1"/>
              </a:buClr>
              <a:buSzPts val="4900"/>
              <a:buFont typeface="Verizon NHG TX"/>
              <a:buNone/>
              <a:defRPr b="1" i="0" sz="49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97" name="Google Shape;397;p6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398" name="Google Shape;398;p6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pic>
        <p:nvPicPr>
          <p:cNvPr id="399" name="Google Shape;399;p6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Copy - Yellow">
  <p:cSld name="Divider w/ Copy - Yellow">
    <p:bg>
      <p:bgPr>
        <a:solidFill>
          <a:srgbClr val="F3EDE0"/>
        </a:solidFill>
      </p:bgPr>
    </p:bg>
    <p:spTree>
      <p:nvGrpSpPr>
        <p:cNvPr id="400" name="Shape 400"/>
        <p:cNvGrpSpPr/>
        <p:nvPr/>
      </p:nvGrpSpPr>
      <p:grpSpPr>
        <a:xfrm>
          <a:off x="0" y="0"/>
          <a:ext cx="0" cy="0"/>
          <a:chOff x="0" y="0"/>
          <a:chExt cx="0" cy="0"/>
        </a:xfrm>
      </p:grpSpPr>
      <p:sp>
        <p:nvSpPr>
          <p:cNvPr id="401" name="Google Shape;401;p68"/>
          <p:cNvSpPr/>
          <p:nvPr/>
        </p:nvSpPr>
        <p:spPr>
          <a:xfrm>
            <a:off x="4567428" y="0"/>
            <a:ext cx="4576500" cy="5143500"/>
          </a:xfrm>
          <a:prstGeom prst="rect">
            <a:avLst/>
          </a:prstGeom>
          <a:solidFill>
            <a:schemeClr val="lt2"/>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02" name="Google Shape;402;p68"/>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rtl="0" algn="l">
              <a:lnSpc>
                <a:spcPct val="105416"/>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03" name="Google Shape;403;p6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404" name="Google Shape;404;p6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pic>
        <p:nvPicPr>
          <p:cNvPr id="405" name="Google Shape;405;p6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06" name="Google Shape;406;p68"/>
          <p:cNvSpPr txBox="1"/>
          <p:nvPr>
            <p:ph idx="2" type="body"/>
          </p:nvPr>
        </p:nvSpPr>
        <p:spPr>
          <a:xfrm>
            <a:off x="5360194" y="2628900"/>
            <a:ext cx="3552600" cy="1483500"/>
          </a:xfrm>
          <a:prstGeom prst="rect">
            <a:avLst/>
          </a:prstGeom>
          <a:noFill/>
          <a:ln>
            <a:noFill/>
          </a:ln>
        </p:spPr>
        <p:txBody>
          <a:bodyPr anchorCtr="0" anchor="t" bIns="0" lIns="0" spcFirstLastPara="1" rIns="0" wrap="square" tIns="0">
            <a:normAutofit/>
          </a:bodyPr>
          <a:lstStyle>
            <a:lvl1pPr indent="-228600" lvl="0" marL="457200" marR="0" rtl="0" algn="l">
              <a:lnSpc>
                <a:spcPct val="98125"/>
              </a:lnSpc>
              <a:spcBef>
                <a:spcPts val="0"/>
              </a:spcBef>
              <a:spcAft>
                <a:spcPts val="0"/>
              </a:spcAft>
              <a:buClr>
                <a:schemeClr val="dk1"/>
              </a:buClr>
              <a:buSzPts val="2400"/>
              <a:buFont typeface="Verizon NHG TX"/>
              <a:buNone/>
              <a:defRPr b="0" i="0" sz="24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Copy - Red">
  <p:cSld name="Divider w/ Copy - Red">
    <p:bg>
      <p:bgPr>
        <a:solidFill>
          <a:srgbClr val="F3EDE0"/>
        </a:solidFill>
      </p:bgPr>
    </p:bg>
    <p:spTree>
      <p:nvGrpSpPr>
        <p:cNvPr id="407" name="Shape 407"/>
        <p:cNvGrpSpPr/>
        <p:nvPr/>
      </p:nvGrpSpPr>
      <p:grpSpPr>
        <a:xfrm>
          <a:off x="0" y="0"/>
          <a:ext cx="0" cy="0"/>
          <a:chOff x="0" y="0"/>
          <a:chExt cx="0" cy="0"/>
        </a:xfrm>
      </p:grpSpPr>
      <p:sp>
        <p:nvSpPr>
          <p:cNvPr id="408" name="Google Shape;408;p69"/>
          <p:cNvSpPr/>
          <p:nvPr/>
        </p:nvSpPr>
        <p:spPr>
          <a:xfrm>
            <a:off x="4567428" y="0"/>
            <a:ext cx="4576500" cy="5143500"/>
          </a:xfrm>
          <a:prstGeom prst="rect">
            <a:avLst/>
          </a:prstGeom>
          <a:solidFill>
            <a:schemeClr val="accent1"/>
          </a:solidFill>
          <a:ln cap="flat" cmpd="sng" w="825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09" name="Google Shape;409;p69"/>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rtl="0" algn="l">
              <a:lnSpc>
                <a:spcPct val="105416"/>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10" name="Google Shape;410;p6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411" name="Google Shape;411;p6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5"/>
                </a:solidFill>
                <a:latin typeface="Verizon NHG TX"/>
                <a:ea typeface="Verizon NHG TX"/>
                <a:cs typeface="Verizon NHG TX"/>
                <a:sym typeface="Verizon NHG TX"/>
              </a:rPr>
              <a:t>‹#›</a:t>
            </a:fld>
            <a:endParaRPr b="1" i="0" sz="1000" u="none" cap="none" strike="noStrike">
              <a:solidFill>
                <a:schemeClr val="accent5"/>
              </a:solidFill>
              <a:latin typeface="Verizon NHG TX"/>
              <a:ea typeface="Verizon NHG TX"/>
              <a:cs typeface="Verizon NHG TX"/>
              <a:sym typeface="Verizon NHG TX"/>
            </a:endParaRPr>
          </a:p>
        </p:txBody>
      </p:sp>
      <p:pic>
        <p:nvPicPr>
          <p:cNvPr id="412" name="Google Shape;412;p6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13" name="Google Shape;413;p69"/>
          <p:cNvSpPr txBox="1"/>
          <p:nvPr>
            <p:ph idx="2" type="body"/>
          </p:nvPr>
        </p:nvSpPr>
        <p:spPr>
          <a:xfrm>
            <a:off x="5360194" y="2628900"/>
            <a:ext cx="3552600" cy="1483500"/>
          </a:xfrm>
          <a:prstGeom prst="rect">
            <a:avLst/>
          </a:prstGeom>
          <a:noFill/>
          <a:ln>
            <a:noFill/>
          </a:ln>
        </p:spPr>
        <p:txBody>
          <a:bodyPr anchorCtr="0" anchor="t" bIns="0" lIns="0" spcFirstLastPara="1" rIns="0" wrap="square" tIns="0">
            <a:normAutofit/>
          </a:bodyPr>
          <a:lstStyle>
            <a:lvl1pPr indent="-228600" lvl="0" marL="457200" marR="0" rtl="0" algn="l">
              <a:lnSpc>
                <a:spcPct val="98125"/>
              </a:lnSpc>
              <a:spcBef>
                <a:spcPts val="0"/>
              </a:spcBef>
              <a:spcAft>
                <a:spcPts val="0"/>
              </a:spcAft>
              <a:buClr>
                <a:schemeClr val="lt1"/>
              </a:buClr>
              <a:buSzPts val="2400"/>
              <a:buFont typeface="Verizon NHG TX"/>
              <a:buNone/>
              <a:defRPr b="0" i="0" sz="24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Image - Stone">
  <p:cSld name="Divider w/ Image - Stone">
    <p:bg>
      <p:bgPr>
        <a:solidFill>
          <a:srgbClr val="F3EDE0"/>
        </a:solidFill>
      </p:bgPr>
    </p:bg>
    <p:spTree>
      <p:nvGrpSpPr>
        <p:cNvPr id="414" name="Shape 414"/>
        <p:cNvGrpSpPr/>
        <p:nvPr/>
      </p:nvGrpSpPr>
      <p:grpSpPr>
        <a:xfrm>
          <a:off x="0" y="0"/>
          <a:ext cx="0" cy="0"/>
          <a:chOff x="0" y="0"/>
          <a:chExt cx="0" cy="0"/>
        </a:xfrm>
      </p:grpSpPr>
      <p:sp>
        <p:nvSpPr>
          <p:cNvPr id="415" name="Google Shape;415;p70"/>
          <p:cNvSpPr/>
          <p:nvPr>
            <p:ph idx="2" type="pic"/>
          </p:nvPr>
        </p:nvSpPr>
        <p:spPr>
          <a:xfrm>
            <a:off x="4510683" y="0"/>
            <a:ext cx="4632600" cy="5143500"/>
          </a:xfrm>
          <a:prstGeom prst="rect">
            <a:avLst/>
          </a:prstGeom>
          <a:solidFill>
            <a:schemeClr val="lt1"/>
          </a:solidFill>
          <a:ln>
            <a:noFill/>
          </a:ln>
        </p:spPr>
      </p:sp>
      <p:sp>
        <p:nvSpPr>
          <p:cNvPr id="416" name="Google Shape;416;p70"/>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rtl="0" algn="l">
              <a:lnSpc>
                <a:spcPct val="105416"/>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17" name="Google Shape;417;p7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pic>
        <p:nvPicPr>
          <p:cNvPr id="418" name="Google Shape;418;p7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Image - Red">
  <p:cSld name="Divider w/ Image - Red">
    <p:bg>
      <p:bgPr>
        <a:solidFill>
          <a:schemeClr val="accent1"/>
        </a:solidFill>
      </p:bgPr>
    </p:bg>
    <p:spTree>
      <p:nvGrpSpPr>
        <p:cNvPr id="419" name="Shape 419"/>
        <p:cNvGrpSpPr/>
        <p:nvPr/>
      </p:nvGrpSpPr>
      <p:grpSpPr>
        <a:xfrm>
          <a:off x="0" y="0"/>
          <a:ext cx="0" cy="0"/>
          <a:chOff x="0" y="0"/>
          <a:chExt cx="0" cy="0"/>
        </a:xfrm>
      </p:grpSpPr>
      <p:sp>
        <p:nvSpPr>
          <p:cNvPr id="420" name="Google Shape;420;p71"/>
          <p:cNvSpPr/>
          <p:nvPr>
            <p:ph idx="2" type="pic"/>
          </p:nvPr>
        </p:nvSpPr>
        <p:spPr>
          <a:xfrm>
            <a:off x="4510683" y="0"/>
            <a:ext cx="4632600" cy="5143500"/>
          </a:xfrm>
          <a:prstGeom prst="rect">
            <a:avLst/>
          </a:prstGeom>
          <a:solidFill>
            <a:schemeClr val="lt1"/>
          </a:solidFill>
          <a:ln>
            <a:noFill/>
          </a:ln>
        </p:spPr>
      </p:sp>
      <p:sp>
        <p:nvSpPr>
          <p:cNvPr id="421" name="Google Shape;421;p71"/>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rtl="0" algn="l">
              <a:lnSpc>
                <a:spcPct val="105416"/>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22" name="Google Shape;422;p7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pic>
        <p:nvPicPr>
          <p:cNvPr id="423" name="Google Shape;423;p71"/>
          <p:cNvPicPr preferRelativeResize="0"/>
          <p:nvPr/>
        </p:nvPicPr>
        <p:blipFill rotWithShape="1">
          <a:blip r:embed="rId2">
            <a:alphaModFix/>
          </a:blip>
          <a:srcRect b="22678" l="0" r="0" t="22673"/>
          <a:stretch/>
        </p:blipFill>
        <p:spPr>
          <a:xfrm>
            <a:off x="124003" y="4745383"/>
            <a:ext cx="847898" cy="189822"/>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 White">
  <p:cSld name="Agenda/TOC - White">
    <p:spTree>
      <p:nvGrpSpPr>
        <p:cNvPr id="424" name="Shape 424"/>
        <p:cNvGrpSpPr/>
        <p:nvPr/>
      </p:nvGrpSpPr>
      <p:grpSpPr>
        <a:xfrm>
          <a:off x="0" y="0"/>
          <a:ext cx="0" cy="0"/>
          <a:chOff x="0" y="0"/>
          <a:chExt cx="0" cy="0"/>
        </a:xfrm>
      </p:grpSpPr>
      <p:sp>
        <p:nvSpPr>
          <p:cNvPr id="425" name="Google Shape;425;p72"/>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rtl="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426" name="Google Shape;426;p7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27" name="Google Shape;427;p7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428" name="Google Shape;428;p7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Alt - White">
  <p:cSld name="Agenda/TOC Alt - White">
    <p:spTree>
      <p:nvGrpSpPr>
        <p:cNvPr id="429" name="Shape 429"/>
        <p:cNvGrpSpPr/>
        <p:nvPr/>
      </p:nvGrpSpPr>
      <p:grpSpPr>
        <a:xfrm>
          <a:off x="0" y="0"/>
          <a:ext cx="0" cy="0"/>
          <a:chOff x="0" y="0"/>
          <a:chExt cx="0" cy="0"/>
        </a:xfrm>
      </p:grpSpPr>
      <p:sp>
        <p:nvSpPr>
          <p:cNvPr id="430" name="Google Shape;430;p73"/>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rtl="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31" name="Google Shape;431;p73"/>
          <p:cNvSpPr txBox="1"/>
          <p:nvPr>
            <p:ph idx="2" type="body"/>
          </p:nvPr>
        </p:nvSpPr>
        <p:spPr>
          <a:xfrm>
            <a:off x="226219" y="1828800"/>
            <a:ext cx="3556800" cy="2286000"/>
          </a:xfrm>
          <a:prstGeom prst="rect">
            <a:avLst/>
          </a:prstGeom>
          <a:noFill/>
          <a:ln>
            <a:noFill/>
          </a:ln>
        </p:spPr>
        <p:txBody>
          <a:bodyPr anchorCtr="0" anchor="t" bIns="0" lIns="0" spcFirstLastPara="1" rIns="0" wrap="square" tIns="0">
            <a:normAutofit/>
          </a:bodyPr>
          <a:lstStyle>
            <a:lvl1pPr indent="-228600" lvl="0" marL="457200" marR="0" rtl="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32" name="Google Shape;432;p73"/>
          <p:cNvSpPr txBox="1"/>
          <p:nvPr>
            <p:ph idx="3" type="body"/>
          </p:nvPr>
        </p:nvSpPr>
        <p:spPr>
          <a:xfrm>
            <a:off x="4626769" y="1828800"/>
            <a:ext cx="3551100" cy="2286000"/>
          </a:xfrm>
          <a:prstGeom prst="rect">
            <a:avLst/>
          </a:prstGeom>
          <a:noFill/>
          <a:ln>
            <a:noFill/>
          </a:ln>
        </p:spPr>
        <p:txBody>
          <a:bodyPr anchorCtr="0" anchor="t" bIns="0" lIns="0" spcFirstLastPara="1" rIns="0" wrap="square" tIns="0">
            <a:normAutofit/>
          </a:bodyPr>
          <a:lstStyle>
            <a:lvl1pPr indent="-228600" lvl="0" marL="457200" marR="0" rtl="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433" name="Google Shape;433;p7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34" name="Google Shape;434;p7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435" name="Google Shape;435;p7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ls/Principles - White">
  <p:cSld name="Ideals/Principles - White">
    <p:bg>
      <p:bgPr>
        <a:solidFill>
          <a:srgbClr val="FFFFFF"/>
        </a:solidFill>
      </p:bgPr>
    </p:bg>
    <p:spTree>
      <p:nvGrpSpPr>
        <p:cNvPr id="436" name="Shape 436"/>
        <p:cNvGrpSpPr/>
        <p:nvPr/>
      </p:nvGrpSpPr>
      <p:grpSpPr>
        <a:xfrm>
          <a:off x="0" y="0"/>
          <a:ext cx="0" cy="0"/>
          <a:chOff x="0" y="0"/>
          <a:chExt cx="0" cy="0"/>
        </a:xfrm>
      </p:grpSpPr>
      <p:sp>
        <p:nvSpPr>
          <p:cNvPr id="437" name="Google Shape;437;p74"/>
          <p:cNvSpPr txBox="1"/>
          <p:nvPr>
            <p:ph idx="1" type="body"/>
          </p:nvPr>
        </p:nvSpPr>
        <p:spPr>
          <a:xfrm>
            <a:off x="226219" y="1828800"/>
            <a:ext cx="5751900" cy="2286000"/>
          </a:xfrm>
          <a:prstGeom prst="rect">
            <a:avLst/>
          </a:prstGeom>
          <a:noFill/>
          <a:ln>
            <a:noFill/>
          </a:ln>
        </p:spPr>
        <p:txBody>
          <a:bodyPr anchorCtr="0" anchor="t" bIns="0" lIns="0" spcFirstLastPara="1" rIns="0" wrap="square" tIns="0">
            <a:normAutofit/>
          </a:bodyPr>
          <a:lstStyle>
            <a:lvl1pPr indent="-228600" lvl="0" marL="457200" marR="0" rtl="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438" name="Google Shape;438;p7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39" name="Google Shape;439;p7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440" name="Google Shape;440;p7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441" name="Google Shape;441;p74"/>
          <p:cNvSpPr txBox="1"/>
          <p:nvPr>
            <p:ph idx="2"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rtl="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2 - White">
  <p:cSld name="Bullet point and optional partner 2 - White">
    <p:bg>
      <p:bgPr>
        <a:solidFill>
          <a:schemeClr val="lt1"/>
        </a:solidFill>
      </p:bgPr>
    </p:bg>
    <p:spTree>
      <p:nvGrpSpPr>
        <p:cNvPr id="442" name="Shape 442"/>
        <p:cNvGrpSpPr/>
        <p:nvPr/>
      </p:nvGrpSpPr>
      <p:grpSpPr>
        <a:xfrm>
          <a:off x="0" y="0"/>
          <a:ext cx="0" cy="0"/>
          <a:chOff x="0" y="0"/>
          <a:chExt cx="0" cy="0"/>
        </a:xfrm>
      </p:grpSpPr>
      <p:sp>
        <p:nvSpPr>
          <p:cNvPr id="443" name="Google Shape;443;p75"/>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444" name="Google Shape;444;p7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45" name="Google Shape;445;p7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446" name="Google Shape;446;p7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447" name="Google Shape;447;p75"/>
          <p:cNvSpPr/>
          <p:nvPr>
            <p:ph idx="2" type="pic"/>
          </p:nvPr>
        </p:nvSpPr>
        <p:spPr>
          <a:xfrm>
            <a:off x="7446169" y="228600"/>
            <a:ext cx="1473600" cy="685800"/>
          </a:xfrm>
          <a:prstGeom prst="rect">
            <a:avLst/>
          </a:prstGeom>
          <a:noFill/>
          <a:ln>
            <a:noFill/>
          </a:ln>
        </p:spPr>
      </p:sp>
      <p:sp>
        <p:nvSpPr>
          <p:cNvPr id="448" name="Google Shape;448;p75"/>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49" name="Google Shape;449;p75"/>
          <p:cNvSpPr txBox="1"/>
          <p:nvPr>
            <p:ph idx="4" type="body"/>
          </p:nvPr>
        </p:nvSpPr>
        <p:spPr>
          <a:xfrm>
            <a:off x="228144" y="1828799"/>
            <a:ext cx="7218000" cy="22836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icture - White">
  <p:cSld name="Three column picture - White">
    <p:bg>
      <p:bgPr>
        <a:solidFill>
          <a:schemeClr val="lt1"/>
        </a:solidFill>
      </p:bgPr>
    </p:bg>
    <p:spTree>
      <p:nvGrpSpPr>
        <p:cNvPr id="450" name="Shape 450"/>
        <p:cNvGrpSpPr/>
        <p:nvPr/>
      </p:nvGrpSpPr>
      <p:grpSpPr>
        <a:xfrm>
          <a:off x="0" y="0"/>
          <a:ext cx="0" cy="0"/>
          <a:chOff x="0" y="0"/>
          <a:chExt cx="0" cy="0"/>
        </a:xfrm>
      </p:grpSpPr>
      <p:sp>
        <p:nvSpPr>
          <p:cNvPr id="451" name="Google Shape;451;p76"/>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452" name="Google Shape;452;p7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53" name="Google Shape;453;p76"/>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54" name="Google Shape;454;p7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455" name="Google Shape;455;p7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456" name="Google Shape;456;p76"/>
          <p:cNvSpPr txBox="1"/>
          <p:nvPr>
            <p:ph idx="3" type="body"/>
          </p:nvPr>
        </p:nvSpPr>
        <p:spPr>
          <a:xfrm>
            <a:off x="228600" y="1031789"/>
            <a:ext cx="2083500" cy="682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0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57" name="Google Shape;457;p76"/>
          <p:cNvSpPr txBox="1"/>
          <p:nvPr>
            <p:ph idx="4" type="body"/>
          </p:nvPr>
        </p:nvSpPr>
        <p:spPr>
          <a:xfrm>
            <a:off x="228600" y="1831889"/>
            <a:ext cx="2083500" cy="2280600"/>
          </a:xfrm>
          <a:prstGeom prst="rect">
            <a:avLst/>
          </a:prstGeom>
          <a:noFill/>
          <a:ln>
            <a:noFill/>
          </a:ln>
        </p:spPr>
        <p:txBody>
          <a:bodyPr anchorCtr="0" anchor="t" bIns="0" lIns="0" spcFirstLastPara="1" rIns="0" wrap="square" tIns="0">
            <a:normAutofit/>
          </a:bodyPr>
          <a:lstStyle>
            <a:lvl1pPr indent="-285750" lvl="0" marL="457200" marR="0" rtl="0" algn="l">
              <a:lnSpc>
                <a:spcPct val="100000"/>
              </a:lnSpc>
              <a:spcBef>
                <a:spcPts val="0"/>
              </a:spcBef>
              <a:spcAft>
                <a:spcPts val="0"/>
              </a:spcAft>
              <a:buClr>
                <a:schemeClr val="accent5"/>
              </a:buClr>
              <a:buSzPts val="900"/>
              <a:buFont typeface="Verizon NHG TX"/>
              <a:buChar char="•"/>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58" name="Google Shape;458;p76"/>
          <p:cNvSpPr txBox="1"/>
          <p:nvPr>
            <p:ph idx="5" type="body"/>
          </p:nvPr>
        </p:nvSpPr>
        <p:spPr>
          <a:xfrm>
            <a:off x="2427684" y="3429000"/>
            <a:ext cx="2083500" cy="915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0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59" name="Google Shape;459;p76"/>
          <p:cNvSpPr txBox="1"/>
          <p:nvPr>
            <p:ph idx="6" type="body"/>
          </p:nvPr>
        </p:nvSpPr>
        <p:spPr>
          <a:xfrm>
            <a:off x="2427684" y="3600450"/>
            <a:ext cx="2083500" cy="218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0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60" name="Google Shape;460;p76"/>
          <p:cNvSpPr txBox="1"/>
          <p:nvPr>
            <p:ph idx="7" type="body"/>
          </p:nvPr>
        </p:nvSpPr>
        <p:spPr>
          <a:xfrm>
            <a:off x="2427684" y="3893672"/>
            <a:ext cx="2083500" cy="218700"/>
          </a:xfrm>
          <a:prstGeom prst="rect">
            <a:avLst/>
          </a:prstGeom>
          <a:noFill/>
          <a:ln>
            <a:noFill/>
          </a:ln>
        </p:spPr>
        <p:txBody>
          <a:bodyPr anchorCtr="0" anchor="t" bIns="0" lIns="0" spcFirstLastPara="1" rIns="0" wrap="square" tIns="0">
            <a:normAutofit/>
          </a:bodyPr>
          <a:lstStyle>
            <a:lvl1pPr indent="-266700" lvl="0" marL="457200" marR="0" rtl="0" algn="l">
              <a:lnSpc>
                <a:spcPct val="100000"/>
              </a:lnSpc>
              <a:spcBef>
                <a:spcPts val="0"/>
              </a:spcBef>
              <a:spcAft>
                <a:spcPts val="0"/>
              </a:spcAft>
              <a:buClr>
                <a:schemeClr val="accent5"/>
              </a:buClr>
              <a:buSzPts val="600"/>
              <a:buFont typeface="Verizon NHG TX"/>
              <a:buChar char="•"/>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61" name="Google Shape;461;p76"/>
          <p:cNvSpPr txBox="1"/>
          <p:nvPr>
            <p:ph idx="8" type="body"/>
          </p:nvPr>
        </p:nvSpPr>
        <p:spPr>
          <a:xfrm>
            <a:off x="4629150" y="3429000"/>
            <a:ext cx="2083500" cy="915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0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62" name="Google Shape;462;p76"/>
          <p:cNvSpPr txBox="1"/>
          <p:nvPr>
            <p:ph idx="9" type="body"/>
          </p:nvPr>
        </p:nvSpPr>
        <p:spPr>
          <a:xfrm>
            <a:off x="4629150" y="3600450"/>
            <a:ext cx="2083500" cy="218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0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63" name="Google Shape;463;p76"/>
          <p:cNvSpPr txBox="1"/>
          <p:nvPr>
            <p:ph idx="13" type="body"/>
          </p:nvPr>
        </p:nvSpPr>
        <p:spPr>
          <a:xfrm>
            <a:off x="4629150" y="3893672"/>
            <a:ext cx="2083500" cy="218700"/>
          </a:xfrm>
          <a:prstGeom prst="rect">
            <a:avLst/>
          </a:prstGeom>
          <a:noFill/>
          <a:ln>
            <a:noFill/>
          </a:ln>
        </p:spPr>
        <p:txBody>
          <a:bodyPr anchorCtr="0" anchor="t" bIns="0" lIns="0" spcFirstLastPara="1" rIns="0" wrap="square" tIns="0">
            <a:normAutofit/>
          </a:bodyPr>
          <a:lstStyle>
            <a:lvl1pPr indent="-266700" lvl="0" marL="457200" marR="0" rtl="0" algn="l">
              <a:lnSpc>
                <a:spcPct val="100000"/>
              </a:lnSpc>
              <a:spcBef>
                <a:spcPts val="0"/>
              </a:spcBef>
              <a:spcAft>
                <a:spcPts val="0"/>
              </a:spcAft>
              <a:buClr>
                <a:schemeClr val="accent5"/>
              </a:buClr>
              <a:buSzPts val="600"/>
              <a:buFont typeface="Verizon NHG TX"/>
              <a:buChar char="•"/>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64" name="Google Shape;464;p76"/>
          <p:cNvSpPr txBox="1"/>
          <p:nvPr>
            <p:ph idx="14" type="body"/>
          </p:nvPr>
        </p:nvSpPr>
        <p:spPr>
          <a:xfrm>
            <a:off x="6829424" y="3429000"/>
            <a:ext cx="2083500" cy="915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0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65" name="Google Shape;465;p76"/>
          <p:cNvSpPr txBox="1"/>
          <p:nvPr>
            <p:ph idx="15" type="body"/>
          </p:nvPr>
        </p:nvSpPr>
        <p:spPr>
          <a:xfrm>
            <a:off x="6829424" y="3600450"/>
            <a:ext cx="2083500" cy="218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0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66" name="Google Shape;466;p76"/>
          <p:cNvSpPr txBox="1"/>
          <p:nvPr>
            <p:ph idx="16" type="body"/>
          </p:nvPr>
        </p:nvSpPr>
        <p:spPr>
          <a:xfrm>
            <a:off x="6829424" y="3893672"/>
            <a:ext cx="2083500" cy="218700"/>
          </a:xfrm>
          <a:prstGeom prst="rect">
            <a:avLst/>
          </a:prstGeom>
          <a:noFill/>
          <a:ln>
            <a:noFill/>
          </a:ln>
        </p:spPr>
        <p:txBody>
          <a:bodyPr anchorCtr="0" anchor="t" bIns="0" lIns="0" spcFirstLastPara="1" rIns="0" wrap="square" tIns="0">
            <a:normAutofit/>
          </a:bodyPr>
          <a:lstStyle>
            <a:lvl1pPr indent="-266700" lvl="0" marL="457200" marR="0" rtl="0" algn="l">
              <a:lnSpc>
                <a:spcPct val="100000"/>
              </a:lnSpc>
              <a:spcBef>
                <a:spcPts val="0"/>
              </a:spcBef>
              <a:spcAft>
                <a:spcPts val="0"/>
              </a:spcAft>
              <a:buClr>
                <a:schemeClr val="accent5"/>
              </a:buClr>
              <a:buSzPts val="600"/>
              <a:buFont typeface="Verizon NHG TX"/>
              <a:buChar char="•"/>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67" name="Google Shape;467;p76"/>
          <p:cNvSpPr/>
          <p:nvPr>
            <p:ph idx="17" type="pic"/>
          </p:nvPr>
        </p:nvSpPr>
        <p:spPr>
          <a:xfrm rot="-5400000">
            <a:off x="2327046" y="1128170"/>
            <a:ext cx="2283600" cy="2084700"/>
          </a:xfrm>
          <a:prstGeom prst="round2SameRect">
            <a:avLst>
              <a:gd fmla="val 0" name="adj1"/>
              <a:gd fmla="val 0" name="adj2"/>
            </a:avLst>
          </a:prstGeom>
          <a:solidFill>
            <a:schemeClr val="accent2"/>
          </a:solidFill>
          <a:ln>
            <a:noFill/>
          </a:ln>
        </p:spPr>
      </p:sp>
      <p:sp>
        <p:nvSpPr>
          <p:cNvPr id="468" name="Google Shape;468;p76"/>
          <p:cNvSpPr txBox="1"/>
          <p:nvPr/>
        </p:nvSpPr>
        <p:spPr>
          <a:xfrm>
            <a:off x="2426480"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b="0" i="0" sz="1000" u="none" cap="none" strike="noStrike">
              <a:solidFill>
                <a:srgbClr val="000000"/>
              </a:solidFill>
              <a:latin typeface="Verizon NHG TX"/>
              <a:ea typeface="Verizon NHG TX"/>
              <a:cs typeface="Verizon NHG TX"/>
              <a:sym typeface="Verizon NHG TX"/>
            </a:endParaRPr>
          </a:p>
        </p:txBody>
      </p:sp>
      <p:sp>
        <p:nvSpPr>
          <p:cNvPr id="469" name="Google Shape;469;p76"/>
          <p:cNvSpPr/>
          <p:nvPr>
            <p:ph idx="18" type="pic"/>
          </p:nvPr>
        </p:nvSpPr>
        <p:spPr>
          <a:xfrm rot="-5400000">
            <a:off x="4529700" y="1128170"/>
            <a:ext cx="2283600" cy="2084700"/>
          </a:xfrm>
          <a:prstGeom prst="round2SameRect">
            <a:avLst>
              <a:gd fmla="val 0" name="adj1"/>
              <a:gd fmla="val 0" name="adj2"/>
            </a:avLst>
          </a:prstGeom>
          <a:solidFill>
            <a:schemeClr val="accent2"/>
          </a:solidFill>
          <a:ln>
            <a:noFill/>
          </a:ln>
        </p:spPr>
      </p:sp>
      <p:sp>
        <p:nvSpPr>
          <p:cNvPr id="470" name="Google Shape;470;p76"/>
          <p:cNvSpPr txBox="1"/>
          <p:nvPr/>
        </p:nvSpPr>
        <p:spPr>
          <a:xfrm>
            <a:off x="4629136"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b="0" i="0" sz="1000" u="none" cap="none" strike="noStrike">
              <a:solidFill>
                <a:srgbClr val="000000"/>
              </a:solidFill>
              <a:latin typeface="Verizon NHG TX"/>
              <a:ea typeface="Verizon NHG TX"/>
              <a:cs typeface="Verizon NHG TX"/>
              <a:sym typeface="Verizon NHG TX"/>
            </a:endParaRPr>
          </a:p>
        </p:txBody>
      </p:sp>
      <p:sp>
        <p:nvSpPr>
          <p:cNvPr id="471" name="Google Shape;471;p76"/>
          <p:cNvSpPr/>
          <p:nvPr>
            <p:ph idx="19" type="pic"/>
          </p:nvPr>
        </p:nvSpPr>
        <p:spPr>
          <a:xfrm rot="-5400000">
            <a:off x="6727594" y="1128170"/>
            <a:ext cx="2283600" cy="2084700"/>
          </a:xfrm>
          <a:prstGeom prst="round2SameRect">
            <a:avLst>
              <a:gd fmla="val 0" name="adj1"/>
              <a:gd fmla="val 0" name="adj2"/>
            </a:avLst>
          </a:prstGeom>
          <a:solidFill>
            <a:schemeClr val="accent2"/>
          </a:solidFill>
          <a:ln>
            <a:noFill/>
          </a:ln>
        </p:spPr>
      </p:sp>
      <p:sp>
        <p:nvSpPr>
          <p:cNvPr id="472" name="Google Shape;472;p76"/>
          <p:cNvSpPr txBox="1"/>
          <p:nvPr/>
        </p:nvSpPr>
        <p:spPr>
          <a:xfrm>
            <a:off x="6827030"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b="0" i="0" sz="10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ight picture - White">
  <p:cSld name="Text and right picture - White">
    <p:bg>
      <p:bgPr>
        <a:solidFill>
          <a:schemeClr val="lt1"/>
        </a:solidFill>
      </p:bgPr>
    </p:bg>
    <p:spTree>
      <p:nvGrpSpPr>
        <p:cNvPr id="473" name="Shape 473"/>
        <p:cNvGrpSpPr/>
        <p:nvPr/>
      </p:nvGrpSpPr>
      <p:grpSpPr>
        <a:xfrm>
          <a:off x="0" y="0"/>
          <a:ext cx="0" cy="0"/>
          <a:chOff x="0" y="0"/>
          <a:chExt cx="0" cy="0"/>
        </a:xfrm>
      </p:grpSpPr>
      <p:sp>
        <p:nvSpPr>
          <p:cNvPr id="474" name="Google Shape;474;p77"/>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475" name="Google Shape;475;p7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76" name="Google Shape;476;p77"/>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77" name="Google Shape;477;p7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478" name="Google Shape;478;p7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479" name="Google Shape;479;p77"/>
          <p:cNvSpPr/>
          <p:nvPr>
            <p:ph idx="3" type="pic"/>
          </p:nvPr>
        </p:nvSpPr>
        <p:spPr>
          <a:xfrm>
            <a:off x="4626769" y="1028699"/>
            <a:ext cx="4286400" cy="3083700"/>
          </a:xfrm>
          <a:prstGeom prst="rect">
            <a:avLst/>
          </a:prstGeom>
          <a:solidFill>
            <a:schemeClr val="accent2"/>
          </a:solidFill>
          <a:ln cap="flat" cmpd="sng" w="76200">
            <a:solidFill>
              <a:schemeClr val="accent3"/>
            </a:solidFill>
            <a:prstDash val="solid"/>
            <a:round/>
            <a:headEnd len="sm" w="sm" type="none"/>
            <a:tailEnd len="sm" w="sm" type="none"/>
          </a:ln>
        </p:spPr>
      </p:sp>
      <p:sp>
        <p:nvSpPr>
          <p:cNvPr id="480" name="Google Shape;480;p77"/>
          <p:cNvSpPr txBox="1"/>
          <p:nvPr>
            <p:ph idx="4" type="body"/>
          </p:nvPr>
        </p:nvSpPr>
        <p:spPr>
          <a:xfrm>
            <a:off x="4630339" y="4229100"/>
            <a:ext cx="4282500" cy="207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81" name="Google Shape;481;p77"/>
          <p:cNvSpPr txBox="1"/>
          <p:nvPr>
            <p:ph idx="5" type="body"/>
          </p:nvPr>
        </p:nvSpPr>
        <p:spPr>
          <a:xfrm>
            <a:off x="228145" y="1028700"/>
            <a:ext cx="28173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ight picture 1/2 - Stone">
  <p:cSld name="Text and right picture 1/2 - Stone">
    <p:bg>
      <p:bgPr>
        <a:solidFill>
          <a:schemeClr val="lt1"/>
        </a:solidFill>
      </p:bgPr>
    </p:bg>
    <p:spTree>
      <p:nvGrpSpPr>
        <p:cNvPr id="482" name="Shape 482"/>
        <p:cNvGrpSpPr/>
        <p:nvPr/>
      </p:nvGrpSpPr>
      <p:grpSpPr>
        <a:xfrm>
          <a:off x="0" y="0"/>
          <a:ext cx="0" cy="0"/>
          <a:chOff x="0" y="0"/>
          <a:chExt cx="0" cy="0"/>
        </a:xfrm>
      </p:grpSpPr>
      <p:sp>
        <p:nvSpPr>
          <p:cNvPr id="483" name="Google Shape;483;p78"/>
          <p:cNvSpPr/>
          <p:nvPr/>
        </p:nvSpPr>
        <p:spPr>
          <a:xfrm>
            <a:off x="-1" y="2578298"/>
            <a:ext cx="9144000" cy="25653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84" name="Google Shape;484;p78"/>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485" name="Google Shape;485;p7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86" name="Google Shape;486;p78"/>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87" name="Google Shape;487;p7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488" name="Google Shape;488;p7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489" name="Google Shape;489;p78"/>
          <p:cNvSpPr/>
          <p:nvPr>
            <p:ph idx="3" type="pic"/>
          </p:nvPr>
        </p:nvSpPr>
        <p:spPr>
          <a:xfrm>
            <a:off x="4626769" y="1028699"/>
            <a:ext cx="4286400" cy="3083700"/>
          </a:xfrm>
          <a:prstGeom prst="rect">
            <a:avLst/>
          </a:prstGeom>
          <a:solidFill>
            <a:schemeClr val="dk1"/>
          </a:solidFill>
          <a:ln>
            <a:noFill/>
          </a:ln>
        </p:spPr>
      </p:sp>
      <p:sp>
        <p:nvSpPr>
          <p:cNvPr id="490" name="Google Shape;490;p78"/>
          <p:cNvSpPr txBox="1"/>
          <p:nvPr>
            <p:ph idx="4" type="body"/>
          </p:nvPr>
        </p:nvSpPr>
        <p:spPr>
          <a:xfrm>
            <a:off x="4630339" y="4229100"/>
            <a:ext cx="4282500" cy="207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91" name="Google Shape;491;p78"/>
          <p:cNvSpPr txBox="1"/>
          <p:nvPr>
            <p:ph idx="5" type="body"/>
          </p:nvPr>
        </p:nvSpPr>
        <p:spPr>
          <a:xfrm>
            <a:off x="228145" y="1028701"/>
            <a:ext cx="2817300" cy="14859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92" name="Google Shape;492;p78"/>
          <p:cNvSpPr txBox="1"/>
          <p:nvPr>
            <p:ph idx="6" type="body"/>
          </p:nvPr>
        </p:nvSpPr>
        <p:spPr>
          <a:xfrm>
            <a:off x="228145" y="2857500"/>
            <a:ext cx="2817300" cy="14859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 list - White">
  <p:cSld name="Objective list - White">
    <p:bg>
      <p:bgPr>
        <a:solidFill>
          <a:schemeClr val="lt1"/>
        </a:solidFill>
      </p:bgPr>
    </p:bg>
    <p:spTree>
      <p:nvGrpSpPr>
        <p:cNvPr id="493" name="Shape 493"/>
        <p:cNvGrpSpPr/>
        <p:nvPr/>
      </p:nvGrpSpPr>
      <p:grpSpPr>
        <a:xfrm>
          <a:off x="0" y="0"/>
          <a:ext cx="0" cy="0"/>
          <a:chOff x="0" y="0"/>
          <a:chExt cx="0" cy="0"/>
        </a:xfrm>
      </p:grpSpPr>
      <p:sp>
        <p:nvSpPr>
          <p:cNvPr id="494" name="Google Shape;494;p7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495" name="Google Shape;495;p7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96" name="Google Shape;496;p7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97" name="Google Shape;497;p7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498" name="Google Shape;498;p7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piece information - White">
  <p:cSld name="Six-piece information - White">
    <p:bg>
      <p:bgPr>
        <a:solidFill>
          <a:schemeClr val="lt1"/>
        </a:solidFill>
      </p:bgPr>
    </p:bg>
    <p:spTree>
      <p:nvGrpSpPr>
        <p:cNvPr id="499" name="Shape 499"/>
        <p:cNvGrpSpPr/>
        <p:nvPr/>
      </p:nvGrpSpPr>
      <p:grpSpPr>
        <a:xfrm>
          <a:off x="0" y="0"/>
          <a:ext cx="0" cy="0"/>
          <a:chOff x="0" y="0"/>
          <a:chExt cx="0" cy="0"/>
        </a:xfrm>
      </p:grpSpPr>
      <p:sp>
        <p:nvSpPr>
          <p:cNvPr id="500" name="Google Shape;500;p80"/>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501" name="Google Shape;501;p8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02" name="Google Shape;502;p80"/>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03" name="Google Shape;503;p8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504" name="Google Shape;504;p8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505" name="Google Shape;505;p80"/>
          <p:cNvSpPr txBox="1"/>
          <p:nvPr>
            <p:ph idx="3" type="body"/>
          </p:nvPr>
        </p:nvSpPr>
        <p:spPr>
          <a:xfrm>
            <a:off x="228600" y="1487882"/>
            <a:ext cx="2576400" cy="1026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06" name="Google Shape;506;p80"/>
          <p:cNvSpPr txBox="1"/>
          <p:nvPr>
            <p:ph idx="4" type="body"/>
          </p:nvPr>
        </p:nvSpPr>
        <p:spPr>
          <a:xfrm>
            <a:off x="228600" y="1253445"/>
            <a:ext cx="2576400" cy="207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07" name="Google Shape;507;p80"/>
          <p:cNvSpPr txBox="1"/>
          <p:nvPr>
            <p:ph idx="5" type="body"/>
          </p:nvPr>
        </p:nvSpPr>
        <p:spPr>
          <a:xfrm>
            <a:off x="3174167" y="1487882"/>
            <a:ext cx="2576400" cy="1026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08" name="Google Shape;508;p80"/>
          <p:cNvSpPr txBox="1"/>
          <p:nvPr>
            <p:ph idx="6" type="body"/>
          </p:nvPr>
        </p:nvSpPr>
        <p:spPr>
          <a:xfrm>
            <a:off x="3174167" y="1253445"/>
            <a:ext cx="2576400" cy="207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09" name="Google Shape;509;p80"/>
          <p:cNvSpPr txBox="1"/>
          <p:nvPr>
            <p:ph idx="7" type="body"/>
          </p:nvPr>
        </p:nvSpPr>
        <p:spPr>
          <a:xfrm>
            <a:off x="6119735" y="1487882"/>
            <a:ext cx="2576400" cy="1026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10" name="Google Shape;510;p80"/>
          <p:cNvSpPr txBox="1"/>
          <p:nvPr>
            <p:ph idx="8" type="body"/>
          </p:nvPr>
        </p:nvSpPr>
        <p:spPr>
          <a:xfrm>
            <a:off x="6119735" y="1253445"/>
            <a:ext cx="2576400" cy="207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11" name="Google Shape;511;p80"/>
          <p:cNvSpPr txBox="1"/>
          <p:nvPr>
            <p:ph idx="9" type="body"/>
          </p:nvPr>
        </p:nvSpPr>
        <p:spPr>
          <a:xfrm>
            <a:off x="228600" y="3095578"/>
            <a:ext cx="2576400" cy="1016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12" name="Google Shape;512;p80"/>
          <p:cNvSpPr txBox="1"/>
          <p:nvPr>
            <p:ph idx="13" type="body"/>
          </p:nvPr>
        </p:nvSpPr>
        <p:spPr>
          <a:xfrm>
            <a:off x="228600" y="2861141"/>
            <a:ext cx="2576400" cy="207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13" name="Google Shape;513;p80"/>
          <p:cNvSpPr txBox="1"/>
          <p:nvPr>
            <p:ph idx="14" type="body"/>
          </p:nvPr>
        </p:nvSpPr>
        <p:spPr>
          <a:xfrm>
            <a:off x="3174167" y="3095578"/>
            <a:ext cx="2576400" cy="1016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14" name="Google Shape;514;p80"/>
          <p:cNvSpPr txBox="1"/>
          <p:nvPr>
            <p:ph idx="15" type="body"/>
          </p:nvPr>
        </p:nvSpPr>
        <p:spPr>
          <a:xfrm>
            <a:off x="3174167" y="2861141"/>
            <a:ext cx="2576400" cy="207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15" name="Google Shape;515;p80"/>
          <p:cNvSpPr txBox="1"/>
          <p:nvPr>
            <p:ph idx="16" type="body"/>
          </p:nvPr>
        </p:nvSpPr>
        <p:spPr>
          <a:xfrm>
            <a:off x="6119735" y="3095578"/>
            <a:ext cx="2576400" cy="1016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16" name="Google Shape;516;p80"/>
          <p:cNvSpPr txBox="1"/>
          <p:nvPr>
            <p:ph idx="17" type="body"/>
          </p:nvPr>
        </p:nvSpPr>
        <p:spPr>
          <a:xfrm>
            <a:off x="6119735" y="2861141"/>
            <a:ext cx="2576400" cy="207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image - Stone">
  <p:cSld name="Six-image - Stone">
    <p:bg>
      <p:bgPr>
        <a:solidFill>
          <a:schemeClr val="lt2"/>
        </a:solidFill>
      </p:bgPr>
    </p:bg>
    <p:spTree>
      <p:nvGrpSpPr>
        <p:cNvPr id="517" name="Shape 517"/>
        <p:cNvGrpSpPr/>
        <p:nvPr/>
      </p:nvGrpSpPr>
      <p:grpSpPr>
        <a:xfrm>
          <a:off x="0" y="0"/>
          <a:ext cx="0" cy="0"/>
          <a:chOff x="0" y="0"/>
          <a:chExt cx="0" cy="0"/>
        </a:xfrm>
      </p:grpSpPr>
      <p:sp>
        <p:nvSpPr>
          <p:cNvPr id="518" name="Google Shape;518;p81"/>
          <p:cNvSpPr/>
          <p:nvPr/>
        </p:nvSpPr>
        <p:spPr>
          <a:xfrm>
            <a:off x="2005781" y="0"/>
            <a:ext cx="7138200" cy="51435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519" name="Google Shape;519;p81"/>
          <p:cNvSpPr txBox="1"/>
          <p:nvPr>
            <p:ph idx="1" type="body"/>
          </p:nvPr>
        </p:nvSpPr>
        <p:spPr>
          <a:xfrm>
            <a:off x="228601" y="359209"/>
            <a:ext cx="1352400" cy="1054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20" name="Google Shape;520;p81"/>
          <p:cNvSpPr txBox="1"/>
          <p:nvPr>
            <p:ph idx="2" type="body"/>
          </p:nvPr>
        </p:nvSpPr>
        <p:spPr>
          <a:xfrm>
            <a:off x="228601" y="228600"/>
            <a:ext cx="1352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21" name="Google Shape;521;p81"/>
          <p:cNvSpPr txBox="1"/>
          <p:nvPr>
            <p:ph idx="3" type="body"/>
          </p:nvPr>
        </p:nvSpPr>
        <p:spPr>
          <a:xfrm>
            <a:off x="228601" y="1714500"/>
            <a:ext cx="1352400" cy="25239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22" name="Google Shape;522;p81"/>
          <p:cNvSpPr/>
          <p:nvPr>
            <p:ph idx="4" type="pic"/>
          </p:nvPr>
        </p:nvSpPr>
        <p:spPr>
          <a:xfrm>
            <a:off x="2005781" y="0"/>
            <a:ext cx="2374500" cy="2571900"/>
          </a:xfrm>
          <a:prstGeom prst="rect">
            <a:avLst/>
          </a:prstGeom>
          <a:solidFill>
            <a:schemeClr val="lt1"/>
          </a:solidFill>
          <a:ln>
            <a:noFill/>
          </a:ln>
        </p:spPr>
      </p:sp>
      <p:sp>
        <p:nvSpPr>
          <p:cNvPr id="523" name="Google Shape;523;p81"/>
          <p:cNvSpPr/>
          <p:nvPr>
            <p:ph idx="5" type="pic"/>
          </p:nvPr>
        </p:nvSpPr>
        <p:spPr>
          <a:xfrm>
            <a:off x="6769510" y="0"/>
            <a:ext cx="2374500" cy="2571900"/>
          </a:xfrm>
          <a:prstGeom prst="rect">
            <a:avLst/>
          </a:prstGeom>
          <a:solidFill>
            <a:schemeClr val="lt1"/>
          </a:solidFill>
          <a:ln>
            <a:noFill/>
          </a:ln>
        </p:spPr>
      </p:sp>
      <p:sp>
        <p:nvSpPr>
          <p:cNvPr id="524" name="Google Shape;524;p81"/>
          <p:cNvSpPr/>
          <p:nvPr>
            <p:ph idx="6" type="pic"/>
          </p:nvPr>
        </p:nvSpPr>
        <p:spPr>
          <a:xfrm>
            <a:off x="4387645" y="2571750"/>
            <a:ext cx="2374500" cy="2571900"/>
          </a:xfrm>
          <a:prstGeom prst="rect">
            <a:avLst/>
          </a:prstGeom>
          <a:solidFill>
            <a:schemeClr val="lt1"/>
          </a:solidFill>
          <a:ln>
            <a:noFill/>
          </a:ln>
        </p:spPr>
      </p:sp>
      <p:sp>
        <p:nvSpPr>
          <p:cNvPr id="525" name="Google Shape;525;p81"/>
          <p:cNvSpPr txBox="1"/>
          <p:nvPr>
            <p:ph idx="7" type="body"/>
          </p:nvPr>
        </p:nvSpPr>
        <p:spPr>
          <a:xfrm>
            <a:off x="2089491" y="112739"/>
            <a:ext cx="1689600" cy="801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26" name="Google Shape;526;p81"/>
          <p:cNvSpPr txBox="1"/>
          <p:nvPr>
            <p:ph idx="8" type="body"/>
          </p:nvPr>
        </p:nvSpPr>
        <p:spPr>
          <a:xfrm>
            <a:off x="6860594" y="112739"/>
            <a:ext cx="2052600" cy="801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27" name="Google Shape;527;p81"/>
          <p:cNvSpPr txBox="1"/>
          <p:nvPr>
            <p:ph idx="9" type="body"/>
          </p:nvPr>
        </p:nvSpPr>
        <p:spPr>
          <a:xfrm>
            <a:off x="4486103" y="2676215"/>
            <a:ext cx="2227800" cy="6360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28" name="Google Shape;528;p8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dk1"/>
                </a:solidFill>
                <a:latin typeface="Verizon NHG TX"/>
                <a:ea typeface="Verizon NHG TX"/>
                <a:cs typeface="Verizon NHG TX"/>
                <a:sym typeface="Verizon NHG TX"/>
              </a:rPr>
              <a:t>‹#›</a:t>
            </a:fld>
            <a:endParaRPr b="1" i="0" sz="1000" u="none" cap="none" strike="noStrike">
              <a:solidFill>
                <a:schemeClr val="dk1"/>
              </a:solidFill>
              <a:latin typeface="Verizon NHG TX"/>
              <a:ea typeface="Verizon NHG TX"/>
              <a:cs typeface="Verizon NHG TX"/>
              <a:sym typeface="Verizon NHG TX"/>
            </a:endParaRPr>
          </a:p>
        </p:txBody>
      </p:sp>
      <p:pic>
        <p:nvPicPr>
          <p:cNvPr id="529" name="Google Shape;529;p8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image - White">
  <p:cSld name="Six-image - White">
    <p:bg>
      <p:bgPr>
        <a:solidFill>
          <a:schemeClr val="lt1"/>
        </a:solidFill>
      </p:bgPr>
    </p:bg>
    <p:spTree>
      <p:nvGrpSpPr>
        <p:cNvPr id="530" name="Shape 530"/>
        <p:cNvGrpSpPr/>
        <p:nvPr/>
      </p:nvGrpSpPr>
      <p:grpSpPr>
        <a:xfrm>
          <a:off x="0" y="0"/>
          <a:ext cx="0" cy="0"/>
          <a:chOff x="0" y="0"/>
          <a:chExt cx="0" cy="0"/>
        </a:xfrm>
      </p:grpSpPr>
      <p:sp>
        <p:nvSpPr>
          <p:cNvPr id="531" name="Google Shape;531;p82"/>
          <p:cNvSpPr/>
          <p:nvPr/>
        </p:nvSpPr>
        <p:spPr>
          <a:xfrm>
            <a:off x="2005781" y="0"/>
            <a:ext cx="7138200" cy="5143500"/>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532" name="Google Shape;532;p8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dk1"/>
                </a:solidFill>
                <a:latin typeface="Verizon NHG TX"/>
                <a:ea typeface="Verizon NHG TX"/>
                <a:cs typeface="Verizon NHG TX"/>
                <a:sym typeface="Verizon NHG TX"/>
              </a:rPr>
              <a:t>‹#›</a:t>
            </a:fld>
            <a:endParaRPr b="1" i="0" sz="1000" u="none" cap="none" strike="noStrike">
              <a:solidFill>
                <a:schemeClr val="dk1"/>
              </a:solidFill>
              <a:latin typeface="Verizon NHG TX"/>
              <a:ea typeface="Verizon NHG TX"/>
              <a:cs typeface="Verizon NHG TX"/>
              <a:sym typeface="Verizon NHG TX"/>
            </a:endParaRPr>
          </a:p>
        </p:txBody>
      </p:sp>
      <p:pic>
        <p:nvPicPr>
          <p:cNvPr id="533" name="Google Shape;533;p8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34" name="Google Shape;534;p82"/>
          <p:cNvSpPr txBox="1"/>
          <p:nvPr>
            <p:ph idx="1" type="body"/>
          </p:nvPr>
        </p:nvSpPr>
        <p:spPr>
          <a:xfrm>
            <a:off x="228601" y="359209"/>
            <a:ext cx="1352400" cy="1054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35" name="Google Shape;535;p82"/>
          <p:cNvSpPr txBox="1"/>
          <p:nvPr>
            <p:ph idx="2" type="body"/>
          </p:nvPr>
        </p:nvSpPr>
        <p:spPr>
          <a:xfrm>
            <a:off x="228601" y="228600"/>
            <a:ext cx="1352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36" name="Google Shape;536;p82"/>
          <p:cNvSpPr txBox="1"/>
          <p:nvPr>
            <p:ph idx="3" type="body"/>
          </p:nvPr>
        </p:nvSpPr>
        <p:spPr>
          <a:xfrm>
            <a:off x="228601" y="1714500"/>
            <a:ext cx="1352400" cy="25239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37" name="Google Shape;537;p82"/>
          <p:cNvSpPr/>
          <p:nvPr>
            <p:ph idx="4" type="pic"/>
          </p:nvPr>
        </p:nvSpPr>
        <p:spPr>
          <a:xfrm>
            <a:off x="2005781" y="0"/>
            <a:ext cx="2374500" cy="2571900"/>
          </a:xfrm>
          <a:prstGeom prst="rect">
            <a:avLst/>
          </a:prstGeom>
          <a:solidFill>
            <a:schemeClr val="lt1"/>
          </a:solidFill>
          <a:ln>
            <a:noFill/>
          </a:ln>
        </p:spPr>
      </p:sp>
      <p:sp>
        <p:nvSpPr>
          <p:cNvPr id="538" name="Google Shape;538;p82"/>
          <p:cNvSpPr/>
          <p:nvPr>
            <p:ph idx="5" type="pic"/>
          </p:nvPr>
        </p:nvSpPr>
        <p:spPr>
          <a:xfrm>
            <a:off x="6769510" y="0"/>
            <a:ext cx="2374500" cy="2571900"/>
          </a:xfrm>
          <a:prstGeom prst="rect">
            <a:avLst/>
          </a:prstGeom>
          <a:solidFill>
            <a:schemeClr val="lt1"/>
          </a:solidFill>
          <a:ln>
            <a:noFill/>
          </a:ln>
        </p:spPr>
      </p:sp>
      <p:sp>
        <p:nvSpPr>
          <p:cNvPr id="539" name="Google Shape;539;p82"/>
          <p:cNvSpPr/>
          <p:nvPr>
            <p:ph idx="6" type="pic"/>
          </p:nvPr>
        </p:nvSpPr>
        <p:spPr>
          <a:xfrm>
            <a:off x="4387645" y="2571750"/>
            <a:ext cx="2374500" cy="2571900"/>
          </a:xfrm>
          <a:prstGeom prst="rect">
            <a:avLst/>
          </a:prstGeom>
          <a:solidFill>
            <a:schemeClr val="lt1"/>
          </a:solidFill>
          <a:ln>
            <a:noFill/>
          </a:ln>
        </p:spPr>
      </p:sp>
      <p:sp>
        <p:nvSpPr>
          <p:cNvPr id="540" name="Google Shape;540;p82"/>
          <p:cNvSpPr txBox="1"/>
          <p:nvPr>
            <p:ph idx="7" type="body"/>
          </p:nvPr>
        </p:nvSpPr>
        <p:spPr>
          <a:xfrm>
            <a:off x="2089491" y="112739"/>
            <a:ext cx="1689600" cy="801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41" name="Google Shape;541;p82"/>
          <p:cNvSpPr txBox="1"/>
          <p:nvPr>
            <p:ph idx="8" type="body"/>
          </p:nvPr>
        </p:nvSpPr>
        <p:spPr>
          <a:xfrm>
            <a:off x="6860594" y="112739"/>
            <a:ext cx="2052600" cy="801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42" name="Google Shape;542;p82"/>
          <p:cNvSpPr txBox="1"/>
          <p:nvPr>
            <p:ph idx="9" type="body"/>
          </p:nvPr>
        </p:nvSpPr>
        <p:spPr>
          <a:xfrm>
            <a:off x="4486103" y="2676215"/>
            <a:ext cx="2227800" cy="6360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image w/ description - White">
  <p:cSld name="4-image w/ description - White">
    <p:bg>
      <p:bgPr>
        <a:solidFill>
          <a:schemeClr val="lt1"/>
        </a:solidFill>
      </p:bgPr>
    </p:bg>
    <p:spTree>
      <p:nvGrpSpPr>
        <p:cNvPr id="543" name="Shape 543"/>
        <p:cNvGrpSpPr/>
        <p:nvPr/>
      </p:nvGrpSpPr>
      <p:grpSpPr>
        <a:xfrm>
          <a:off x="0" y="0"/>
          <a:ext cx="0" cy="0"/>
          <a:chOff x="0" y="0"/>
          <a:chExt cx="0" cy="0"/>
        </a:xfrm>
      </p:grpSpPr>
      <p:sp>
        <p:nvSpPr>
          <p:cNvPr id="544" name="Google Shape;544;p83"/>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545" name="Google Shape;545;p8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46" name="Google Shape;546;p83"/>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47" name="Google Shape;547;p8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548" name="Google Shape;548;p8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549" name="Google Shape;549;p83"/>
          <p:cNvSpPr/>
          <p:nvPr>
            <p:ph idx="3" type="pic"/>
          </p:nvPr>
        </p:nvSpPr>
        <p:spPr>
          <a:xfrm>
            <a:off x="228600" y="1036493"/>
            <a:ext cx="2083200" cy="2274600"/>
          </a:xfrm>
          <a:prstGeom prst="rect">
            <a:avLst/>
          </a:prstGeom>
          <a:solidFill>
            <a:schemeClr val="accent2"/>
          </a:solidFill>
          <a:ln>
            <a:noFill/>
          </a:ln>
        </p:spPr>
      </p:sp>
      <p:sp>
        <p:nvSpPr>
          <p:cNvPr id="550" name="Google Shape;550;p83"/>
          <p:cNvSpPr/>
          <p:nvPr>
            <p:ph idx="4" type="pic"/>
          </p:nvPr>
        </p:nvSpPr>
        <p:spPr>
          <a:xfrm>
            <a:off x="2421566" y="1036493"/>
            <a:ext cx="2083200" cy="2274600"/>
          </a:xfrm>
          <a:prstGeom prst="rect">
            <a:avLst/>
          </a:prstGeom>
          <a:solidFill>
            <a:schemeClr val="accent2"/>
          </a:solidFill>
          <a:ln>
            <a:noFill/>
          </a:ln>
        </p:spPr>
      </p:sp>
      <p:sp>
        <p:nvSpPr>
          <p:cNvPr id="551" name="Google Shape;551;p83"/>
          <p:cNvSpPr/>
          <p:nvPr>
            <p:ph idx="5" type="pic"/>
          </p:nvPr>
        </p:nvSpPr>
        <p:spPr>
          <a:xfrm>
            <a:off x="4634465" y="1036493"/>
            <a:ext cx="2083200" cy="2274600"/>
          </a:xfrm>
          <a:prstGeom prst="rect">
            <a:avLst/>
          </a:prstGeom>
          <a:solidFill>
            <a:schemeClr val="accent2"/>
          </a:solidFill>
          <a:ln>
            <a:noFill/>
          </a:ln>
        </p:spPr>
      </p:sp>
      <p:sp>
        <p:nvSpPr>
          <p:cNvPr id="552" name="Google Shape;552;p83"/>
          <p:cNvSpPr/>
          <p:nvPr>
            <p:ph idx="6" type="pic"/>
          </p:nvPr>
        </p:nvSpPr>
        <p:spPr>
          <a:xfrm>
            <a:off x="6827431" y="1036493"/>
            <a:ext cx="2083200" cy="2274600"/>
          </a:xfrm>
          <a:prstGeom prst="rect">
            <a:avLst/>
          </a:prstGeom>
          <a:solidFill>
            <a:schemeClr val="accent2"/>
          </a:solidFill>
          <a:ln>
            <a:noFill/>
          </a:ln>
        </p:spPr>
      </p:sp>
      <p:sp>
        <p:nvSpPr>
          <p:cNvPr id="553" name="Google Shape;553;p83"/>
          <p:cNvSpPr txBox="1"/>
          <p:nvPr>
            <p:ph idx="7" type="body"/>
          </p:nvPr>
        </p:nvSpPr>
        <p:spPr>
          <a:xfrm>
            <a:off x="228600" y="3425118"/>
            <a:ext cx="2083500" cy="319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54" name="Google Shape;554;p83"/>
          <p:cNvSpPr txBox="1"/>
          <p:nvPr>
            <p:ph idx="8" type="body"/>
          </p:nvPr>
        </p:nvSpPr>
        <p:spPr>
          <a:xfrm>
            <a:off x="228600" y="3813971"/>
            <a:ext cx="2083500" cy="733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700"/>
              <a:buFont typeface="Verizon NHG TX"/>
              <a:buNone/>
              <a:defRPr b="0" i="0" sz="7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55" name="Google Shape;555;p83"/>
          <p:cNvSpPr txBox="1"/>
          <p:nvPr>
            <p:ph idx="9" type="body"/>
          </p:nvPr>
        </p:nvSpPr>
        <p:spPr>
          <a:xfrm>
            <a:off x="2421566" y="3813972"/>
            <a:ext cx="2089800" cy="7395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700"/>
              <a:buFont typeface="Verizon NHG TX"/>
              <a:buNone/>
              <a:defRPr b="0" i="0" sz="7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56" name="Google Shape;556;p83"/>
          <p:cNvSpPr txBox="1"/>
          <p:nvPr>
            <p:ph idx="13" type="body"/>
          </p:nvPr>
        </p:nvSpPr>
        <p:spPr>
          <a:xfrm>
            <a:off x="4634465" y="3813971"/>
            <a:ext cx="2079600" cy="727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700"/>
              <a:buFont typeface="Verizon NHG TX"/>
              <a:buNone/>
              <a:defRPr b="0" i="0" sz="7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57" name="Google Shape;557;p83"/>
          <p:cNvSpPr txBox="1"/>
          <p:nvPr>
            <p:ph idx="14" type="body"/>
          </p:nvPr>
        </p:nvSpPr>
        <p:spPr>
          <a:xfrm>
            <a:off x="6827431" y="3813972"/>
            <a:ext cx="2085600" cy="727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700"/>
              <a:buFont typeface="Verizon NHG TX"/>
              <a:buNone/>
              <a:defRPr b="0" i="0" sz="7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58" name="Google Shape;558;p83"/>
          <p:cNvSpPr txBox="1"/>
          <p:nvPr>
            <p:ph idx="15" type="body"/>
          </p:nvPr>
        </p:nvSpPr>
        <p:spPr>
          <a:xfrm>
            <a:off x="2426494" y="3425118"/>
            <a:ext cx="2084700" cy="319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59" name="Google Shape;559;p83"/>
          <p:cNvSpPr txBox="1"/>
          <p:nvPr>
            <p:ph idx="16" type="body"/>
          </p:nvPr>
        </p:nvSpPr>
        <p:spPr>
          <a:xfrm>
            <a:off x="4626769" y="3425118"/>
            <a:ext cx="2087100" cy="319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60" name="Google Shape;560;p83"/>
          <p:cNvSpPr txBox="1"/>
          <p:nvPr>
            <p:ph idx="17" type="body"/>
          </p:nvPr>
        </p:nvSpPr>
        <p:spPr>
          <a:xfrm>
            <a:off x="6827044" y="3425118"/>
            <a:ext cx="2085900" cy="319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 structure - White">
  <p:cSld name="Org structure - White">
    <p:bg>
      <p:bgPr>
        <a:solidFill>
          <a:schemeClr val="lt1"/>
        </a:solidFill>
      </p:bgPr>
    </p:bg>
    <p:spTree>
      <p:nvGrpSpPr>
        <p:cNvPr id="561" name="Shape 561"/>
        <p:cNvGrpSpPr/>
        <p:nvPr/>
      </p:nvGrpSpPr>
      <p:grpSpPr>
        <a:xfrm>
          <a:off x="0" y="0"/>
          <a:ext cx="0" cy="0"/>
          <a:chOff x="0" y="0"/>
          <a:chExt cx="0" cy="0"/>
        </a:xfrm>
      </p:grpSpPr>
      <p:sp>
        <p:nvSpPr>
          <p:cNvPr id="562" name="Google Shape;562;p84"/>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563" name="Google Shape;563;p8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64" name="Google Shape;564;p84"/>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65" name="Google Shape;565;p8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566" name="Google Shape;566;p8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567" name="Google Shape;567;p84"/>
          <p:cNvSpPr txBox="1"/>
          <p:nvPr>
            <p:ph idx="3"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table slide - White">
  <p:cSld name="Basic table slide - White">
    <p:bg>
      <p:bgPr>
        <a:solidFill>
          <a:schemeClr val="lt1"/>
        </a:solidFill>
      </p:bgPr>
    </p:bg>
    <p:spTree>
      <p:nvGrpSpPr>
        <p:cNvPr id="568" name="Shape 568"/>
        <p:cNvGrpSpPr/>
        <p:nvPr/>
      </p:nvGrpSpPr>
      <p:grpSpPr>
        <a:xfrm>
          <a:off x="0" y="0"/>
          <a:ext cx="0" cy="0"/>
          <a:chOff x="0" y="0"/>
          <a:chExt cx="0" cy="0"/>
        </a:xfrm>
      </p:grpSpPr>
      <p:pic>
        <p:nvPicPr>
          <p:cNvPr id="569" name="Google Shape;569;p8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70" name="Google Shape;570;p8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571" name="Google Shape;571;p8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572" name="Google Shape;572;p85"/>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73" name="Google Shape;573;p85"/>
          <p:cNvSpPr txBox="1"/>
          <p:nvPr>
            <p:ph idx="2" type="body"/>
          </p:nvPr>
        </p:nvSpPr>
        <p:spPr>
          <a:xfrm>
            <a:off x="228599" y="359209"/>
            <a:ext cx="4282500" cy="466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74" name="Google Shape;574;p85"/>
          <p:cNvSpPr txBox="1"/>
          <p:nvPr>
            <p:ph idx="3" type="body"/>
          </p:nvPr>
        </p:nvSpPr>
        <p:spPr>
          <a:xfrm>
            <a:off x="228600" y="2132075"/>
            <a:ext cx="2083500" cy="2123400"/>
          </a:xfrm>
          <a:prstGeom prst="rect">
            <a:avLst/>
          </a:prstGeom>
          <a:noFill/>
          <a:ln>
            <a:noFill/>
          </a:ln>
        </p:spPr>
        <p:txBody>
          <a:bodyPr anchorCtr="0" anchor="t" bIns="0" lIns="0" spcFirstLastPara="1" rIns="0" wrap="square" tIns="0">
            <a:normAutofit/>
          </a:bodyPr>
          <a:lstStyle>
            <a:lvl1pPr indent="-285750" lvl="0" marL="457200" marR="0" rtl="0" algn="l">
              <a:lnSpc>
                <a:spcPct val="100000"/>
              </a:lnSpc>
              <a:spcBef>
                <a:spcPts val="0"/>
              </a:spcBef>
              <a:spcAft>
                <a:spcPts val="0"/>
              </a:spcAft>
              <a:buClr>
                <a:schemeClr val="accent5"/>
              </a:buClr>
              <a:buSzPts val="900"/>
              <a:buFont typeface="Verizon NHG TX"/>
              <a:buChar char="•"/>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9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75" name="Google Shape;575;p85"/>
          <p:cNvSpPr txBox="1"/>
          <p:nvPr>
            <p:ph idx="4" type="body"/>
          </p:nvPr>
        </p:nvSpPr>
        <p:spPr>
          <a:xfrm>
            <a:off x="228600" y="1828800"/>
            <a:ext cx="2083500" cy="207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76" name="Google Shape;576;p85"/>
          <p:cNvSpPr txBox="1"/>
          <p:nvPr>
            <p:ph idx="5" type="body"/>
          </p:nvPr>
        </p:nvSpPr>
        <p:spPr>
          <a:xfrm>
            <a:off x="2426494" y="2132075"/>
            <a:ext cx="2084700" cy="2123400"/>
          </a:xfrm>
          <a:prstGeom prst="rect">
            <a:avLst/>
          </a:prstGeom>
          <a:noFill/>
          <a:ln>
            <a:noFill/>
          </a:ln>
        </p:spPr>
        <p:txBody>
          <a:bodyPr anchorCtr="0" anchor="t" bIns="0" lIns="0" spcFirstLastPara="1" rIns="0" wrap="square" tIns="0">
            <a:normAutofit/>
          </a:bodyPr>
          <a:lstStyle>
            <a:lvl1pPr indent="-285750" lvl="0" marL="457200" marR="0" rtl="0" algn="l">
              <a:lnSpc>
                <a:spcPct val="100000"/>
              </a:lnSpc>
              <a:spcBef>
                <a:spcPts val="0"/>
              </a:spcBef>
              <a:spcAft>
                <a:spcPts val="0"/>
              </a:spcAft>
              <a:buClr>
                <a:schemeClr val="accent5"/>
              </a:buClr>
              <a:buSzPts val="900"/>
              <a:buFont typeface="Verizon NHG TX"/>
              <a:buChar char="•"/>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9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77" name="Google Shape;577;p85"/>
          <p:cNvSpPr txBox="1"/>
          <p:nvPr>
            <p:ph idx="6" type="body"/>
          </p:nvPr>
        </p:nvSpPr>
        <p:spPr>
          <a:xfrm>
            <a:off x="2426494" y="1828800"/>
            <a:ext cx="2084700" cy="207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78" name="Google Shape;578;p85"/>
          <p:cNvSpPr txBox="1"/>
          <p:nvPr>
            <p:ph idx="7" type="body"/>
          </p:nvPr>
        </p:nvSpPr>
        <p:spPr>
          <a:xfrm>
            <a:off x="4626769" y="2132075"/>
            <a:ext cx="2087100" cy="2123400"/>
          </a:xfrm>
          <a:prstGeom prst="rect">
            <a:avLst/>
          </a:prstGeom>
          <a:noFill/>
          <a:ln>
            <a:noFill/>
          </a:ln>
        </p:spPr>
        <p:txBody>
          <a:bodyPr anchorCtr="0" anchor="t" bIns="0" lIns="0" spcFirstLastPara="1" rIns="0" wrap="square" tIns="0">
            <a:normAutofit/>
          </a:bodyPr>
          <a:lstStyle>
            <a:lvl1pPr indent="-285750" lvl="0" marL="457200" marR="0" rtl="0" algn="l">
              <a:lnSpc>
                <a:spcPct val="100000"/>
              </a:lnSpc>
              <a:spcBef>
                <a:spcPts val="0"/>
              </a:spcBef>
              <a:spcAft>
                <a:spcPts val="0"/>
              </a:spcAft>
              <a:buClr>
                <a:schemeClr val="accent5"/>
              </a:buClr>
              <a:buSzPts val="900"/>
              <a:buFont typeface="Verizon NHG TX"/>
              <a:buChar char="•"/>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9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79" name="Google Shape;579;p85"/>
          <p:cNvSpPr txBox="1"/>
          <p:nvPr>
            <p:ph idx="8" type="body"/>
          </p:nvPr>
        </p:nvSpPr>
        <p:spPr>
          <a:xfrm>
            <a:off x="4626769" y="1828800"/>
            <a:ext cx="2087100" cy="207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80" name="Google Shape;580;p85"/>
          <p:cNvSpPr txBox="1"/>
          <p:nvPr>
            <p:ph idx="9" type="body"/>
          </p:nvPr>
        </p:nvSpPr>
        <p:spPr>
          <a:xfrm>
            <a:off x="6827044" y="2132075"/>
            <a:ext cx="2085900" cy="2123400"/>
          </a:xfrm>
          <a:prstGeom prst="rect">
            <a:avLst/>
          </a:prstGeom>
          <a:noFill/>
          <a:ln>
            <a:noFill/>
          </a:ln>
        </p:spPr>
        <p:txBody>
          <a:bodyPr anchorCtr="0" anchor="t" bIns="0" lIns="0" spcFirstLastPara="1" rIns="0" wrap="square" tIns="0">
            <a:normAutofit/>
          </a:bodyPr>
          <a:lstStyle>
            <a:lvl1pPr indent="-285750" lvl="0" marL="457200" marR="0" rtl="0" algn="l">
              <a:lnSpc>
                <a:spcPct val="100000"/>
              </a:lnSpc>
              <a:spcBef>
                <a:spcPts val="0"/>
              </a:spcBef>
              <a:spcAft>
                <a:spcPts val="0"/>
              </a:spcAft>
              <a:buClr>
                <a:schemeClr val="accent5"/>
              </a:buClr>
              <a:buSzPts val="900"/>
              <a:buFont typeface="Verizon NHG TX"/>
              <a:buChar char="•"/>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9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81" name="Google Shape;581;p85"/>
          <p:cNvSpPr txBox="1"/>
          <p:nvPr>
            <p:ph idx="13" type="body"/>
          </p:nvPr>
        </p:nvSpPr>
        <p:spPr>
          <a:xfrm>
            <a:off x="6827044" y="1828800"/>
            <a:ext cx="2085900" cy="207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82" name="Google Shape;582;p85"/>
          <p:cNvSpPr txBox="1"/>
          <p:nvPr>
            <p:ph idx="14"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register - White">
  <p:cSld name="Action register - White">
    <p:bg>
      <p:bgPr>
        <a:solidFill>
          <a:schemeClr val="lt1"/>
        </a:solidFill>
      </p:bgPr>
    </p:bg>
    <p:spTree>
      <p:nvGrpSpPr>
        <p:cNvPr id="583" name="Shape 583"/>
        <p:cNvGrpSpPr/>
        <p:nvPr/>
      </p:nvGrpSpPr>
      <p:grpSpPr>
        <a:xfrm>
          <a:off x="0" y="0"/>
          <a:ext cx="0" cy="0"/>
          <a:chOff x="0" y="0"/>
          <a:chExt cx="0" cy="0"/>
        </a:xfrm>
      </p:grpSpPr>
      <p:sp>
        <p:nvSpPr>
          <p:cNvPr id="584" name="Google Shape;584;p86"/>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585" name="Google Shape;585;p8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86" name="Google Shape;586;p86"/>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87" name="Google Shape;587;p8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588" name="Google Shape;588;p8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content slide - White">
  <p:cSld name="Highlighted content slide - White">
    <p:bg>
      <p:bgPr>
        <a:solidFill>
          <a:schemeClr val="lt1"/>
        </a:solidFill>
      </p:bgPr>
    </p:bg>
    <p:spTree>
      <p:nvGrpSpPr>
        <p:cNvPr id="589" name="Shape 589"/>
        <p:cNvGrpSpPr/>
        <p:nvPr/>
      </p:nvGrpSpPr>
      <p:grpSpPr>
        <a:xfrm>
          <a:off x="0" y="0"/>
          <a:ext cx="0" cy="0"/>
          <a:chOff x="0" y="0"/>
          <a:chExt cx="0" cy="0"/>
        </a:xfrm>
      </p:grpSpPr>
      <p:sp>
        <p:nvSpPr>
          <p:cNvPr id="590" name="Google Shape;590;p87"/>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591" name="Google Shape;591;p8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92" name="Google Shape;592;p87"/>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93" name="Google Shape;593;p8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594" name="Google Shape;594;p8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595" name="Google Shape;595;p87"/>
          <p:cNvSpPr txBox="1"/>
          <p:nvPr>
            <p:ph idx="3" type="body"/>
          </p:nvPr>
        </p:nvSpPr>
        <p:spPr>
          <a:xfrm>
            <a:off x="228600" y="1036861"/>
            <a:ext cx="1352400" cy="3075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nthly calendar table - white">
  <p:cSld name="Monthly calendar table - white">
    <p:bg>
      <p:bgPr>
        <a:solidFill>
          <a:schemeClr val="lt1"/>
        </a:solidFill>
      </p:bgPr>
    </p:bg>
    <p:spTree>
      <p:nvGrpSpPr>
        <p:cNvPr id="596" name="Shape 596"/>
        <p:cNvGrpSpPr/>
        <p:nvPr/>
      </p:nvGrpSpPr>
      <p:grpSpPr>
        <a:xfrm>
          <a:off x="0" y="0"/>
          <a:ext cx="0" cy="0"/>
          <a:chOff x="0" y="0"/>
          <a:chExt cx="0" cy="0"/>
        </a:xfrm>
      </p:grpSpPr>
      <p:pic>
        <p:nvPicPr>
          <p:cNvPr id="597" name="Google Shape;597;p8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98" name="Google Shape;598;p8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599" name="Google Shape;599;p8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600" name="Google Shape;600;p88"/>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01" name="Google Shape;601;p88"/>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02" name="Google Shape;602;p88"/>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llout table - White">
  <p:cSld name="Rollout table - White">
    <p:bg>
      <p:bgPr>
        <a:solidFill>
          <a:schemeClr val="lt2"/>
        </a:solidFill>
      </p:bgPr>
    </p:bg>
    <p:spTree>
      <p:nvGrpSpPr>
        <p:cNvPr id="603" name="Shape 603"/>
        <p:cNvGrpSpPr/>
        <p:nvPr/>
      </p:nvGrpSpPr>
      <p:grpSpPr>
        <a:xfrm>
          <a:off x="0" y="0"/>
          <a:ext cx="0" cy="0"/>
          <a:chOff x="0" y="0"/>
          <a:chExt cx="0" cy="0"/>
        </a:xfrm>
      </p:grpSpPr>
      <p:pic>
        <p:nvPicPr>
          <p:cNvPr id="604" name="Google Shape;604;p8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05" name="Google Shape;605;p8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606" name="Google Shape;606;p8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607" name="Google Shape;607;p89"/>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08" name="Google Shape;608;p89"/>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09" name="Google Shape;609;p89"/>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rvey balls - White">
  <p:cSld name="Harvey balls - White">
    <p:bg>
      <p:bgPr>
        <a:solidFill>
          <a:schemeClr val="lt1"/>
        </a:solidFill>
      </p:bgPr>
    </p:bg>
    <p:spTree>
      <p:nvGrpSpPr>
        <p:cNvPr id="610" name="Shape 610"/>
        <p:cNvGrpSpPr/>
        <p:nvPr/>
      </p:nvGrpSpPr>
      <p:grpSpPr>
        <a:xfrm>
          <a:off x="0" y="0"/>
          <a:ext cx="0" cy="0"/>
          <a:chOff x="0" y="0"/>
          <a:chExt cx="0" cy="0"/>
        </a:xfrm>
      </p:grpSpPr>
      <p:sp>
        <p:nvSpPr>
          <p:cNvPr id="611" name="Google Shape;611;p90"/>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612" name="Google Shape;612;p9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13" name="Google Shape;613;p90"/>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14" name="Google Shape;614;p9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615" name="Google Shape;615;p9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slide - White">
  <p:cSld name="Timeline slide - White">
    <p:bg>
      <p:bgPr>
        <a:solidFill>
          <a:schemeClr val="lt1"/>
        </a:solidFill>
      </p:bgPr>
    </p:bg>
    <p:spTree>
      <p:nvGrpSpPr>
        <p:cNvPr id="616" name="Shape 616"/>
        <p:cNvGrpSpPr/>
        <p:nvPr/>
      </p:nvGrpSpPr>
      <p:grpSpPr>
        <a:xfrm>
          <a:off x="0" y="0"/>
          <a:ext cx="0" cy="0"/>
          <a:chOff x="0" y="0"/>
          <a:chExt cx="0" cy="0"/>
        </a:xfrm>
      </p:grpSpPr>
      <p:pic>
        <p:nvPicPr>
          <p:cNvPr id="617" name="Google Shape;617;p9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18" name="Google Shape;618;p9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619" name="Google Shape;619;p9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620" name="Google Shape;620;p91"/>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21" name="Google Shape;621;p91"/>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22" name="Google Shape;622;p91"/>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columns - White">
  <p:cSld name="Highlighted columns - White">
    <p:bg>
      <p:bgPr>
        <a:solidFill>
          <a:schemeClr val="lt1"/>
        </a:solidFill>
      </p:bgPr>
    </p:bg>
    <p:spTree>
      <p:nvGrpSpPr>
        <p:cNvPr id="623" name="Shape 623"/>
        <p:cNvGrpSpPr/>
        <p:nvPr/>
      </p:nvGrpSpPr>
      <p:grpSpPr>
        <a:xfrm>
          <a:off x="0" y="0"/>
          <a:ext cx="0" cy="0"/>
          <a:chOff x="0" y="0"/>
          <a:chExt cx="0" cy="0"/>
        </a:xfrm>
      </p:grpSpPr>
      <p:pic>
        <p:nvPicPr>
          <p:cNvPr id="624" name="Google Shape;624;p9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25" name="Google Shape;625;p9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626" name="Google Shape;626;p9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627" name="Google Shape;627;p92"/>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28" name="Google Shape;628;p92"/>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29" name="Google Shape;629;p92"/>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 White">
  <p:cSld name="Bar chart - White">
    <p:bg>
      <p:bgPr>
        <a:solidFill>
          <a:schemeClr val="lt1"/>
        </a:solidFill>
      </p:bgPr>
    </p:bg>
    <p:spTree>
      <p:nvGrpSpPr>
        <p:cNvPr id="630" name="Shape 630"/>
        <p:cNvGrpSpPr/>
        <p:nvPr/>
      </p:nvGrpSpPr>
      <p:grpSpPr>
        <a:xfrm>
          <a:off x="0" y="0"/>
          <a:ext cx="0" cy="0"/>
          <a:chOff x="0" y="0"/>
          <a:chExt cx="0" cy="0"/>
        </a:xfrm>
      </p:grpSpPr>
      <p:pic>
        <p:nvPicPr>
          <p:cNvPr id="631" name="Google Shape;631;p9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32" name="Google Shape;632;p9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633" name="Google Shape;633;p9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634" name="Google Shape;634;p93"/>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635" name="Google Shape;635;p93"/>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36" name="Google Shape;636;p93"/>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37" name="Google Shape;637;p93"/>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38" name="Google Shape;638;p93"/>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rizontal bar chart - White">
  <p:cSld name="Horizontal bar chart - White">
    <p:bg>
      <p:bgPr>
        <a:solidFill>
          <a:schemeClr val="lt1"/>
        </a:solidFill>
      </p:bgPr>
    </p:bg>
    <p:spTree>
      <p:nvGrpSpPr>
        <p:cNvPr id="639" name="Shape 639"/>
        <p:cNvGrpSpPr/>
        <p:nvPr/>
      </p:nvGrpSpPr>
      <p:grpSpPr>
        <a:xfrm>
          <a:off x="0" y="0"/>
          <a:ext cx="0" cy="0"/>
          <a:chOff x="0" y="0"/>
          <a:chExt cx="0" cy="0"/>
        </a:xfrm>
      </p:grpSpPr>
      <p:pic>
        <p:nvPicPr>
          <p:cNvPr id="640" name="Google Shape;640;p9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41" name="Google Shape;641;p9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642" name="Google Shape;642;p9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643" name="Google Shape;643;p94"/>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644" name="Google Shape;644;p94"/>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45" name="Google Shape;645;p94"/>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46" name="Google Shape;646;p94"/>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47" name="Google Shape;647;p94"/>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atter chart - White">
  <p:cSld name="Scatter chart - White">
    <p:bg>
      <p:bgPr>
        <a:solidFill>
          <a:schemeClr val="lt1"/>
        </a:solidFill>
      </p:bgPr>
    </p:bg>
    <p:spTree>
      <p:nvGrpSpPr>
        <p:cNvPr id="648" name="Shape 648"/>
        <p:cNvGrpSpPr/>
        <p:nvPr/>
      </p:nvGrpSpPr>
      <p:grpSpPr>
        <a:xfrm>
          <a:off x="0" y="0"/>
          <a:ext cx="0" cy="0"/>
          <a:chOff x="0" y="0"/>
          <a:chExt cx="0" cy="0"/>
        </a:xfrm>
      </p:grpSpPr>
      <p:pic>
        <p:nvPicPr>
          <p:cNvPr id="649" name="Google Shape;649;p9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50" name="Google Shape;650;p9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651" name="Google Shape;651;p9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652" name="Google Shape;652;p95"/>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653" name="Google Shape;653;p95"/>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54" name="Google Shape;654;p95"/>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55" name="Google Shape;655;p95"/>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56" name="Google Shape;656;p95"/>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 White">
  <p:cSld name="Pie chart - White">
    <p:bg>
      <p:bgPr>
        <a:solidFill>
          <a:schemeClr val="lt1"/>
        </a:solidFill>
      </p:bgPr>
    </p:bg>
    <p:spTree>
      <p:nvGrpSpPr>
        <p:cNvPr id="657" name="Shape 657"/>
        <p:cNvGrpSpPr/>
        <p:nvPr/>
      </p:nvGrpSpPr>
      <p:grpSpPr>
        <a:xfrm>
          <a:off x="0" y="0"/>
          <a:ext cx="0" cy="0"/>
          <a:chOff x="0" y="0"/>
          <a:chExt cx="0" cy="0"/>
        </a:xfrm>
      </p:grpSpPr>
      <p:pic>
        <p:nvPicPr>
          <p:cNvPr id="658" name="Google Shape;658;p9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59" name="Google Shape;659;p9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660" name="Google Shape;660;p9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661" name="Google Shape;661;p96"/>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662" name="Google Shape;662;p96"/>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63" name="Google Shape;663;p96"/>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64" name="Google Shape;664;p96"/>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65" name="Google Shape;665;p96"/>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chart - White">
  <p:cSld name="Line chart - White">
    <p:bg>
      <p:bgPr>
        <a:solidFill>
          <a:schemeClr val="lt1"/>
        </a:solidFill>
      </p:bgPr>
    </p:bg>
    <p:spTree>
      <p:nvGrpSpPr>
        <p:cNvPr id="666" name="Shape 666"/>
        <p:cNvGrpSpPr/>
        <p:nvPr/>
      </p:nvGrpSpPr>
      <p:grpSpPr>
        <a:xfrm>
          <a:off x="0" y="0"/>
          <a:ext cx="0" cy="0"/>
          <a:chOff x="0" y="0"/>
          <a:chExt cx="0" cy="0"/>
        </a:xfrm>
      </p:grpSpPr>
      <p:pic>
        <p:nvPicPr>
          <p:cNvPr id="667" name="Google Shape;667;p9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68" name="Google Shape;668;p9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669" name="Google Shape;669;p9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670" name="Google Shape;670;p97"/>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671" name="Google Shape;671;p97"/>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72" name="Google Shape;672;p97"/>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73" name="Google Shape;673;p97"/>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74" name="Google Shape;674;p97"/>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yramid diagram - White">
  <p:cSld name="Text and pyramid diagram - White">
    <p:bg>
      <p:bgPr>
        <a:solidFill>
          <a:schemeClr val="lt1"/>
        </a:solidFill>
      </p:bgPr>
    </p:bg>
    <p:spTree>
      <p:nvGrpSpPr>
        <p:cNvPr id="675" name="Shape 675"/>
        <p:cNvGrpSpPr/>
        <p:nvPr/>
      </p:nvGrpSpPr>
      <p:grpSpPr>
        <a:xfrm>
          <a:off x="0" y="0"/>
          <a:ext cx="0" cy="0"/>
          <a:chOff x="0" y="0"/>
          <a:chExt cx="0" cy="0"/>
        </a:xfrm>
      </p:grpSpPr>
      <p:pic>
        <p:nvPicPr>
          <p:cNvPr id="676" name="Google Shape;676;p9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77" name="Google Shape;677;p9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678" name="Google Shape;678;p9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679" name="Google Shape;679;p98"/>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680" name="Google Shape;680;p98"/>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81" name="Google Shape;681;p98"/>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82" name="Google Shape;682;p98"/>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83" name="Google Shape;683;p98"/>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adial chart - White">
  <p:cSld name="Text and radial chart - White">
    <p:bg>
      <p:bgPr>
        <a:solidFill>
          <a:schemeClr val="lt1"/>
        </a:solidFill>
      </p:bgPr>
    </p:bg>
    <p:spTree>
      <p:nvGrpSpPr>
        <p:cNvPr id="684" name="Shape 684"/>
        <p:cNvGrpSpPr/>
        <p:nvPr/>
      </p:nvGrpSpPr>
      <p:grpSpPr>
        <a:xfrm>
          <a:off x="0" y="0"/>
          <a:ext cx="0" cy="0"/>
          <a:chOff x="0" y="0"/>
          <a:chExt cx="0" cy="0"/>
        </a:xfrm>
      </p:grpSpPr>
      <p:pic>
        <p:nvPicPr>
          <p:cNvPr id="685" name="Google Shape;685;p9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86" name="Google Shape;686;p9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687" name="Google Shape;687;p9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688" name="Google Shape;688;p99"/>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689" name="Google Shape;689;p99"/>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90" name="Google Shape;690;p99"/>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91" name="Google Shape;691;p99"/>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92" name="Google Shape;692;p99"/>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nn diagram chart - White">
  <p:cSld name="Venn diagram chart - White">
    <p:bg>
      <p:bgPr>
        <a:solidFill>
          <a:schemeClr val="lt1"/>
        </a:solidFill>
      </p:bgPr>
    </p:bg>
    <p:spTree>
      <p:nvGrpSpPr>
        <p:cNvPr id="693" name="Shape 693"/>
        <p:cNvGrpSpPr/>
        <p:nvPr/>
      </p:nvGrpSpPr>
      <p:grpSpPr>
        <a:xfrm>
          <a:off x="0" y="0"/>
          <a:ext cx="0" cy="0"/>
          <a:chOff x="0" y="0"/>
          <a:chExt cx="0" cy="0"/>
        </a:xfrm>
      </p:grpSpPr>
      <p:pic>
        <p:nvPicPr>
          <p:cNvPr id="694" name="Google Shape;694;p10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95" name="Google Shape;695;p10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696" name="Google Shape;696;p10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697" name="Google Shape;697;p100"/>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698" name="Google Shape;698;p100"/>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99" name="Google Shape;699;p100"/>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00" name="Google Shape;700;p100"/>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01" name="Google Shape;701;p100"/>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cked venn diagram chart - White'">
  <p:cSld name="Stacked venn diagram chart - White'">
    <p:bg>
      <p:bgPr>
        <a:solidFill>
          <a:schemeClr val="lt1"/>
        </a:solidFill>
      </p:bgPr>
    </p:bg>
    <p:spTree>
      <p:nvGrpSpPr>
        <p:cNvPr id="702" name="Shape 702"/>
        <p:cNvGrpSpPr/>
        <p:nvPr/>
      </p:nvGrpSpPr>
      <p:grpSpPr>
        <a:xfrm>
          <a:off x="0" y="0"/>
          <a:ext cx="0" cy="0"/>
          <a:chOff x="0" y="0"/>
          <a:chExt cx="0" cy="0"/>
        </a:xfrm>
      </p:grpSpPr>
      <p:pic>
        <p:nvPicPr>
          <p:cNvPr id="703" name="Google Shape;703;p10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04" name="Google Shape;704;p10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705" name="Google Shape;705;p10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706" name="Google Shape;706;p101"/>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707" name="Google Shape;707;p101"/>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08" name="Google Shape;708;p101"/>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09" name="Google Shape;709;p101"/>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10" name="Google Shape;710;p101"/>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711" name="Shape 711"/>
        <p:cNvGrpSpPr/>
        <p:nvPr/>
      </p:nvGrpSpPr>
      <p:grpSpPr>
        <a:xfrm>
          <a:off x="0" y="0"/>
          <a:ext cx="0" cy="0"/>
          <a:chOff x="0" y="0"/>
          <a:chExt cx="0" cy="0"/>
        </a:xfrm>
      </p:grpSpPr>
      <p:sp>
        <p:nvSpPr>
          <p:cNvPr id="712" name="Google Shape;712;p102"/>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713" name="Google Shape;713;p10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14" name="Google Shape;714;p102"/>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15" name="Google Shape;715;p10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716" name="Google Shape;716;p10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graphic slide - White">
  <p:cSld name="Numbers graphic slide - White">
    <p:bg>
      <p:bgPr>
        <a:solidFill>
          <a:schemeClr val="lt1"/>
        </a:solidFill>
      </p:bgPr>
    </p:bg>
    <p:spTree>
      <p:nvGrpSpPr>
        <p:cNvPr id="717" name="Shape 717"/>
        <p:cNvGrpSpPr/>
        <p:nvPr/>
      </p:nvGrpSpPr>
      <p:grpSpPr>
        <a:xfrm>
          <a:off x="0" y="0"/>
          <a:ext cx="0" cy="0"/>
          <a:chOff x="0" y="0"/>
          <a:chExt cx="0" cy="0"/>
        </a:xfrm>
      </p:grpSpPr>
      <p:sp>
        <p:nvSpPr>
          <p:cNvPr id="718" name="Google Shape;718;p103"/>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719" name="Google Shape;719;p10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20" name="Google Shape;720;p103"/>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21" name="Google Shape;721;p10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000" u="none" cap="none" strike="noStrike">
              <a:solidFill>
                <a:srgbClr val="000000"/>
              </a:solidFill>
              <a:latin typeface="Verizon NHG TX"/>
              <a:ea typeface="Verizon NHG TX"/>
              <a:cs typeface="Verizon NHG TX"/>
              <a:sym typeface="Verizon NHG TX"/>
            </a:endParaRPr>
          </a:p>
        </p:txBody>
      </p:sp>
      <p:sp>
        <p:nvSpPr>
          <p:cNvPr id="722" name="Google Shape;722;p10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accent1"/>
                </a:solidFill>
                <a:latin typeface="Verizon NHG TX"/>
                <a:ea typeface="Verizon NHG TX"/>
                <a:cs typeface="Verizon NHG TX"/>
                <a:sym typeface="Verizon NHG TX"/>
              </a:rPr>
              <a:t>‹#›</a:t>
            </a:fld>
            <a:endParaRPr b="1" i="0" sz="1000" u="none" cap="none" strike="noStrike">
              <a:solidFill>
                <a:schemeClr val="accent1"/>
              </a:solidFill>
              <a:latin typeface="Verizon NHG TX"/>
              <a:ea typeface="Verizon NHG TX"/>
              <a:cs typeface="Verizon NHG TX"/>
              <a:sym typeface="Verizon NHG TX"/>
            </a:endParaRPr>
          </a:p>
        </p:txBody>
      </p:sp>
      <p:sp>
        <p:nvSpPr>
          <p:cNvPr id="723" name="Google Shape;723;p103"/>
          <p:cNvSpPr txBox="1"/>
          <p:nvPr>
            <p:ph idx="3" type="body"/>
          </p:nvPr>
        </p:nvSpPr>
        <p:spPr>
          <a:xfrm>
            <a:off x="226219" y="2136748"/>
            <a:ext cx="2819400" cy="377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24" name="Google Shape;724;p103"/>
          <p:cNvSpPr txBox="1"/>
          <p:nvPr>
            <p:ph idx="4" type="body"/>
          </p:nvPr>
        </p:nvSpPr>
        <p:spPr>
          <a:xfrm>
            <a:off x="226219" y="1028700"/>
            <a:ext cx="2819400" cy="1022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25" name="Google Shape;725;p103"/>
          <p:cNvSpPr txBox="1"/>
          <p:nvPr>
            <p:ph idx="5" type="body"/>
          </p:nvPr>
        </p:nvSpPr>
        <p:spPr>
          <a:xfrm>
            <a:off x="3161619" y="2136748"/>
            <a:ext cx="2816700" cy="377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26" name="Google Shape;726;p103"/>
          <p:cNvSpPr txBox="1"/>
          <p:nvPr>
            <p:ph idx="6" type="body"/>
          </p:nvPr>
        </p:nvSpPr>
        <p:spPr>
          <a:xfrm>
            <a:off x="3161619" y="1028700"/>
            <a:ext cx="2819400" cy="1022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27" name="Google Shape;727;p103"/>
          <p:cNvSpPr txBox="1"/>
          <p:nvPr>
            <p:ph idx="7" type="body"/>
          </p:nvPr>
        </p:nvSpPr>
        <p:spPr>
          <a:xfrm>
            <a:off x="6102803" y="2136748"/>
            <a:ext cx="2810100" cy="377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28" name="Google Shape;728;p103"/>
          <p:cNvSpPr txBox="1"/>
          <p:nvPr>
            <p:ph idx="8" type="body"/>
          </p:nvPr>
        </p:nvSpPr>
        <p:spPr>
          <a:xfrm>
            <a:off x="6102804" y="1028700"/>
            <a:ext cx="2810100" cy="1022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29" name="Google Shape;729;p103"/>
          <p:cNvSpPr txBox="1"/>
          <p:nvPr>
            <p:ph idx="9" type="body"/>
          </p:nvPr>
        </p:nvSpPr>
        <p:spPr>
          <a:xfrm>
            <a:off x="226219" y="3736949"/>
            <a:ext cx="2819400" cy="375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30" name="Google Shape;730;p103"/>
          <p:cNvSpPr txBox="1"/>
          <p:nvPr>
            <p:ph idx="13" type="body"/>
          </p:nvPr>
        </p:nvSpPr>
        <p:spPr>
          <a:xfrm>
            <a:off x="226219" y="2628900"/>
            <a:ext cx="2819400" cy="1022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31" name="Google Shape;731;p103"/>
          <p:cNvSpPr txBox="1"/>
          <p:nvPr>
            <p:ph idx="14" type="body"/>
          </p:nvPr>
        </p:nvSpPr>
        <p:spPr>
          <a:xfrm>
            <a:off x="3161619" y="3736949"/>
            <a:ext cx="2816700" cy="375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32" name="Google Shape;732;p103"/>
          <p:cNvSpPr txBox="1"/>
          <p:nvPr>
            <p:ph idx="15" type="body"/>
          </p:nvPr>
        </p:nvSpPr>
        <p:spPr>
          <a:xfrm>
            <a:off x="3161619" y="2628900"/>
            <a:ext cx="2819400" cy="1022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33" name="Google Shape;733;p103"/>
          <p:cNvSpPr txBox="1"/>
          <p:nvPr>
            <p:ph idx="16" type="body"/>
          </p:nvPr>
        </p:nvSpPr>
        <p:spPr>
          <a:xfrm>
            <a:off x="6102803" y="3736949"/>
            <a:ext cx="2810100" cy="375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34" name="Google Shape;734;p103"/>
          <p:cNvSpPr txBox="1"/>
          <p:nvPr>
            <p:ph idx="17" type="body"/>
          </p:nvPr>
        </p:nvSpPr>
        <p:spPr>
          <a:xfrm>
            <a:off x="6102804" y="2628900"/>
            <a:ext cx="2810100" cy="1022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Stone">
  <p:cSld name="Ender 1 - Stone">
    <p:bg>
      <p:bgPr>
        <a:solidFill>
          <a:srgbClr val="F3EDE0"/>
        </a:solidFill>
      </p:bgPr>
    </p:bg>
    <p:spTree>
      <p:nvGrpSpPr>
        <p:cNvPr id="735" name="Shape 735"/>
        <p:cNvGrpSpPr/>
        <p:nvPr/>
      </p:nvGrpSpPr>
      <p:grpSpPr>
        <a:xfrm>
          <a:off x="0" y="0"/>
          <a:ext cx="0" cy="0"/>
          <a:chOff x="0" y="0"/>
          <a:chExt cx="0" cy="0"/>
        </a:xfrm>
      </p:grpSpPr>
      <p:pic>
        <p:nvPicPr>
          <p:cNvPr id="736" name="Google Shape;736;p104"/>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White">
  <p:cSld name="Ender 1 - White">
    <p:bg>
      <p:bgPr>
        <a:solidFill>
          <a:srgbClr val="FFFFFF"/>
        </a:solidFill>
      </p:bgPr>
    </p:bg>
    <p:spTree>
      <p:nvGrpSpPr>
        <p:cNvPr id="737" name="Shape 737"/>
        <p:cNvGrpSpPr/>
        <p:nvPr/>
      </p:nvGrpSpPr>
      <p:grpSpPr>
        <a:xfrm>
          <a:off x="0" y="0"/>
          <a:ext cx="0" cy="0"/>
          <a:chOff x="0" y="0"/>
          <a:chExt cx="0" cy="0"/>
        </a:xfrm>
      </p:grpSpPr>
      <p:pic>
        <p:nvPicPr>
          <p:cNvPr id="738" name="Google Shape;738;p105"/>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Black">
  <p:cSld name="Ender 1 - Black">
    <p:bg>
      <p:bgPr>
        <a:solidFill>
          <a:srgbClr val="000000"/>
        </a:solidFill>
      </p:bgPr>
    </p:bg>
    <p:spTree>
      <p:nvGrpSpPr>
        <p:cNvPr id="739" name="Shape 739"/>
        <p:cNvGrpSpPr/>
        <p:nvPr/>
      </p:nvGrpSpPr>
      <p:grpSpPr>
        <a:xfrm>
          <a:off x="0" y="0"/>
          <a:ext cx="0" cy="0"/>
          <a:chOff x="0" y="0"/>
          <a:chExt cx="0" cy="0"/>
        </a:xfrm>
      </p:grpSpPr>
      <p:pic>
        <p:nvPicPr>
          <p:cNvPr id="740" name="Google Shape;740;p106"/>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Stone">
  <p:cSld name="Ender 2 - Stone">
    <p:bg>
      <p:bgPr>
        <a:solidFill>
          <a:srgbClr val="F3EDE0"/>
        </a:solidFill>
      </p:bgPr>
    </p:bg>
    <p:spTree>
      <p:nvGrpSpPr>
        <p:cNvPr id="741" name="Shape 741"/>
        <p:cNvGrpSpPr/>
        <p:nvPr/>
      </p:nvGrpSpPr>
      <p:grpSpPr>
        <a:xfrm>
          <a:off x="0" y="0"/>
          <a:ext cx="0" cy="0"/>
          <a:chOff x="0" y="0"/>
          <a:chExt cx="0" cy="0"/>
        </a:xfrm>
      </p:grpSpPr>
      <p:pic>
        <p:nvPicPr>
          <p:cNvPr id="742" name="Google Shape;742;p107"/>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White">
  <p:cSld name="Ender 2 - White">
    <p:bg>
      <p:bgPr>
        <a:solidFill>
          <a:srgbClr val="FFFFFF"/>
        </a:solidFill>
      </p:bgPr>
    </p:bg>
    <p:spTree>
      <p:nvGrpSpPr>
        <p:cNvPr id="743" name="Shape 743"/>
        <p:cNvGrpSpPr/>
        <p:nvPr/>
      </p:nvGrpSpPr>
      <p:grpSpPr>
        <a:xfrm>
          <a:off x="0" y="0"/>
          <a:ext cx="0" cy="0"/>
          <a:chOff x="0" y="0"/>
          <a:chExt cx="0" cy="0"/>
        </a:xfrm>
      </p:grpSpPr>
      <p:pic>
        <p:nvPicPr>
          <p:cNvPr id="744" name="Google Shape;744;p108"/>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Black">
  <p:cSld name="Ender 2 - Black">
    <p:bg>
      <p:bgPr>
        <a:solidFill>
          <a:srgbClr val="000000"/>
        </a:solidFill>
      </p:bgPr>
    </p:bg>
    <p:spTree>
      <p:nvGrpSpPr>
        <p:cNvPr id="745" name="Shape 745"/>
        <p:cNvGrpSpPr/>
        <p:nvPr/>
      </p:nvGrpSpPr>
      <p:grpSpPr>
        <a:xfrm>
          <a:off x="0" y="0"/>
          <a:ext cx="0" cy="0"/>
          <a:chOff x="0" y="0"/>
          <a:chExt cx="0" cy="0"/>
        </a:xfrm>
      </p:grpSpPr>
      <p:pic>
        <p:nvPicPr>
          <p:cNvPr id="746" name="Google Shape;746;p109"/>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Large statement - Black">
  <p:cSld name="Large statement - Red">
    <p:bg>
      <p:bgPr>
        <a:solidFill>
          <a:schemeClr val="dk2"/>
        </a:solidFill>
      </p:bgPr>
    </p:bg>
    <p:spTree>
      <p:nvGrpSpPr>
        <p:cNvPr id="752" name="Shape 752"/>
        <p:cNvGrpSpPr/>
        <p:nvPr/>
      </p:nvGrpSpPr>
      <p:grpSpPr>
        <a:xfrm>
          <a:off x="0" y="0"/>
          <a:ext cx="0" cy="0"/>
          <a:chOff x="0" y="0"/>
          <a:chExt cx="0" cy="0"/>
        </a:xfrm>
      </p:grpSpPr>
      <p:sp>
        <p:nvSpPr>
          <p:cNvPr id="753" name="Google Shape;753;p111"/>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754" name="Google Shape;754;p111"/>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chemeClr val="lt1"/>
              </a:solidFill>
              <a:latin typeface="Verizon NHG TX"/>
              <a:ea typeface="Verizon NHG TX"/>
              <a:cs typeface="Verizon NHG TX"/>
              <a:sym typeface="Verizon NHG TX"/>
            </a:endParaRPr>
          </a:p>
        </p:txBody>
      </p:sp>
      <p:sp>
        <p:nvSpPr>
          <p:cNvPr id="755" name="Google Shape;755;p111"/>
          <p:cNvSpPr txBox="1"/>
          <p:nvPr>
            <p:ph idx="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756" name="Google Shape;756;p111"/>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and black logo&#10;&#10;Description automatically generated" id="757" name="Google Shape;757;p111"/>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econdary Cover - White">
  <p:cSld name="Secondary Cover - White">
    <p:bg>
      <p:bgPr>
        <a:solidFill>
          <a:schemeClr val="lt1"/>
        </a:solidFill>
      </p:bgPr>
    </p:bg>
    <p:spTree>
      <p:nvGrpSpPr>
        <p:cNvPr id="758" name="Shape 758"/>
        <p:cNvGrpSpPr/>
        <p:nvPr/>
      </p:nvGrpSpPr>
      <p:grpSpPr>
        <a:xfrm>
          <a:off x="0" y="0"/>
          <a:ext cx="0" cy="0"/>
          <a:chOff x="0" y="0"/>
          <a:chExt cx="0" cy="0"/>
        </a:xfrm>
      </p:grpSpPr>
      <p:sp>
        <p:nvSpPr>
          <p:cNvPr id="759" name="Google Shape;759;p112"/>
          <p:cNvSpPr/>
          <p:nvPr/>
        </p:nvSpPr>
        <p:spPr>
          <a:xfrm>
            <a:off x="178044" y="4668716"/>
            <a:ext cx="6554700" cy="309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60" name="Google Shape;760;p112"/>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1800"/>
              <a:buFont typeface="Verizon NHG DS"/>
              <a:buNone/>
              <a:defRPr i="0" sz="18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761" name="Google Shape;761;p112"/>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pic>
        <p:nvPicPr>
          <p:cNvPr descr="A red letter v with a yellow light&#10;&#10;Description automatically generated" id="762" name="Google Shape;762;p112"/>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_Info Slide">
  <p:cSld name="Info Slide">
    <p:spTree>
      <p:nvGrpSpPr>
        <p:cNvPr id="763" name="Shape 763"/>
        <p:cNvGrpSpPr/>
        <p:nvPr/>
      </p:nvGrpSpPr>
      <p:grpSpPr>
        <a:xfrm>
          <a:off x="0" y="0"/>
          <a:ext cx="0" cy="0"/>
          <a:chOff x="0" y="0"/>
          <a:chExt cx="0" cy="0"/>
        </a:xfrm>
      </p:grpSpPr>
      <p:sp>
        <p:nvSpPr>
          <p:cNvPr id="764" name="Google Shape;764;p113"/>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65" name="Google Shape;765;p113"/>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766" name="Google Shape;766;p113"/>
          <p:cNvSpPr/>
          <p:nvPr/>
        </p:nvSpPr>
        <p:spPr>
          <a:xfrm>
            <a:off x="6126956" y="469106"/>
            <a:ext cx="2543100" cy="207300"/>
          </a:xfrm>
          <a:prstGeom prst="roundRect">
            <a:avLst>
              <a:gd fmla="val 16667" name="adj"/>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Safe Harbor statement">
  <p:cSld name="Safe Harbor statement_1">
    <p:spTree>
      <p:nvGrpSpPr>
        <p:cNvPr id="767" name="Shape 767"/>
        <p:cNvGrpSpPr/>
        <p:nvPr/>
      </p:nvGrpSpPr>
      <p:grpSpPr>
        <a:xfrm>
          <a:off x="0" y="0"/>
          <a:ext cx="0" cy="0"/>
          <a:chOff x="0" y="0"/>
          <a:chExt cx="0" cy="0"/>
        </a:xfrm>
      </p:grpSpPr>
      <p:sp>
        <p:nvSpPr>
          <p:cNvPr id="768" name="Google Shape;768;p114"/>
          <p:cNvSpPr txBox="1"/>
          <p:nvPr>
            <p:ph type="title"/>
          </p:nvPr>
        </p:nvSpPr>
        <p:spPr>
          <a:xfrm>
            <a:off x="473864" y="438912"/>
            <a:ext cx="4656300" cy="399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100"/>
              <a:buNone/>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769" name="Google Shape;769;p114"/>
          <p:cNvSpPr/>
          <p:nvPr/>
        </p:nvSpPr>
        <p:spPr>
          <a:xfrm>
            <a:off x="473869" y="4267200"/>
            <a:ext cx="8196300" cy="396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0" name="Google Shape;770;p114"/>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771" name="Google Shape;771;p114"/>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2" name="Google Shape;772;p114"/>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Primary Cover - White">
  <p:cSld name="Primary Cover - White">
    <p:bg>
      <p:bgPr>
        <a:solidFill>
          <a:schemeClr val="lt1"/>
        </a:solidFill>
      </p:bgPr>
    </p:bg>
    <p:spTree>
      <p:nvGrpSpPr>
        <p:cNvPr id="773" name="Shape 773"/>
        <p:cNvGrpSpPr/>
        <p:nvPr/>
      </p:nvGrpSpPr>
      <p:grpSpPr>
        <a:xfrm>
          <a:off x="0" y="0"/>
          <a:ext cx="0" cy="0"/>
          <a:chOff x="0" y="0"/>
          <a:chExt cx="0" cy="0"/>
        </a:xfrm>
      </p:grpSpPr>
      <p:sp>
        <p:nvSpPr>
          <p:cNvPr id="774" name="Google Shape;774;p115"/>
          <p:cNvSpPr/>
          <p:nvPr/>
        </p:nvSpPr>
        <p:spPr>
          <a:xfrm>
            <a:off x="178044" y="4668716"/>
            <a:ext cx="6554700" cy="309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5" name="Google Shape;775;p115"/>
          <p:cNvSpPr txBox="1"/>
          <p:nvPr>
            <p:ph idx="1" type="body"/>
          </p:nvPr>
        </p:nvSpPr>
        <p:spPr>
          <a:xfrm>
            <a:off x="457200" y="2615184"/>
            <a:ext cx="6801000" cy="6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1"/>
              </a:buClr>
              <a:buSzPts val="1800"/>
              <a:buFont typeface="Verizon NHG DS"/>
              <a:buNone/>
              <a:defRPr i="0" sz="1800">
                <a:solidFill>
                  <a:schemeClr val="dk1"/>
                </a:solidFill>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Clr>
                <a:schemeClr val="dk1"/>
              </a:buClr>
              <a:buSzPts val="900"/>
              <a:buChar char="•"/>
              <a:defRPr sz="900"/>
            </a:lvl6pPr>
            <a:lvl7pPr indent="-285750" lvl="6" marL="3200400" algn="l">
              <a:lnSpc>
                <a:spcPct val="100000"/>
              </a:lnSpc>
              <a:spcBef>
                <a:spcPts val="0"/>
              </a:spcBef>
              <a:spcAft>
                <a:spcPts val="0"/>
              </a:spcAft>
              <a:buClr>
                <a:schemeClr val="dk1"/>
              </a:buClr>
              <a:buSzPts val="900"/>
              <a:buChar char="•"/>
              <a:defRPr sz="900"/>
            </a:lvl7pPr>
            <a:lvl8pPr indent="-285750" lvl="7" marL="3657600" algn="l">
              <a:lnSpc>
                <a:spcPct val="100000"/>
              </a:lnSpc>
              <a:spcBef>
                <a:spcPts val="0"/>
              </a:spcBef>
              <a:spcAft>
                <a:spcPts val="0"/>
              </a:spcAft>
              <a:buClr>
                <a:schemeClr val="dk1"/>
              </a:buClr>
              <a:buSzPts val="900"/>
              <a:buChar char="•"/>
              <a:defRPr sz="900"/>
            </a:lvl8pPr>
            <a:lvl9pPr indent="-285750" lvl="8" marL="4114800" algn="l">
              <a:lnSpc>
                <a:spcPct val="100000"/>
              </a:lnSpc>
              <a:spcBef>
                <a:spcPts val="0"/>
              </a:spcBef>
              <a:spcAft>
                <a:spcPts val="0"/>
              </a:spcAft>
              <a:buClr>
                <a:schemeClr val="dk1"/>
              </a:buClr>
              <a:buSzPts val="900"/>
              <a:buChar char="•"/>
              <a:defRPr sz="900"/>
            </a:lvl9pPr>
          </a:lstStyle>
          <a:p/>
        </p:txBody>
      </p:sp>
      <p:sp>
        <p:nvSpPr>
          <p:cNvPr id="776" name="Google Shape;776;p115"/>
          <p:cNvSpPr txBox="1"/>
          <p:nvPr>
            <p:ph type="title"/>
          </p:nvPr>
        </p:nvSpPr>
        <p:spPr>
          <a:xfrm>
            <a:off x="455425" y="374904"/>
            <a:ext cx="61152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pic>
        <p:nvPicPr>
          <p:cNvPr id="777" name="Google Shape;777;p115"/>
          <p:cNvPicPr preferRelativeResize="0"/>
          <p:nvPr/>
        </p:nvPicPr>
        <p:blipFill rotWithShape="1">
          <a:blip r:embed="rId2">
            <a:alphaModFix/>
          </a:blip>
          <a:srcRect b="43501" l="12070" r="12108" t="23207"/>
          <a:stretch/>
        </p:blipFill>
        <p:spPr>
          <a:xfrm>
            <a:off x="7589475" y="4280635"/>
            <a:ext cx="1080648" cy="246510"/>
          </a:xfrm>
          <a:prstGeom prst="rect">
            <a:avLst/>
          </a:prstGeom>
          <a:noFill/>
          <a:ln>
            <a:noFill/>
          </a:ln>
        </p:spPr>
      </p:pic>
      <p:pic>
        <p:nvPicPr>
          <p:cNvPr descr="A red letter v with a yellow light&#10;&#10;Description automatically generated" id="778" name="Google Shape;778;p115"/>
          <p:cNvPicPr preferRelativeResize="0"/>
          <p:nvPr/>
        </p:nvPicPr>
        <p:blipFill rotWithShape="1">
          <a:blip r:embed="rId3">
            <a:alphaModFix/>
          </a:blip>
          <a:srcRect b="0" l="0" r="0" t="0"/>
          <a:stretch/>
        </p:blipFill>
        <p:spPr>
          <a:xfrm>
            <a:off x="329184" y="4005072"/>
            <a:ext cx="841246" cy="786838"/>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Primary Cover - Black">
  <p:cSld name="Primary Cover - Black">
    <p:bg>
      <p:bgPr>
        <a:solidFill>
          <a:schemeClr val="dk1"/>
        </a:solidFill>
      </p:bgPr>
    </p:bg>
    <p:spTree>
      <p:nvGrpSpPr>
        <p:cNvPr id="779" name="Shape 779"/>
        <p:cNvGrpSpPr/>
        <p:nvPr/>
      </p:nvGrpSpPr>
      <p:grpSpPr>
        <a:xfrm>
          <a:off x="0" y="0"/>
          <a:ext cx="0" cy="0"/>
          <a:chOff x="0" y="0"/>
          <a:chExt cx="0" cy="0"/>
        </a:xfrm>
      </p:grpSpPr>
      <p:sp>
        <p:nvSpPr>
          <p:cNvPr id="780" name="Google Shape;780;p116"/>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81" name="Google Shape;781;p116"/>
          <p:cNvSpPr txBox="1"/>
          <p:nvPr>
            <p:ph idx="1" type="body"/>
          </p:nvPr>
        </p:nvSpPr>
        <p:spPr>
          <a:xfrm>
            <a:off x="457200" y="2615184"/>
            <a:ext cx="6801000" cy="6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782" name="Google Shape;782;p116"/>
          <p:cNvSpPr txBox="1"/>
          <p:nvPr>
            <p:ph type="title"/>
          </p:nvPr>
        </p:nvSpPr>
        <p:spPr>
          <a:xfrm>
            <a:off x="457200" y="374904"/>
            <a:ext cx="61152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id="783" name="Google Shape;783;p116"/>
          <p:cNvPicPr preferRelativeResize="0"/>
          <p:nvPr/>
        </p:nvPicPr>
        <p:blipFill rotWithShape="1">
          <a:blip r:embed="rId2">
            <a:alphaModFix/>
          </a:blip>
          <a:srcRect b="43501" l="12070" r="12108" t="23207"/>
          <a:stretch/>
        </p:blipFill>
        <p:spPr>
          <a:xfrm>
            <a:off x="7589475" y="4280635"/>
            <a:ext cx="1080648" cy="246510"/>
          </a:xfrm>
          <a:prstGeom prst="rect">
            <a:avLst/>
          </a:prstGeom>
          <a:noFill/>
          <a:ln>
            <a:noFill/>
          </a:ln>
        </p:spPr>
      </p:pic>
      <p:pic>
        <p:nvPicPr>
          <p:cNvPr descr="A red letter v with a yellow light&#10;&#10;Description automatically generated" id="784" name="Google Shape;784;p116"/>
          <p:cNvPicPr preferRelativeResize="0"/>
          <p:nvPr/>
        </p:nvPicPr>
        <p:blipFill rotWithShape="1">
          <a:blip r:embed="rId3">
            <a:alphaModFix/>
          </a:blip>
          <a:srcRect b="0" l="0" r="0" t="0"/>
          <a:stretch/>
        </p:blipFill>
        <p:spPr>
          <a:xfrm>
            <a:off x="329184" y="4005072"/>
            <a:ext cx="841246" cy="786838"/>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econdary Cover - Black">
  <p:cSld name="Secondary Cover - Black">
    <p:bg>
      <p:bgPr>
        <a:solidFill>
          <a:schemeClr val="dk1"/>
        </a:solidFill>
      </p:bgPr>
    </p:bg>
    <p:spTree>
      <p:nvGrpSpPr>
        <p:cNvPr id="785" name="Shape 785"/>
        <p:cNvGrpSpPr/>
        <p:nvPr/>
      </p:nvGrpSpPr>
      <p:grpSpPr>
        <a:xfrm>
          <a:off x="0" y="0"/>
          <a:ext cx="0" cy="0"/>
          <a:chOff x="0" y="0"/>
          <a:chExt cx="0" cy="0"/>
        </a:xfrm>
      </p:grpSpPr>
      <p:sp>
        <p:nvSpPr>
          <p:cNvPr id="786" name="Google Shape;786;p117"/>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787" name="Google Shape;787;p117"/>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88" name="Google Shape;788;p117"/>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letter v with a yellow light&#10;&#10;Description automatically generated" id="789" name="Google Shape;789;p117"/>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econdary Cover with logo - White">
  <p:cSld name="Divider - White">
    <p:bg>
      <p:bgPr>
        <a:solidFill>
          <a:schemeClr val="lt1"/>
        </a:solidFill>
      </p:bgPr>
    </p:bg>
    <p:spTree>
      <p:nvGrpSpPr>
        <p:cNvPr id="790" name="Shape 790"/>
        <p:cNvGrpSpPr/>
        <p:nvPr/>
      </p:nvGrpSpPr>
      <p:grpSpPr>
        <a:xfrm>
          <a:off x="0" y="0"/>
          <a:ext cx="0" cy="0"/>
          <a:chOff x="0" y="0"/>
          <a:chExt cx="0" cy="0"/>
        </a:xfrm>
      </p:grpSpPr>
      <p:sp>
        <p:nvSpPr>
          <p:cNvPr id="791" name="Google Shape;791;p118"/>
          <p:cNvSpPr txBox="1"/>
          <p:nvPr>
            <p:ph idx="1" type="body"/>
          </p:nvPr>
        </p:nvSpPr>
        <p:spPr>
          <a:xfrm>
            <a:off x="457200" y="2615184"/>
            <a:ext cx="4046700" cy="131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2400"/>
              <a:buFont typeface="Verizon NHG DS"/>
              <a:buNone/>
              <a:defRPr i="0" sz="18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792" name="Google Shape;792;p118"/>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3" name="Google Shape;793;p118"/>
          <p:cNvSpPr txBox="1"/>
          <p:nvPr>
            <p:ph idx="12"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794" name="Google Shape;794;p118"/>
          <p:cNvSpPr/>
          <p:nvPr/>
        </p:nvSpPr>
        <p:spPr>
          <a:xfrm>
            <a:off x="70550" y="4663700"/>
            <a:ext cx="9073500" cy="46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sp>
        <p:nvSpPr>
          <p:cNvPr id="795" name="Google Shape;795;p118"/>
          <p:cNvSpPr/>
          <p:nvPr>
            <p:ph idx="2" type="pic"/>
          </p:nvPr>
        </p:nvSpPr>
        <p:spPr>
          <a:xfrm>
            <a:off x="7286600" y="4417475"/>
            <a:ext cx="1383600" cy="312000"/>
          </a:xfrm>
          <a:prstGeom prst="rect">
            <a:avLst/>
          </a:prstGeom>
          <a:solidFill>
            <a:srgbClr val="F2F2F2"/>
          </a:solidFill>
          <a:ln>
            <a:noFill/>
          </a:ln>
        </p:spPr>
      </p:sp>
      <p:pic>
        <p:nvPicPr>
          <p:cNvPr descr="A red and black logo&#10;&#10;Description automatically generated" id="796" name="Google Shape;796;p118"/>
          <p:cNvPicPr preferRelativeResize="0"/>
          <p:nvPr/>
        </p:nvPicPr>
        <p:blipFill rotWithShape="1">
          <a:blip r:embed="rId2">
            <a:alphaModFix/>
          </a:blip>
          <a:srcRect b="0" l="0" r="0" t="0"/>
          <a:stretch/>
        </p:blipFill>
        <p:spPr>
          <a:xfrm>
            <a:off x="475488" y="4416552"/>
            <a:ext cx="1389887" cy="311686"/>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econdary Cover with logo - Black">
  <p:cSld name="Divider - White_2">
    <p:bg>
      <p:bgPr>
        <a:solidFill>
          <a:schemeClr val="dk1"/>
        </a:solidFill>
      </p:bgPr>
    </p:bg>
    <p:spTree>
      <p:nvGrpSpPr>
        <p:cNvPr id="797" name="Shape 797"/>
        <p:cNvGrpSpPr/>
        <p:nvPr/>
      </p:nvGrpSpPr>
      <p:grpSpPr>
        <a:xfrm>
          <a:off x="0" y="0"/>
          <a:ext cx="0" cy="0"/>
          <a:chOff x="0" y="0"/>
          <a:chExt cx="0" cy="0"/>
        </a:xfrm>
      </p:grpSpPr>
      <p:sp>
        <p:nvSpPr>
          <p:cNvPr id="798" name="Google Shape;798;p119"/>
          <p:cNvSpPr txBox="1"/>
          <p:nvPr>
            <p:ph idx="1" type="body"/>
          </p:nvPr>
        </p:nvSpPr>
        <p:spPr>
          <a:xfrm>
            <a:off x="457200" y="2615184"/>
            <a:ext cx="4046700" cy="131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24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799" name="Google Shape;799;p119"/>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800" name="Google Shape;800;p119"/>
          <p:cNvSpPr txBox="1"/>
          <p:nvPr>
            <p:ph idx="12"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01" name="Google Shape;801;p119"/>
          <p:cNvSpPr/>
          <p:nvPr/>
        </p:nvSpPr>
        <p:spPr>
          <a:xfrm>
            <a:off x="70550" y="4663700"/>
            <a:ext cx="9073500" cy="463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sp>
        <p:nvSpPr>
          <p:cNvPr id="802" name="Google Shape;802;p119"/>
          <p:cNvSpPr/>
          <p:nvPr>
            <p:ph idx="2" type="pic"/>
          </p:nvPr>
        </p:nvSpPr>
        <p:spPr>
          <a:xfrm>
            <a:off x="7286600" y="4417475"/>
            <a:ext cx="1383600" cy="312000"/>
          </a:xfrm>
          <a:prstGeom prst="rect">
            <a:avLst/>
          </a:prstGeom>
          <a:solidFill>
            <a:srgbClr val="F2F2F2"/>
          </a:solidFill>
          <a:ln>
            <a:noFill/>
          </a:ln>
        </p:spPr>
      </p:sp>
      <p:pic>
        <p:nvPicPr>
          <p:cNvPr descr="A red and black logo&#10;&#10;Description automatically generated" id="803" name="Google Shape;803;p119"/>
          <p:cNvPicPr preferRelativeResize="0"/>
          <p:nvPr/>
        </p:nvPicPr>
        <p:blipFill rotWithShape="1">
          <a:blip r:embed="rId2">
            <a:alphaModFix/>
          </a:blip>
          <a:srcRect b="0" l="0" r="0" t="0"/>
          <a:stretch/>
        </p:blipFill>
        <p:spPr>
          <a:xfrm>
            <a:off x="475488" y="4416552"/>
            <a:ext cx="1389887" cy="311686"/>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Divider - White">
  <p:cSld name="Divider - White_1">
    <p:bg>
      <p:bgPr>
        <a:solidFill>
          <a:schemeClr val="lt1"/>
        </a:solidFill>
      </p:bgPr>
    </p:bg>
    <p:spTree>
      <p:nvGrpSpPr>
        <p:cNvPr id="804" name="Shape 804"/>
        <p:cNvGrpSpPr/>
        <p:nvPr/>
      </p:nvGrpSpPr>
      <p:grpSpPr>
        <a:xfrm>
          <a:off x="0" y="0"/>
          <a:ext cx="0" cy="0"/>
          <a:chOff x="0" y="0"/>
          <a:chExt cx="0" cy="0"/>
        </a:xfrm>
      </p:grpSpPr>
      <p:sp>
        <p:nvSpPr>
          <p:cNvPr id="805" name="Google Shape;805;p120"/>
          <p:cNvSpPr txBox="1"/>
          <p:nvPr>
            <p:ph idx="1" type="body"/>
          </p:nvPr>
        </p:nvSpPr>
        <p:spPr>
          <a:xfrm>
            <a:off x="457200" y="938803"/>
            <a:ext cx="4046700" cy="37944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2400"/>
              <a:buFont typeface="Verizon NHG DS"/>
              <a:buNone/>
              <a:defRPr i="0" sz="24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806" name="Google Shape;806;p120"/>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07" name="Google Shape;807;p120"/>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Divider - Black">
  <p:cSld name="Divider - Black">
    <p:bg>
      <p:bgPr>
        <a:solidFill>
          <a:schemeClr val="dk1"/>
        </a:solidFill>
      </p:bgPr>
    </p:bg>
    <p:spTree>
      <p:nvGrpSpPr>
        <p:cNvPr id="808" name="Shape 808"/>
        <p:cNvGrpSpPr/>
        <p:nvPr/>
      </p:nvGrpSpPr>
      <p:grpSpPr>
        <a:xfrm>
          <a:off x="0" y="0"/>
          <a:ext cx="0" cy="0"/>
          <a:chOff x="0" y="0"/>
          <a:chExt cx="0" cy="0"/>
        </a:xfrm>
      </p:grpSpPr>
      <p:sp>
        <p:nvSpPr>
          <p:cNvPr id="809" name="Google Shape;809;p121"/>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810" name="Google Shape;810;p121"/>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sp>
        <p:nvSpPr>
          <p:cNvPr id="811" name="Google Shape;811;p121"/>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12" name="Google Shape;812;p121"/>
          <p:cNvSpPr txBox="1"/>
          <p:nvPr>
            <p:ph idx="1" type="body"/>
          </p:nvPr>
        </p:nvSpPr>
        <p:spPr>
          <a:xfrm>
            <a:off x="457200" y="938803"/>
            <a:ext cx="4046700" cy="37944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Clr>
                <a:schemeClr val="lt1"/>
              </a:buClr>
              <a:buSzPts val="2400"/>
              <a:buFont typeface="Verizon NHG DS"/>
              <a:buNone/>
              <a:defRPr i="0" sz="24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Large statement - White">
  <p:cSld name="Large statement or Divider - White">
    <p:bg>
      <p:bgPr>
        <a:solidFill>
          <a:schemeClr val="lt1"/>
        </a:solidFill>
      </p:bgPr>
    </p:bg>
    <p:spTree>
      <p:nvGrpSpPr>
        <p:cNvPr id="813" name="Shape 813"/>
        <p:cNvGrpSpPr/>
        <p:nvPr/>
      </p:nvGrpSpPr>
      <p:grpSpPr>
        <a:xfrm>
          <a:off x="0" y="0"/>
          <a:ext cx="0" cy="0"/>
          <a:chOff x="0" y="0"/>
          <a:chExt cx="0" cy="0"/>
        </a:xfrm>
      </p:grpSpPr>
      <p:sp>
        <p:nvSpPr>
          <p:cNvPr id="814" name="Google Shape;814;p12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15" name="Google Shape;815;p122"/>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grpSp>
        <p:nvGrpSpPr>
          <p:cNvPr id="816" name="Google Shape;816;p122"/>
          <p:cNvGrpSpPr/>
          <p:nvPr/>
        </p:nvGrpSpPr>
        <p:grpSpPr>
          <a:xfrm>
            <a:off x="0" y="0"/>
            <a:ext cx="9144000" cy="5143500"/>
            <a:chOff x="0" y="0"/>
            <a:chExt cx="9144000" cy="5143500"/>
          </a:xfrm>
        </p:grpSpPr>
        <p:sp>
          <p:nvSpPr>
            <p:cNvPr id="817" name="Google Shape;817;p122"/>
            <p:cNvSpPr/>
            <p:nvPr/>
          </p:nvSpPr>
          <p:spPr>
            <a:xfrm>
              <a:off x="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8" name="Google Shape;818;p122"/>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9" name="Google Shape;819;p122"/>
            <p:cNvSpPr/>
            <p:nvPr/>
          </p:nvSpPr>
          <p:spPr>
            <a:xfrm rot="5400000">
              <a:off x="4514550" y="-4492350"/>
              <a:ext cx="137100" cy="91218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0" name="Google Shape;820;p122"/>
            <p:cNvSpPr/>
            <p:nvPr/>
          </p:nvSpPr>
          <p:spPr>
            <a:xfrm rot="5400000">
              <a:off x="4525500" y="525000"/>
              <a:ext cx="137100" cy="90999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Large statement - Black">
  <p:cSld name="Large statement or Divider - Black">
    <p:bg>
      <p:bgPr>
        <a:solidFill>
          <a:schemeClr val="dk1"/>
        </a:solidFill>
      </p:bgPr>
    </p:bg>
    <p:spTree>
      <p:nvGrpSpPr>
        <p:cNvPr id="821" name="Shape 821"/>
        <p:cNvGrpSpPr/>
        <p:nvPr/>
      </p:nvGrpSpPr>
      <p:grpSpPr>
        <a:xfrm>
          <a:off x="0" y="0"/>
          <a:ext cx="0" cy="0"/>
          <a:chOff x="0" y="0"/>
          <a:chExt cx="0" cy="0"/>
        </a:xfrm>
      </p:grpSpPr>
      <p:sp>
        <p:nvSpPr>
          <p:cNvPr id="822" name="Google Shape;822;p123"/>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23" name="Google Shape;823;p123"/>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chemeClr val="lt1"/>
              </a:solidFill>
              <a:latin typeface="Verizon NHG TX"/>
              <a:ea typeface="Verizon NHG TX"/>
              <a:cs typeface="Verizon NHG TX"/>
              <a:sym typeface="Verizon NHG TX"/>
            </a:endParaRPr>
          </a:p>
        </p:txBody>
      </p:sp>
      <p:sp>
        <p:nvSpPr>
          <p:cNvPr id="824" name="Google Shape;824;p123"/>
          <p:cNvSpPr txBox="1"/>
          <p:nvPr>
            <p:ph idx="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25" name="Google Shape;825;p123"/>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Divider w/ Copy - Yellow">
  <p:cSld name="Divider w/ Copy - Yellow">
    <p:bg>
      <p:bgPr>
        <a:solidFill>
          <a:schemeClr val="lt1"/>
        </a:solidFill>
      </p:bgPr>
    </p:bg>
    <p:spTree>
      <p:nvGrpSpPr>
        <p:cNvPr id="826" name="Shape 826"/>
        <p:cNvGrpSpPr/>
        <p:nvPr/>
      </p:nvGrpSpPr>
      <p:grpSpPr>
        <a:xfrm>
          <a:off x="0" y="0"/>
          <a:ext cx="0" cy="0"/>
          <a:chOff x="0" y="0"/>
          <a:chExt cx="0" cy="0"/>
        </a:xfrm>
      </p:grpSpPr>
      <p:sp>
        <p:nvSpPr>
          <p:cNvPr id="827" name="Google Shape;827;p124"/>
          <p:cNvSpPr/>
          <p:nvPr/>
        </p:nvSpPr>
        <p:spPr>
          <a:xfrm>
            <a:off x="0" y="0"/>
            <a:ext cx="4581300" cy="51435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8" name="Google Shape;828;p124"/>
          <p:cNvSpPr/>
          <p:nvPr/>
        </p:nvSpPr>
        <p:spPr>
          <a:xfrm>
            <a:off x="4581298" y="4728064"/>
            <a:ext cx="2017800" cy="1977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9" name="Google Shape;829;p124"/>
          <p:cNvSpPr txBox="1"/>
          <p:nvPr>
            <p:ph idx="1" type="body"/>
          </p:nvPr>
        </p:nvSpPr>
        <p:spPr>
          <a:xfrm>
            <a:off x="5120640" y="2743200"/>
            <a:ext cx="3552900" cy="148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2000"/>
              <a:buFont typeface="Verizon NHG DS"/>
              <a:buNone/>
              <a:defRPr i="0" sz="2000">
                <a:solidFill>
                  <a:schemeClr val="dk2"/>
                </a:solidFill>
                <a:latin typeface="Verizon NHG DS"/>
                <a:ea typeface="Verizon NHG DS"/>
                <a:cs typeface="Verizon NHG DS"/>
                <a:sym typeface="Verizon NHG DS"/>
              </a:defRPr>
            </a:lvl1pPr>
            <a:lvl2pPr indent="-228600" lvl="1" marL="9144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2pPr>
            <a:lvl3pPr indent="-228600" lvl="2" marL="13716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3pPr>
            <a:lvl4pPr indent="-228600" lvl="3" marL="18288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4pPr>
            <a:lvl5pPr indent="-228600" lvl="4" marL="22860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5pPr>
            <a:lvl6pPr indent="-285750" lvl="5" marL="27432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6pPr>
            <a:lvl7pPr indent="-285750" lvl="6" marL="32004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7pPr>
            <a:lvl8pPr indent="-285750" lvl="7" marL="36576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8pPr>
            <a:lvl9pPr indent="-285750" lvl="8" marL="41148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9pPr>
          </a:lstStyle>
          <a:p/>
        </p:txBody>
      </p:sp>
      <p:sp>
        <p:nvSpPr>
          <p:cNvPr id="830" name="Google Shape;830;p124"/>
          <p:cNvSpPr txBox="1"/>
          <p:nvPr>
            <p:ph type="title"/>
          </p:nvPr>
        </p:nvSpPr>
        <p:spPr>
          <a:xfrm>
            <a:off x="473869" y="410155"/>
            <a:ext cx="3571800" cy="3893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31" name="Google Shape;831;p124"/>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grpSp>
        <p:nvGrpSpPr>
          <p:cNvPr id="832" name="Google Shape;832;p124"/>
          <p:cNvGrpSpPr/>
          <p:nvPr/>
        </p:nvGrpSpPr>
        <p:grpSpPr>
          <a:xfrm>
            <a:off x="4503450" y="0"/>
            <a:ext cx="4640550" cy="5143500"/>
            <a:chOff x="4503450" y="0"/>
            <a:chExt cx="4640550" cy="5143500"/>
          </a:xfrm>
        </p:grpSpPr>
        <p:sp>
          <p:nvSpPr>
            <p:cNvPr id="833" name="Google Shape;833;p124"/>
            <p:cNvSpPr/>
            <p:nvPr/>
          </p:nvSpPr>
          <p:spPr>
            <a:xfrm>
              <a:off x="450345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34" name="Google Shape;834;p124"/>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35" name="Google Shape;835;p124"/>
            <p:cNvSpPr/>
            <p:nvPr/>
          </p:nvSpPr>
          <p:spPr>
            <a:xfrm rot="5400000">
              <a:off x="6755250" y="-22516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36" name="Google Shape;836;p124"/>
            <p:cNvSpPr/>
            <p:nvPr/>
          </p:nvSpPr>
          <p:spPr>
            <a:xfrm rot="5400000">
              <a:off x="6755250" y="27547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837" name="Google Shape;837;p124"/>
          <p:cNvSpPr/>
          <p:nvPr/>
        </p:nvSpPr>
        <p:spPr>
          <a:xfrm>
            <a:off x="2485648"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838" name="Google Shape;838;p124"/>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Divider w/ Copy - Red">
  <p:cSld name="Divider w/ Copy - Red">
    <p:bg>
      <p:bgPr>
        <a:solidFill>
          <a:schemeClr val="lt2"/>
        </a:solidFill>
      </p:bgPr>
    </p:bg>
    <p:spTree>
      <p:nvGrpSpPr>
        <p:cNvPr id="839" name="Shape 839"/>
        <p:cNvGrpSpPr/>
        <p:nvPr/>
      </p:nvGrpSpPr>
      <p:grpSpPr>
        <a:xfrm>
          <a:off x="0" y="0"/>
          <a:ext cx="0" cy="0"/>
          <a:chOff x="0" y="0"/>
          <a:chExt cx="0" cy="0"/>
        </a:xfrm>
      </p:grpSpPr>
      <p:sp>
        <p:nvSpPr>
          <p:cNvPr id="840" name="Google Shape;840;p125"/>
          <p:cNvSpPr/>
          <p:nvPr/>
        </p:nvSpPr>
        <p:spPr>
          <a:xfrm>
            <a:off x="2716823"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41" name="Google Shape;841;p125"/>
          <p:cNvSpPr/>
          <p:nvPr/>
        </p:nvSpPr>
        <p:spPr>
          <a:xfrm>
            <a:off x="4567428" y="0"/>
            <a:ext cx="4576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42" name="Google Shape;842;p125"/>
          <p:cNvSpPr txBox="1"/>
          <p:nvPr>
            <p:ph idx="1" type="body"/>
          </p:nvPr>
        </p:nvSpPr>
        <p:spPr>
          <a:xfrm>
            <a:off x="5120640" y="2743200"/>
            <a:ext cx="3552900" cy="148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2"/>
              </a:buClr>
              <a:buSzPts val="2000"/>
              <a:buFont typeface="Verizon NHG DS"/>
              <a:buNone/>
              <a:defRPr i="0" sz="2000">
                <a:solidFill>
                  <a:schemeClr val="lt2"/>
                </a:solidFill>
                <a:latin typeface="Verizon NHG DS"/>
                <a:ea typeface="Verizon NHG DS"/>
                <a:cs typeface="Verizon NHG DS"/>
                <a:sym typeface="Verizon NHG DS"/>
              </a:defRPr>
            </a:lvl1pPr>
            <a:lvl2pPr indent="-228600" lvl="1" marL="914400" algn="l">
              <a:lnSpc>
                <a:spcPct val="100000"/>
              </a:lnSpc>
              <a:spcBef>
                <a:spcPts val="400"/>
              </a:spcBef>
              <a:spcAft>
                <a:spcPts val="0"/>
              </a:spcAft>
              <a:buClr>
                <a:schemeClr val="lt2"/>
              </a:buClr>
              <a:buSzPts val="900"/>
              <a:buNone/>
              <a:defRPr b="1">
                <a:solidFill>
                  <a:schemeClr val="lt2"/>
                </a:solidFill>
              </a:defRPr>
            </a:lvl2pPr>
            <a:lvl3pPr indent="-228600" lvl="2" marL="1371600" algn="l">
              <a:lnSpc>
                <a:spcPct val="100000"/>
              </a:lnSpc>
              <a:spcBef>
                <a:spcPts val="400"/>
              </a:spcBef>
              <a:spcAft>
                <a:spcPts val="0"/>
              </a:spcAft>
              <a:buClr>
                <a:schemeClr val="lt2"/>
              </a:buClr>
              <a:buSzPts val="900"/>
              <a:buNone/>
              <a:defRPr b="1">
                <a:solidFill>
                  <a:schemeClr val="lt2"/>
                </a:solidFill>
              </a:defRPr>
            </a:lvl3pPr>
            <a:lvl4pPr indent="-228600" lvl="3" marL="1828800" algn="l">
              <a:lnSpc>
                <a:spcPct val="100000"/>
              </a:lnSpc>
              <a:spcBef>
                <a:spcPts val="400"/>
              </a:spcBef>
              <a:spcAft>
                <a:spcPts val="0"/>
              </a:spcAft>
              <a:buClr>
                <a:schemeClr val="lt2"/>
              </a:buClr>
              <a:buSzPts val="900"/>
              <a:buNone/>
              <a:defRPr b="1">
                <a:solidFill>
                  <a:schemeClr val="lt2"/>
                </a:solidFill>
              </a:defRPr>
            </a:lvl4pPr>
            <a:lvl5pPr indent="-228600" lvl="4" marL="2286000" algn="l">
              <a:lnSpc>
                <a:spcPct val="100000"/>
              </a:lnSpc>
              <a:spcBef>
                <a:spcPts val="400"/>
              </a:spcBef>
              <a:spcAft>
                <a:spcPts val="0"/>
              </a:spcAft>
              <a:buClr>
                <a:schemeClr val="lt2"/>
              </a:buClr>
              <a:buSzPts val="900"/>
              <a:buNone/>
              <a:defRPr b="1">
                <a:solidFill>
                  <a:schemeClr val="lt2"/>
                </a:solidFill>
              </a:defRPr>
            </a:lvl5pPr>
            <a:lvl6pPr indent="-285750" lvl="5" marL="2743200" algn="l">
              <a:lnSpc>
                <a:spcPct val="90000"/>
              </a:lnSpc>
              <a:spcBef>
                <a:spcPts val="400"/>
              </a:spcBef>
              <a:spcAft>
                <a:spcPts val="0"/>
              </a:spcAft>
              <a:buClr>
                <a:schemeClr val="lt2"/>
              </a:buClr>
              <a:buSzPts val="900"/>
              <a:buChar char="•"/>
              <a:defRPr b="1" sz="900">
                <a:solidFill>
                  <a:schemeClr val="lt2"/>
                </a:solidFill>
              </a:defRPr>
            </a:lvl6pPr>
            <a:lvl7pPr indent="-285750" lvl="6" marL="3200400" algn="l">
              <a:lnSpc>
                <a:spcPct val="90000"/>
              </a:lnSpc>
              <a:spcBef>
                <a:spcPts val="400"/>
              </a:spcBef>
              <a:spcAft>
                <a:spcPts val="0"/>
              </a:spcAft>
              <a:buClr>
                <a:schemeClr val="lt2"/>
              </a:buClr>
              <a:buSzPts val="900"/>
              <a:buChar char="•"/>
              <a:defRPr b="1" sz="900">
                <a:solidFill>
                  <a:schemeClr val="lt2"/>
                </a:solidFill>
              </a:defRPr>
            </a:lvl7pPr>
            <a:lvl8pPr indent="-285750" lvl="7" marL="3657600" algn="l">
              <a:lnSpc>
                <a:spcPct val="90000"/>
              </a:lnSpc>
              <a:spcBef>
                <a:spcPts val="400"/>
              </a:spcBef>
              <a:spcAft>
                <a:spcPts val="0"/>
              </a:spcAft>
              <a:buClr>
                <a:schemeClr val="lt2"/>
              </a:buClr>
              <a:buSzPts val="900"/>
              <a:buChar char="•"/>
              <a:defRPr b="1" sz="900">
                <a:solidFill>
                  <a:schemeClr val="lt2"/>
                </a:solidFill>
              </a:defRPr>
            </a:lvl8pPr>
            <a:lvl9pPr indent="-285750" lvl="8" marL="4114800" algn="l">
              <a:lnSpc>
                <a:spcPct val="90000"/>
              </a:lnSpc>
              <a:spcBef>
                <a:spcPts val="400"/>
              </a:spcBef>
              <a:spcAft>
                <a:spcPts val="0"/>
              </a:spcAft>
              <a:buClr>
                <a:schemeClr val="lt2"/>
              </a:buClr>
              <a:buSzPts val="900"/>
              <a:buChar char="•"/>
              <a:defRPr b="1" sz="900">
                <a:solidFill>
                  <a:schemeClr val="lt2"/>
                </a:solidFill>
              </a:defRPr>
            </a:lvl9pPr>
          </a:lstStyle>
          <a:p/>
        </p:txBody>
      </p:sp>
      <p:sp>
        <p:nvSpPr>
          <p:cNvPr id="843" name="Google Shape;843;p125"/>
          <p:cNvSpPr txBox="1"/>
          <p:nvPr>
            <p:ph type="title"/>
          </p:nvPr>
        </p:nvSpPr>
        <p:spPr>
          <a:xfrm>
            <a:off x="473869" y="410155"/>
            <a:ext cx="3571800" cy="3893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600"/>
              <a:buFont typeface="Arial"/>
              <a:buNone/>
              <a:defRPr sz="36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4" name="Google Shape;844;p125"/>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Divider w/ Image - Stone">
  <p:cSld name="Divider w/ Image - Stone">
    <p:bg>
      <p:bgPr>
        <a:solidFill>
          <a:schemeClr val="lt2"/>
        </a:solidFill>
      </p:bgPr>
    </p:bg>
    <p:spTree>
      <p:nvGrpSpPr>
        <p:cNvPr id="845" name="Shape 845"/>
        <p:cNvGrpSpPr/>
        <p:nvPr/>
      </p:nvGrpSpPr>
      <p:grpSpPr>
        <a:xfrm>
          <a:off x="0" y="0"/>
          <a:ext cx="0" cy="0"/>
          <a:chOff x="0" y="0"/>
          <a:chExt cx="0" cy="0"/>
        </a:xfrm>
      </p:grpSpPr>
      <p:sp>
        <p:nvSpPr>
          <p:cNvPr id="846" name="Google Shape;846;p126"/>
          <p:cNvSpPr/>
          <p:nvPr/>
        </p:nvSpPr>
        <p:spPr>
          <a:xfrm>
            <a:off x="2716823" y="4728064"/>
            <a:ext cx="2017800" cy="1977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47" name="Google Shape;847;p126"/>
          <p:cNvSpPr/>
          <p:nvPr>
            <p:ph idx="2" type="pic"/>
          </p:nvPr>
        </p:nvSpPr>
        <p:spPr>
          <a:xfrm>
            <a:off x="4510683" y="0"/>
            <a:ext cx="4632900" cy="5143500"/>
          </a:xfrm>
          <a:prstGeom prst="rect">
            <a:avLst/>
          </a:prstGeom>
          <a:solidFill>
            <a:schemeClr val="lt1"/>
          </a:solidFill>
          <a:ln>
            <a:noFill/>
          </a:ln>
        </p:spPr>
      </p:sp>
      <p:sp>
        <p:nvSpPr>
          <p:cNvPr id="848" name="Google Shape;848;p126"/>
          <p:cNvSpPr txBox="1"/>
          <p:nvPr>
            <p:ph type="title"/>
          </p:nvPr>
        </p:nvSpPr>
        <p:spPr>
          <a:xfrm>
            <a:off x="473869" y="1908572"/>
            <a:ext cx="3343200" cy="6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9" name="Google Shape;849;p12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50" name="Google Shape;850;p126"/>
          <p:cNvSpPr txBox="1"/>
          <p:nvPr>
            <p:ph idx="1" type="body"/>
          </p:nvPr>
        </p:nvSpPr>
        <p:spPr>
          <a:xfrm>
            <a:off x="473869" y="2628900"/>
            <a:ext cx="3343200" cy="6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grpSp>
        <p:nvGrpSpPr>
          <p:cNvPr id="851" name="Google Shape;851;p126"/>
          <p:cNvGrpSpPr/>
          <p:nvPr/>
        </p:nvGrpSpPr>
        <p:grpSpPr>
          <a:xfrm>
            <a:off x="4503450" y="0"/>
            <a:ext cx="4640550" cy="5143500"/>
            <a:chOff x="4503450" y="0"/>
            <a:chExt cx="4640550" cy="5143500"/>
          </a:xfrm>
        </p:grpSpPr>
        <p:sp>
          <p:nvSpPr>
            <p:cNvPr id="852" name="Google Shape;852;p126"/>
            <p:cNvSpPr/>
            <p:nvPr/>
          </p:nvSpPr>
          <p:spPr>
            <a:xfrm>
              <a:off x="450345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3" name="Google Shape;853;p126"/>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4" name="Google Shape;854;p126"/>
            <p:cNvSpPr/>
            <p:nvPr/>
          </p:nvSpPr>
          <p:spPr>
            <a:xfrm rot="5400000">
              <a:off x="6755250" y="-22516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5" name="Google Shape;855;p126"/>
            <p:cNvSpPr/>
            <p:nvPr/>
          </p:nvSpPr>
          <p:spPr>
            <a:xfrm rot="5400000">
              <a:off x="6755250" y="27547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856" name="Google Shape;856;p126"/>
          <p:cNvSpPr/>
          <p:nvPr/>
        </p:nvSpPr>
        <p:spPr>
          <a:xfrm>
            <a:off x="2485648"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Divider w/ Image - Red">
  <p:cSld name="Divider w/ Image - Red">
    <p:bg>
      <p:bgPr>
        <a:solidFill>
          <a:schemeClr val="dk2"/>
        </a:solidFill>
      </p:bgPr>
    </p:bg>
    <p:spTree>
      <p:nvGrpSpPr>
        <p:cNvPr id="857" name="Shape 857"/>
        <p:cNvGrpSpPr/>
        <p:nvPr/>
      </p:nvGrpSpPr>
      <p:grpSpPr>
        <a:xfrm>
          <a:off x="0" y="0"/>
          <a:ext cx="0" cy="0"/>
          <a:chOff x="0" y="0"/>
          <a:chExt cx="0" cy="0"/>
        </a:xfrm>
      </p:grpSpPr>
      <p:sp>
        <p:nvSpPr>
          <p:cNvPr id="858" name="Google Shape;858;p127"/>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9" name="Google Shape;859;p127"/>
          <p:cNvSpPr/>
          <p:nvPr>
            <p:ph idx="2" type="pic"/>
          </p:nvPr>
        </p:nvSpPr>
        <p:spPr>
          <a:xfrm>
            <a:off x="4510683" y="0"/>
            <a:ext cx="4632900" cy="5143500"/>
          </a:xfrm>
          <a:prstGeom prst="rect">
            <a:avLst/>
          </a:prstGeom>
          <a:solidFill>
            <a:schemeClr val="lt1"/>
          </a:solidFill>
          <a:ln>
            <a:noFill/>
          </a:ln>
        </p:spPr>
      </p:sp>
      <p:sp>
        <p:nvSpPr>
          <p:cNvPr id="860" name="Google Shape;860;p127"/>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61" name="Google Shape;861;p127"/>
          <p:cNvSpPr txBox="1"/>
          <p:nvPr>
            <p:ph type="title"/>
          </p:nvPr>
        </p:nvSpPr>
        <p:spPr>
          <a:xfrm>
            <a:off x="473869" y="1908572"/>
            <a:ext cx="3343200" cy="6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3600"/>
              <a:buFont typeface="Arial"/>
              <a:buNone/>
              <a:defRPr sz="36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862" name="Google Shape;862;p127"/>
          <p:cNvSpPr txBox="1"/>
          <p:nvPr>
            <p:ph idx="1" type="body"/>
          </p:nvPr>
        </p:nvSpPr>
        <p:spPr>
          <a:xfrm>
            <a:off x="473869" y="2634095"/>
            <a:ext cx="3343200" cy="6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descr="A red and black logo&#10;&#10;Description automatically generated" id="863" name="Google Shape;863;p127"/>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Agenda/TOC - White">
  <p:cSld name="Agenda/TOC - White">
    <p:spTree>
      <p:nvGrpSpPr>
        <p:cNvPr id="864" name="Shape 864"/>
        <p:cNvGrpSpPr/>
        <p:nvPr/>
      </p:nvGrpSpPr>
      <p:grpSpPr>
        <a:xfrm>
          <a:off x="0" y="0"/>
          <a:ext cx="0" cy="0"/>
          <a:chOff x="0" y="0"/>
          <a:chExt cx="0" cy="0"/>
        </a:xfrm>
      </p:grpSpPr>
      <p:sp>
        <p:nvSpPr>
          <p:cNvPr id="865" name="Google Shape;865;p128"/>
          <p:cNvSpPr txBox="1"/>
          <p:nvPr>
            <p:ph type="title"/>
          </p:nvPr>
        </p:nvSpPr>
        <p:spPr>
          <a:xfrm>
            <a:off x="473869" y="411669"/>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66" name="Google Shape;866;p12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Agenda/TOC Alt - White">
  <p:cSld name="Agenda/TOC Alt - White">
    <p:spTree>
      <p:nvGrpSpPr>
        <p:cNvPr id="867" name="Shape 867"/>
        <p:cNvGrpSpPr/>
        <p:nvPr/>
      </p:nvGrpSpPr>
      <p:grpSpPr>
        <a:xfrm>
          <a:off x="0" y="0"/>
          <a:ext cx="0" cy="0"/>
          <a:chOff x="0" y="0"/>
          <a:chExt cx="0" cy="0"/>
        </a:xfrm>
      </p:grpSpPr>
      <p:sp>
        <p:nvSpPr>
          <p:cNvPr id="868" name="Google Shape;868;p129"/>
          <p:cNvSpPr txBox="1"/>
          <p:nvPr>
            <p:ph idx="1" type="body"/>
          </p:nvPr>
        </p:nvSpPr>
        <p:spPr>
          <a:xfrm>
            <a:off x="473875" y="804668"/>
            <a:ext cx="3343200" cy="39213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69" name="Google Shape;869;p129"/>
          <p:cNvSpPr txBox="1"/>
          <p:nvPr>
            <p:ph idx="2" type="body"/>
          </p:nvPr>
        </p:nvSpPr>
        <p:spPr>
          <a:xfrm>
            <a:off x="4626775" y="804668"/>
            <a:ext cx="3351600" cy="39318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70" name="Google Shape;870;p12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71" name="Google Shape;871;p129"/>
          <p:cNvSpPr txBox="1"/>
          <p:nvPr>
            <p:ph type="title"/>
          </p:nvPr>
        </p:nvSpPr>
        <p:spPr>
          <a:xfrm>
            <a:off x="475488" y="411480"/>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Ideals/Principles - White">
  <p:cSld name="Ideals/Principles - White">
    <p:bg>
      <p:bgPr>
        <a:solidFill>
          <a:srgbClr val="FFFFFF"/>
        </a:solidFill>
      </p:bgPr>
    </p:bg>
    <p:spTree>
      <p:nvGrpSpPr>
        <p:cNvPr id="872" name="Shape 872"/>
        <p:cNvGrpSpPr/>
        <p:nvPr/>
      </p:nvGrpSpPr>
      <p:grpSpPr>
        <a:xfrm>
          <a:off x="0" y="0"/>
          <a:ext cx="0" cy="0"/>
          <a:chOff x="0" y="0"/>
          <a:chExt cx="0" cy="0"/>
        </a:xfrm>
      </p:grpSpPr>
      <p:sp>
        <p:nvSpPr>
          <p:cNvPr id="873" name="Google Shape;873;p13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74" name="Google Shape;874;p130"/>
          <p:cNvSpPr txBox="1"/>
          <p:nvPr>
            <p:ph type="title"/>
          </p:nvPr>
        </p:nvSpPr>
        <p:spPr>
          <a:xfrm>
            <a:off x="473869" y="411480"/>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75" name="Google Shape;875;p130"/>
          <p:cNvSpPr txBox="1"/>
          <p:nvPr>
            <p:ph idx="1" type="body"/>
          </p:nvPr>
        </p:nvSpPr>
        <p:spPr>
          <a:xfrm>
            <a:off x="473875" y="804668"/>
            <a:ext cx="6117300" cy="39213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Basic text content - White">
  <p:cSld name="Bullet point and optional partner 2 - White">
    <p:bg>
      <p:bgPr>
        <a:solidFill>
          <a:schemeClr val="lt1"/>
        </a:solidFill>
      </p:bgPr>
    </p:bg>
    <p:spTree>
      <p:nvGrpSpPr>
        <p:cNvPr id="876" name="Shape 876"/>
        <p:cNvGrpSpPr/>
        <p:nvPr/>
      </p:nvGrpSpPr>
      <p:grpSpPr>
        <a:xfrm>
          <a:off x="0" y="0"/>
          <a:ext cx="0" cy="0"/>
          <a:chOff x="0" y="0"/>
          <a:chExt cx="0" cy="0"/>
        </a:xfrm>
      </p:grpSpPr>
      <p:sp>
        <p:nvSpPr>
          <p:cNvPr id="877" name="Google Shape;877;p131"/>
          <p:cNvSpPr/>
          <p:nvPr>
            <p:ph idx="2" type="pic"/>
          </p:nvPr>
        </p:nvSpPr>
        <p:spPr>
          <a:xfrm>
            <a:off x="7394975" y="469103"/>
            <a:ext cx="1275000" cy="675600"/>
          </a:xfrm>
          <a:prstGeom prst="rect">
            <a:avLst/>
          </a:prstGeom>
          <a:solidFill>
            <a:srgbClr val="F2F2F2"/>
          </a:solidFill>
          <a:ln>
            <a:noFill/>
          </a:ln>
        </p:spPr>
      </p:sp>
      <p:sp>
        <p:nvSpPr>
          <p:cNvPr id="878" name="Google Shape;878;p131"/>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79" name="Google Shape;879;p131"/>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80" name="Google Shape;880;p131"/>
          <p:cNvSpPr txBox="1"/>
          <p:nvPr>
            <p:ph type="title"/>
          </p:nvPr>
        </p:nvSpPr>
        <p:spPr>
          <a:xfrm>
            <a:off x="473870" y="437625"/>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Basic text content with eyebrow - White">
  <p:cSld name="Bullet point and optional partner 2 - White_2">
    <p:bg>
      <p:bgPr>
        <a:solidFill>
          <a:schemeClr val="lt1"/>
        </a:solidFill>
      </p:bgPr>
    </p:bg>
    <p:spTree>
      <p:nvGrpSpPr>
        <p:cNvPr id="881" name="Shape 881"/>
        <p:cNvGrpSpPr/>
        <p:nvPr/>
      </p:nvGrpSpPr>
      <p:grpSpPr>
        <a:xfrm>
          <a:off x="0" y="0"/>
          <a:ext cx="0" cy="0"/>
          <a:chOff x="0" y="0"/>
          <a:chExt cx="0" cy="0"/>
        </a:xfrm>
      </p:grpSpPr>
      <p:sp>
        <p:nvSpPr>
          <p:cNvPr id="882" name="Google Shape;882;p13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83" name="Google Shape;883;p132"/>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884" name="Google Shape;884;p132"/>
          <p:cNvSpPr txBox="1"/>
          <p:nvPr>
            <p:ph idx="2" type="body"/>
          </p:nvPr>
        </p:nvSpPr>
        <p:spPr>
          <a:xfrm>
            <a:off x="476251" y="274320"/>
            <a:ext cx="6112500" cy="13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85" name="Google Shape;885;p132"/>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Basic text content - Black">
  <p:cSld name="Bullet point and optional partner 2 - White_1">
    <p:bg>
      <p:bgPr>
        <a:solidFill>
          <a:schemeClr val="dk1"/>
        </a:solidFill>
      </p:bgPr>
    </p:bg>
    <p:spTree>
      <p:nvGrpSpPr>
        <p:cNvPr id="886" name="Shape 886"/>
        <p:cNvGrpSpPr/>
        <p:nvPr/>
      </p:nvGrpSpPr>
      <p:grpSpPr>
        <a:xfrm>
          <a:off x="0" y="0"/>
          <a:ext cx="0" cy="0"/>
          <a:chOff x="0" y="0"/>
          <a:chExt cx="0" cy="0"/>
        </a:xfrm>
      </p:grpSpPr>
      <p:sp>
        <p:nvSpPr>
          <p:cNvPr id="887" name="Google Shape;887;p133"/>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88" name="Google Shape;888;p133"/>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100"/>
              <a:buNone/>
              <a:defRPr sz="1100">
                <a:solidFill>
                  <a:schemeClr val="lt1"/>
                </a:solidFill>
              </a:defRPr>
            </a:lvl1pPr>
            <a:lvl2pPr indent="-228600" lvl="1" marL="914400" algn="l">
              <a:lnSpc>
                <a:spcPct val="100000"/>
              </a:lnSpc>
              <a:spcBef>
                <a:spcPts val="900"/>
              </a:spcBef>
              <a:spcAft>
                <a:spcPts val="0"/>
              </a:spcAft>
              <a:buClr>
                <a:schemeClr val="lt1"/>
              </a:buClr>
              <a:buSzPts val="1100"/>
              <a:buNone/>
              <a:defRPr sz="1100">
                <a:solidFill>
                  <a:schemeClr val="lt1"/>
                </a:solidFill>
              </a:defRPr>
            </a:lvl2pPr>
            <a:lvl3pPr indent="-298450" lvl="2" marL="1371600" algn="l">
              <a:lnSpc>
                <a:spcPct val="100000"/>
              </a:lnSpc>
              <a:spcBef>
                <a:spcPts val="400"/>
              </a:spcBef>
              <a:spcAft>
                <a:spcPts val="0"/>
              </a:spcAft>
              <a:buClr>
                <a:schemeClr val="lt1"/>
              </a:buClr>
              <a:buSzPts val="1100"/>
              <a:buChar char="•"/>
              <a:defRPr sz="1100">
                <a:solidFill>
                  <a:schemeClr val="lt1"/>
                </a:solidFill>
              </a:defRPr>
            </a:lvl3pPr>
            <a:lvl4pPr indent="-298450" lvl="3" marL="1828800" algn="l">
              <a:lnSpc>
                <a:spcPct val="100000"/>
              </a:lnSpc>
              <a:spcBef>
                <a:spcPts val="200"/>
              </a:spcBef>
              <a:spcAft>
                <a:spcPts val="0"/>
              </a:spcAft>
              <a:buClr>
                <a:schemeClr val="lt1"/>
              </a:buClr>
              <a:buSzPts val="1100"/>
              <a:buChar char="⁃"/>
              <a:defRPr sz="1100">
                <a:solidFill>
                  <a:schemeClr val="lt1"/>
                </a:solidFill>
              </a:defRPr>
            </a:lvl4pPr>
            <a:lvl5pPr indent="-298450" lvl="4" marL="2286000" algn="l">
              <a:lnSpc>
                <a:spcPct val="100000"/>
              </a:lnSpc>
              <a:spcBef>
                <a:spcPts val="100"/>
              </a:spcBef>
              <a:spcAft>
                <a:spcPts val="0"/>
              </a:spcAft>
              <a:buClr>
                <a:schemeClr val="lt1"/>
              </a:buClr>
              <a:buSzPts val="1100"/>
              <a:buChar char="⁃"/>
              <a:defRPr sz="1100">
                <a:solidFill>
                  <a:schemeClr val="lt1"/>
                </a:solidFill>
              </a:defRPr>
            </a:lvl5pPr>
            <a:lvl6pPr indent="-285750" lvl="5" marL="2743200" algn="l">
              <a:lnSpc>
                <a:spcPct val="100000"/>
              </a:lnSpc>
              <a:spcBef>
                <a:spcPts val="100"/>
              </a:spcBef>
              <a:spcAft>
                <a:spcPts val="0"/>
              </a:spcAft>
              <a:buClr>
                <a:schemeClr val="lt1"/>
              </a:buClr>
              <a:buSzPts val="900"/>
              <a:buChar char="⁃"/>
              <a:defRPr sz="900">
                <a:solidFill>
                  <a:schemeClr val="lt1"/>
                </a:solidFill>
              </a:defRPr>
            </a:lvl6pPr>
            <a:lvl7pPr indent="-279400" lvl="6" marL="3200400" algn="l">
              <a:lnSpc>
                <a:spcPct val="100000"/>
              </a:lnSpc>
              <a:spcBef>
                <a:spcPts val="0"/>
              </a:spcBef>
              <a:spcAft>
                <a:spcPts val="0"/>
              </a:spcAft>
              <a:buClr>
                <a:schemeClr val="lt1"/>
              </a:buClr>
              <a:buSzPts val="800"/>
              <a:buChar char="•"/>
              <a:defRPr sz="8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889" name="Google Shape;889;p133"/>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100"/>
              <a:buFont typeface="Arial"/>
              <a:buNone/>
              <a:defRPr sz="21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890" name="Google Shape;890;p133"/>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wo column text content - White">
  <p:cSld name="Bullet point and optional partner 2 - White_2_1">
    <p:bg>
      <p:bgPr>
        <a:solidFill>
          <a:schemeClr val="lt1"/>
        </a:solidFill>
      </p:bgPr>
    </p:bg>
    <p:spTree>
      <p:nvGrpSpPr>
        <p:cNvPr id="891" name="Shape 891"/>
        <p:cNvGrpSpPr/>
        <p:nvPr/>
      </p:nvGrpSpPr>
      <p:grpSpPr>
        <a:xfrm>
          <a:off x="0" y="0"/>
          <a:ext cx="0" cy="0"/>
          <a:chOff x="0" y="0"/>
          <a:chExt cx="0" cy="0"/>
        </a:xfrm>
      </p:grpSpPr>
      <p:sp>
        <p:nvSpPr>
          <p:cNvPr id="892" name="Google Shape;892;p134"/>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93" name="Google Shape;893;p134"/>
          <p:cNvSpPr txBox="1"/>
          <p:nvPr>
            <p:ph idx="1" type="body"/>
          </p:nvPr>
        </p:nvSpPr>
        <p:spPr>
          <a:xfrm>
            <a:off x="473869" y="1371600"/>
            <a:ext cx="3758100" cy="309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894" name="Google Shape;894;p134"/>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5" name="Google Shape;895;p134"/>
          <p:cNvSpPr txBox="1"/>
          <p:nvPr>
            <p:ph idx="2" type="body"/>
          </p:nvPr>
        </p:nvSpPr>
        <p:spPr>
          <a:xfrm>
            <a:off x="4562856" y="1371600"/>
            <a:ext cx="3758100" cy="309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hree column picture - White">
  <p:cSld name="Three column picture - White">
    <p:bg>
      <p:bgPr>
        <a:solidFill>
          <a:schemeClr val="lt1"/>
        </a:solidFill>
      </p:bgPr>
    </p:bg>
    <p:spTree>
      <p:nvGrpSpPr>
        <p:cNvPr id="896" name="Shape 896"/>
        <p:cNvGrpSpPr/>
        <p:nvPr/>
      </p:nvGrpSpPr>
      <p:grpSpPr>
        <a:xfrm>
          <a:off x="0" y="0"/>
          <a:ext cx="0" cy="0"/>
          <a:chOff x="0" y="0"/>
          <a:chExt cx="0" cy="0"/>
        </a:xfrm>
      </p:grpSpPr>
      <p:sp>
        <p:nvSpPr>
          <p:cNvPr id="897" name="Google Shape;897;p13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98" name="Google Shape;898;p135"/>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9" name="Google Shape;899;p135"/>
          <p:cNvSpPr txBox="1"/>
          <p:nvPr>
            <p:ph idx="1" type="body"/>
          </p:nvPr>
        </p:nvSpPr>
        <p:spPr>
          <a:xfrm>
            <a:off x="473869" y="1371600"/>
            <a:ext cx="18198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0" name="Google Shape;900;p135"/>
          <p:cNvSpPr txBox="1"/>
          <p:nvPr>
            <p:ph idx="2" type="body"/>
          </p:nvPr>
        </p:nvSpPr>
        <p:spPr>
          <a:xfrm>
            <a:off x="2555081"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1" name="Google Shape;901;p135"/>
          <p:cNvSpPr txBox="1"/>
          <p:nvPr>
            <p:ph idx="3" type="body"/>
          </p:nvPr>
        </p:nvSpPr>
        <p:spPr>
          <a:xfrm>
            <a:off x="4629150"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2" name="Google Shape;902;p135"/>
          <p:cNvSpPr txBox="1"/>
          <p:nvPr>
            <p:ph idx="4" type="body"/>
          </p:nvPr>
        </p:nvSpPr>
        <p:spPr>
          <a:xfrm>
            <a:off x="6704409"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3" name="Google Shape;903;p135"/>
          <p:cNvSpPr/>
          <p:nvPr>
            <p:ph idx="5" type="pic"/>
          </p:nvPr>
        </p:nvSpPr>
        <p:spPr>
          <a:xfrm>
            <a:off x="2555075" y="1367250"/>
            <a:ext cx="1965900" cy="2061000"/>
          </a:xfrm>
          <a:prstGeom prst="rect">
            <a:avLst/>
          </a:prstGeom>
          <a:solidFill>
            <a:srgbClr val="F2F2F2"/>
          </a:solidFill>
          <a:ln>
            <a:noFill/>
          </a:ln>
        </p:spPr>
      </p:sp>
      <p:sp>
        <p:nvSpPr>
          <p:cNvPr id="904" name="Google Shape;904;p135"/>
          <p:cNvSpPr/>
          <p:nvPr>
            <p:ph idx="6" type="pic"/>
          </p:nvPr>
        </p:nvSpPr>
        <p:spPr>
          <a:xfrm>
            <a:off x="4629738" y="1367250"/>
            <a:ext cx="1965900" cy="2061000"/>
          </a:xfrm>
          <a:prstGeom prst="rect">
            <a:avLst/>
          </a:prstGeom>
          <a:solidFill>
            <a:srgbClr val="F2F2F2"/>
          </a:solidFill>
          <a:ln>
            <a:noFill/>
          </a:ln>
        </p:spPr>
      </p:sp>
      <p:sp>
        <p:nvSpPr>
          <p:cNvPr id="905" name="Google Shape;905;p135"/>
          <p:cNvSpPr/>
          <p:nvPr>
            <p:ph idx="7" type="pic"/>
          </p:nvPr>
        </p:nvSpPr>
        <p:spPr>
          <a:xfrm>
            <a:off x="6704413" y="1367250"/>
            <a:ext cx="1965900" cy="2061000"/>
          </a:xfrm>
          <a:prstGeom prst="rect">
            <a:avLst/>
          </a:prstGeom>
          <a:solidFill>
            <a:srgbClr val="F2F2F2"/>
          </a:solidFill>
          <a:ln>
            <a:noFill/>
          </a:ln>
        </p:spPr>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Text with picture - White">
  <p:cSld name="Text and right picture - White">
    <p:bg>
      <p:bgPr>
        <a:solidFill>
          <a:schemeClr val="lt1"/>
        </a:solidFill>
      </p:bgPr>
    </p:bg>
    <p:spTree>
      <p:nvGrpSpPr>
        <p:cNvPr id="906" name="Shape 906"/>
        <p:cNvGrpSpPr/>
        <p:nvPr/>
      </p:nvGrpSpPr>
      <p:grpSpPr>
        <a:xfrm>
          <a:off x="0" y="0"/>
          <a:ext cx="0" cy="0"/>
          <a:chOff x="0" y="0"/>
          <a:chExt cx="0" cy="0"/>
        </a:xfrm>
      </p:grpSpPr>
      <p:sp>
        <p:nvSpPr>
          <p:cNvPr id="907" name="Google Shape;907;p136"/>
          <p:cNvSpPr txBox="1"/>
          <p:nvPr>
            <p:ph idx="1" type="body"/>
          </p:nvPr>
        </p:nvSpPr>
        <p:spPr>
          <a:xfrm>
            <a:off x="4630339" y="4242816"/>
            <a:ext cx="40398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08" name="Google Shape;908;p13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09" name="Google Shape;909;p136"/>
          <p:cNvSpPr txBox="1"/>
          <p:nvPr>
            <p:ph idx="2" type="body"/>
          </p:nvPr>
        </p:nvSpPr>
        <p:spPr>
          <a:xfrm>
            <a:off x="473870" y="1371600"/>
            <a:ext cx="39318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10" name="Google Shape;910;p136"/>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1" name="Google Shape;911;p136"/>
          <p:cNvSpPr/>
          <p:nvPr>
            <p:ph idx="3" type="pic"/>
          </p:nvPr>
        </p:nvSpPr>
        <p:spPr>
          <a:xfrm>
            <a:off x="4687458" y="1371600"/>
            <a:ext cx="3931800" cy="2679300"/>
          </a:xfrm>
          <a:prstGeom prst="rect">
            <a:avLst/>
          </a:prstGeom>
          <a:solidFill>
            <a:srgbClr val="F2F2F2"/>
          </a:solidFill>
          <a:ln cap="flat" cmpd="sng" w="76200">
            <a:solidFill>
              <a:schemeClr val="accent1"/>
            </a:solidFill>
            <a:prstDash val="solid"/>
            <a:miter lim="800000"/>
            <a:headEnd len="sm" w="sm" type="none"/>
            <a:tailEnd len="sm" w="sm" type="none"/>
          </a:ln>
        </p:spPr>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Text with big picture - White">
  <p:cSld name="Text and right picture BIG - White">
    <p:bg>
      <p:bgPr>
        <a:solidFill>
          <a:schemeClr val="lt1"/>
        </a:solidFill>
      </p:bgPr>
    </p:bg>
    <p:spTree>
      <p:nvGrpSpPr>
        <p:cNvPr id="912" name="Shape 912"/>
        <p:cNvGrpSpPr/>
        <p:nvPr/>
      </p:nvGrpSpPr>
      <p:grpSpPr>
        <a:xfrm>
          <a:off x="0" y="0"/>
          <a:ext cx="0" cy="0"/>
          <a:chOff x="0" y="0"/>
          <a:chExt cx="0" cy="0"/>
        </a:xfrm>
      </p:grpSpPr>
      <p:sp>
        <p:nvSpPr>
          <p:cNvPr id="913" name="Google Shape;913;p137"/>
          <p:cNvSpPr txBox="1"/>
          <p:nvPr>
            <p:ph idx="1" type="body"/>
          </p:nvPr>
        </p:nvSpPr>
        <p:spPr>
          <a:xfrm>
            <a:off x="473870" y="4354043"/>
            <a:ext cx="25146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14" name="Google Shape;914;p137"/>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15" name="Google Shape;915;p137"/>
          <p:cNvSpPr txBox="1"/>
          <p:nvPr>
            <p:ph idx="2" type="body"/>
          </p:nvPr>
        </p:nvSpPr>
        <p:spPr>
          <a:xfrm>
            <a:off x="473870" y="1371600"/>
            <a:ext cx="25146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16" name="Google Shape;916;p137"/>
          <p:cNvSpPr txBox="1"/>
          <p:nvPr>
            <p:ph type="title"/>
          </p:nvPr>
        </p:nvSpPr>
        <p:spPr>
          <a:xfrm>
            <a:off x="473870" y="438912"/>
            <a:ext cx="26466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7" name="Google Shape;917;p137"/>
          <p:cNvSpPr/>
          <p:nvPr>
            <p:ph idx="3" type="pic"/>
          </p:nvPr>
        </p:nvSpPr>
        <p:spPr>
          <a:xfrm>
            <a:off x="3378558" y="512064"/>
            <a:ext cx="5239500" cy="4041600"/>
          </a:xfrm>
          <a:prstGeom prst="rect">
            <a:avLst/>
          </a:prstGeom>
          <a:solidFill>
            <a:srgbClr val="F2F2F2"/>
          </a:solidFill>
          <a:ln cap="flat" cmpd="sng" w="76200">
            <a:solidFill>
              <a:schemeClr val="accent1"/>
            </a:solidFill>
            <a:prstDash val="solid"/>
            <a:miter lim="800000"/>
            <a:headEnd len="sm" w="sm" type="none"/>
            <a:tailEnd len="sm" w="sm" type="none"/>
          </a:ln>
        </p:spPr>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Text with picture 1/2 - Stone">
  <p:cSld name="Text and right picture 1/2 - Stone">
    <p:bg>
      <p:bgPr>
        <a:solidFill>
          <a:schemeClr val="lt1"/>
        </a:solidFill>
      </p:bgPr>
    </p:bg>
    <p:spTree>
      <p:nvGrpSpPr>
        <p:cNvPr id="918" name="Shape 918"/>
        <p:cNvGrpSpPr/>
        <p:nvPr/>
      </p:nvGrpSpPr>
      <p:grpSpPr>
        <a:xfrm>
          <a:off x="0" y="0"/>
          <a:ext cx="0" cy="0"/>
          <a:chOff x="0" y="0"/>
          <a:chExt cx="0" cy="0"/>
        </a:xfrm>
      </p:grpSpPr>
      <p:sp>
        <p:nvSpPr>
          <p:cNvPr id="919" name="Google Shape;919;p138"/>
          <p:cNvSpPr/>
          <p:nvPr/>
        </p:nvSpPr>
        <p:spPr>
          <a:xfrm>
            <a:off x="-1" y="2578298"/>
            <a:ext cx="9144000" cy="2565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20" name="Google Shape;920;p138"/>
          <p:cNvSpPr txBox="1"/>
          <p:nvPr>
            <p:ph idx="1" type="body"/>
          </p:nvPr>
        </p:nvSpPr>
        <p:spPr>
          <a:xfrm>
            <a:off x="4626770" y="4197096"/>
            <a:ext cx="40434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21" name="Google Shape;921;p13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22" name="Google Shape;922;p138"/>
          <p:cNvSpPr txBox="1"/>
          <p:nvPr>
            <p:ph idx="2" type="body"/>
          </p:nvPr>
        </p:nvSpPr>
        <p:spPr>
          <a:xfrm>
            <a:off x="473869" y="1371600"/>
            <a:ext cx="3474600" cy="1275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23" name="Google Shape;923;p138"/>
          <p:cNvSpPr txBox="1"/>
          <p:nvPr>
            <p:ph idx="3" type="body"/>
          </p:nvPr>
        </p:nvSpPr>
        <p:spPr>
          <a:xfrm>
            <a:off x="473869" y="2815016"/>
            <a:ext cx="3474600" cy="1485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24" name="Google Shape;924;p138"/>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925" name="Google Shape;925;p138"/>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6" name="Google Shape;926;p138"/>
          <p:cNvSpPr/>
          <p:nvPr>
            <p:ph idx="4" type="pic"/>
          </p:nvPr>
        </p:nvSpPr>
        <p:spPr>
          <a:xfrm>
            <a:off x="4626775" y="1371600"/>
            <a:ext cx="4043400" cy="2755200"/>
          </a:xfrm>
          <a:prstGeom prst="rect">
            <a:avLst/>
          </a:prstGeom>
          <a:solidFill>
            <a:srgbClr val="F2F2F2"/>
          </a:solidFill>
          <a:ln>
            <a:noFill/>
          </a:ln>
        </p:spPr>
      </p:sp>
      <p:pic>
        <p:nvPicPr>
          <p:cNvPr descr="A red and black logo&#10;&#10;Description automatically generated" id="927" name="Google Shape;927;p138"/>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with content - White">
  <p:cSld name="Title and Content">
    <p:bg>
      <p:bgPr>
        <a:solidFill>
          <a:schemeClr val="lt1"/>
        </a:solidFill>
      </p:bgPr>
    </p:bg>
    <p:spTree>
      <p:nvGrpSpPr>
        <p:cNvPr id="928" name="Shape 928"/>
        <p:cNvGrpSpPr/>
        <p:nvPr/>
      </p:nvGrpSpPr>
      <p:grpSpPr>
        <a:xfrm>
          <a:off x="0" y="0"/>
          <a:ext cx="0" cy="0"/>
          <a:chOff x="0" y="0"/>
          <a:chExt cx="0" cy="0"/>
        </a:xfrm>
      </p:grpSpPr>
      <p:sp>
        <p:nvSpPr>
          <p:cNvPr id="929" name="Google Shape;929;p13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30" name="Google Shape;930;p139"/>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ix-piece information - White">
  <p:cSld name="Six-piece information">
    <p:spTree>
      <p:nvGrpSpPr>
        <p:cNvPr id="931" name="Shape 931"/>
        <p:cNvGrpSpPr/>
        <p:nvPr/>
      </p:nvGrpSpPr>
      <p:grpSpPr>
        <a:xfrm>
          <a:off x="0" y="0"/>
          <a:ext cx="0" cy="0"/>
          <a:chOff x="0" y="0"/>
          <a:chExt cx="0" cy="0"/>
        </a:xfrm>
      </p:grpSpPr>
      <p:sp>
        <p:nvSpPr>
          <p:cNvPr id="932" name="Google Shape;932;p14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33" name="Google Shape;933;p140"/>
          <p:cNvSpPr txBox="1"/>
          <p:nvPr>
            <p:ph idx="1" type="body"/>
          </p:nvPr>
        </p:nvSpPr>
        <p:spPr>
          <a:xfrm>
            <a:off x="470297"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4" name="Google Shape;934;p140"/>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5" name="Google Shape;935;p140"/>
          <p:cNvSpPr txBox="1"/>
          <p:nvPr>
            <p:ph idx="2" type="body"/>
          </p:nvPr>
        </p:nvSpPr>
        <p:spPr>
          <a:xfrm>
            <a:off x="3248025"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6" name="Google Shape;936;p140"/>
          <p:cNvSpPr txBox="1"/>
          <p:nvPr>
            <p:ph idx="3" type="body"/>
          </p:nvPr>
        </p:nvSpPr>
        <p:spPr>
          <a:xfrm>
            <a:off x="6012656"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7" name="Google Shape;937;p140"/>
          <p:cNvSpPr txBox="1"/>
          <p:nvPr>
            <p:ph idx="4" type="body"/>
          </p:nvPr>
        </p:nvSpPr>
        <p:spPr>
          <a:xfrm>
            <a:off x="470297"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8" name="Google Shape;938;p140"/>
          <p:cNvSpPr txBox="1"/>
          <p:nvPr>
            <p:ph idx="5" type="body"/>
          </p:nvPr>
        </p:nvSpPr>
        <p:spPr>
          <a:xfrm>
            <a:off x="3248025"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9" name="Google Shape;939;p140"/>
          <p:cNvSpPr txBox="1"/>
          <p:nvPr>
            <p:ph idx="6" type="body"/>
          </p:nvPr>
        </p:nvSpPr>
        <p:spPr>
          <a:xfrm>
            <a:off x="6012656"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hree-image - Red">
  <p:cSld name="Six-image - Stone">
    <p:bg>
      <p:bgPr>
        <a:solidFill>
          <a:schemeClr val="lt1"/>
        </a:solidFill>
      </p:bgPr>
    </p:bg>
    <p:spTree>
      <p:nvGrpSpPr>
        <p:cNvPr id="940" name="Shape 940"/>
        <p:cNvGrpSpPr/>
        <p:nvPr/>
      </p:nvGrpSpPr>
      <p:grpSpPr>
        <a:xfrm>
          <a:off x="0" y="0"/>
          <a:ext cx="0" cy="0"/>
          <a:chOff x="0" y="0"/>
          <a:chExt cx="0" cy="0"/>
        </a:xfrm>
      </p:grpSpPr>
      <p:sp>
        <p:nvSpPr>
          <p:cNvPr id="941" name="Google Shape;941;p141"/>
          <p:cNvSpPr/>
          <p:nvPr/>
        </p:nvSpPr>
        <p:spPr>
          <a:xfrm>
            <a:off x="2555075" y="0"/>
            <a:ext cx="6588900" cy="51540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42" name="Google Shape;942;p141"/>
          <p:cNvSpPr/>
          <p:nvPr>
            <p:ph idx="2" type="pic"/>
          </p:nvPr>
        </p:nvSpPr>
        <p:spPr>
          <a:xfrm>
            <a:off x="2555075" y="0"/>
            <a:ext cx="2186700" cy="2577000"/>
          </a:xfrm>
          <a:prstGeom prst="rect">
            <a:avLst/>
          </a:prstGeom>
          <a:solidFill>
            <a:srgbClr val="F2F2F2"/>
          </a:solidFill>
          <a:ln>
            <a:noFill/>
          </a:ln>
        </p:spPr>
      </p:sp>
      <p:sp>
        <p:nvSpPr>
          <p:cNvPr id="943" name="Google Shape;943;p141"/>
          <p:cNvSpPr/>
          <p:nvPr>
            <p:ph idx="3" type="pic"/>
          </p:nvPr>
        </p:nvSpPr>
        <p:spPr>
          <a:xfrm>
            <a:off x="6974125" y="0"/>
            <a:ext cx="2186700" cy="2577000"/>
          </a:xfrm>
          <a:prstGeom prst="rect">
            <a:avLst/>
          </a:prstGeom>
          <a:solidFill>
            <a:srgbClr val="F2F2F2"/>
          </a:solidFill>
          <a:ln>
            <a:noFill/>
          </a:ln>
        </p:spPr>
      </p:sp>
      <p:sp>
        <p:nvSpPr>
          <p:cNvPr id="944" name="Google Shape;944;p141"/>
          <p:cNvSpPr/>
          <p:nvPr>
            <p:ph idx="4" type="pic"/>
          </p:nvPr>
        </p:nvSpPr>
        <p:spPr>
          <a:xfrm>
            <a:off x="4741775" y="2577000"/>
            <a:ext cx="2232300" cy="2577000"/>
          </a:xfrm>
          <a:prstGeom prst="rect">
            <a:avLst/>
          </a:prstGeom>
          <a:solidFill>
            <a:srgbClr val="F2F2F2"/>
          </a:solidFill>
          <a:ln>
            <a:noFill/>
          </a:ln>
        </p:spPr>
      </p:sp>
      <p:sp>
        <p:nvSpPr>
          <p:cNvPr id="945" name="Google Shape;945;p141"/>
          <p:cNvSpPr txBox="1"/>
          <p:nvPr>
            <p:ph idx="1" type="body"/>
          </p:nvPr>
        </p:nvSpPr>
        <p:spPr>
          <a:xfrm>
            <a:off x="2679192" y="2697480"/>
            <a:ext cx="1689600" cy="320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46" name="Google Shape;946;p141"/>
          <p:cNvSpPr txBox="1"/>
          <p:nvPr>
            <p:ph idx="5" type="body"/>
          </p:nvPr>
        </p:nvSpPr>
        <p:spPr>
          <a:xfrm>
            <a:off x="473869" y="1371600"/>
            <a:ext cx="1783200" cy="3200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7" name="Google Shape;947;p141"/>
          <p:cNvSpPr txBox="1"/>
          <p:nvPr>
            <p:ph type="title"/>
          </p:nvPr>
        </p:nvSpPr>
        <p:spPr>
          <a:xfrm>
            <a:off x="473870" y="438912"/>
            <a:ext cx="19551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8" name="Google Shape;948;p141"/>
          <p:cNvSpPr txBox="1"/>
          <p:nvPr>
            <p:ph idx="6" type="body"/>
          </p:nvPr>
        </p:nvSpPr>
        <p:spPr>
          <a:xfrm>
            <a:off x="7088021" y="2697480"/>
            <a:ext cx="1689600" cy="320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49" name="Google Shape;949;p141"/>
          <p:cNvSpPr txBox="1"/>
          <p:nvPr>
            <p:ph idx="7" type="body"/>
          </p:nvPr>
        </p:nvSpPr>
        <p:spPr>
          <a:xfrm>
            <a:off x="4882896" y="2139696"/>
            <a:ext cx="1691700" cy="3201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50" name="Google Shape;950;p141"/>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hree-image - Yellow">
  <p:cSld name="Six-image - Yellow">
    <p:bg>
      <p:bgPr>
        <a:solidFill>
          <a:schemeClr val="lt1"/>
        </a:solidFill>
      </p:bgPr>
    </p:bg>
    <p:spTree>
      <p:nvGrpSpPr>
        <p:cNvPr id="951" name="Shape 951"/>
        <p:cNvGrpSpPr/>
        <p:nvPr/>
      </p:nvGrpSpPr>
      <p:grpSpPr>
        <a:xfrm>
          <a:off x="0" y="0"/>
          <a:ext cx="0" cy="0"/>
          <a:chOff x="0" y="0"/>
          <a:chExt cx="0" cy="0"/>
        </a:xfrm>
      </p:grpSpPr>
      <p:sp>
        <p:nvSpPr>
          <p:cNvPr id="952" name="Google Shape;952;p142"/>
          <p:cNvSpPr/>
          <p:nvPr/>
        </p:nvSpPr>
        <p:spPr>
          <a:xfrm>
            <a:off x="2555081" y="0"/>
            <a:ext cx="65889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53" name="Google Shape;953;p142"/>
          <p:cNvSpPr txBox="1"/>
          <p:nvPr>
            <p:ph idx="1" type="body"/>
          </p:nvPr>
        </p:nvSpPr>
        <p:spPr>
          <a:xfrm>
            <a:off x="4855464" y="2706624"/>
            <a:ext cx="1956900" cy="35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54" name="Google Shape;954;p142"/>
          <p:cNvSpPr txBox="1"/>
          <p:nvPr>
            <p:ph idx="12" type="sldNum"/>
          </p:nvPr>
        </p:nvSpPr>
        <p:spPr>
          <a:xfrm>
            <a:off x="8317509" y="4725915"/>
            <a:ext cx="352500" cy="169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55" name="Google Shape;955;p142"/>
          <p:cNvSpPr txBox="1"/>
          <p:nvPr>
            <p:ph idx="2" type="body"/>
          </p:nvPr>
        </p:nvSpPr>
        <p:spPr>
          <a:xfrm>
            <a:off x="473869" y="1371600"/>
            <a:ext cx="1783200" cy="3200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56" name="Google Shape;956;p142"/>
          <p:cNvSpPr txBox="1"/>
          <p:nvPr>
            <p:ph type="title"/>
          </p:nvPr>
        </p:nvSpPr>
        <p:spPr>
          <a:xfrm>
            <a:off x="473870" y="438912"/>
            <a:ext cx="19551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7" name="Google Shape;957;p142"/>
          <p:cNvSpPr txBox="1"/>
          <p:nvPr>
            <p:ph idx="3" type="body"/>
          </p:nvPr>
        </p:nvSpPr>
        <p:spPr>
          <a:xfrm>
            <a:off x="7050024" y="2157984"/>
            <a:ext cx="1983600" cy="365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58" name="Google Shape;958;p142"/>
          <p:cNvSpPr txBox="1"/>
          <p:nvPr>
            <p:ph idx="4" type="body"/>
          </p:nvPr>
        </p:nvSpPr>
        <p:spPr>
          <a:xfrm>
            <a:off x="2660904" y="2157984"/>
            <a:ext cx="1983600" cy="365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59" name="Google Shape;959;p142"/>
          <p:cNvSpPr txBox="1"/>
          <p:nvPr>
            <p:ph idx="5"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60" name="Google Shape;960;p142"/>
          <p:cNvSpPr/>
          <p:nvPr>
            <p:ph idx="6" type="pic"/>
          </p:nvPr>
        </p:nvSpPr>
        <p:spPr>
          <a:xfrm>
            <a:off x="2555075" y="2569200"/>
            <a:ext cx="2186700" cy="2577000"/>
          </a:xfrm>
          <a:prstGeom prst="rect">
            <a:avLst/>
          </a:prstGeom>
          <a:solidFill>
            <a:srgbClr val="F2F2F2"/>
          </a:solidFill>
          <a:ln>
            <a:noFill/>
          </a:ln>
        </p:spPr>
      </p:sp>
      <p:sp>
        <p:nvSpPr>
          <p:cNvPr id="961" name="Google Shape;961;p142"/>
          <p:cNvSpPr/>
          <p:nvPr>
            <p:ph idx="7" type="pic"/>
          </p:nvPr>
        </p:nvSpPr>
        <p:spPr>
          <a:xfrm>
            <a:off x="6974125" y="2569200"/>
            <a:ext cx="2186700" cy="2577000"/>
          </a:xfrm>
          <a:prstGeom prst="rect">
            <a:avLst/>
          </a:prstGeom>
          <a:solidFill>
            <a:srgbClr val="F2F2F2"/>
          </a:solidFill>
          <a:ln>
            <a:noFill/>
          </a:ln>
        </p:spPr>
      </p:sp>
      <p:sp>
        <p:nvSpPr>
          <p:cNvPr id="962" name="Google Shape;962;p142"/>
          <p:cNvSpPr/>
          <p:nvPr>
            <p:ph idx="8" type="pic"/>
          </p:nvPr>
        </p:nvSpPr>
        <p:spPr>
          <a:xfrm>
            <a:off x="4741775" y="0"/>
            <a:ext cx="2232300" cy="2569200"/>
          </a:xfrm>
          <a:prstGeom prst="rect">
            <a:avLst/>
          </a:prstGeom>
          <a:solidFill>
            <a:srgbClr val="F2F2F2"/>
          </a:solidFill>
          <a:ln>
            <a:noFill/>
          </a:ln>
        </p:spPr>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4-image with description - White">
  <p:cSld name="4-image w/ description - White">
    <p:bg>
      <p:bgPr>
        <a:solidFill>
          <a:schemeClr val="lt1"/>
        </a:solidFill>
      </p:bgPr>
    </p:bg>
    <p:spTree>
      <p:nvGrpSpPr>
        <p:cNvPr id="963" name="Shape 963"/>
        <p:cNvGrpSpPr/>
        <p:nvPr/>
      </p:nvGrpSpPr>
      <p:grpSpPr>
        <a:xfrm>
          <a:off x="0" y="0"/>
          <a:ext cx="0" cy="0"/>
          <a:chOff x="0" y="0"/>
          <a:chExt cx="0" cy="0"/>
        </a:xfrm>
      </p:grpSpPr>
      <p:sp>
        <p:nvSpPr>
          <p:cNvPr id="964" name="Google Shape;964;p143"/>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65" name="Google Shape;965;p143"/>
          <p:cNvSpPr txBox="1"/>
          <p:nvPr>
            <p:ph idx="1" type="body"/>
          </p:nvPr>
        </p:nvSpPr>
        <p:spPr>
          <a:xfrm>
            <a:off x="464425"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6" name="Google Shape;966;p143"/>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7" name="Google Shape;967;p143"/>
          <p:cNvSpPr txBox="1"/>
          <p:nvPr>
            <p:ph idx="2" type="body"/>
          </p:nvPr>
        </p:nvSpPr>
        <p:spPr>
          <a:xfrm>
            <a:off x="2547996"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8" name="Google Shape;968;p143"/>
          <p:cNvSpPr txBox="1"/>
          <p:nvPr>
            <p:ph idx="3" type="body"/>
          </p:nvPr>
        </p:nvSpPr>
        <p:spPr>
          <a:xfrm>
            <a:off x="4631567"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9" name="Google Shape;969;p143"/>
          <p:cNvSpPr txBox="1"/>
          <p:nvPr>
            <p:ph idx="4" type="body"/>
          </p:nvPr>
        </p:nvSpPr>
        <p:spPr>
          <a:xfrm>
            <a:off x="6715125"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0" name="Google Shape;970;p143"/>
          <p:cNvSpPr/>
          <p:nvPr>
            <p:ph idx="5" type="pic"/>
          </p:nvPr>
        </p:nvSpPr>
        <p:spPr>
          <a:xfrm>
            <a:off x="464425" y="1137000"/>
            <a:ext cx="1964700" cy="2097900"/>
          </a:xfrm>
          <a:prstGeom prst="rect">
            <a:avLst/>
          </a:prstGeom>
          <a:solidFill>
            <a:srgbClr val="F2F2F2"/>
          </a:solidFill>
          <a:ln>
            <a:noFill/>
          </a:ln>
        </p:spPr>
      </p:sp>
      <p:sp>
        <p:nvSpPr>
          <p:cNvPr id="971" name="Google Shape;971;p143"/>
          <p:cNvSpPr/>
          <p:nvPr>
            <p:ph idx="6" type="pic"/>
          </p:nvPr>
        </p:nvSpPr>
        <p:spPr>
          <a:xfrm>
            <a:off x="2547996" y="1137000"/>
            <a:ext cx="1964700" cy="2097900"/>
          </a:xfrm>
          <a:prstGeom prst="rect">
            <a:avLst/>
          </a:prstGeom>
          <a:solidFill>
            <a:srgbClr val="F2F2F2"/>
          </a:solidFill>
          <a:ln>
            <a:noFill/>
          </a:ln>
        </p:spPr>
      </p:sp>
      <p:sp>
        <p:nvSpPr>
          <p:cNvPr id="972" name="Google Shape;972;p143"/>
          <p:cNvSpPr/>
          <p:nvPr>
            <p:ph idx="7" type="pic"/>
          </p:nvPr>
        </p:nvSpPr>
        <p:spPr>
          <a:xfrm>
            <a:off x="4631567" y="1137000"/>
            <a:ext cx="1964700" cy="2097900"/>
          </a:xfrm>
          <a:prstGeom prst="rect">
            <a:avLst/>
          </a:prstGeom>
          <a:solidFill>
            <a:srgbClr val="F2F2F2"/>
          </a:solidFill>
          <a:ln>
            <a:noFill/>
          </a:ln>
        </p:spPr>
      </p:sp>
      <p:sp>
        <p:nvSpPr>
          <p:cNvPr id="973" name="Google Shape;973;p143"/>
          <p:cNvSpPr/>
          <p:nvPr>
            <p:ph idx="8" type="pic"/>
          </p:nvPr>
        </p:nvSpPr>
        <p:spPr>
          <a:xfrm>
            <a:off x="6715125" y="1137000"/>
            <a:ext cx="1964700" cy="2097900"/>
          </a:xfrm>
          <a:prstGeom prst="rect">
            <a:avLst/>
          </a:prstGeom>
          <a:solidFill>
            <a:srgbClr val="F2F2F2"/>
          </a:solidFill>
          <a:ln>
            <a:noFill/>
          </a:ln>
        </p:spPr>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Basic table slide">
  <p:cSld name="Basic table slide">
    <p:bg>
      <p:bgPr>
        <a:solidFill>
          <a:schemeClr val="lt1"/>
        </a:solidFill>
      </p:bgPr>
    </p:bg>
    <p:spTree>
      <p:nvGrpSpPr>
        <p:cNvPr id="974" name="Shape 974"/>
        <p:cNvGrpSpPr/>
        <p:nvPr/>
      </p:nvGrpSpPr>
      <p:grpSpPr>
        <a:xfrm>
          <a:off x="0" y="0"/>
          <a:ext cx="0" cy="0"/>
          <a:chOff x="0" y="0"/>
          <a:chExt cx="0" cy="0"/>
        </a:xfrm>
      </p:grpSpPr>
      <p:sp>
        <p:nvSpPr>
          <p:cNvPr id="975" name="Google Shape;975;p144"/>
          <p:cNvSpPr txBox="1"/>
          <p:nvPr>
            <p:ph idx="1" type="body"/>
          </p:nvPr>
        </p:nvSpPr>
        <p:spPr>
          <a:xfrm>
            <a:off x="4626770" y="469107"/>
            <a:ext cx="4043400" cy="604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76" name="Google Shape;976;p144"/>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77" name="Google Shape;977;p144"/>
          <p:cNvSpPr txBox="1"/>
          <p:nvPr>
            <p:ph idx="2" type="body"/>
          </p:nvPr>
        </p:nvSpPr>
        <p:spPr>
          <a:xfrm>
            <a:off x="473869"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78" name="Google Shape;978;p144"/>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9" name="Google Shape;979;p144"/>
          <p:cNvSpPr txBox="1"/>
          <p:nvPr>
            <p:ph idx="3" type="body"/>
          </p:nvPr>
        </p:nvSpPr>
        <p:spPr>
          <a:xfrm>
            <a:off x="2571750"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80" name="Google Shape;980;p144"/>
          <p:cNvSpPr txBox="1"/>
          <p:nvPr>
            <p:ph idx="4" type="body"/>
          </p:nvPr>
        </p:nvSpPr>
        <p:spPr>
          <a:xfrm>
            <a:off x="4629150"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81" name="Google Shape;981;p144"/>
          <p:cNvSpPr txBox="1"/>
          <p:nvPr>
            <p:ph idx="5" type="body"/>
          </p:nvPr>
        </p:nvSpPr>
        <p:spPr>
          <a:xfrm>
            <a:off x="6715125"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Left content slide">
  <p:cSld name="Left content slide">
    <p:bg>
      <p:bgPr>
        <a:solidFill>
          <a:schemeClr val="lt1"/>
        </a:solidFill>
      </p:bgPr>
    </p:bg>
    <p:spTree>
      <p:nvGrpSpPr>
        <p:cNvPr id="982" name="Shape 982"/>
        <p:cNvGrpSpPr/>
        <p:nvPr/>
      </p:nvGrpSpPr>
      <p:grpSpPr>
        <a:xfrm>
          <a:off x="0" y="0"/>
          <a:ext cx="0" cy="0"/>
          <a:chOff x="0" y="0"/>
          <a:chExt cx="0" cy="0"/>
        </a:xfrm>
      </p:grpSpPr>
      <p:sp>
        <p:nvSpPr>
          <p:cNvPr id="983" name="Google Shape;983;p14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84" name="Google Shape;984;p145"/>
          <p:cNvSpPr txBox="1"/>
          <p:nvPr>
            <p:ph idx="1" type="body"/>
          </p:nvPr>
        </p:nvSpPr>
        <p:spPr>
          <a:xfrm>
            <a:off x="473870" y="1371600"/>
            <a:ext cx="1355100" cy="3083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85" name="Google Shape;985;p145"/>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Title + Content with Description">
  <p:cSld name="Title + Content with Description">
    <p:bg>
      <p:bgPr>
        <a:solidFill>
          <a:schemeClr val="lt1"/>
        </a:solidFill>
      </p:bgPr>
    </p:bg>
    <p:spTree>
      <p:nvGrpSpPr>
        <p:cNvPr id="986" name="Shape 986"/>
        <p:cNvGrpSpPr/>
        <p:nvPr/>
      </p:nvGrpSpPr>
      <p:grpSpPr>
        <a:xfrm>
          <a:off x="0" y="0"/>
          <a:ext cx="0" cy="0"/>
          <a:chOff x="0" y="0"/>
          <a:chExt cx="0" cy="0"/>
        </a:xfrm>
      </p:grpSpPr>
      <p:sp>
        <p:nvSpPr>
          <p:cNvPr id="987" name="Google Shape;987;p14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88" name="Google Shape;988;p146"/>
          <p:cNvSpPr txBox="1"/>
          <p:nvPr>
            <p:ph idx="1" type="body"/>
          </p:nvPr>
        </p:nvSpPr>
        <p:spPr>
          <a:xfrm>
            <a:off x="473868" y="1371600"/>
            <a:ext cx="5486400" cy="344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89" name="Google Shape;989;p146"/>
          <p:cNvSpPr txBox="1"/>
          <p:nvPr>
            <p:ph idx="2" type="body"/>
          </p:nvPr>
        </p:nvSpPr>
        <p:spPr>
          <a:xfrm>
            <a:off x="4626770" y="469107"/>
            <a:ext cx="4043400" cy="604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90" name="Google Shape;990;p146"/>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Title, Content, Chart">
  <p:cSld name="Title, Content, Chart">
    <p:bg>
      <p:bgPr>
        <a:solidFill>
          <a:schemeClr val="lt1"/>
        </a:solidFill>
      </p:bgPr>
    </p:bg>
    <p:spTree>
      <p:nvGrpSpPr>
        <p:cNvPr id="991" name="Shape 991"/>
        <p:cNvGrpSpPr/>
        <p:nvPr/>
      </p:nvGrpSpPr>
      <p:grpSpPr>
        <a:xfrm>
          <a:off x="0" y="0"/>
          <a:ext cx="0" cy="0"/>
          <a:chOff x="0" y="0"/>
          <a:chExt cx="0" cy="0"/>
        </a:xfrm>
      </p:grpSpPr>
      <p:sp>
        <p:nvSpPr>
          <p:cNvPr id="992" name="Google Shape;992;p147"/>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cxnSp>
        <p:nvCxnSpPr>
          <p:cNvPr id="993" name="Google Shape;993;p147"/>
          <p:cNvCxnSpPr/>
          <p:nvPr/>
        </p:nvCxnSpPr>
        <p:spPr>
          <a:xfrm>
            <a:off x="471488" y="4074512"/>
            <a:ext cx="1705200" cy="0"/>
          </a:xfrm>
          <a:prstGeom prst="straightConnector1">
            <a:avLst/>
          </a:prstGeom>
          <a:noFill/>
          <a:ln cap="flat" cmpd="sng" w="9525">
            <a:solidFill>
              <a:schemeClr val="dk1"/>
            </a:solidFill>
            <a:prstDash val="solid"/>
            <a:miter lim="800000"/>
            <a:headEnd len="sm" w="sm" type="none"/>
            <a:tailEnd len="sm" w="sm" type="none"/>
          </a:ln>
        </p:spPr>
      </p:cxnSp>
      <p:sp>
        <p:nvSpPr>
          <p:cNvPr id="994" name="Google Shape;994;p147"/>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95" name="Google Shape;995;p147"/>
          <p:cNvSpPr txBox="1"/>
          <p:nvPr>
            <p:ph idx="2" type="body"/>
          </p:nvPr>
        </p:nvSpPr>
        <p:spPr>
          <a:xfrm>
            <a:off x="475488" y="1371600"/>
            <a:ext cx="28164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96" name="Google Shape;996;p147"/>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Numbers graphic slide">
  <p:cSld name="Numbers graphic slide">
    <p:spTree>
      <p:nvGrpSpPr>
        <p:cNvPr id="997" name="Shape 997"/>
        <p:cNvGrpSpPr/>
        <p:nvPr/>
      </p:nvGrpSpPr>
      <p:grpSpPr>
        <a:xfrm>
          <a:off x="0" y="0"/>
          <a:ext cx="0" cy="0"/>
          <a:chOff x="0" y="0"/>
          <a:chExt cx="0" cy="0"/>
        </a:xfrm>
      </p:grpSpPr>
      <p:sp>
        <p:nvSpPr>
          <p:cNvPr id="998" name="Google Shape;998;p14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99" name="Google Shape;999;p148"/>
          <p:cNvSpPr txBox="1"/>
          <p:nvPr>
            <p:ph idx="1" type="body"/>
          </p:nvPr>
        </p:nvSpPr>
        <p:spPr>
          <a:xfrm>
            <a:off x="473870"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00" name="Google Shape;1000;p148"/>
          <p:cNvSpPr txBox="1"/>
          <p:nvPr>
            <p:ph idx="2" type="body"/>
          </p:nvPr>
        </p:nvSpPr>
        <p:spPr>
          <a:xfrm>
            <a:off x="473869"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1" name="Google Shape;1001;p148"/>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2" name="Google Shape;1002;p148"/>
          <p:cNvSpPr txBox="1"/>
          <p:nvPr>
            <p:ph idx="3" type="body"/>
          </p:nvPr>
        </p:nvSpPr>
        <p:spPr>
          <a:xfrm>
            <a:off x="3257550"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03" name="Google Shape;1003;p148"/>
          <p:cNvSpPr txBox="1"/>
          <p:nvPr>
            <p:ph idx="4" type="body"/>
          </p:nvPr>
        </p:nvSpPr>
        <p:spPr>
          <a:xfrm>
            <a:off x="3257549"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4" name="Google Shape;1004;p148"/>
          <p:cNvSpPr txBox="1"/>
          <p:nvPr>
            <p:ph idx="5" type="body"/>
          </p:nvPr>
        </p:nvSpPr>
        <p:spPr>
          <a:xfrm>
            <a:off x="6013107"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05" name="Google Shape;1005;p148"/>
          <p:cNvSpPr txBox="1"/>
          <p:nvPr>
            <p:ph idx="6" type="body"/>
          </p:nvPr>
        </p:nvSpPr>
        <p:spPr>
          <a:xfrm>
            <a:off x="6013106"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6" name="Google Shape;1006;p148"/>
          <p:cNvSpPr txBox="1"/>
          <p:nvPr>
            <p:ph idx="7" type="body"/>
          </p:nvPr>
        </p:nvSpPr>
        <p:spPr>
          <a:xfrm>
            <a:off x="47387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07" name="Google Shape;1007;p148"/>
          <p:cNvSpPr txBox="1"/>
          <p:nvPr>
            <p:ph idx="8" type="body"/>
          </p:nvPr>
        </p:nvSpPr>
        <p:spPr>
          <a:xfrm>
            <a:off x="473869"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8" name="Google Shape;1008;p148"/>
          <p:cNvSpPr txBox="1"/>
          <p:nvPr>
            <p:ph idx="9" type="body"/>
          </p:nvPr>
        </p:nvSpPr>
        <p:spPr>
          <a:xfrm>
            <a:off x="325755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09" name="Google Shape;1009;p148"/>
          <p:cNvSpPr txBox="1"/>
          <p:nvPr>
            <p:ph idx="13" type="body"/>
          </p:nvPr>
        </p:nvSpPr>
        <p:spPr>
          <a:xfrm>
            <a:off x="3257549"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10" name="Google Shape;1010;p148"/>
          <p:cNvSpPr txBox="1"/>
          <p:nvPr>
            <p:ph idx="14" type="body"/>
          </p:nvPr>
        </p:nvSpPr>
        <p:spPr>
          <a:xfrm>
            <a:off x="6013107"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11" name="Google Shape;1011;p148"/>
          <p:cNvSpPr txBox="1"/>
          <p:nvPr>
            <p:ph idx="15" type="body"/>
          </p:nvPr>
        </p:nvSpPr>
        <p:spPr>
          <a:xfrm>
            <a:off x="6013106"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Ender 1 - Stone">
  <p:cSld name="Ender 1 - White">
    <p:bg>
      <p:bgPr>
        <a:solidFill>
          <a:schemeClr val="lt1"/>
        </a:solidFill>
      </p:bgPr>
    </p:bg>
    <p:spTree>
      <p:nvGrpSpPr>
        <p:cNvPr id="1012" name="Shape 1012"/>
        <p:cNvGrpSpPr/>
        <p:nvPr/>
      </p:nvGrpSpPr>
      <p:grpSpPr>
        <a:xfrm>
          <a:off x="0" y="0"/>
          <a:ext cx="0" cy="0"/>
          <a:chOff x="0" y="0"/>
          <a:chExt cx="0" cy="0"/>
        </a:xfrm>
      </p:grpSpPr>
      <p:sp>
        <p:nvSpPr>
          <p:cNvPr id="1013" name="Google Shape;1013;p149"/>
          <p:cNvSpPr/>
          <p:nvPr/>
        </p:nvSpPr>
        <p:spPr>
          <a:xfrm>
            <a:off x="217609" y="4711944"/>
            <a:ext cx="61854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1014" name="Google Shape;1014;p149"/>
          <p:cNvPicPr preferRelativeResize="0"/>
          <p:nvPr/>
        </p:nvPicPr>
        <p:blipFill rotWithShape="1">
          <a:blip r:embed="rId2">
            <a:alphaModFix/>
          </a:blip>
          <a:srcRect b="0" l="0" r="0" t="0"/>
          <a:stretch/>
        </p:blipFill>
        <p:spPr>
          <a:xfrm>
            <a:off x="475488" y="2852928"/>
            <a:ext cx="8193023" cy="1837306"/>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Ender 1 - Black">
  <p:cSld name="Ender 1 - Black">
    <p:bg>
      <p:bgPr>
        <a:solidFill>
          <a:srgbClr val="000000"/>
        </a:solidFill>
      </p:bgPr>
    </p:bg>
    <p:spTree>
      <p:nvGrpSpPr>
        <p:cNvPr id="1015" name="Shape 1015"/>
        <p:cNvGrpSpPr/>
        <p:nvPr/>
      </p:nvGrpSpPr>
      <p:grpSpPr>
        <a:xfrm>
          <a:off x="0" y="0"/>
          <a:ext cx="0" cy="0"/>
          <a:chOff x="0" y="0"/>
          <a:chExt cx="0" cy="0"/>
        </a:xfrm>
      </p:grpSpPr>
      <p:sp>
        <p:nvSpPr>
          <p:cNvPr id="1016" name="Google Shape;1016;p150"/>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17" name="Google Shape;1017;p150"/>
          <p:cNvSpPr/>
          <p:nvPr/>
        </p:nvSpPr>
        <p:spPr>
          <a:xfrm>
            <a:off x="178044" y="4668716"/>
            <a:ext cx="8241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1018" name="Google Shape;1018;p150"/>
          <p:cNvPicPr preferRelativeResize="0"/>
          <p:nvPr/>
        </p:nvPicPr>
        <p:blipFill rotWithShape="1">
          <a:blip r:embed="rId2">
            <a:alphaModFix/>
          </a:blip>
          <a:srcRect b="0" l="0" r="0" t="0"/>
          <a:stretch/>
        </p:blipFill>
        <p:spPr>
          <a:xfrm>
            <a:off x="475488" y="2852928"/>
            <a:ext cx="8193023" cy="1837306"/>
          </a:xfrm>
          <a:prstGeom prst="rect">
            <a:avLst/>
          </a:prstGeom>
          <a:noFill/>
          <a:ln>
            <a:noFill/>
          </a:ln>
        </p:spPr>
      </p:pic>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Ender 2 - Stone">
  <p:cSld name="Ender 2 - White">
    <p:bg>
      <p:bgPr>
        <a:solidFill>
          <a:schemeClr val="lt1"/>
        </a:solidFill>
      </p:bgPr>
    </p:bg>
    <p:spTree>
      <p:nvGrpSpPr>
        <p:cNvPr id="1019" name="Shape 1019"/>
        <p:cNvGrpSpPr/>
        <p:nvPr/>
      </p:nvGrpSpPr>
      <p:grpSpPr>
        <a:xfrm>
          <a:off x="0" y="0"/>
          <a:ext cx="0" cy="0"/>
          <a:chOff x="0" y="0"/>
          <a:chExt cx="0" cy="0"/>
        </a:xfrm>
      </p:grpSpPr>
      <p:sp>
        <p:nvSpPr>
          <p:cNvPr id="1020" name="Google Shape;1020;p151"/>
          <p:cNvSpPr/>
          <p:nvPr/>
        </p:nvSpPr>
        <p:spPr>
          <a:xfrm>
            <a:off x="217600" y="4591324"/>
            <a:ext cx="6185400" cy="37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letter v with a yellow light&#10;&#10;Description automatically generated" id="1021" name="Google Shape;1021;p151"/>
          <p:cNvPicPr preferRelativeResize="0"/>
          <p:nvPr/>
        </p:nvPicPr>
        <p:blipFill rotWithShape="1">
          <a:blip r:embed="rId2">
            <a:alphaModFix/>
          </a:blip>
          <a:srcRect b="0" l="0" r="0" t="0"/>
          <a:stretch/>
        </p:blipFill>
        <p:spPr>
          <a:xfrm>
            <a:off x="3044952" y="1143000"/>
            <a:ext cx="3059982" cy="2862072"/>
          </a:xfrm>
          <a:prstGeom prst="rect">
            <a:avLst/>
          </a:prstGeom>
          <a:noFill/>
          <a:ln>
            <a:noFill/>
          </a:ln>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Ender 2 - Black">
  <p:cSld name="Ender 2 - Black">
    <p:bg>
      <p:bgPr>
        <a:solidFill>
          <a:srgbClr val="000000"/>
        </a:solidFill>
      </p:bgPr>
    </p:bg>
    <p:spTree>
      <p:nvGrpSpPr>
        <p:cNvPr id="1022" name="Shape 1022"/>
        <p:cNvGrpSpPr/>
        <p:nvPr/>
      </p:nvGrpSpPr>
      <p:grpSpPr>
        <a:xfrm>
          <a:off x="0" y="0"/>
          <a:ext cx="0" cy="0"/>
          <a:chOff x="0" y="0"/>
          <a:chExt cx="0" cy="0"/>
        </a:xfrm>
      </p:grpSpPr>
      <p:sp>
        <p:nvSpPr>
          <p:cNvPr id="1023" name="Google Shape;1023;p152"/>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letter v with a yellow light&#10;&#10;Description automatically generated" id="1024" name="Google Shape;1024;p152"/>
          <p:cNvPicPr preferRelativeResize="0"/>
          <p:nvPr/>
        </p:nvPicPr>
        <p:blipFill rotWithShape="1">
          <a:blip r:embed="rId2">
            <a:alphaModFix/>
          </a:blip>
          <a:srcRect b="0" l="0" r="0" t="0"/>
          <a:stretch/>
        </p:blipFill>
        <p:spPr>
          <a:xfrm>
            <a:off x="3044952" y="1143000"/>
            <a:ext cx="3059982" cy="2862072"/>
          </a:xfrm>
          <a:prstGeom prst="rect">
            <a:avLst/>
          </a:prstGeom>
          <a:noFill/>
          <a:ln>
            <a:noFill/>
          </a:ln>
        </p:spPr>
      </p:pic>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5" name="Shape 1025"/>
        <p:cNvGrpSpPr/>
        <p:nvPr/>
      </p:nvGrpSpPr>
      <p:grpSpPr>
        <a:xfrm>
          <a:off x="0" y="0"/>
          <a:ext cx="0" cy="0"/>
          <a:chOff x="0" y="0"/>
          <a:chExt cx="0" cy="0"/>
        </a:xfrm>
      </p:grpSpPr>
      <p:sp>
        <p:nvSpPr>
          <p:cNvPr id="1026" name="Google Shape;1026;p153"/>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Autofit/>
          </a:bodyPr>
          <a:lstStyle>
            <a:lvl1pPr lvl="0" algn="l">
              <a:lnSpc>
                <a:spcPct val="90000"/>
              </a:lnSpc>
              <a:spcBef>
                <a:spcPts val="0"/>
              </a:spcBef>
              <a:spcAft>
                <a:spcPts val="0"/>
              </a:spcAft>
              <a:buClr>
                <a:schemeClr val="dk1"/>
              </a:buClr>
              <a:buSzPts val="2700"/>
              <a:buFont typeface="Calibri"/>
              <a:buNone/>
              <a:defRPr sz="2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27" name="Google Shape;1027;p153"/>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28" name="Google Shape;1028;p153"/>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29" name="Shape 1029"/>
        <p:cNvGrpSpPr/>
        <p:nvPr/>
      </p:nvGrpSpPr>
      <p:grpSpPr>
        <a:xfrm>
          <a:off x="0" y="0"/>
          <a:ext cx="0" cy="0"/>
          <a:chOff x="0" y="0"/>
          <a:chExt cx="0" cy="0"/>
        </a:xfrm>
      </p:grpSpPr>
      <p:sp>
        <p:nvSpPr>
          <p:cNvPr id="1030" name="Google Shape;1030;p154"/>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31" name="Google Shape;1031;p154"/>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32" name="Google Shape;1032;p154"/>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1033" name="Shape 1033"/>
        <p:cNvGrpSpPr/>
        <p:nvPr/>
      </p:nvGrpSpPr>
      <p:grpSpPr>
        <a:xfrm>
          <a:off x="0" y="0"/>
          <a:ext cx="0" cy="0"/>
          <a:chOff x="0" y="0"/>
          <a:chExt cx="0" cy="0"/>
        </a:xfrm>
      </p:grpSpPr>
      <p:sp>
        <p:nvSpPr>
          <p:cNvPr id="1034" name="Google Shape;1034;p155"/>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35" name="Google Shape;1035;p155"/>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1036" name="Google Shape;1036;p155"/>
          <p:cNvSpPr txBox="1"/>
          <p:nvPr>
            <p:ph idx="12" type="sldNum"/>
          </p:nvPr>
        </p:nvSpPr>
        <p:spPr>
          <a:xfrm>
            <a:off x="8458200" y="4700016"/>
            <a:ext cx="228600" cy="1077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6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6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6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6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6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6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6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6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theme" Target="../theme/theme1.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91.xml"/><Relationship Id="rId42" Type="http://schemas.openxmlformats.org/officeDocument/2006/relationships/slideLayout" Target="../slideLayouts/slideLayout93.xml"/><Relationship Id="rId41" Type="http://schemas.openxmlformats.org/officeDocument/2006/relationships/slideLayout" Target="../slideLayouts/slideLayout92.xml"/><Relationship Id="rId44" Type="http://schemas.openxmlformats.org/officeDocument/2006/relationships/slideLayout" Target="../slideLayouts/slideLayout95.xml"/><Relationship Id="rId43" Type="http://schemas.openxmlformats.org/officeDocument/2006/relationships/slideLayout" Target="../slideLayouts/slideLayout94.xml"/><Relationship Id="rId46" Type="http://schemas.openxmlformats.org/officeDocument/2006/relationships/slideLayout" Target="../slideLayouts/slideLayout97.xml"/><Relationship Id="rId45" Type="http://schemas.openxmlformats.org/officeDocument/2006/relationships/slideLayout" Target="../slideLayouts/slideLayout96.xml"/><Relationship Id="rId1" Type="http://schemas.openxmlformats.org/officeDocument/2006/relationships/slideLayout" Target="../slideLayouts/slideLayout52.xml"/><Relationship Id="rId2" Type="http://schemas.openxmlformats.org/officeDocument/2006/relationships/slideLayout" Target="../slideLayouts/slideLayout53.xml"/><Relationship Id="rId3" Type="http://schemas.openxmlformats.org/officeDocument/2006/relationships/slideLayout" Target="../slideLayouts/slideLayout54.xml"/><Relationship Id="rId4" Type="http://schemas.openxmlformats.org/officeDocument/2006/relationships/slideLayout" Target="../slideLayouts/slideLayout55.xml"/><Relationship Id="rId9" Type="http://schemas.openxmlformats.org/officeDocument/2006/relationships/slideLayout" Target="../slideLayouts/slideLayout60.xml"/><Relationship Id="rId48" Type="http://schemas.openxmlformats.org/officeDocument/2006/relationships/slideLayout" Target="../slideLayouts/slideLayout99.xml"/><Relationship Id="rId47" Type="http://schemas.openxmlformats.org/officeDocument/2006/relationships/slideLayout" Target="../slideLayouts/slideLayout98.xml"/><Relationship Id="rId49" Type="http://schemas.openxmlformats.org/officeDocument/2006/relationships/slideLayout" Target="../slideLayouts/slideLayout100.xml"/><Relationship Id="rId5" Type="http://schemas.openxmlformats.org/officeDocument/2006/relationships/slideLayout" Target="../slideLayouts/slideLayout56.xml"/><Relationship Id="rId6" Type="http://schemas.openxmlformats.org/officeDocument/2006/relationships/slideLayout" Target="../slideLayouts/slideLayout57.xml"/><Relationship Id="rId7" Type="http://schemas.openxmlformats.org/officeDocument/2006/relationships/slideLayout" Target="../slideLayouts/slideLayout58.xml"/><Relationship Id="rId8" Type="http://schemas.openxmlformats.org/officeDocument/2006/relationships/slideLayout" Target="../slideLayouts/slideLayout59.xml"/><Relationship Id="rId31" Type="http://schemas.openxmlformats.org/officeDocument/2006/relationships/slideLayout" Target="../slideLayouts/slideLayout82.xml"/><Relationship Id="rId30" Type="http://schemas.openxmlformats.org/officeDocument/2006/relationships/slideLayout" Target="../slideLayouts/slideLayout81.xml"/><Relationship Id="rId33" Type="http://schemas.openxmlformats.org/officeDocument/2006/relationships/slideLayout" Target="../slideLayouts/slideLayout84.xml"/><Relationship Id="rId32" Type="http://schemas.openxmlformats.org/officeDocument/2006/relationships/slideLayout" Target="../slideLayouts/slideLayout83.xml"/><Relationship Id="rId35" Type="http://schemas.openxmlformats.org/officeDocument/2006/relationships/slideLayout" Target="../slideLayouts/slideLayout86.xml"/><Relationship Id="rId34" Type="http://schemas.openxmlformats.org/officeDocument/2006/relationships/slideLayout" Target="../slideLayouts/slideLayout85.xml"/><Relationship Id="rId37" Type="http://schemas.openxmlformats.org/officeDocument/2006/relationships/slideLayout" Target="../slideLayouts/slideLayout88.xml"/><Relationship Id="rId36" Type="http://schemas.openxmlformats.org/officeDocument/2006/relationships/slideLayout" Target="../slideLayouts/slideLayout87.xml"/><Relationship Id="rId39" Type="http://schemas.openxmlformats.org/officeDocument/2006/relationships/slideLayout" Target="../slideLayouts/slideLayout90.xml"/><Relationship Id="rId38" Type="http://schemas.openxmlformats.org/officeDocument/2006/relationships/slideLayout" Target="../slideLayouts/slideLayout89.xml"/><Relationship Id="rId20" Type="http://schemas.openxmlformats.org/officeDocument/2006/relationships/slideLayout" Target="../slideLayouts/slideLayout71.xml"/><Relationship Id="rId22" Type="http://schemas.openxmlformats.org/officeDocument/2006/relationships/slideLayout" Target="../slideLayouts/slideLayout73.xml"/><Relationship Id="rId21" Type="http://schemas.openxmlformats.org/officeDocument/2006/relationships/slideLayout" Target="../slideLayouts/slideLayout72.xml"/><Relationship Id="rId24" Type="http://schemas.openxmlformats.org/officeDocument/2006/relationships/slideLayout" Target="../slideLayouts/slideLayout75.xml"/><Relationship Id="rId23" Type="http://schemas.openxmlformats.org/officeDocument/2006/relationships/slideLayout" Target="../slideLayouts/slideLayout74.xml"/><Relationship Id="rId26" Type="http://schemas.openxmlformats.org/officeDocument/2006/relationships/slideLayout" Target="../slideLayouts/slideLayout77.xml"/><Relationship Id="rId25" Type="http://schemas.openxmlformats.org/officeDocument/2006/relationships/slideLayout" Target="../slideLayouts/slideLayout76.xml"/><Relationship Id="rId28" Type="http://schemas.openxmlformats.org/officeDocument/2006/relationships/slideLayout" Target="../slideLayouts/slideLayout79.xml"/><Relationship Id="rId27" Type="http://schemas.openxmlformats.org/officeDocument/2006/relationships/slideLayout" Target="../slideLayouts/slideLayout78.xml"/><Relationship Id="rId29" Type="http://schemas.openxmlformats.org/officeDocument/2006/relationships/slideLayout" Target="../slideLayouts/slideLayout80.xml"/><Relationship Id="rId51" Type="http://schemas.openxmlformats.org/officeDocument/2006/relationships/slideLayout" Target="../slideLayouts/slideLayout102.xml"/><Relationship Id="rId50" Type="http://schemas.openxmlformats.org/officeDocument/2006/relationships/slideLayout" Target="../slideLayouts/slideLayout101.xml"/><Relationship Id="rId53" Type="http://schemas.openxmlformats.org/officeDocument/2006/relationships/slideLayout" Target="../slideLayouts/slideLayout104.xml"/><Relationship Id="rId52" Type="http://schemas.openxmlformats.org/officeDocument/2006/relationships/slideLayout" Target="../slideLayouts/slideLayout103.xml"/><Relationship Id="rId11" Type="http://schemas.openxmlformats.org/officeDocument/2006/relationships/slideLayout" Target="../slideLayouts/slideLayout62.xml"/><Relationship Id="rId55" Type="http://schemas.openxmlformats.org/officeDocument/2006/relationships/slideLayout" Target="../slideLayouts/slideLayout106.xml"/><Relationship Id="rId10" Type="http://schemas.openxmlformats.org/officeDocument/2006/relationships/slideLayout" Target="../slideLayouts/slideLayout61.xml"/><Relationship Id="rId54" Type="http://schemas.openxmlformats.org/officeDocument/2006/relationships/slideLayout" Target="../slideLayouts/slideLayout105.xml"/><Relationship Id="rId13" Type="http://schemas.openxmlformats.org/officeDocument/2006/relationships/slideLayout" Target="../slideLayouts/slideLayout64.xml"/><Relationship Id="rId57" Type="http://schemas.openxmlformats.org/officeDocument/2006/relationships/theme" Target="../theme/theme2.xml"/><Relationship Id="rId12" Type="http://schemas.openxmlformats.org/officeDocument/2006/relationships/slideLayout" Target="../slideLayouts/slideLayout63.xml"/><Relationship Id="rId56" Type="http://schemas.openxmlformats.org/officeDocument/2006/relationships/slideLayout" Target="../slideLayouts/slideLayout107.xml"/><Relationship Id="rId15" Type="http://schemas.openxmlformats.org/officeDocument/2006/relationships/slideLayout" Target="../slideLayouts/slideLayout66.xml"/><Relationship Id="rId14" Type="http://schemas.openxmlformats.org/officeDocument/2006/relationships/slideLayout" Target="../slideLayouts/slideLayout65.xml"/><Relationship Id="rId17" Type="http://schemas.openxmlformats.org/officeDocument/2006/relationships/slideLayout" Target="../slideLayouts/slideLayout68.xml"/><Relationship Id="rId16" Type="http://schemas.openxmlformats.org/officeDocument/2006/relationships/slideLayout" Target="../slideLayouts/slideLayout67.xml"/><Relationship Id="rId19" Type="http://schemas.openxmlformats.org/officeDocument/2006/relationships/slideLayout" Target="../slideLayouts/slideLayout70.xml"/><Relationship Id="rId18" Type="http://schemas.openxmlformats.org/officeDocument/2006/relationships/slideLayout" Target="../slideLayouts/slideLayout6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46.xml"/><Relationship Id="rId42" Type="http://schemas.openxmlformats.org/officeDocument/2006/relationships/slideLayout" Target="../slideLayouts/slideLayout148.xml"/><Relationship Id="rId41" Type="http://schemas.openxmlformats.org/officeDocument/2006/relationships/slideLayout" Target="../slideLayouts/slideLayout147.xml"/><Relationship Id="rId44" Type="http://schemas.openxmlformats.org/officeDocument/2006/relationships/slideLayout" Target="../slideLayouts/slideLayout150.xml"/><Relationship Id="rId43" Type="http://schemas.openxmlformats.org/officeDocument/2006/relationships/slideLayout" Target="../slideLayouts/slideLayout149.xml"/><Relationship Id="rId46" Type="http://schemas.openxmlformats.org/officeDocument/2006/relationships/slideLayout" Target="../slideLayouts/slideLayout152.xml"/><Relationship Id="rId45" Type="http://schemas.openxmlformats.org/officeDocument/2006/relationships/slideLayout" Target="../slideLayouts/slideLayout151.xml"/><Relationship Id="rId1" Type="http://schemas.openxmlformats.org/officeDocument/2006/relationships/image" Target="../media/image22.png"/><Relationship Id="rId2" Type="http://schemas.openxmlformats.org/officeDocument/2006/relationships/slideLayout" Target="../slideLayouts/slideLayout108.xml"/><Relationship Id="rId3" Type="http://schemas.openxmlformats.org/officeDocument/2006/relationships/slideLayout" Target="../slideLayouts/slideLayout109.xml"/><Relationship Id="rId4" Type="http://schemas.openxmlformats.org/officeDocument/2006/relationships/slideLayout" Target="../slideLayouts/slideLayout110.xml"/><Relationship Id="rId9" Type="http://schemas.openxmlformats.org/officeDocument/2006/relationships/slideLayout" Target="../slideLayouts/slideLayout115.xml"/><Relationship Id="rId47" Type="http://schemas.openxmlformats.org/officeDocument/2006/relationships/theme" Target="../theme/theme4.xml"/><Relationship Id="rId5" Type="http://schemas.openxmlformats.org/officeDocument/2006/relationships/slideLayout" Target="../slideLayouts/slideLayout111.xml"/><Relationship Id="rId6" Type="http://schemas.openxmlformats.org/officeDocument/2006/relationships/slideLayout" Target="../slideLayouts/slideLayout112.xml"/><Relationship Id="rId7" Type="http://schemas.openxmlformats.org/officeDocument/2006/relationships/slideLayout" Target="../slideLayouts/slideLayout113.xml"/><Relationship Id="rId8" Type="http://schemas.openxmlformats.org/officeDocument/2006/relationships/slideLayout" Target="../slideLayouts/slideLayout114.xml"/><Relationship Id="rId31" Type="http://schemas.openxmlformats.org/officeDocument/2006/relationships/slideLayout" Target="../slideLayouts/slideLayout137.xml"/><Relationship Id="rId30" Type="http://schemas.openxmlformats.org/officeDocument/2006/relationships/slideLayout" Target="../slideLayouts/slideLayout136.xml"/><Relationship Id="rId33" Type="http://schemas.openxmlformats.org/officeDocument/2006/relationships/slideLayout" Target="../slideLayouts/slideLayout139.xml"/><Relationship Id="rId32" Type="http://schemas.openxmlformats.org/officeDocument/2006/relationships/slideLayout" Target="../slideLayouts/slideLayout138.xml"/><Relationship Id="rId35" Type="http://schemas.openxmlformats.org/officeDocument/2006/relationships/slideLayout" Target="../slideLayouts/slideLayout141.xml"/><Relationship Id="rId34" Type="http://schemas.openxmlformats.org/officeDocument/2006/relationships/slideLayout" Target="../slideLayouts/slideLayout140.xml"/><Relationship Id="rId37" Type="http://schemas.openxmlformats.org/officeDocument/2006/relationships/slideLayout" Target="../slideLayouts/slideLayout143.xml"/><Relationship Id="rId36" Type="http://schemas.openxmlformats.org/officeDocument/2006/relationships/slideLayout" Target="../slideLayouts/slideLayout142.xml"/><Relationship Id="rId39" Type="http://schemas.openxmlformats.org/officeDocument/2006/relationships/slideLayout" Target="../slideLayouts/slideLayout145.xml"/><Relationship Id="rId38" Type="http://schemas.openxmlformats.org/officeDocument/2006/relationships/slideLayout" Target="../slideLayouts/slideLayout144.xml"/><Relationship Id="rId20" Type="http://schemas.openxmlformats.org/officeDocument/2006/relationships/slideLayout" Target="../slideLayouts/slideLayout126.xml"/><Relationship Id="rId22" Type="http://schemas.openxmlformats.org/officeDocument/2006/relationships/slideLayout" Target="../slideLayouts/slideLayout128.xml"/><Relationship Id="rId21" Type="http://schemas.openxmlformats.org/officeDocument/2006/relationships/slideLayout" Target="../slideLayouts/slideLayout127.xml"/><Relationship Id="rId24" Type="http://schemas.openxmlformats.org/officeDocument/2006/relationships/slideLayout" Target="../slideLayouts/slideLayout130.xml"/><Relationship Id="rId23" Type="http://schemas.openxmlformats.org/officeDocument/2006/relationships/slideLayout" Target="../slideLayouts/slideLayout129.xml"/><Relationship Id="rId26" Type="http://schemas.openxmlformats.org/officeDocument/2006/relationships/slideLayout" Target="../slideLayouts/slideLayout132.xml"/><Relationship Id="rId25" Type="http://schemas.openxmlformats.org/officeDocument/2006/relationships/slideLayout" Target="../slideLayouts/slideLayout131.xml"/><Relationship Id="rId28" Type="http://schemas.openxmlformats.org/officeDocument/2006/relationships/slideLayout" Target="../slideLayouts/slideLayout134.xml"/><Relationship Id="rId27" Type="http://schemas.openxmlformats.org/officeDocument/2006/relationships/slideLayout" Target="../slideLayouts/slideLayout133.xml"/><Relationship Id="rId29" Type="http://schemas.openxmlformats.org/officeDocument/2006/relationships/slideLayout" Target="../slideLayouts/slideLayout135.xml"/><Relationship Id="rId11" Type="http://schemas.openxmlformats.org/officeDocument/2006/relationships/slideLayout" Target="../slideLayouts/slideLayout117.xml"/><Relationship Id="rId10" Type="http://schemas.openxmlformats.org/officeDocument/2006/relationships/slideLayout" Target="../slideLayouts/slideLayout116.xml"/><Relationship Id="rId13" Type="http://schemas.openxmlformats.org/officeDocument/2006/relationships/slideLayout" Target="../slideLayouts/slideLayout119.xml"/><Relationship Id="rId12" Type="http://schemas.openxmlformats.org/officeDocument/2006/relationships/slideLayout" Target="../slideLayouts/slideLayout118.xml"/><Relationship Id="rId15" Type="http://schemas.openxmlformats.org/officeDocument/2006/relationships/slideLayout" Target="../slideLayouts/slideLayout121.xml"/><Relationship Id="rId14" Type="http://schemas.openxmlformats.org/officeDocument/2006/relationships/slideLayout" Target="../slideLayouts/slideLayout120.xml"/><Relationship Id="rId17" Type="http://schemas.openxmlformats.org/officeDocument/2006/relationships/slideLayout" Target="../slideLayouts/slideLayout123.xml"/><Relationship Id="rId16" Type="http://schemas.openxmlformats.org/officeDocument/2006/relationships/slideLayout" Target="../slideLayouts/slideLayout122.xml"/><Relationship Id="rId19" Type="http://schemas.openxmlformats.org/officeDocument/2006/relationships/slideLayout" Target="../slideLayouts/slideLayout125.xml"/><Relationship Id="rId18" Type="http://schemas.openxmlformats.org/officeDocument/2006/relationships/slideLayout" Target="../slideLayouts/slideLayout1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7" name="Google Shape;7;p1"/>
          <p:cNvSpPr txBox="1"/>
          <p:nvPr>
            <p:ph type="title"/>
          </p:nvPr>
        </p:nvSpPr>
        <p:spPr>
          <a:xfrm>
            <a:off x="473869" y="469106"/>
            <a:ext cx="7951200" cy="531900"/>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lvl="1"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2pPr>
            <a:lvl3pPr lvl="2"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3pPr>
            <a:lvl4pPr lvl="3"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4pPr>
            <a:lvl5pPr lvl="4"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5pPr>
            <a:lvl6pPr lvl="5"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6pPr>
            <a:lvl7pPr lvl="6"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7pPr>
            <a:lvl8pPr lvl="7"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8pPr>
            <a:lvl9pPr lvl="8"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9pPr>
          </a:lstStyle>
          <a:p/>
        </p:txBody>
      </p:sp>
      <p:sp>
        <p:nvSpPr>
          <p:cNvPr id="8" name="Google Shape;8;p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
            <a:alphaModFix/>
          </a:blip>
          <a:srcRect b="0" l="0" r="0" t="0"/>
          <a:stretch/>
        </p:blipFill>
        <p:spPr>
          <a:xfrm>
            <a:off x="372624" y="4632722"/>
            <a:ext cx="841577" cy="344233"/>
          </a:xfrm>
          <a:prstGeom prst="rect">
            <a:avLst/>
          </a:prstGeom>
          <a:noFill/>
          <a:ln>
            <a:noFill/>
          </a:ln>
        </p:spPr>
      </p:pic>
      <p:sp>
        <p:nvSpPr>
          <p:cNvPr id="10" name="Google Shape;10;p1"/>
          <p:cNvSpPr txBox="1"/>
          <p:nvPr>
            <p:ph idx="1" type="body"/>
          </p:nvPr>
        </p:nvSpPr>
        <p:spPr>
          <a:xfrm>
            <a:off x="473869" y="1188244"/>
            <a:ext cx="7951200" cy="32634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rtl="0" algn="l">
              <a:lnSpc>
                <a:spcPct val="100000"/>
              </a:lnSpc>
              <a:spcBef>
                <a:spcPts val="4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285750" lvl="5" marL="27432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6pPr>
            <a:lvl7pPr indent="-285750" lvl="6" marL="32004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7pPr>
            <a:lvl8pPr indent="-285750" lvl="7" marL="36576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8pPr>
            <a:lvl9pPr indent="-285750" lvl="8" marL="4114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7" name="Shape 31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 id="2147483730" r:id="rId32"/>
    <p:sldLayoutId id="2147483731" r:id="rId33"/>
    <p:sldLayoutId id="2147483732" r:id="rId34"/>
    <p:sldLayoutId id="2147483733" r:id="rId35"/>
    <p:sldLayoutId id="2147483734" r:id="rId36"/>
    <p:sldLayoutId id="2147483735" r:id="rId37"/>
    <p:sldLayoutId id="2147483736" r:id="rId38"/>
    <p:sldLayoutId id="2147483737" r:id="rId39"/>
    <p:sldLayoutId id="2147483738" r:id="rId40"/>
    <p:sldLayoutId id="2147483739" r:id="rId41"/>
    <p:sldLayoutId id="2147483740" r:id="rId42"/>
    <p:sldLayoutId id="2147483741" r:id="rId43"/>
    <p:sldLayoutId id="2147483742" r:id="rId44"/>
    <p:sldLayoutId id="2147483743" r:id="rId45"/>
    <p:sldLayoutId id="2147483744" r:id="rId46"/>
    <p:sldLayoutId id="2147483745" r:id="rId47"/>
    <p:sldLayoutId id="2147483746" r:id="rId48"/>
    <p:sldLayoutId id="2147483747" r:id="rId49"/>
    <p:sldLayoutId id="2147483748" r:id="rId50"/>
    <p:sldLayoutId id="2147483749" r:id="rId51"/>
    <p:sldLayoutId id="2147483750" r:id="rId52"/>
    <p:sldLayoutId id="2147483751" r:id="rId53"/>
    <p:sldLayoutId id="2147483752" r:id="rId54"/>
    <p:sldLayoutId id="2147483753" r:id="rId55"/>
    <p:sldLayoutId id="2147483754" r:id="rId5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533">
          <p15:clr>
            <a:srgbClr val="C35EA4"/>
          </p15:clr>
        </p15:guide>
        <p15:guide id="3" pos="607">
          <p15:clr>
            <a:srgbClr val="C35EA4"/>
          </p15:clr>
        </p15:guide>
        <p15:guide id="4" pos="996">
          <p15:clr>
            <a:srgbClr val="C35EA4"/>
          </p15:clr>
        </p15:guide>
        <p15:guide id="5" pos="1067">
          <p15:clr>
            <a:srgbClr val="C35EA4"/>
          </p15:clr>
        </p15:guide>
        <p15:guide id="6" pos="1457">
          <p15:clr>
            <a:srgbClr val="C35EA4"/>
          </p15:clr>
        </p15:guide>
        <p15:guide id="7" pos="1529">
          <p15:clr>
            <a:srgbClr val="C35EA4"/>
          </p15:clr>
        </p15:guide>
        <p15:guide id="8" pos="1919">
          <p15:clr>
            <a:srgbClr val="C35EA4"/>
          </p15:clr>
        </p15:guide>
        <p15:guide id="9" pos="1992">
          <p15:clr>
            <a:srgbClr val="C35EA4"/>
          </p15:clr>
        </p15:guide>
        <p15:guide id="10" pos="2381">
          <p15:clr>
            <a:srgbClr val="C35EA4"/>
          </p15:clr>
        </p15:guide>
        <p15:guide id="11" pos="2453">
          <p15:clr>
            <a:srgbClr val="C35EA4"/>
          </p15:clr>
        </p15:guide>
        <p15:guide id="12" orient="horz" pos="1656">
          <p15:clr>
            <a:srgbClr val="C35EA4"/>
          </p15:clr>
        </p15:guide>
        <p15:guide id="13" pos="2842">
          <p15:clr>
            <a:srgbClr val="C35EA4"/>
          </p15:clr>
        </p15:guide>
        <p15:guide id="14" pos="2915">
          <p15:clr>
            <a:srgbClr val="C35EA4"/>
          </p15:clr>
        </p15:guide>
        <p15:guide id="15" pos="3305">
          <p15:clr>
            <a:srgbClr val="C35EA4"/>
          </p15:clr>
        </p15:guide>
        <p15:guide id="16" pos="3377">
          <p15:clr>
            <a:srgbClr val="C35EA4"/>
          </p15:clr>
        </p15:guide>
        <p15:guide id="17" pos="3766">
          <p15:clr>
            <a:srgbClr val="C35EA4"/>
          </p15:clr>
        </p15:guide>
        <p15:guide id="18" pos="3840">
          <p15:clr>
            <a:srgbClr val="C35EA4"/>
          </p15:clr>
        </p15:guide>
        <p15:guide id="19" pos="4229">
          <p15:clr>
            <a:srgbClr val="C35EA4"/>
          </p15:clr>
        </p15:guide>
        <p15:guide id="20" pos="4301">
          <p15:clr>
            <a:srgbClr val="C35EA4"/>
          </p15:clr>
        </p15:guide>
        <p15:guide id="21" pos="4691">
          <p15:clr>
            <a:srgbClr val="C35EA4"/>
          </p15:clr>
        </p15:guide>
        <p15:guide id="22" pos="4763">
          <p15:clr>
            <a:srgbClr val="C35EA4"/>
          </p15:clr>
        </p15:guide>
        <p15:guide id="23" pos="5151">
          <p15:clr>
            <a:srgbClr val="C35EA4"/>
          </p15:clr>
        </p15:guide>
        <p15:guide id="24" pos="5224">
          <p15:clr>
            <a:srgbClr val="C35EA4"/>
          </p15:clr>
        </p15:guide>
        <p15:guide id="25" orient="horz" pos="1152">
          <p15:clr>
            <a:srgbClr val="C35EA4"/>
          </p15:clr>
        </p15:guide>
        <p15:guide id="26" orient="horz" pos="1080">
          <p15:clr>
            <a:srgbClr val="C35EA4"/>
          </p15:clr>
        </p15:guide>
        <p15:guide id="27" orient="horz" pos="648">
          <p15:clr>
            <a:srgbClr val="C35EA4"/>
          </p15:clr>
        </p15:guide>
        <p15:guide id="28" orient="horz" pos="576">
          <p15:clr>
            <a:srgbClr val="C35EA4"/>
          </p15:clr>
        </p15:guide>
        <p15:guide id="29" orient="horz" pos="2087">
          <p15:clr>
            <a:srgbClr val="C35EA4"/>
          </p15:clr>
        </p15:guide>
        <p15:guide id="30" orient="horz" pos="2160">
          <p15:clr>
            <a:srgbClr val="C35EA4"/>
          </p15:clr>
        </p15:guide>
        <p15:guide id="31" orient="horz" pos="2591">
          <p15:clr>
            <a:srgbClr val="C35EA4"/>
          </p15:clr>
        </p15:guide>
        <p15:guide id="32" orient="horz" pos="2664">
          <p15:clr>
            <a:srgbClr val="C35EA4"/>
          </p15:clr>
        </p15:guide>
        <p15:guide id="33" orient="horz" pos="144">
          <p15:clr>
            <a:srgbClr val="5ACBF0"/>
          </p15:clr>
        </p15:guide>
        <p15:guide id="34" orient="horz" pos="3095">
          <p15:clr>
            <a:srgbClr val="5ACBF0"/>
          </p15:clr>
        </p15:guide>
        <p15:guide id="35" pos="143">
          <p15:clr>
            <a:srgbClr val="5ACBF0"/>
          </p15:clr>
        </p15:guide>
        <p15:guide id="36" pos="5615">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7" name="Shape 747"/>
        <p:cNvGrpSpPr/>
        <p:nvPr/>
      </p:nvGrpSpPr>
      <p:grpSpPr>
        <a:xfrm>
          <a:off x="0" y="0"/>
          <a:ext cx="0" cy="0"/>
          <a:chOff x="0" y="0"/>
          <a:chExt cx="0" cy="0"/>
        </a:xfrm>
      </p:grpSpPr>
      <p:sp>
        <p:nvSpPr>
          <p:cNvPr id="748" name="Google Shape;748;p110"/>
          <p:cNvSpPr txBox="1"/>
          <p:nvPr>
            <p:ph type="title"/>
          </p:nvPr>
        </p:nvSpPr>
        <p:spPr>
          <a:xfrm>
            <a:off x="473869" y="438912"/>
            <a:ext cx="7951200" cy="5319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2100"/>
              <a:buFont typeface="Verizon NHG DS"/>
              <a:buNone/>
              <a:defRPr b="1" i="0" sz="2100" u="none" cap="none" strike="noStrike">
                <a:solidFill>
                  <a:schemeClr val="dk1"/>
                </a:solidFill>
                <a:latin typeface="Verizon NHG DS"/>
                <a:ea typeface="Verizon NHG DS"/>
                <a:cs typeface="Verizon NHG DS"/>
                <a:sym typeface="Verizon NHG DS"/>
              </a:defRPr>
            </a:lvl1pPr>
            <a:lvl2pPr lvl="1" marR="0" rtl="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2pPr>
            <a:lvl3pPr lvl="2" marR="0" rtl="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3pPr>
            <a:lvl4pPr lvl="3" marR="0" rtl="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4pPr>
            <a:lvl5pPr lvl="4" marR="0" rtl="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5pPr>
            <a:lvl6pPr lvl="5" marR="0" rtl="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6pPr>
            <a:lvl7pPr lvl="6" marR="0" rtl="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7pPr>
            <a:lvl8pPr lvl="7" marR="0" rtl="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8pPr>
            <a:lvl9pPr lvl="8" marR="0" rtl="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9pPr>
          </a:lstStyle>
          <a:p/>
        </p:txBody>
      </p:sp>
      <p:sp>
        <p:nvSpPr>
          <p:cNvPr id="749" name="Google Shape;749;p11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750" name="Google Shape;750;p110"/>
          <p:cNvSpPr txBox="1"/>
          <p:nvPr>
            <p:ph idx="1" type="body"/>
          </p:nvPr>
        </p:nvSpPr>
        <p:spPr>
          <a:xfrm>
            <a:off x="473869" y="1371600"/>
            <a:ext cx="7951200" cy="32634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rtl="0" algn="l">
              <a:lnSpc>
                <a:spcPct val="100000"/>
              </a:lnSpc>
              <a:spcBef>
                <a:spcPts val="4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285750" lvl="5" marL="27432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6pPr>
            <a:lvl7pPr indent="-285750" lvl="6" marL="32004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7pPr>
            <a:lvl8pPr indent="-285750" lvl="7" marL="36576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8pPr>
            <a:lvl9pPr indent="-285750" lvl="8" marL="4114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9pPr>
          </a:lstStyle>
          <a:p/>
        </p:txBody>
      </p:sp>
      <p:pic>
        <p:nvPicPr>
          <p:cNvPr descr="A red and black logo&#10;&#10;Description automatically generated" id="751" name="Google Shape;751;p110"/>
          <p:cNvPicPr preferRelativeResize="0"/>
          <p:nvPr/>
        </p:nvPicPr>
        <p:blipFill rotWithShape="1">
          <a:blip r:embed="rId1">
            <a:alphaModFix/>
          </a:blip>
          <a:srcRect b="0" l="0" r="0" t="0"/>
          <a:stretch/>
        </p:blipFill>
        <p:spPr>
          <a:xfrm>
            <a:off x="374904" y="4636008"/>
            <a:ext cx="850390" cy="34783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 id="2147483771" r:id="rId18"/>
    <p:sldLayoutId id="2147483772" r:id="rId19"/>
    <p:sldLayoutId id="2147483773" r:id="rId20"/>
    <p:sldLayoutId id="2147483774" r:id="rId21"/>
    <p:sldLayoutId id="2147483775" r:id="rId22"/>
    <p:sldLayoutId id="2147483776" r:id="rId23"/>
    <p:sldLayoutId id="2147483777" r:id="rId24"/>
    <p:sldLayoutId id="2147483778" r:id="rId25"/>
    <p:sldLayoutId id="2147483779" r:id="rId26"/>
    <p:sldLayoutId id="2147483780" r:id="rId27"/>
    <p:sldLayoutId id="2147483781" r:id="rId28"/>
    <p:sldLayoutId id="2147483782" r:id="rId29"/>
    <p:sldLayoutId id="2147483783" r:id="rId30"/>
    <p:sldLayoutId id="2147483784" r:id="rId31"/>
    <p:sldLayoutId id="2147483785" r:id="rId32"/>
    <p:sldLayoutId id="2147483786" r:id="rId33"/>
    <p:sldLayoutId id="2147483787" r:id="rId34"/>
    <p:sldLayoutId id="2147483788" r:id="rId35"/>
    <p:sldLayoutId id="2147483789" r:id="rId36"/>
    <p:sldLayoutId id="2147483790" r:id="rId37"/>
    <p:sldLayoutId id="2147483791" r:id="rId38"/>
    <p:sldLayoutId id="2147483792" r:id="rId39"/>
    <p:sldLayoutId id="2147483793" r:id="rId40"/>
    <p:sldLayoutId id="2147483794" r:id="rId41"/>
    <p:sldLayoutId id="2147483795" r:id="rId42"/>
    <p:sldLayoutId id="2147483796" r:id="rId43"/>
    <p:sldLayoutId id="2147483797" r:id="rId44"/>
    <p:sldLayoutId id="2147483798" r:id="rId45"/>
    <p:sldLayoutId id="2147483799"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xml"/><Relationship Id="rId3" Type="http://schemas.openxmlformats.org/officeDocument/2006/relationships/image" Target="../media/image14.jpg"/><Relationship Id="rId4" Type="http://schemas.openxmlformats.org/officeDocument/2006/relationships/image" Target="../media/image19.png"/><Relationship Id="rId5" Type="http://schemas.openxmlformats.org/officeDocument/2006/relationships/image" Target="../media/image25.png"/><Relationship Id="rId6" Type="http://schemas.openxmlformats.org/officeDocument/2006/relationships/image" Target="../media/image20.png"/><Relationship Id="rId7"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7.xml"/><Relationship Id="rId3" Type="http://schemas.openxmlformats.org/officeDocument/2006/relationships/image" Target="../media/image14.jp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1.xml"/><Relationship Id="rId3" Type="http://schemas.openxmlformats.org/officeDocument/2006/relationships/image" Target="../media/image14.jp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5.xml"/><Relationship Id="rId3"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4.png"/><Relationship Id="rId4" Type="http://schemas.openxmlformats.org/officeDocument/2006/relationships/image" Target="../media/image35.png"/><Relationship Id="rId9" Type="http://schemas.openxmlformats.org/officeDocument/2006/relationships/image" Target="../media/image23.png"/><Relationship Id="rId5" Type="http://schemas.openxmlformats.org/officeDocument/2006/relationships/image" Target="../media/image27.png"/><Relationship Id="rId6" Type="http://schemas.openxmlformats.org/officeDocument/2006/relationships/image" Target="../media/image36.png"/><Relationship Id="rId7" Type="http://schemas.openxmlformats.org/officeDocument/2006/relationships/image" Target="../media/image31.png"/><Relationship Id="rId8"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35.png"/><Relationship Id="rId9" Type="http://schemas.openxmlformats.org/officeDocument/2006/relationships/image" Target="../media/image23.png"/><Relationship Id="rId5" Type="http://schemas.openxmlformats.org/officeDocument/2006/relationships/image" Target="../media/image27.png"/><Relationship Id="rId6" Type="http://schemas.openxmlformats.org/officeDocument/2006/relationships/image" Target="../media/image36.png"/><Relationship Id="rId7" Type="http://schemas.openxmlformats.org/officeDocument/2006/relationships/image" Target="../media/image31.png"/><Relationship Id="rId8"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56"/>
          <p:cNvSpPr txBox="1"/>
          <p:nvPr>
            <p:ph idx="1" type="body"/>
          </p:nvPr>
        </p:nvSpPr>
        <p:spPr>
          <a:xfrm>
            <a:off x="6417581" y="3406500"/>
            <a:ext cx="2253000" cy="587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
              <a:t>Andrew Pendleton</a:t>
            </a:r>
            <a:endParaRPr/>
          </a:p>
          <a:p>
            <a:pPr indent="0" lvl="0" marL="0" rtl="0" algn="l">
              <a:lnSpc>
                <a:spcPct val="90000"/>
              </a:lnSpc>
              <a:spcBef>
                <a:spcPts val="0"/>
              </a:spcBef>
              <a:spcAft>
                <a:spcPts val="0"/>
              </a:spcAft>
              <a:buSzPts val="1800"/>
              <a:buNone/>
            </a:pPr>
            <a:r>
              <a:rPr lang="en"/>
              <a:t>CX Design Systems</a:t>
            </a:r>
            <a:endParaRPr/>
          </a:p>
          <a:p>
            <a:pPr indent="0" lvl="0" marL="0" rtl="0" algn="l">
              <a:lnSpc>
                <a:spcPct val="90000"/>
              </a:lnSpc>
              <a:spcBef>
                <a:spcPts val="0"/>
              </a:spcBef>
              <a:spcAft>
                <a:spcPts val="0"/>
              </a:spcAft>
              <a:buSzPts val="1800"/>
              <a:buNone/>
            </a:pPr>
            <a:r>
              <a:t/>
            </a:r>
            <a:endParaRPr/>
          </a:p>
        </p:txBody>
      </p:sp>
      <p:sp>
        <p:nvSpPr>
          <p:cNvPr id="1043" name="Google Shape;1043;p156"/>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5000"/>
              <a:buNone/>
            </a:pPr>
            <a:r>
              <a:rPr lang="en"/>
              <a:t>VDS </a:t>
            </a:r>
            <a:endParaRPr/>
          </a:p>
          <a:p>
            <a:pPr indent="0" lvl="0" marL="0" rtl="0" algn="l">
              <a:lnSpc>
                <a:spcPct val="90000"/>
              </a:lnSpc>
              <a:spcBef>
                <a:spcPts val="0"/>
              </a:spcBef>
              <a:spcAft>
                <a:spcPts val="0"/>
              </a:spcAft>
              <a:buSzPts val="5000"/>
              <a:buNone/>
            </a:pPr>
            <a:r>
              <a:rPr lang="en"/>
              <a:t>Native Library</a:t>
            </a:r>
            <a:endParaRPr/>
          </a:p>
        </p:txBody>
      </p:sp>
      <p:sp>
        <p:nvSpPr>
          <p:cNvPr id="1044" name="Google Shape;1044;p156"/>
          <p:cNvSpPr txBox="1"/>
          <p:nvPr>
            <p:ph type="title"/>
          </p:nvPr>
        </p:nvSpPr>
        <p:spPr>
          <a:xfrm>
            <a:off x="3257550" y="491733"/>
            <a:ext cx="5424600" cy="6972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SzPts val="5000"/>
              <a:buNone/>
            </a:pPr>
            <a:r>
              <a:rPr lang="en">
                <a:solidFill>
                  <a:srgbClr val="F8FF3C"/>
                </a:solidFill>
              </a:rPr>
              <a:t>Master Artifact</a:t>
            </a:r>
            <a:endParaRPr>
              <a:solidFill>
                <a:srgbClr val="F8FF3C"/>
              </a:solidFill>
            </a:endParaRPr>
          </a:p>
        </p:txBody>
      </p:sp>
      <p:sp>
        <p:nvSpPr>
          <p:cNvPr id="1045" name="Google Shape;1045;p156"/>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Core Product</a:t>
            </a:r>
            <a:endParaRPr b="0" i="0" sz="900" u="none" cap="none" strike="noStrike">
              <a:solidFill>
                <a:schemeClr val="dk1"/>
              </a:solidFill>
              <a:latin typeface="Verizon NHG TX"/>
              <a:ea typeface="Verizon NHG TX"/>
              <a:cs typeface="Verizon NHG TX"/>
              <a:sym typeface="Verizon NHG TX"/>
            </a:endParaRPr>
          </a:p>
        </p:txBody>
      </p:sp>
      <p:sp>
        <p:nvSpPr>
          <p:cNvPr id="1046" name="Google Shape;1046;p156"/>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2"/>
                </a:solidFill>
                <a:latin typeface="Verizon NHG TX"/>
                <a:ea typeface="Verizon NHG TX"/>
                <a:cs typeface="Verizon NHG TX"/>
                <a:sym typeface="Verizon NHG TX"/>
              </a:rPr>
              <a:t>Project</a:t>
            </a:r>
            <a:endParaRPr b="0" i="0" sz="900" u="none" cap="none" strike="noStrike">
              <a:solidFill>
                <a:schemeClr val="lt2"/>
              </a:solidFill>
              <a:latin typeface="Verizon NHG TX"/>
              <a:ea typeface="Verizon NHG TX"/>
              <a:cs typeface="Verizon NHG TX"/>
              <a:sym typeface="Verizon NHG TX"/>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57"/>
          <p:cNvSpPr txBox="1"/>
          <p:nvPr/>
        </p:nvSpPr>
        <p:spPr>
          <a:xfrm>
            <a:off x="4791619" y="445540"/>
            <a:ext cx="4121400" cy="430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solidFill>
                  <a:srgbClr val="EE001E"/>
                </a:solidFill>
                <a:latin typeface="Verizon NHG DS"/>
                <a:ea typeface="Verizon NHG DS"/>
                <a:cs typeface="Verizon NHG DS"/>
                <a:sym typeface="Verizon NHG DS"/>
              </a:rPr>
              <a:t>The Idea</a:t>
            </a:r>
            <a:endParaRPr b="1">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b="1" sz="900">
              <a:solidFill>
                <a:srgbClr val="222222"/>
              </a:solidFill>
              <a:latin typeface="Verizon NHG DS"/>
              <a:ea typeface="Verizon NHG DS"/>
              <a:cs typeface="Verizon NHG DS"/>
              <a:sym typeface="Verizon NHG DS"/>
            </a:endParaRPr>
          </a:p>
          <a:p>
            <a:pPr indent="0" lvl="0" marL="0" rtl="0" algn="l">
              <a:lnSpc>
                <a:spcPct val="150000"/>
              </a:lnSpc>
              <a:spcBef>
                <a:spcPts val="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Problem &amp; Opportunity</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Currently, native app developers (iOS/Android) cannot leverage VDS coded components, unlike web teams. This critical gap hinders their efficiency, creates design inconsistencies, impacts product quality, and slows feature delivery. It results in duplicated effort, potential UI/UX divergence from the core brand, and a diminished ability to rapidly iterate on native customer experiences.</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None/>
            </a:pPr>
            <a:r>
              <a:rPr b="1" lang="en" sz="900">
                <a:solidFill>
                  <a:srgbClr val="222222"/>
                </a:solidFill>
                <a:latin typeface="Verizon NHG DS"/>
                <a:ea typeface="Verizon NHG DS"/>
                <a:cs typeface="Verizon NHG DS"/>
                <a:sym typeface="Verizon NHG DS"/>
              </a:rPr>
              <a:t>Proposed Solution</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The solution is to architect, develop, and launch the VDS Native Library, a comprehensive suite of reusable, pre-built, and rigorously tested UI components for iOS (UIKit, SwiftUI) and Android (Jetpack Compose). This includes robust documentation, clear usage guidelines, theming capabilities, and direct support channels (e.g., Slack, office hours) ensuring seamless adoption and ongoing maintenance.</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Customer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Native developers will experience a significant boost in productivity by using pre-built, VDS-compliant components, reducing boilerplate code and rework. This leads to faster feature delivery, fewer visual defects, and enhanced UI consistency. They gain robust tools to build more accessible applications and can focus on solving unique user problems rather than reinventing common UI elements, fostering better collaboration.</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Business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800"/>
              </a:spcAft>
              <a:buClr>
                <a:schemeClr val="dk1"/>
              </a:buClr>
              <a:buSzPts val="1100"/>
              <a:buFont typeface="Arial"/>
              <a:buNone/>
            </a:pPr>
            <a:r>
              <a:rPr lang="en" sz="800">
                <a:solidFill>
                  <a:schemeClr val="dk1"/>
                </a:solidFill>
                <a:latin typeface="Verizon NHG DS"/>
                <a:ea typeface="Verizon NHG DS"/>
                <a:cs typeface="Verizon NHG DS"/>
                <a:sym typeface="Verizon NHG DS"/>
              </a:rPr>
              <a:t>By empowering native developers, VDS Native Library will deliver superior, more consistent brand experiences across all Verizon apps, enhancing customer satisfaction and trust. It accelerates time-to-market for critical features, improves overall product quality and accessibility, and reduces redundant development costs. This directly increases VDS adoption, maximizing its ROI and strategic value to the business.</a:t>
            </a:r>
            <a:endParaRPr b="1" sz="800">
              <a:solidFill>
                <a:srgbClr val="EE001E"/>
              </a:solidFill>
              <a:latin typeface="Verizon NHG DS"/>
              <a:ea typeface="Verizon NHG DS"/>
              <a:cs typeface="Verizon NHG DS"/>
              <a:sym typeface="Verizon NHG DS"/>
            </a:endParaRPr>
          </a:p>
        </p:txBody>
      </p:sp>
      <p:sp>
        <p:nvSpPr>
          <p:cNvPr id="1053" name="Google Shape;1053;p15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1054" name="Google Shape;1054;p157"/>
          <p:cNvSpPr txBox="1"/>
          <p:nvPr>
            <p:ph type="title"/>
          </p:nvPr>
        </p:nvSpPr>
        <p:spPr>
          <a:xfrm>
            <a:off x="508706" y="2080031"/>
            <a:ext cx="3606900" cy="583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600"/>
              <a:buNone/>
            </a:pPr>
            <a:r>
              <a:rPr lang="en" sz="2100">
                <a:latin typeface="Verizon NHG DS"/>
                <a:ea typeface="Verizon NHG DS"/>
                <a:cs typeface="Verizon NHG DS"/>
                <a:sym typeface="Verizon NHG DS"/>
              </a:rPr>
              <a:t>VDS Native Library</a:t>
            </a:r>
            <a:endParaRPr sz="2100">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lang="en" sz="1800">
                <a:solidFill>
                  <a:schemeClr val="dk1"/>
                </a:solidFill>
                <a:latin typeface="Verizon NHG DS"/>
                <a:ea typeface="Verizon NHG DS"/>
                <a:cs typeface="Verizon NHG DS"/>
                <a:sym typeface="Verizon NHG DS"/>
              </a:rPr>
              <a:t>VDS Product: </a:t>
            </a:r>
            <a:br>
              <a:rPr lang="en" sz="1800">
                <a:solidFill>
                  <a:schemeClr val="dk1"/>
                </a:solidFill>
                <a:latin typeface="Verizon NHG DS"/>
                <a:ea typeface="Verizon NHG DS"/>
                <a:cs typeface="Verizon NHG DS"/>
                <a:sym typeface="Verizon NHG DS"/>
              </a:rPr>
            </a:br>
            <a:r>
              <a:rPr lang="en" sz="1800">
                <a:solidFill>
                  <a:schemeClr val="dk1"/>
                </a:solidFill>
                <a:latin typeface="Verizon NHG DS"/>
                <a:ea typeface="Verizon NHG DS"/>
                <a:cs typeface="Verizon NHG DS"/>
                <a:sym typeface="Verizon NHG DS"/>
              </a:rPr>
              <a:t>Functional Expansion</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Workstream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Initiative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p:txBody>
      </p:sp>
      <p:sp>
        <p:nvSpPr>
          <p:cNvPr id="1055" name="Google Shape;1055;p157"/>
          <p:cNvSpPr txBox="1"/>
          <p:nvPr/>
        </p:nvSpPr>
        <p:spPr>
          <a:xfrm>
            <a:off x="508750" y="3478565"/>
            <a:ext cx="3606900" cy="122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400"/>
              </a:spcBef>
              <a:spcAft>
                <a:spcPts val="0"/>
              </a:spcAft>
              <a:buClr>
                <a:schemeClr val="dk1"/>
              </a:buClr>
              <a:buSzPts val="800"/>
              <a:buFont typeface="Arial"/>
              <a:buNone/>
            </a:pPr>
            <a:r>
              <a:rPr lang="en" sz="1000">
                <a:solidFill>
                  <a:schemeClr val="dk1"/>
                </a:solidFill>
                <a:latin typeface="Verizon NHG DS"/>
                <a:ea typeface="Verizon NHG DS"/>
                <a:cs typeface="Verizon NHG DS"/>
                <a:sym typeface="Verizon NHG DS"/>
              </a:rPr>
              <a:t>Our North Star is to bridge the gap for native application development (iOS: UIKit/SwiftUI; Android: Jetpack Compose) by providing a </a:t>
            </a:r>
            <a:r>
              <a:rPr b="1" lang="en" sz="1000">
                <a:solidFill>
                  <a:schemeClr val="dk1"/>
                </a:solidFill>
                <a:latin typeface="Verizon NHG DS"/>
                <a:ea typeface="Verizon NHG DS"/>
                <a:cs typeface="Verizon NHG DS"/>
                <a:sym typeface="Verizon NHG DS"/>
              </a:rPr>
              <a:t>comprehensive, coded VDS component library</a:t>
            </a:r>
            <a:r>
              <a:rPr lang="en" sz="1000">
                <a:solidFill>
                  <a:schemeClr val="dk1"/>
                </a:solidFill>
                <a:latin typeface="Verizon NHG DS"/>
                <a:ea typeface="Verizon NHG DS"/>
                <a:cs typeface="Verizon NHG DS"/>
                <a:sym typeface="Verizon NHG DS"/>
              </a:rPr>
              <a:t>. </a:t>
            </a:r>
            <a:endParaRPr sz="1000">
              <a:solidFill>
                <a:schemeClr val="dk1"/>
              </a:solidFill>
              <a:latin typeface="Verizon NHG DS"/>
              <a:ea typeface="Verizon NHG DS"/>
              <a:cs typeface="Verizon NHG DS"/>
              <a:sym typeface="Verizon NHG DS"/>
            </a:endParaRPr>
          </a:p>
          <a:p>
            <a:pPr indent="0" lvl="0" marL="0" marR="0" rtl="0" algn="l">
              <a:lnSpc>
                <a:spcPct val="100000"/>
              </a:lnSpc>
              <a:spcBef>
                <a:spcPts val="600"/>
              </a:spcBef>
              <a:spcAft>
                <a:spcPts val="600"/>
              </a:spcAft>
              <a:buClr>
                <a:schemeClr val="dk1"/>
              </a:buClr>
              <a:buSzPts val="800"/>
              <a:buFont typeface="Arial"/>
              <a:buNone/>
            </a:pPr>
            <a:r>
              <a:rPr lang="en" sz="1000">
                <a:solidFill>
                  <a:schemeClr val="dk1"/>
                </a:solidFill>
                <a:latin typeface="Verizon NHG DS"/>
                <a:ea typeface="Verizon NHG DS"/>
                <a:cs typeface="Verizon NHG DS"/>
                <a:sym typeface="Verizon NHG DS"/>
              </a:rPr>
              <a:t>This will empower native developers to achieve full parity with web VDS users, enabling the creation of </a:t>
            </a:r>
            <a:r>
              <a:rPr b="1" lang="en" sz="1000">
                <a:solidFill>
                  <a:schemeClr val="dk1"/>
                </a:solidFill>
                <a:latin typeface="Verizon NHG DS"/>
                <a:ea typeface="Verizon NHG DS"/>
                <a:cs typeface="Verizon NHG DS"/>
                <a:sym typeface="Verizon NHG DS"/>
              </a:rPr>
              <a:t>efficient, consistent, reliable, accessible, scalable, and high-quality</a:t>
            </a:r>
            <a:r>
              <a:rPr lang="en" sz="1000">
                <a:solidFill>
                  <a:schemeClr val="dk1"/>
                </a:solidFill>
                <a:latin typeface="Verizon NHG DS"/>
                <a:ea typeface="Verizon NHG DS"/>
                <a:cs typeface="Verizon NHG DS"/>
                <a:sym typeface="Verizon NHG DS"/>
              </a:rPr>
              <a:t> customer experiences on all native platforms.</a:t>
            </a:r>
            <a:endParaRPr b="0" i="0" sz="1000" u="none" cap="none" strike="noStrike">
              <a:solidFill>
                <a:srgbClr val="1F1F1F"/>
              </a:solidFill>
              <a:latin typeface="Verizon NHG DS"/>
              <a:ea typeface="Verizon NHG DS"/>
              <a:cs typeface="Verizon NHG DS"/>
              <a:sym typeface="Verizon NHG DS"/>
            </a:endParaRPr>
          </a:p>
        </p:txBody>
      </p:sp>
      <p:grpSp>
        <p:nvGrpSpPr>
          <p:cNvPr id="1056" name="Google Shape;1056;p157"/>
          <p:cNvGrpSpPr/>
          <p:nvPr/>
        </p:nvGrpSpPr>
        <p:grpSpPr>
          <a:xfrm>
            <a:off x="1601419" y="377006"/>
            <a:ext cx="1421550" cy="1393875"/>
            <a:chOff x="2135225" y="502675"/>
            <a:chExt cx="1895400" cy="1858500"/>
          </a:xfrm>
        </p:grpSpPr>
        <p:sp>
          <p:nvSpPr>
            <p:cNvPr id="1057" name="Google Shape;1057;p157"/>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pic>
          <p:nvPicPr>
            <p:cNvPr id="1058" name="Google Shape;1058;p157" title="Verizon_GlowV_RGB.png"/>
            <p:cNvPicPr preferRelativeResize="0"/>
            <p:nvPr/>
          </p:nvPicPr>
          <p:blipFill rotWithShape="1">
            <a:blip r:embed="rId3">
              <a:alphaModFix/>
            </a:blip>
            <a:srcRect b="0" l="0" r="0" t="0"/>
            <a:stretch/>
          </p:blipFill>
          <p:spPr>
            <a:xfrm>
              <a:off x="2583446" y="965192"/>
              <a:ext cx="998950" cy="933477"/>
            </a:xfrm>
            <a:prstGeom prst="rect">
              <a:avLst/>
            </a:prstGeom>
            <a:noFill/>
            <a:ln>
              <a:noFill/>
            </a:ln>
          </p:spPr>
        </p:pic>
      </p:grpSp>
      <p:grpSp>
        <p:nvGrpSpPr>
          <p:cNvPr id="1059" name="Google Shape;1059;p157"/>
          <p:cNvGrpSpPr/>
          <p:nvPr/>
        </p:nvGrpSpPr>
        <p:grpSpPr>
          <a:xfrm>
            <a:off x="6893719" y="154838"/>
            <a:ext cx="2104650" cy="212400"/>
            <a:chOff x="9242425" y="104850"/>
            <a:chExt cx="2806200" cy="283200"/>
          </a:xfrm>
        </p:grpSpPr>
        <p:sp>
          <p:nvSpPr>
            <p:cNvPr id="1060" name="Google Shape;1060;p157"/>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Northstar</a:t>
              </a:r>
              <a:endParaRPr b="0" i="0" sz="600" u="none" cap="none" strike="noStrike">
                <a:solidFill>
                  <a:schemeClr val="lt1"/>
                </a:solidFill>
                <a:latin typeface="Verizon NHG TX"/>
                <a:ea typeface="Verizon NHG TX"/>
                <a:cs typeface="Verizon NHG TX"/>
                <a:sym typeface="Verizon NHG TX"/>
              </a:endParaRPr>
            </a:p>
          </p:txBody>
        </p:sp>
        <p:sp>
          <p:nvSpPr>
            <p:cNvPr id="1061" name="Google Shape;1061;p157"/>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Scope</a:t>
              </a:r>
              <a:endParaRPr b="0" i="0" sz="600" u="none" cap="none" strike="noStrike">
                <a:solidFill>
                  <a:schemeClr val="dk1"/>
                </a:solidFill>
                <a:latin typeface="Verizon NHG TX"/>
                <a:ea typeface="Verizon NHG TX"/>
                <a:cs typeface="Verizon NHG TX"/>
                <a:sym typeface="Verizon NHG TX"/>
              </a:endParaRPr>
            </a:p>
          </p:txBody>
        </p:sp>
        <p:sp>
          <p:nvSpPr>
            <p:cNvPr id="1062" name="Google Shape;1062;p157"/>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58"/>
          <p:cNvSpPr txBox="1"/>
          <p:nvPr/>
        </p:nvSpPr>
        <p:spPr>
          <a:xfrm>
            <a:off x="4696125" y="2552693"/>
            <a:ext cx="18909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Native Coded Components (x2)</a:t>
            </a:r>
            <a:endParaRPr b="1" i="1"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Developers will primarily utilize our production-ready VDS Coded Components for iOS (SwiftUI/UIKit) and Android (Jetpack Compose).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These easily installable, rigorously tested, and performant libraries are built with accessibility and theming at their core.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The impact is a dramatic reduction in native development time and effort, as these reusable building blocks minimize custom code, ensure consistency, improve quality, and free up developers to focus on core business logic.</a:t>
            </a:r>
            <a:endParaRPr b="1" i="0" sz="800" u="none" cap="none" strike="noStrike">
              <a:solidFill>
                <a:srgbClr val="000000"/>
              </a:solidFill>
              <a:latin typeface="Verizon NHG DS"/>
              <a:ea typeface="Verizon NHG DS"/>
              <a:cs typeface="Verizon NHG DS"/>
              <a:sym typeface="Verizon NHG DS"/>
            </a:endParaRPr>
          </a:p>
        </p:txBody>
      </p:sp>
      <p:sp>
        <p:nvSpPr>
          <p:cNvPr id="1068" name="Google Shape;1068;p158"/>
          <p:cNvSpPr txBox="1"/>
          <p:nvPr/>
        </p:nvSpPr>
        <p:spPr>
          <a:xfrm>
            <a:off x="6814250" y="2552693"/>
            <a:ext cx="19413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Support &amp; Feedback</a:t>
            </a:r>
            <a:br>
              <a:rPr b="1" i="1" lang="en" sz="800">
                <a:solidFill>
                  <a:schemeClr val="dk1"/>
                </a:solidFill>
                <a:latin typeface="Verizon NHG DS"/>
                <a:ea typeface="Verizon NHG DS"/>
                <a:cs typeface="Verizon NHG DS"/>
                <a:sym typeface="Verizon NHG DS"/>
              </a:rPr>
            </a:br>
            <a:r>
              <a:rPr lang="en" sz="800">
                <a:solidFill>
                  <a:schemeClr val="dk1"/>
                </a:solidFill>
                <a:latin typeface="Verizon NHG DS"/>
                <a:ea typeface="Verizon NHG DS"/>
                <a:cs typeface="Verizon NHG DS"/>
                <a:sym typeface="Verizon NHG DS"/>
              </a:rPr>
              <a:t>Both designers and developers will benefit from our dedicated VDS Native support channels, including a responsive Slack community and VDS team office hours.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With clear processes for bug reporting, feature requests, and feedback collection, we ensure continuous improvement.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This provides a crucial safety net, unblocking users quickly and fostering a collaborative partnership where feedback directly shapes a more robust, user-centric native library.</a:t>
            </a:r>
            <a:endParaRPr b="0" i="0" sz="800" u="none" cap="none" strike="noStrike">
              <a:solidFill>
                <a:srgbClr val="000000"/>
              </a:solidFill>
              <a:latin typeface="Verizon NHG DS"/>
              <a:ea typeface="Verizon NHG DS"/>
              <a:cs typeface="Verizon NHG DS"/>
              <a:sym typeface="Verizon NHG DS"/>
            </a:endParaRPr>
          </a:p>
        </p:txBody>
      </p:sp>
      <p:sp>
        <p:nvSpPr>
          <p:cNvPr id="1069" name="Google Shape;1069;p158"/>
          <p:cNvSpPr txBox="1"/>
          <p:nvPr>
            <p:ph idx="3" type="body"/>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a:latin typeface="Verizon NHG DS"/>
                <a:ea typeface="Verizon NHG DS"/>
                <a:cs typeface="Verizon NHG DS"/>
                <a:sym typeface="Verizon NHG DS"/>
              </a:rPr>
              <a:t>Journey Map Template</a:t>
            </a:r>
            <a:endParaRPr>
              <a:latin typeface="Verizon NHG DS"/>
              <a:ea typeface="Verizon NHG DS"/>
              <a:cs typeface="Verizon NHG DS"/>
              <a:sym typeface="Verizon NHG DS"/>
            </a:endParaRPr>
          </a:p>
          <a:p>
            <a:pPr indent="0" lvl="0" marL="0" rtl="0" algn="l">
              <a:lnSpc>
                <a:spcPct val="100000"/>
              </a:lnSpc>
              <a:spcBef>
                <a:spcPts val="0"/>
              </a:spcBef>
              <a:spcAft>
                <a:spcPts val="0"/>
              </a:spcAft>
              <a:buClr>
                <a:schemeClr val="dk1"/>
              </a:buClr>
              <a:buSzPts val="2100"/>
              <a:buNone/>
            </a:pPr>
            <a:r>
              <a:t/>
            </a:r>
            <a:endParaRPr>
              <a:latin typeface="Verizon NHG DS"/>
              <a:ea typeface="Verizon NHG DS"/>
              <a:cs typeface="Verizon NHG DS"/>
              <a:sym typeface="Verizon NHG DS"/>
            </a:endParaRPr>
          </a:p>
        </p:txBody>
      </p:sp>
      <p:sp>
        <p:nvSpPr>
          <p:cNvPr id="1070" name="Google Shape;1070;p158"/>
          <p:cNvSpPr txBox="1"/>
          <p:nvPr/>
        </p:nvSpPr>
        <p:spPr>
          <a:xfrm>
            <a:off x="2582670" y="2552693"/>
            <a:ext cx="19413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Native Figma Components</a:t>
            </a:r>
            <a:endParaRPr b="1" i="1"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Designers creating native app experiences will benefit from a hybrid VDS Figma approach.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Existing VDS web components will be used where suitable for native, ensuring cross-platform consistency. This is complemented by a new, dedicated VDS Native Figma library for any uniquely mobile UI components, variants, and states.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This strategy, mainly for designers (devs for reference), speeds up native design, ensures UI fidelity, and improves handoff.</a:t>
            </a:r>
            <a:endParaRPr b="1" i="0" sz="800" u="none" cap="none" strike="noStrike">
              <a:solidFill>
                <a:srgbClr val="000000"/>
              </a:solidFill>
              <a:latin typeface="Verizon NHG DS"/>
              <a:ea typeface="Verizon NHG DS"/>
              <a:cs typeface="Verizon NHG DS"/>
              <a:sym typeface="Verizon NHG DS"/>
            </a:endParaRPr>
          </a:p>
        </p:txBody>
      </p:sp>
      <p:sp>
        <p:nvSpPr>
          <p:cNvPr id="1071" name="Google Shape;1071;p158"/>
          <p:cNvSpPr txBox="1"/>
          <p:nvPr/>
        </p:nvSpPr>
        <p:spPr>
          <a:xfrm>
            <a:off x="456075" y="2552693"/>
            <a:ext cx="18909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Documentation &amp; Guidelines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latin typeface="Verizon NHG DS"/>
                <a:ea typeface="Verizon NHG DS"/>
                <a:cs typeface="Verizon NHG DS"/>
                <a:sym typeface="Verizon NHG DS"/>
              </a:rPr>
              <a:t>Our VDS Native Library will feature comprehensive documentation and clear guidelines, serving as the single source of truth for both designers and developers.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These accessible resources detail native principles, component APIs, platform-specific usage (iOS/Android), accessibility standards, and contribution models.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 impact is immediate: teams are empowered with actionable knowledge, speeding up onboarding and ensuring consistent, high-quality, and compliant native experiences.</a:t>
            </a:r>
            <a:endParaRPr b="0" i="0" sz="800" u="none" cap="none" strike="noStrike">
              <a:solidFill>
                <a:srgbClr val="000000"/>
              </a:solidFill>
              <a:latin typeface="Verizon NHG DS"/>
              <a:ea typeface="Verizon NHG DS"/>
              <a:cs typeface="Verizon NHG DS"/>
              <a:sym typeface="Verizon NHG DS"/>
            </a:endParaRPr>
          </a:p>
        </p:txBody>
      </p:sp>
      <p:grpSp>
        <p:nvGrpSpPr>
          <p:cNvPr id="1072" name="Google Shape;1072;p158"/>
          <p:cNvGrpSpPr/>
          <p:nvPr/>
        </p:nvGrpSpPr>
        <p:grpSpPr>
          <a:xfrm>
            <a:off x="6665119" y="154838"/>
            <a:ext cx="2104650" cy="212400"/>
            <a:chOff x="9242425" y="104850"/>
            <a:chExt cx="2806200" cy="283200"/>
          </a:xfrm>
        </p:grpSpPr>
        <p:sp>
          <p:nvSpPr>
            <p:cNvPr id="1073" name="Google Shape;1073;p158"/>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074" name="Google Shape;1074;p158"/>
            <p:cNvSpPr/>
            <p:nvPr/>
          </p:nvSpPr>
          <p:spPr>
            <a:xfrm>
              <a:off x="10156825" y="104850"/>
              <a:ext cx="977400" cy="283200"/>
            </a:xfrm>
            <a:prstGeom prst="chevron">
              <a:avLst>
                <a:gd fmla="val 50000" name="adj"/>
              </a:avLst>
            </a:prstGeom>
            <a:solidFill>
              <a:schemeClr val="accent1"/>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Scope</a:t>
              </a:r>
              <a:endParaRPr b="0" i="0" sz="600" u="none" cap="none" strike="noStrike">
                <a:solidFill>
                  <a:schemeClr val="lt1"/>
                </a:solidFill>
                <a:latin typeface="Verizon NHG TX"/>
                <a:ea typeface="Verizon NHG TX"/>
                <a:cs typeface="Verizon NHG TX"/>
                <a:sym typeface="Verizon NHG TX"/>
              </a:endParaRPr>
            </a:p>
          </p:txBody>
        </p:sp>
        <p:sp>
          <p:nvSpPr>
            <p:cNvPr id="1075" name="Google Shape;1075;p158"/>
            <p:cNvSpPr/>
            <p:nvPr/>
          </p:nvSpPr>
          <p:spPr>
            <a:xfrm>
              <a:off x="11071225" y="104850"/>
              <a:ext cx="977400" cy="283200"/>
            </a:xfrm>
            <a:prstGeom prst="chevron">
              <a:avLst>
                <a:gd fmla="val 50000" name="adj"/>
              </a:avLst>
            </a:prstGeom>
            <a:solidFill>
              <a:schemeClr val="accent2"/>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
        <p:nvSpPr>
          <p:cNvPr id="1076" name="Google Shape;1076;p158"/>
          <p:cNvSpPr txBox="1"/>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00"/>
              <a:buFont typeface="Arial"/>
              <a:buNone/>
            </a:pPr>
            <a:r>
              <a:rPr lang="en" sz="800">
                <a:latin typeface="Verizon NHG TX"/>
                <a:ea typeface="Verizon NHG TX"/>
                <a:cs typeface="Verizon NHG TX"/>
                <a:sym typeface="Verizon NHG TX"/>
              </a:rPr>
              <a:t>VDS Native Library</a:t>
            </a:r>
            <a:endParaRPr b="0" i="0" sz="800" u="none" cap="none" strike="noStrike">
              <a:solidFill>
                <a:srgbClr val="000000"/>
              </a:solidFill>
              <a:latin typeface="Verizon NHG TX"/>
              <a:ea typeface="Verizon NHG TX"/>
              <a:cs typeface="Verizon NHG TX"/>
              <a:sym typeface="Verizon NHG TX"/>
            </a:endParaRPr>
          </a:p>
        </p:txBody>
      </p:sp>
      <p:pic>
        <p:nvPicPr>
          <p:cNvPr descr="placeholder image that uses icon representative of a design system" id="1077" name="Google Shape;1077;p158"/>
          <p:cNvPicPr preferRelativeResize="0"/>
          <p:nvPr/>
        </p:nvPicPr>
        <p:blipFill rotWithShape="1">
          <a:blip r:embed="rId3">
            <a:alphaModFix/>
          </a:blip>
          <a:srcRect b="22094" l="1286" r="1296" t="14418"/>
          <a:stretch/>
        </p:blipFill>
        <p:spPr>
          <a:xfrm>
            <a:off x="477000" y="1149150"/>
            <a:ext cx="1891200" cy="1232401"/>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1078" name="Google Shape;1078;p158"/>
          <p:cNvPicPr preferRelativeResize="0"/>
          <p:nvPr/>
        </p:nvPicPr>
        <p:blipFill rotWithShape="1">
          <a:blip r:embed="rId3">
            <a:alphaModFix/>
          </a:blip>
          <a:srcRect b="22094" l="1286" r="1296" t="14418"/>
          <a:stretch/>
        </p:blipFill>
        <p:spPr>
          <a:xfrm>
            <a:off x="2586487" y="1149150"/>
            <a:ext cx="1891200" cy="1232401"/>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1079" name="Google Shape;1079;p158"/>
          <p:cNvPicPr preferRelativeResize="0"/>
          <p:nvPr/>
        </p:nvPicPr>
        <p:blipFill rotWithShape="1">
          <a:blip r:embed="rId3">
            <a:alphaModFix/>
          </a:blip>
          <a:srcRect b="22094" l="1286" r="1296" t="14418"/>
          <a:stretch/>
        </p:blipFill>
        <p:spPr>
          <a:xfrm>
            <a:off x="4698287" y="1149150"/>
            <a:ext cx="1891200" cy="1232401"/>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1080" name="Google Shape;1080;p158"/>
          <p:cNvPicPr preferRelativeResize="0"/>
          <p:nvPr/>
        </p:nvPicPr>
        <p:blipFill rotWithShape="1">
          <a:blip r:embed="rId3">
            <a:alphaModFix/>
          </a:blip>
          <a:srcRect b="22094" l="1286" r="1296" t="14418"/>
          <a:stretch/>
        </p:blipFill>
        <p:spPr>
          <a:xfrm>
            <a:off x="6819052" y="1149150"/>
            <a:ext cx="1891200" cy="1232401"/>
          </a:xfrm>
          <a:prstGeom prst="rect">
            <a:avLst/>
          </a:prstGeom>
          <a:noFill/>
          <a:ln cap="flat" cmpd="sng" w="9525">
            <a:solidFill>
              <a:schemeClr val="dk1"/>
            </a:solidFill>
            <a:prstDash val="solid"/>
            <a:round/>
            <a:headEnd len="sm" w="sm" type="none"/>
            <a:tailEnd len="sm" w="sm" type="none"/>
          </a:ln>
        </p:spPr>
      </p:pic>
      <p:pic>
        <p:nvPicPr>
          <p:cNvPr id="1081" name="Google Shape;1081;p158"/>
          <p:cNvPicPr preferRelativeResize="0"/>
          <p:nvPr/>
        </p:nvPicPr>
        <p:blipFill rotWithShape="1">
          <a:blip r:embed="rId4">
            <a:alphaModFix/>
          </a:blip>
          <a:srcRect b="9690" l="0" r="0" t="0"/>
          <a:stretch/>
        </p:blipFill>
        <p:spPr>
          <a:xfrm>
            <a:off x="476250" y="1149150"/>
            <a:ext cx="1890898" cy="1232401"/>
          </a:xfrm>
          <a:prstGeom prst="rect">
            <a:avLst/>
          </a:prstGeom>
          <a:noFill/>
          <a:ln>
            <a:noFill/>
          </a:ln>
        </p:spPr>
      </p:pic>
      <p:pic>
        <p:nvPicPr>
          <p:cNvPr id="1082" name="Google Shape;1082;p158"/>
          <p:cNvPicPr preferRelativeResize="0"/>
          <p:nvPr/>
        </p:nvPicPr>
        <p:blipFill rotWithShape="1">
          <a:blip r:embed="rId5">
            <a:alphaModFix/>
          </a:blip>
          <a:srcRect b="0" l="7331" r="7331" t="0"/>
          <a:stretch/>
        </p:blipFill>
        <p:spPr>
          <a:xfrm>
            <a:off x="2586475" y="1149150"/>
            <a:ext cx="1890899" cy="1232400"/>
          </a:xfrm>
          <a:prstGeom prst="rect">
            <a:avLst/>
          </a:prstGeom>
          <a:noFill/>
          <a:ln>
            <a:noFill/>
          </a:ln>
        </p:spPr>
      </p:pic>
      <p:pic>
        <p:nvPicPr>
          <p:cNvPr id="1083" name="Google Shape;1083;p158"/>
          <p:cNvPicPr preferRelativeResize="0"/>
          <p:nvPr/>
        </p:nvPicPr>
        <p:blipFill rotWithShape="1">
          <a:blip r:embed="rId6">
            <a:alphaModFix/>
          </a:blip>
          <a:srcRect b="0" l="0" r="3744" t="0"/>
          <a:stretch/>
        </p:blipFill>
        <p:spPr>
          <a:xfrm>
            <a:off x="4695950" y="1150050"/>
            <a:ext cx="1891200" cy="1232400"/>
          </a:xfrm>
          <a:prstGeom prst="rect">
            <a:avLst/>
          </a:prstGeom>
          <a:noFill/>
          <a:ln>
            <a:noFill/>
          </a:ln>
        </p:spPr>
      </p:pic>
      <p:pic>
        <p:nvPicPr>
          <p:cNvPr id="1084" name="Google Shape;1084;p158"/>
          <p:cNvPicPr preferRelativeResize="0"/>
          <p:nvPr/>
        </p:nvPicPr>
        <p:blipFill rotWithShape="1">
          <a:blip r:embed="rId7">
            <a:alphaModFix/>
          </a:blip>
          <a:srcRect b="0" l="-279" r="4042" t="0"/>
          <a:stretch/>
        </p:blipFill>
        <p:spPr>
          <a:xfrm>
            <a:off x="6822425" y="1150050"/>
            <a:ext cx="1890900" cy="1232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15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1091" name="Google Shape;1091;p159"/>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800"/>
              <a:buNone/>
            </a:pPr>
            <a:r>
              <a:rPr lang="en"/>
              <a:t>Expansion: VDS Native Library</a:t>
            </a:r>
            <a:endParaRPr/>
          </a:p>
        </p:txBody>
      </p:sp>
      <p:graphicFrame>
        <p:nvGraphicFramePr>
          <p:cNvPr id="1092" name="Google Shape;1092;p159"/>
          <p:cNvGraphicFramePr/>
          <p:nvPr/>
        </p:nvGraphicFramePr>
        <p:xfrm>
          <a:off x="429394" y="1230450"/>
          <a:ext cx="3000000" cy="3000000"/>
        </p:xfrm>
        <a:graphic>
          <a:graphicData uri="http://schemas.openxmlformats.org/drawingml/2006/table">
            <a:tbl>
              <a:tblPr>
                <a:noFill/>
                <a:tableStyleId>{9E462017-A897-4C5D-8408-AA559E3040F2}</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KPI’s Impacted- Section 1</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CX Excellence</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Customer Satisfaction (CSAT)</a:t>
                      </a:r>
                      <a:endParaRPr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700"/>
                        <a:buFont typeface="Arial"/>
                        <a:buNone/>
                      </a:pPr>
                      <a:r>
                        <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Rep Interaction Score (RIS)</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Churn Reduction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3-day Resolve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Digital Interaction Score (DIS)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Revenue Growth</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Overall Conversion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Prospect Conversion</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Operational Efficiency</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Call Volume Optimization (CVO)</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Average Handle Time (AHT)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Retail Transaction Time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Other Cost Savings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1093" name="Google Shape;1093;p159"/>
          <p:cNvCxnSpPr/>
          <p:nvPr/>
        </p:nvCxnSpPr>
        <p:spPr>
          <a:xfrm>
            <a:off x="4480665" y="1206769"/>
            <a:ext cx="0" cy="3320700"/>
          </a:xfrm>
          <a:prstGeom prst="straightConnector1">
            <a:avLst/>
          </a:prstGeom>
          <a:noFill/>
          <a:ln cap="flat" cmpd="sng" w="19050">
            <a:solidFill>
              <a:srgbClr val="7F7F7F"/>
            </a:solidFill>
            <a:prstDash val="dash"/>
            <a:round/>
            <a:headEnd len="sm" w="sm" type="none"/>
            <a:tailEnd len="sm" w="sm" type="none"/>
          </a:ln>
        </p:spPr>
      </p:cxnSp>
      <p:graphicFrame>
        <p:nvGraphicFramePr>
          <p:cNvPr id="1094" name="Google Shape;1094;p159"/>
          <p:cNvGraphicFramePr/>
          <p:nvPr/>
        </p:nvGraphicFramePr>
        <p:xfrm>
          <a:off x="4665081" y="1230450"/>
          <a:ext cx="3000000" cy="3000000"/>
        </p:xfrm>
        <a:graphic>
          <a:graphicData uri="http://schemas.openxmlformats.org/drawingml/2006/table">
            <a:tbl>
              <a:tblPr>
                <a:noFill/>
                <a:tableStyleId>{9E462017-A897-4C5D-8408-AA559E3040F2}</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Financial Scope &amp; Targets (P*Q)- Section 2</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Benefit Value Estimates </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Incremental Revenue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Call Volume Optimization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Handle Time Optimization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Other Benefit Value            $_</a:t>
                      </a:r>
                      <a:r>
                        <a:rPr lang="en" sz="800" u="sng" cap="none" strike="noStrike">
                          <a:solidFill>
                            <a:schemeClr val="dk1"/>
                          </a:solidFill>
                          <a:latin typeface="Verizon NHG TX"/>
                          <a:ea typeface="Verizon NHG TX"/>
                          <a:cs typeface="Verizon NHG TX"/>
                          <a:sym typeface="Verizon NHG TX"/>
                        </a:rPr>
                        <a:t>8</a:t>
                      </a:r>
                      <a:r>
                        <a:rPr lang="en" sz="800" u="sng">
                          <a:solidFill>
                            <a:schemeClr val="dk1"/>
                          </a:solidFill>
                          <a:latin typeface="Verizon NHG TX"/>
                          <a:ea typeface="Verizon NHG TX"/>
                          <a:cs typeface="Verizon NHG TX"/>
                          <a:sym typeface="Verizon NHG TX"/>
                        </a:rPr>
                        <a:t>.1M</a:t>
                      </a:r>
                      <a:r>
                        <a:rPr lang="en" sz="800" u="none" cap="none" strike="noStrike">
                          <a:solidFill>
                            <a:schemeClr val="dk1"/>
                          </a:solidFill>
                          <a:latin typeface="Verizon NHG TX"/>
                          <a:ea typeface="Verizon NHG TX"/>
                          <a:cs typeface="Verizon NHG TX"/>
                          <a:sym typeface="Verizon NHG TX"/>
                        </a:rPr>
                        <a:t>_______  (please explain)</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chemeClr val="lt1"/>
                          </a:solidFill>
                          <a:latin typeface="Verizon NHG DS"/>
                          <a:ea typeface="Verizon NHG DS"/>
                          <a:cs typeface="Verizon NHG DS"/>
                          <a:sym typeface="Verizon NHG DS"/>
                        </a:rPr>
                        <a:t>Investment Planning - Section 3 </a:t>
                      </a:r>
                      <a:r>
                        <a:rPr b="1" lang="en" sz="700" u="none" cap="none" strike="noStrike">
                          <a:solidFill>
                            <a:schemeClr val="lt1"/>
                          </a:solidFill>
                          <a:latin typeface="Verizon NHG DS"/>
                          <a:ea typeface="Verizon NHG DS"/>
                          <a:cs typeface="Verizon NHG DS"/>
                          <a:sym typeface="Verizon NHG DS"/>
                        </a:rPr>
                        <a:t>(CXO IPG to complete this section)</a:t>
                      </a:r>
                      <a:endParaRPr b="1" sz="5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Capital  Investment Estimates</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GTS Labor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Non-GTS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Operating Expense for Initiative (Incremental)</a:t>
                      </a:r>
                      <a:endParaRPr b="1"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Operating Cost (OPEX)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Incremental Headcount       ________</a:t>
                      </a:r>
                      <a:endParaRPr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1095" name="Google Shape;1095;p159"/>
          <p:cNvSpPr/>
          <p:nvPr/>
        </p:nvSpPr>
        <p:spPr>
          <a:xfrm>
            <a:off x="4654800" y="2778400"/>
            <a:ext cx="3828300" cy="1956000"/>
          </a:xfrm>
          <a:prstGeom prst="rect">
            <a:avLst/>
          </a:prstGeom>
          <a:solidFill>
            <a:srgbClr val="9E9E9E">
              <a:alpha val="39216"/>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grpSp>
        <p:nvGrpSpPr>
          <p:cNvPr id="1096" name="Google Shape;1096;p159"/>
          <p:cNvGrpSpPr/>
          <p:nvPr/>
        </p:nvGrpSpPr>
        <p:grpSpPr>
          <a:xfrm>
            <a:off x="6665119" y="154838"/>
            <a:ext cx="2104650" cy="212400"/>
            <a:chOff x="9242425" y="104850"/>
            <a:chExt cx="2806200" cy="283200"/>
          </a:xfrm>
        </p:grpSpPr>
        <p:sp>
          <p:nvSpPr>
            <p:cNvPr id="1097" name="Google Shape;1097;p159"/>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098" name="Google Shape;1098;p159"/>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1099" name="Google Shape;1099;p159"/>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60"/>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5000"/>
              <a:buNone/>
            </a:pPr>
            <a:r>
              <a:rPr lang="en"/>
              <a:t>VDS</a:t>
            </a:r>
            <a:br>
              <a:rPr lang="en"/>
            </a:br>
            <a:r>
              <a:rPr lang="en"/>
              <a:t>Retail Expansion</a:t>
            </a:r>
            <a:endParaRPr/>
          </a:p>
        </p:txBody>
      </p:sp>
      <p:sp>
        <p:nvSpPr>
          <p:cNvPr id="1106" name="Google Shape;1106;p160"/>
          <p:cNvSpPr txBox="1"/>
          <p:nvPr>
            <p:ph idx="1" type="body"/>
          </p:nvPr>
        </p:nvSpPr>
        <p:spPr>
          <a:xfrm>
            <a:off x="6417581" y="3406500"/>
            <a:ext cx="2253000" cy="587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
              <a:t>Andrew Pendleton</a:t>
            </a:r>
            <a:endParaRPr/>
          </a:p>
          <a:p>
            <a:pPr indent="0" lvl="0" marL="0" rtl="0" algn="l">
              <a:lnSpc>
                <a:spcPct val="90000"/>
              </a:lnSpc>
              <a:spcBef>
                <a:spcPts val="0"/>
              </a:spcBef>
              <a:spcAft>
                <a:spcPts val="0"/>
              </a:spcAft>
              <a:buSzPts val="1800"/>
              <a:buNone/>
            </a:pPr>
            <a:r>
              <a:rPr lang="en"/>
              <a:t>CX Design Systems</a:t>
            </a:r>
            <a:endParaRPr/>
          </a:p>
          <a:p>
            <a:pPr indent="0" lvl="0" marL="0" rtl="0" algn="l">
              <a:lnSpc>
                <a:spcPct val="90000"/>
              </a:lnSpc>
              <a:spcBef>
                <a:spcPts val="0"/>
              </a:spcBef>
              <a:spcAft>
                <a:spcPts val="0"/>
              </a:spcAft>
              <a:buSzPts val="1800"/>
              <a:buNone/>
            </a:pPr>
            <a:r>
              <a:t/>
            </a:r>
            <a:endParaRPr/>
          </a:p>
        </p:txBody>
      </p:sp>
      <p:sp>
        <p:nvSpPr>
          <p:cNvPr id="1107" name="Google Shape;1107;p160"/>
          <p:cNvSpPr txBox="1"/>
          <p:nvPr>
            <p:ph type="title"/>
          </p:nvPr>
        </p:nvSpPr>
        <p:spPr>
          <a:xfrm>
            <a:off x="3257550" y="491733"/>
            <a:ext cx="5424600" cy="6972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SzPts val="5000"/>
              <a:buNone/>
            </a:pPr>
            <a:r>
              <a:rPr lang="en">
                <a:solidFill>
                  <a:srgbClr val="F8FF3C"/>
                </a:solidFill>
              </a:rPr>
              <a:t>Master Artifact</a:t>
            </a:r>
            <a:endParaRPr>
              <a:solidFill>
                <a:srgbClr val="F8FF3C"/>
              </a:solidFill>
            </a:endParaRPr>
          </a:p>
        </p:txBody>
      </p:sp>
      <p:sp>
        <p:nvSpPr>
          <p:cNvPr id="1108" name="Google Shape;1108;p160"/>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Core Product</a:t>
            </a:r>
            <a:endParaRPr b="0" i="0" sz="900" u="none" cap="none" strike="noStrike">
              <a:solidFill>
                <a:schemeClr val="dk1"/>
              </a:solidFill>
              <a:latin typeface="Verizon NHG TX"/>
              <a:ea typeface="Verizon NHG TX"/>
              <a:cs typeface="Verizon NHG TX"/>
              <a:sym typeface="Verizon NHG TX"/>
            </a:endParaRPr>
          </a:p>
        </p:txBody>
      </p:sp>
      <p:sp>
        <p:nvSpPr>
          <p:cNvPr id="1109" name="Google Shape;1109;p160"/>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2"/>
                </a:solidFill>
                <a:latin typeface="Verizon NHG TX"/>
                <a:ea typeface="Verizon NHG TX"/>
                <a:cs typeface="Verizon NHG TX"/>
                <a:sym typeface="Verizon NHG TX"/>
              </a:rPr>
              <a:t>Project</a:t>
            </a:r>
            <a:endParaRPr b="0" i="0" sz="900" u="none" cap="none" strike="noStrike">
              <a:solidFill>
                <a:schemeClr val="lt2"/>
              </a:solidFill>
              <a:latin typeface="Verizon NHG TX"/>
              <a:ea typeface="Verizon NHG TX"/>
              <a:cs typeface="Verizon NHG TX"/>
              <a:sym typeface="Verizon NHG TX"/>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16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1116" name="Google Shape;1116;p161"/>
          <p:cNvSpPr txBox="1"/>
          <p:nvPr>
            <p:ph type="title"/>
          </p:nvPr>
        </p:nvSpPr>
        <p:spPr>
          <a:xfrm>
            <a:off x="508706" y="2080031"/>
            <a:ext cx="3606900" cy="583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600"/>
              <a:buNone/>
            </a:pPr>
            <a:r>
              <a:rPr lang="en" sz="2100">
                <a:latin typeface="Verizon NHG DS"/>
                <a:ea typeface="Verizon NHG DS"/>
                <a:cs typeface="Verizon NHG DS"/>
                <a:sym typeface="Verizon NHG DS"/>
              </a:rPr>
              <a:t>VDS Retail Expansion</a:t>
            </a:r>
            <a:endParaRPr sz="2100">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lang="en" sz="1800">
                <a:solidFill>
                  <a:schemeClr val="dk1"/>
                </a:solidFill>
                <a:latin typeface="Verizon NHG DS"/>
                <a:ea typeface="Verizon NHG DS"/>
                <a:cs typeface="Verizon NHG DS"/>
                <a:sym typeface="Verizon NHG DS"/>
              </a:rPr>
              <a:t>VDS Product: Expansion Strategy</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Workstream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Initiative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p:txBody>
      </p:sp>
      <p:sp>
        <p:nvSpPr>
          <p:cNvPr id="1117" name="Google Shape;1117;p161"/>
          <p:cNvSpPr txBox="1"/>
          <p:nvPr/>
        </p:nvSpPr>
        <p:spPr>
          <a:xfrm>
            <a:off x="508700" y="3410215"/>
            <a:ext cx="3606900" cy="118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400"/>
              </a:spcBef>
              <a:spcAft>
                <a:spcPts val="600"/>
              </a:spcAft>
              <a:buClr>
                <a:schemeClr val="dk1"/>
              </a:buClr>
              <a:buSzPts val="800"/>
              <a:buFont typeface="Arial"/>
              <a:buNone/>
            </a:pPr>
            <a:r>
              <a:rPr lang="en" sz="1100">
                <a:solidFill>
                  <a:schemeClr val="dk1"/>
                </a:solidFill>
                <a:latin typeface="Verizon NHG DS"/>
                <a:ea typeface="Verizon NHG DS"/>
                <a:cs typeface="Verizon NHG DS"/>
                <a:sym typeface="Verizon NHG DS"/>
              </a:rPr>
              <a:t>This initiative will deliver a specialized VDS toolkit for our unique Retail experiences, kiosks, POS, passive displays, ensuring seamless, on-brand customer interactions. This is creating a new model for VDS: a core system that grows through expansion packs to better support every customer touchpoint.</a:t>
            </a:r>
            <a:endParaRPr b="0" i="0" sz="1100" u="none" cap="none" strike="noStrike">
              <a:solidFill>
                <a:srgbClr val="1F1F1F"/>
              </a:solidFill>
              <a:latin typeface="Verizon NHG DS"/>
              <a:ea typeface="Verizon NHG DS"/>
              <a:cs typeface="Verizon NHG DS"/>
              <a:sym typeface="Verizon NHG DS"/>
            </a:endParaRPr>
          </a:p>
        </p:txBody>
      </p:sp>
      <p:sp>
        <p:nvSpPr>
          <p:cNvPr id="1118" name="Google Shape;1118;p161"/>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solidFill>
                  <a:srgbClr val="EE001E"/>
                </a:solidFill>
                <a:latin typeface="Verizon NHG DS"/>
                <a:ea typeface="Verizon NHG DS"/>
                <a:cs typeface="Verizon NHG DS"/>
                <a:sym typeface="Verizon NHG DS"/>
              </a:rPr>
              <a:t>The Idea</a:t>
            </a:r>
            <a:endParaRPr b="1">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b="1" sz="900">
              <a:solidFill>
                <a:srgbClr val="222222"/>
              </a:solidFill>
              <a:latin typeface="Verizon NHG DS"/>
              <a:ea typeface="Verizon NHG DS"/>
              <a:cs typeface="Verizon NHG DS"/>
              <a:sym typeface="Verizon NHG DS"/>
            </a:endParaRPr>
          </a:p>
          <a:p>
            <a:pPr indent="0" lvl="0" marL="0" rtl="0" algn="l">
              <a:lnSpc>
                <a:spcPct val="150000"/>
              </a:lnSpc>
              <a:spcBef>
                <a:spcPts val="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Problem &amp; Opportunity</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Our vital in-store digital experiences (kiosks, POS, displays) currently operate without dedicated VDS components. The teams are able to utilize our core VDS component set but these do not fully meet the specific challenges faced within the Retail channel. The lack of Retail specific components creates a critical gap, risking inconsistent branding, slower rollouts, and subpar user engagement where customers make key decisions. We don’t want to  miss the opportunity to deliver truly unified, high-quality experiences in our retail footprint.</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1100"/>
              <a:buFont typeface="Arial"/>
              <a:buNone/>
            </a:pPr>
            <a:r>
              <a:rPr b="1" lang="en" sz="900">
                <a:solidFill>
                  <a:srgbClr val="222222"/>
                </a:solidFill>
                <a:latin typeface="Verizon NHG DS"/>
                <a:ea typeface="Verizon NHG DS"/>
                <a:cs typeface="Verizon NHG DS"/>
                <a:sym typeface="Verizon NHG DS"/>
              </a:rPr>
              <a:t>Proposed Solution</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Introducing "VDS for Retail": a purpose-built expansion of our core VDS, tailored for the unique demands of in-store digital interfaces. Retail designers will define the components, and the VDS team will initially develop them, ensuring quality and consistency. This provides a ready-made, expert toolkit to transform our retail digital presence.</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Customer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Retail design and development teams will be empowered with VDS components crafted specifically for their unique environments. This means faster design cycles, streamlined development, and the ability to rapidly deploy consistent, high-quality, and accessible retail experiences. They can focus on retail innovation, backed by VDS precision.</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Business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800"/>
              </a:spcAft>
              <a:buClr>
                <a:schemeClr val="dk1"/>
              </a:buClr>
              <a:buSzPts val="1100"/>
              <a:buFont typeface="Arial"/>
              <a:buNone/>
            </a:pPr>
            <a:r>
              <a:rPr lang="en" sz="800">
                <a:solidFill>
                  <a:schemeClr val="dk1"/>
                </a:solidFill>
                <a:latin typeface="Verizon NHG DS"/>
                <a:ea typeface="Verizon NHG DS"/>
                <a:cs typeface="Verizon NHG DS"/>
                <a:sym typeface="Verizon NHG DS"/>
              </a:rPr>
              <a:t>This initiative will electrify our in-store brand presence and customer engagement on all retail digital touchpoints. Expect improved transaction speed, enhanced customer satisfaction in stores, and a stronger, unified brand story. Crucially, "VDS for Retail" validates a scalable model for future VDS specializations, boosting system ROI and adaptability.</a:t>
            </a:r>
            <a:endParaRPr b="1" sz="1500">
              <a:solidFill>
                <a:schemeClr val="dk1"/>
              </a:solidFill>
              <a:latin typeface="Verizon NHG DS"/>
              <a:ea typeface="Verizon NHG DS"/>
              <a:cs typeface="Verizon NHG DS"/>
              <a:sym typeface="Verizon NHG DS"/>
            </a:endParaRPr>
          </a:p>
        </p:txBody>
      </p:sp>
      <p:grpSp>
        <p:nvGrpSpPr>
          <p:cNvPr id="1119" name="Google Shape;1119;p161"/>
          <p:cNvGrpSpPr/>
          <p:nvPr/>
        </p:nvGrpSpPr>
        <p:grpSpPr>
          <a:xfrm>
            <a:off x="1601419" y="377006"/>
            <a:ext cx="1421550" cy="1393875"/>
            <a:chOff x="2135225" y="502675"/>
            <a:chExt cx="1895400" cy="1858500"/>
          </a:xfrm>
        </p:grpSpPr>
        <p:sp>
          <p:nvSpPr>
            <p:cNvPr id="1120" name="Google Shape;1120;p161"/>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pic>
          <p:nvPicPr>
            <p:cNvPr id="1121" name="Google Shape;1121;p161" title="Verizon_GlowV_RGB.png"/>
            <p:cNvPicPr preferRelativeResize="0"/>
            <p:nvPr/>
          </p:nvPicPr>
          <p:blipFill rotWithShape="1">
            <a:blip r:embed="rId3">
              <a:alphaModFix/>
            </a:blip>
            <a:srcRect b="0" l="0" r="0" t="0"/>
            <a:stretch/>
          </p:blipFill>
          <p:spPr>
            <a:xfrm>
              <a:off x="2583446" y="965192"/>
              <a:ext cx="998950" cy="933477"/>
            </a:xfrm>
            <a:prstGeom prst="rect">
              <a:avLst/>
            </a:prstGeom>
            <a:noFill/>
            <a:ln>
              <a:noFill/>
            </a:ln>
          </p:spPr>
        </p:pic>
      </p:grpSp>
      <p:grpSp>
        <p:nvGrpSpPr>
          <p:cNvPr id="1122" name="Google Shape;1122;p161"/>
          <p:cNvGrpSpPr/>
          <p:nvPr/>
        </p:nvGrpSpPr>
        <p:grpSpPr>
          <a:xfrm>
            <a:off x="6893719" y="154838"/>
            <a:ext cx="2104650" cy="212400"/>
            <a:chOff x="9242425" y="104850"/>
            <a:chExt cx="2806200" cy="283200"/>
          </a:xfrm>
        </p:grpSpPr>
        <p:sp>
          <p:nvSpPr>
            <p:cNvPr id="1123" name="Google Shape;1123;p161"/>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Northstar</a:t>
              </a:r>
              <a:endParaRPr b="0" i="0" sz="600" u="none" cap="none" strike="noStrike">
                <a:solidFill>
                  <a:schemeClr val="lt1"/>
                </a:solidFill>
                <a:latin typeface="Verizon NHG TX"/>
                <a:ea typeface="Verizon NHG TX"/>
                <a:cs typeface="Verizon NHG TX"/>
                <a:sym typeface="Verizon NHG TX"/>
              </a:endParaRPr>
            </a:p>
          </p:txBody>
        </p:sp>
        <p:sp>
          <p:nvSpPr>
            <p:cNvPr id="1124" name="Google Shape;1124;p161"/>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Scope</a:t>
              </a:r>
              <a:endParaRPr b="0" i="0" sz="600" u="none" cap="none" strike="noStrike">
                <a:solidFill>
                  <a:schemeClr val="dk1"/>
                </a:solidFill>
                <a:latin typeface="Verizon NHG TX"/>
                <a:ea typeface="Verizon NHG TX"/>
                <a:cs typeface="Verizon NHG TX"/>
                <a:sym typeface="Verizon NHG TX"/>
              </a:endParaRPr>
            </a:p>
          </p:txBody>
        </p:sp>
        <p:sp>
          <p:nvSpPr>
            <p:cNvPr id="1125" name="Google Shape;1125;p161"/>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162"/>
          <p:cNvSpPr txBox="1"/>
          <p:nvPr/>
        </p:nvSpPr>
        <p:spPr>
          <a:xfrm>
            <a:off x="3327478" y="2552696"/>
            <a:ext cx="25350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React </a:t>
            </a:r>
            <a:r>
              <a:rPr b="1" i="1" lang="en" sz="800">
                <a:solidFill>
                  <a:schemeClr val="dk1"/>
                </a:solidFill>
                <a:latin typeface="Verizon NHG DS"/>
                <a:ea typeface="Verizon NHG DS"/>
                <a:cs typeface="Verizon NHG DS"/>
                <a:sym typeface="Verizon NHG DS"/>
              </a:rPr>
              <a:t>Coded Components</a:t>
            </a:r>
            <a:endParaRPr b="1" i="1"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Developers will primarily utilize our production-ready VDS Coded Components for React development.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These easily installable, rigorously tested, and performant libraries are built with accessibility and theming at their core.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The impact is a dramatic reduction in retail development time and effort, as these reusable building blocks minimize custom code, ensure consistency, improve quality, and free up developers to focus on core business logic.</a:t>
            </a:r>
            <a:endParaRPr b="1" i="0" sz="800" u="none" cap="none" strike="noStrike">
              <a:solidFill>
                <a:srgbClr val="000000"/>
              </a:solidFill>
              <a:latin typeface="Verizon NHG DS"/>
              <a:ea typeface="Verizon NHG DS"/>
              <a:cs typeface="Verizon NHG DS"/>
              <a:sym typeface="Verizon NHG DS"/>
            </a:endParaRPr>
          </a:p>
        </p:txBody>
      </p:sp>
      <p:sp>
        <p:nvSpPr>
          <p:cNvPr id="1131" name="Google Shape;1131;p162"/>
          <p:cNvSpPr txBox="1"/>
          <p:nvPr/>
        </p:nvSpPr>
        <p:spPr>
          <a:xfrm>
            <a:off x="6167157" y="2552695"/>
            <a:ext cx="26025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Support &amp; Feedback</a:t>
            </a:r>
            <a:br>
              <a:rPr b="1" i="1" lang="en" sz="800">
                <a:solidFill>
                  <a:schemeClr val="dk1"/>
                </a:solidFill>
                <a:latin typeface="Verizon NHG DS"/>
                <a:ea typeface="Verizon NHG DS"/>
                <a:cs typeface="Verizon NHG DS"/>
                <a:sym typeface="Verizon NHG DS"/>
              </a:rPr>
            </a:br>
            <a:r>
              <a:rPr lang="en" sz="800">
                <a:solidFill>
                  <a:schemeClr val="dk1"/>
                </a:solidFill>
                <a:latin typeface="Verizon NHG DS"/>
                <a:ea typeface="Verizon NHG DS"/>
                <a:cs typeface="Verizon NHG DS"/>
                <a:sym typeface="Verizon NHG DS"/>
              </a:rPr>
              <a:t>D</a:t>
            </a:r>
            <a:r>
              <a:rPr lang="en" sz="800">
                <a:solidFill>
                  <a:schemeClr val="dk1"/>
                </a:solidFill>
                <a:latin typeface="Verizon NHG DS"/>
                <a:ea typeface="Verizon NHG DS"/>
                <a:cs typeface="Verizon NHG DS"/>
                <a:sym typeface="Verizon NHG DS"/>
              </a:rPr>
              <a:t>evelopers will benefit from our VDS Retail  support channels, including a responsive Slack community and VDS team office hours.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With clear processes for bug reporting, feature requests, and feedback collection, we ensure continuous improvement.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This provides a crucial safety net, unblocking users quickly and fostering a collaborative partnership where feedback directly shapes a more robust, user-centric native library.</a:t>
            </a:r>
            <a:endParaRPr b="0" i="0" sz="800" u="none" cap="none" strike="noStrike">
              <a:solidFill>
                <a:srgbClr val="000000"/>
              </a:solidFill>
              <a:latin typeface="Verizon NHG DS"/>
              <a:ea typeface="Verizon NHG DS"/>
              <a:cs typeface="Verizon NHG DS"/>
              <a:sym typeface="Verizon NHG DS"/>
            </a:endParaRPr>
          </a:p>
        </p:txBody>
      </p:sp>
      <p:sp>
        <p:nvSpPr>
          <p:cNvPr id="1132" name="Google Shape;1132;p162"/>
          <p:cNvSpPr txBox="1"/>
          <p:nvPr>
            <p:ph idx="3" type="body"/>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a:latin typeface="Verizon NHG DS"/>
                <a:ea typeface="Verizon NHG DS"/>
                <a:cs typeface="Verizon NHG DS"/>
                <a:sym typeface="Verizon NHG DS"/>
              </a:rPr>
              <a:t>Journey Map Template</a:t>
            </a:r>
            <a:endParaRPr>
              <a:latin typeface="Verizon NHG DS"/>
              <a:ea typeface="Verizon NHG DS"/>
              <a:cs typeface="Verizon NHG DS"/>
              <a:sym typeface="Verizon NHG DS"/>
            </a:endParaRPr>
          </a:p>
          <a:p>
            <a:pPr indent="0" lvl="0" marL="0" rtl="0" algn="l">
              <a:lnSpc>
                <a:spcPct val="100000"/>
              </a:lnSpc>
              <a:spcBef>
                <a:spcPts val="0"/>
              </a:spcBef>
              <a:spcAft>
                <a:spcPts val="0"/>
              </a:spcAft>
              <a:buClr>
                <a:schemeClr val="dk1"/>
              </a:buClr>
              <a:buSzPts val="2100"/>
              <a:buNone/>
            </a:pPr>
            <a:r>
              <a:t/>
            </a:r>
            <a:endParaRPr>
              <a:latin typeface="Verizon NHG DS"/>
              <a:ea typeface="Verizon NHG DS"/>
              <a:cs typeface="Verizon NHG DS"/>
              <a:sym typeface="Verizon NHG DS"/>
            </a:endParaRPr>
          </a:p>
        </p:txBody>
      </p:sp>
      <p:sp>
        <p:nvSpPr>
          <p:cNvPr id="1133" name="Google Shape;1133;p162"/>
          <p:cNvSpPr txBox="1"/>
          <p:nvPr/>
        </p:nvSpPr>
        <p:spPr>
          <a:xfrm>
            <a:off x="456075" y="2552696"/>
            <a:ext cx="25350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Documentation &amp; Guidelines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latin typeface="Verizon NHG DS"/>
                <a:ea typeface="Verizon NHG DS"/>
                <a:cs typeface="Verizon NHG DS"/>
                <a:sym typeface="Verizon NHG DS"/>
              </a:rPr>
              <a:t>The</a:t>
            </a:r>
            <a:r>
              <a:rPr lang="en" sz="800">
                <a:latin typeface="Verizon NHG DS"/>
                <a:ea typeface="Verizon NHG DS"/>
                <a:cs typeface="Verizon NHG DS"/>
                <a:sym typeface="Verizon NHG DS"/>
              </a:rPr>
              <a:t> VDS Retail expansion  will feature comprehensive documentation and clear guidelines, serving as the single source of truth for developers.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These resources will detail retail specific principles, component APIs, platform-specific usage, accessibility standards, and contribution models.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 impact is immediate: teams are empowered with actionable knowledge, speeding up onboarding and ensuring consistent, high-quality, and compliant retail experiences.</a:t>
            </a:r>
            <a:endParaRPr b="0" i="0" sz="800" u="none" cap="none" strike="noStrike">
              <a:solidFill>
                <a:srgbClr val="000000"/>
              </a:solidFill>
              <a:latin typeface="Verizon NHG DS"/>
              <a:ea typeface="Verizon NHG DS"/>
              <a:cs typeface="Verizon NHG DS"/>
              <a:sym typeface="Verizon NHG DS"/>
            </a:endParaRPr>
          </a:p>
        </p:txBody>
      </p:sp>
      <p:grpSp>
        <p:nvGrpSpPr>
          <p:cNvPr id="1134" name="Google Shape;1134;p162"/>
          <p:cNvGrpSpPr/>
          <p:nvPr/>
        </p:nvGrpSpPr>
        <p:grpSpPr>
          <a:xfrm>
            <a:off x="6665119" y="154838"/>
            <a:ext cx="2104650" cy="212400"/>
            <a:chOff x="9242425" y="104850"/>
            <a:chExt cx="2806200" cy="283200"/>
          </a:xfrm>
        </p:grpSpPr>
        <p:sp>
          <p:nvSpPr>
            <p:cNvPr id="1135" name="Google Shape;1135;p162"/>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136" name="Google Shape;1136;p162"/>
            <p:cNvSpPr/>
            <p:nvPr/>
          </p:nvSpPr>
          <p:spPr>
            <a:xfrm>
              <a:off x="10156825" y="104850"/>
              <a:ext cx="977400" cy="283200"/>
            </a:xfrm>
            <a:prstGeom prst="chevron">
              <a:avLst>
                <a:gd fmla="val 50000" name="adj"/>
              </a:avLst>
            </a:prstGeom>
            <a:solidFill>
              <a:schemeClr val="accent1"/>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Scope</a:t>
              </a:r>
              <a:endParaRPr b="0" i="0" sz="600" u="none" cap="none" strike="noStrike">
                <a:solidFill>
                  <a:schemeClr val="lt1"/>
                </a:solidFill>
                <a:latin typeface="Verizon NHG TX"/>
                <a:ea typeface="Verizon NHG TX"/>
                <a:cs typeface="Verizon NHG TX"/>
                <a:sym typeface="Verizon NHG TX"/>
              </a:endParaRPr>
            </a:p>
          </p:txBody>
        </p:sp>
        <p:sp>
          <p:nvSpPr>
            <p:cNvPr id="1137" name="Google Shape;1137;p162"/>
            <p:cNvSpPr/>
            <p:nvPr/>
          </p:nvSpPr>
          <p:spPr>
            <a:xfrm>
              <a:off x="11071225" y="104850"/>
              <a:ext cx="977400" cy="283200"/>
            </a:xfrm>
            <a:prstGeom prst="chevron">
              <a:avLst>
                <a:gd fmla="val 50000" name="adj"/>
              </a:avLst>
            </a:prstGeom>
            <a:solidFill>
              <a:schemeClr val="accent2"/>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
        <p:nvSpPr>
          <p:cNvPr id="1138" name="Google Shape;1138;p162"/>
          <p:cNvSpPr txBox="1"/>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00"/>
              <a:buFont typeface="Arial"/>
              <a:buNone/>
            </a:pPr>
            <a:r>
              <a:rPr lang="en" sz="800">
                <a:latin typeface="Verizon NHG TX"/>
                <a:ea typeface="Verizon NHG TX"/>
                <a:cs typeface="Verizon NHG TX"/>
                <a:sym typeface="Verizon NHG TX"/>
              </a:rPr>
              <a:t>VDS Retail Expansion</a:t>
            </a:r>
            <a:endParaRPr b="0" i="0" sz="800" u="none" cap="none" strike="noStrike">
              <a:solidFill>
                <a:srgbClr val="000000"/>
              </a:solidFill>
              <a:latin typeface="Verizon NHG TX"/>
              <a:ea typeface="Verizon NHG TX"/>
              <a:cs typeface="Verizon NHG TX"/>
              <a:sym typeface="Verizon NHG TX"/>
            </a:endParaRPr>
          </a:p>
        </p:txBody>
      </p:sp>
      <p:pic>
        <p:nvPicPr>
          <p:cNvPr descr="placeholder image that uses icon representative of a design system" id="1139" name="Google Shape;1139;p162"/>
          <p:cNvPicPr preferRelativeResize="0"/>
          <p:nvPr/>
        </p:nvPicPr>
        <p:blipFill rotWithShape="1">
          <a:blip r:embed="rId3">
            <a:alphaModFix/>
          </a:blip>
          <a:srcRect b="22094" l="-15308" r="-15308" t="14418"/>
          <a:stretch/>
        </p:blipFill>
        <p:spPr>
          <a:xfrm>
            <a:off x="6173595" y="1149150"/>
            <a:ext cx="2535451" cy="1232403"/>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1140" name="Google Shape;1140;p162"/>
          <p:cNvPicPr preferRelativeResize="0"/>
          <p:nvPr/>
        </p:nvPicPr>
        <p:blipFill rotWithShape="1">
          <a:blip r:embed="rId3">
            <a:alphaModFix/>
          </a:blip>
          <a:srcRect b="22094" l="-15308" r="-15308" t="14418"/>
          <a:stretch/>
        </p:blipFill>
        <p:spPr>
          <a:xfrm>
            <a:off x="3327245" y="1149150"/>
            <a:ext cx="2535451" cy="1232403"/>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1141" name="Google Shape;1141;p162"/>
          <p:cNvPicPr preferRelativeResize="0"/>
          <p:nvPr/>
        </p:nvPicPr>
        <p:blipFill rotWithShape="1">
          <a:blip r:embed="rId3">
            <a:alphaModFix/>
          </a:blip>
          <a:srcRect b="22094" l="-15308" r="-15308" t="14418"/>
          <a:stretch/>
        </p:blipFill>
        <p:spPr>
          <a:xfrm>
            <a:off x="455845" y="1149150"/>
            <a:ext cx="2535451" cy="1232403"/>
          </a:xfrm>
          <a:prstGeom prst="rect">
            <a:avLst/>
          </a:prstGeom>
          <a:noFill/>
          <a:ln cap="flat" cmpd="sng" w="9525">
            <a:solidFill>
              <a:schemeClr val="dk1"/>
            </a:solidFill>
            <a:prstDash val="solid"/>
            <a:round/>
            <a:headEnd len="sm" w="sm" type="none"/>
            <a:tailEnd len="sm" w="sm" type="none"/>
          </a:ln>
        </p:spPr>
      </p:pic>
      <p:pic>
        <p:nvPicPr>
          <p:cNvPr id="1142" name="Google Shape;1142;p162"/>
          <p:cNvPicPr preferRelativeResize="0"/>
          <p:nvPr/>
        </p:nvPicPr>
        <p:blipFill rotWithShape="1">
          <a:blip r:embed="rId4">
            <a:alphaModFix/>
          </a:blip>
          <a:srcRect b="32098" l="0" r="0" t="0"/>
          <a:stretch/>
        </p:blipFill>
        <p:spPr>
          <a:xfrm>
            <a:off x="476250" y="1149150"/>
            <a:ext cx="2514826" cy="1232401"/>
          </a:xfrm>
          <a:prstGeom prst="rect">
            <a:avLst/>
          </a:prstGeom>
          <a:noFill/>
          <a:ln>
            <a:noFill/>
          </a:ln>
        </p:spPr>
      </p:pic>
      <p:pic>
        <p:nvPicPr>
          <p:cNvPr id="1143" name="Google Shape;1143;p162"/>
          <p:cNvPicPr preferRelativeResize="0"/>
          <p:nvPr/>
        </p:nvPicPr>
        <p:blipFill rotWithShape="1">
          <a:blip r:embed="rId5">
            <a:alphaModFix/>
          </a:blip>
          <a:srcRect b="25395" l="0" r="3744" t="0"/>
          <a:stretch/>
        </p:blipFill>
        <p:spPr>
          <a:xfrm>
            <a:off x="3327475" y="1149150"/>
            <a:ext cx="2534999" cy="1232400"/>
          </a:xfrm>
          <a:prstGeom prst="rect">
            <a:avLst/>
          </a:prstGeom>
          <a:noFill/>
          <a:ln>
            <a:noFill/>
          </a:ln>
        </p:spPr>
      </p:pic>
      <p:pic>
        <p:nvPicPr>
          <p:cNvPr id="1144" name="Google Shape;1144;p162"/>
          <p:cNvPicPr preferRelativeResize="0"/>
          <p:nvPr/>
        </p:nvPicPr>
        <p:blipFill rotWithShape="1">
          <a:blip r:embed="rId6">
            <a:alphaModFix/>
          </a:blip>
          <a:srcRect b="22505" l="-220" r="240" t="0"/>
          <a:stretch/>
        </p:blipFill>
        <p:spPr>
          <a:xfrm>
            <a:off x="6167150" y="1150050"/>
            <a:ext cx="2535000" cy="1232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63"/>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1151" name="Google Shape;1151;p163"/>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800"/>
              <a:buNone/>
            </a:pPr>
            <a:r>
              <a:rPr lang="en"/>
              <a:t>CX Workstream Name</a:t>
            </a:r>
            <a:endParaRPr/>
          </a:p>
        </p:txBody>
      </p:sp>
      <p:graphicFrame>
        <p:nvGraphicFramePr>
          <p:cNvPr id="1152" name="Google Shape;1152;p163"/>
          <p:cNvGraphicFramePr/>
          <p:nvPr/>
        </p:nvGraphicFramePr>
        <p:xfrm>
          <a:off x="429394" y="1230450"/>
          <a:ext cx="3000000" cy="3000000"/>
        </p:xfrm>
        <a:graphic>
          <a:graphicData uri="http://schemas.openxmlformats.org/drawingml/2006/table">
            <a:tbl>
              <a:tblPr>
                <a:noFill/>
                <a:tableStyleId>{9E462017-A897-4C5D-8408-AA559E3040F2}</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KPI’s Impacted- Section 1</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CX Excellence</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Customer Satisfaction (CSAT)</a:t>
                      </a:r>
                      <a:endParaRPr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700"/>
                        <a:buFont typeface="Arial"/>
                        <a:buNone/>
                      </a:pPr>
                      <a:r>
                        <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Rep Interaction Score (RIS)</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Churn Reduction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3-day Resolve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Digital Interaction Score (DIS)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Revenue Growth</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Overall Conversion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Prospect Conversion</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Operational Efficiency</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Call Volume Optimization (CVO)</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Average Handle Time (AHT)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Retail Transaction Time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Other Cost Savings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1153" name="Google Shape;1153;p163"/>
          <p:cNvCxnSpPr/>
          <p:nvPr/>
        </p:nvCxnSpPr>
        <p:spPr>
          <a:xfrm>
            <a:off x="4480665" y="1206769"/>
            <a:ext cx="0" cy="3320700"/>
          </a:xfrm>
          <a:prstGeom prst="straightConnector1">
            <a:avLst/>
          </a:prstGeom>
          <a:noFill/>
          <a:ln cap="flat" cmpd="sng" w="19050">
            <a:solidFill>
              <a:srgbClr val="7F7F7F"/>
            </a:solidFill>
            <a:prstDash val="dash"/>
            <a:round/>
            <a:headEnd len="sm" w="sm" type="none"/>
            <a:tailEnd len="sm" w="sm" type="none"/>
          </a:ln>
        </p:spPr>
      </p:cxnSp>
      <p:graphicFrame>
        <p:nvGraphicFramePr>
          <p:cNvPr id="1154" name="Google Shape;1154;p163"/>
          <p:cNvGraphicFramePr/>
          <p:nvPr/>
        </p:nvGraphicFramePr>
        <p:xfrm>
          <a:off x="4665081" y="1230450"/>
          <a:ext cx="3000000" cy="3000000"/>
        </p:xfrm>
        <a:graphic>
          <a:graphicData uri="http://schemas.openxmlformats.org/drawingml/2006/table">
            <a:tbl>
              <a:tblPr>
                <a:noFill/>
                <a:tableStyleId>{9E462017-A897-4C5D-8408-AA559E3040F2}</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Financial Scope &amp; Targets (P*Q)- Section 2</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Benefit Value Estimates </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Incremental Revenue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Call Volume Optimization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Handle Time Optimization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Other Benefit Value            $________  (please explain)</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chemeClr val="lt1"/>
                          </a:solidFill>
                          <a:latin typeface="Verizon NHG DS"/>
                          <a:ea typeface="Verizon NHG DS"/>
                          <a:cs typeface="Verizon NHG DS"/>
                          <a:sym typeface="Verizon NHG DS"/>
                        </a:rPr>
                        <a:t>Investment Planning - Section 3 </a:t>
                      </a:r>
                      <a:r>
                        <a:rPr b="1" lang="en" sz="700" u="none" cap="none" strike="noStrike">
                          <a:solidFill>
                            <a:schemeClr val="lt1"/>
                          </a:solidFill>
                          <a:latin typeface="Verizon NHG DS"/>
                          <a:ea typeface="Verizon NHG DS"/>
                          <a:cs typeface="Verizon NHG DS"/>
                          <a:sym typeface="Verizon NHG DS"/>
                        </a:rPr>
                        <a:t>(CXO IPG to complete this section)</a:t>
                      </a:r>
                      <a:endParaRPr b="1" sz="5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Capital  Investment Estimates</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GTS Labor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Non-GTS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Operating Expense for Initiative (Incremental)</a:t>
                      </a:r>
                      <a:endParaRPr b="1"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Operating Cost (OPEX)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Incremental Headcount       ________</a:t>
                      </a:r>
                      <a:endParaRPr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1155" name="Google Shape;1155;p163"/>
          <p:cNvSpPr/>
          <p:nvPr/>
        </p:nvSpPr>
        <p:spPr>
          <a:xfrm>
            <a:off x="4654800" y="2778400"/>
            <a:ext cx="3828300" cy="1956000"/>
          </a:xfrm>
          <a:prstGeom prst="rect">
            <a:avLst/>
          </a:prstGeom>
          <a:solidFill>
            <a:srgbClr val="9E9E9E">
              <a:alpha val="392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grpSp>
        <p:nvGrpSpPr>
          <p:cNvPr id="1156" name="Google Shape;1156;p163"/>
          <p:cNvGrpSpPr/>
          <p:nvPr/>
        </p:nvGrpSpPr>
        <p:grpSpPr>
          <a:xfrm>
            <a:off x="6665119" y="154838"/>
            <a:ext cx="2104650" cy="212400"/>
            <a:chOff x="9242425" y="104850"/>
            <a:chExt cx="2806200" cy="283200"/>
          </a:xfrm>
        </p:grpSpPr>
        <p:sp>
          <p:nvSpPr>
            <p:cNvPr id="1157" name="Google Shape;1157;p163"/>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158" name="Google Shape;1158;p163"/>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1159" name="Google Shape;1159;p163"/>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164"/>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5000"/>
              <a:buNone/>
            </a:pPr>
            <a:r>
              <a:rPr lang="en" sz="3300"/>
              <a:t>VDS </a:t>
            </a:r>
            <a:br>
              <a:rPr lang="en" sz="3300"/>
            </a:br>
            <a:r>
              <a:rPr lang="en" sz="3300"/>
              <a:t>Conversational Expansion</a:t>
            </a:r>
            <a:endParaRPr sz="3300"/>
          </a:p>
        </p:txBody>
      </p:sp>
      <p:sp>
        <p:nvSpPr>
          <p:cNvPr id="1166" name="Google Shape;1166;p164"/>
          <p:cNvSpPr txBox="1"/>
          <p:nvPr>
            <p:ph idx="1" type="body"/>
          </p:nvPr>
        </p:nvSpPr>
        <p:spPr>
          <a:xfrm>
            <a:off x="6417581" y="3406500"/>
            <a:ext cx="2253000" cy="587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
              <a:t>Andrew Pendleton</a:t>
            </a:r>
            <a:endParaRPr/>
          </a:p>
          <a:p>
            <a:pPr indent="0" lvl="0" marL="0" rtl="0" algn="l">
              <a:lnSpc>
                <a:spcPct val="90000"/>
              </a:lnSpc>
              <a:spcBef>
                <a:spcPts val="0"/>
              </a:spcBef>
              <a:spcAft>
                <a:spcPts val="0"/>
              </a:spcAft>
              <a:buSzPts val="1800"/>
              <a:buNone/>
            </a:pPr>
            <a:r>
              <a:rPr lang="en"/>
              <a:t>CX Design Systems</a:t>
            </a:r>
            <a:endParaRPr/>
          </a:p>
          <a:p>
            <a:pPr indent="0" lvl="0" marL="0" rtl="0" algn="l">
              <a:lnSpc>
                <a:spcPct val="90000"/>
              </a:lnSpc>
              <a:spcBef>
                <a:spcPts val="0"/>
              </a:spcBef>
              <a:spcAft>
                <a:spcPts val="0"/>
              </a:spcAft>
              <a:buSzPts val="1800"/>
              <a:buNone/>
            </a:pPr>
            <a:r>
              <a:t/>
            </a:r>
            <a:endParaRPr/>
          </a:p>
        </p:txBody>
      </p:sp>
      <p:sp>
        <p:nvSpPr>
          <p:cNvPr id="1167" name="Google Shape;1167;p164"/>
          <p:cNvSpPr txBox="1"/>
          <p:nvPr>
            <p:ph type="title"/>
          </p:nvPr>
        </p:nvSpPr>
        <p:spPr>
          <a:xfrm>
            <a:off x="3257550" y="491733"/>
            <a:ext cx="5424600" cy="6972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SzPts val="5000"/>
              <a:buNone/>
            </a:pPr>
            <a:r>
              <a:rPr lang="en">
                <a:solidFill>
                  <a:srgbClr val="F8FF3C"/>
                </a:solidFill>
              </a:rPr>
              <a:t>Master Artifact</a:t>
            </a:r>
            <a:endParaRPr>
              <a:solidFill>
                <a:srgbClr val="F8FF3C"/>
              </a:solidFill>
            </a:endParaRPr>
          </a:p>
        </p:txBody>
      </p:sp>
      <p:sp>
        <p:nvSpPr>
          <p:cNvPr id="1168" name="Google Shape;1168;p164"/>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Core Product</a:t>
            </a:r>
            <a:endParaRPr b="0" i="0" sz="900" u="none" cap="none" strike="noStrike">
              <a:solidFill>
                <a:schemeClr val="dk1"/>
              </a:solidFill>
              <a:latin typeface="Verizon NHG TX"/>
              <a:ea typeface="Verizon NHG TX"/>
              <a:cs typeface="Verizon NHG TX"/>
              <a:sym typeface="Verizon NHG TX"/>
            </a:endParaRPr>
          </a:p>
        </p:txBody>
      </p:sp>
      <p:sp>
        <p:nvSpPr>
          <p:cNvPr id="1169" name="Google Shape;1169;p164"/>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2"/>
                </a:solidFill>
                <a:latin typeface="Verizon NHG TX"/>
                <a:ea typeface="Verizon NHG TX"/>
                <a:cs typeface="Verizon NHG TX"/>
                <a:sym typeface="Verizon NHG TX"/>
              </a:rPr>
              <a:t>Project</a:t>
            </a:r>
            <a:endParaRPr b="0" i="0" sz="900" u="none" cap="none" strike="noStrike">
              <a:solidFill>
                <a:schemeClr val="lt2"/>
              </a:solidFill>
              <a:latin typeface="Verizon NHG TX"/>
              <a:ea typeface="Verizon NHG TX"/>
              <a:cs typeface="Verizon NHG TX"/>
              <a:sym typeface="Verizon NHG TX"/>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16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1176" name="Google Shape;1176;p165"/>
          <p:cNvSpPr txBox="1"/>
          <p:nvPr>
            <p:ph type="title"/>
          </p:nvPr>
        </p:nvSpPr>
        <p:spPr>
          <a:xfrm>
            <a:off x="508706" y="2080031"/>
            <a:ext cx="3606900" cy="583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600"/>
              <a:buNone/>
            </a:pPr>
            <a:r>
              <a:rPr lang="en" sz="2100">
                <a:latin typeface="Verizon NHG DS"/>
                <a:ea typeface="Verizon NHG DS"/>
                <a:cs typeface="Verizon NHG DS"/>
                <a:sym typeface="Verizon NHG DS"/>
              </a:rPr>
              <a:t>VDS </a:t>
            </a:r>
            <a:br>
              <a:rPr lang="en" sz="2100">
                <a:latin typeface="Verizon NHG DS"/>
                <a:ea typeface="Verizon NHG DS"/>
                <a:cs typeface="Verizon NHG DS"/>
                <a:sym typeface="Verizon NHG DS"/>
              </a:rPr>
            </a:br>
            <a:r>
              <a:rPr lang="en" sz="2100">
                <a:latin typeface="Verizon NHG DS"/>
                <a:ea typeface="Verizon NHG DS"/>
                <a:cs typeface="Verizon NHG DS"/>
                <a:sym typeface="Verizon NHG DS"/>
              </a:rPr>
              <a:t>Conversational Expansion</a:t>
            </a:r>
            <a:endParaRPr sz="2100">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lang="en" sz="1800">
                <a:solidFill>
                  <a:schemeClr val="dk1"/>
                </a:solidFill>
                <a:latin typeface="Verizon NHG DS"/>
                <a:ea typeface="Verizon NHG DS"/>
                <a:cs typeface="Verizon NHG DS"/>
                <a:sym typeface="Verizon NHG DS"/>
              </a:rPr>
              <a:t>VDS Product: Expansion Strategy</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Workstream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Initiative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p:txBody>
      </p:sp>
      <p:sp>
        <p:nvSpPr>
          <p:cNvPr id="1177" name="Google Shape;1177;p165"/>
          <p:cNvSpPr txBox="1"/>
          <p:nvPr/>
        </p:nvSpPr>
        <p:spPr>
          <a:xfrm>
            <a:off x="508700" y="3486413"/>
            <a:ext cx="3606900" cy="111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400"/>
              </a:spcBef>
              <a:spcAft>
                <a:spcPts val="600"/>
              </a:spcAft>
              <a:buClr>
                <a:schemeClr val="dk1"/>
              </a:buClr>
              <a:buSzPts val="800"/>
              <a:buFont typeface="Arial"/>
              <a:buNone/>
            </a:pPr>
            <a:r>
              <a:rPr lang="en" sz="1100">
                <a:solidFill>
                  <a:schemeClr val="dk1"/>
                </a:solidFill>
                <a:latin typeface="Verizon NHG DS"/>
                <a:ea typeface="Verizon NHG DS"/>
                <a:cs typeface="Verizon NHG DS"/>
                <a:sym typeface="Verizon NHG DS"/>
              </a:rPr>
              <a:t>We’d like to empower every screen-based Verizon Assistant interaction with unparalleled quality and consistency. This initiative will deliver a VDS-developed component library that ensures our conversational UI is not just functional, but a truly seamless, on-brand, and delightful experience for customers on any device—mobile, tablet, or desktop.</a:t>
            </a:r>
            <a:endParaRPr b="0" i="0" sz="1100" u="none" cap="none" strike="noStrike">
              <a:solidFill>
                <a:srgbClr val="1F1F1F"/>
              </a:solidFill>
              <a:latin typeface="Verizon NHG DS"/>
              <a:ea typeface="Verizon NHG DS"/>
              <a:cs typeface="Verizon NHG DS"/>
              <a:sym typeface="Verizon NHG DS"/>
            </a:endParaRPr>
          </a:p>
        </p:txBody>
      </p:sp>
      <p:sp>
        <p:nvSpPr>
          <p:cNvPr id="1178" name="Google Shape;1178;p165"/>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solidFill>
                  <a:srgbClr val="EE001E"/>
                </a:solidFill>
                <a:latin typeface="Verizon NHG DS"/>
                <a:ea typeface="Verizon NHG DS"/>
                <a:cs typeface="Verizon NHG DS"/>
                <a:sym typeface="Verizon NHG DS"/>
              </a:rPr>
              <a:t>The Idea</a:t>
            </a:r>
            <a:endParaRPr b="1">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b="1" sz="900">
              <a:solidFill>
                <a:srgbClr val="222222"/>
              </a:solidFill>
              <a:latin typeface="Verizon NHG DS"/>
              <a:ea typeface="Verizon NHG DS"/>
              <a:cs typeface="Verizon NHG DS"/>
              <a:sym typeface="Verizon NHG DS"/>
            </a:endParaRPr>
          </a:p>
          <a:p>
            <a:pPr indent="0" lvl="0" marL="0" rtl="0" algn="l">
              <a:lnSpc>
                <a:spcPct val="150000"/>
              </a:lnSpc>
              <a:spcBef>
                <a:spcPts val="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Problem &amp; Opportunity</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While we have design guidance for the Verizon Assistant, our teams lack a centralized library of VDS-developed coded UI components for its screen interactions. This forces redundant effort, risks visual and behavioral inconsistencies across platforms, slows down innovation in conversational AI, and ultimately dilutes the Assistant's brand power.</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1100"/>
              <a:buFont typeface="Arial"/>
              <a:buNone/>
            </a:pPr>
            <a:r>
              <a:rPr b="1" lang="en" sz="900">
                <a:solidFill>
                  <a:srgbClr val="222222"/>
                </a:solidFill>
                <a:latin typeface="Verizon NHG DS"/>
                <a:ea typeface="Verizon NHG DS"/>
                <a:cs typeface="Verizon NHG DS"/>
                <a:sym typeface="Verizon NHG DS"/>
              </a:rPr>
              <a:t>Proposed Solution</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VDS will take the lead in developing and delivering a comprehensive suite of coded UI components based on the existing VDS Conversational Expansion Pack [CONV]. This means production-ready, VDS-quality assets for all screen-based Assistant UIs, ensuring teams can build fast and consistently, with a planned handoff to the Conversational Dev team for long-term ownership.</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Customer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Teams building Verizon Assistant screen experiences will get a massive upgrade. Developers gain access to robust, pre-built VDS components, slashing development time and ensuring consistency with design specs. Designers will see their vision for conversational UI flawlessly executed, enabling everyone to focus on innovation and user flow excellence.</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Business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1100"/>
              <a:buFont typeface="Arial"/>
              <a:buNone/>
            </a:pPr>
            <a:r>
              <a:rPr lang="en" sz="800">
                <a:solidFill>
                  <a:schemeClr val="dk1"/>
                </a:solidFill>
                <a:latin typeface="Verizon NHG DS"/>
                <a:ea typeface="Verizon NHG DS"/>
                <a:cs typeface="Verizon NHG DS"/>
                <a:sym typeface="Verizon NHG DS"/>
              </a:rPr>
              <a:t>This investment will transform our Verizon Assistant into a consistently premium and engaging brand touchpoint on all screens. Expect faster deployment of new Assistant features, improved customer interaction quality, and significant development efficiencies. This solidifies Verizon's voice, enhances user trust, and boosts the ROI of our conversational AI strategy.</a:t>
            </a:r>
            <a:endParaRPr b="1" sz="1500">
              <a:solidFill>
                <a:schemeClr val="dk1"/>
              </a:solidFill>
              <a:latin typeface="Verizon NHG DS"/>
              <a:ea typeface="Verizon NHG DS"/>
              <a:cs typeface="Verizon NHG DS"/>
              <a:sym typeface="Verizon NHG DS"/>
            </a:endParaRPr>
          </a:p>
          <a:p>
            <a:pPr indent="0" lvl="0" marL="0" marR="0" rtl="0" algn="l">
              <a:lnSpc>
                <a:spcPct val="100000"/>
              </a:lnSpc>
              <a:spcBef>
                <a:spcPts val="800"/>
              </a:spcBef>
              <a:spcAft>
                <a:spcPts val="800"/>
              </a:spcAft>
              <a:buClr>
                <a:srgbClr val="000000"/>
              </a:buClr>
              <a:buSzPts val="1100"/>
              <a:buFont typeface="Arial"/>
              <a:buNone/>
            </a:pPr>
            <a:r>
              <a:t/>
            </a:r>
            <a:endParaRPr b="1" sz="1500">
              <a:solidFill>
                <a:srgbClr val="EE001E"/>
              </a:solidFill>
              <a:latin typeface="Verizon NHG DS"/>
              <a:ea typeface="Verizon NHG DS"/>
              <a:cs typeface="Verizon NHG DS"/>
              <a:sym typeface="Verizon NHG DS"/>
            </a:endParaRPr>
          </a:p>
        </p:txBody>
      </p:sp>
      <p:grpSp>
        <p:nvGrpSpPr>
          <p:cNvPr id="1179" name="Google Shape;1179;p165"/>
          <p:cNvGrpSpPr/>
          <p:nvPr/>
        </p:nvGrpSpPr>
        <p:grpSpPr>
          <a:xfrm>
            <a:off x="1601419" y="377006"/>
            <a:ext cx="1421550" cy="1393875"/>
            <a:chOff x="2135225" y="502675"/>
            <a:chExt cx="1895400" cy="1858500"/>
          </a:xfrm>
        </p:grpSpPr>
        <p:sp>
          <p:nvSpPr>
            <p:cNvPr id="1180" name="Google Shape;1180;p165"/>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pic>
          <p:nvPicPr>
            <p:cNvPr id="1181" name="Google Shape;1181;p165" title="Verizon_GlowV_RGB.png"/>
            <p:cNvPicPr preferRelativeResize="0"/>
            <p:nvPr/>
          </p:nvPicPr>
          <p:blipFill rotWithShape="1">
            <a:blip r:embed="rId3">
              <a:alphaModFix/>
            </a:blip>
            <a:srcRect b="0" l="0" r="0" t="0"/>
            <a:stretch/>
          </p:blipFill>
          <p:spPr>
            <a:xfrm>
              <a:off x="2583446" y="965192"/>
              <a:ext cx="998950" cy="933477"/>
            </a:xfrm>
            <a:prstGeom prst="rect">
              <a:avLst/>
            </a:prstGeom>
            <a:noFill/>
            <a:ln>
              <a:noFill/>
            </a:ln>
          </p:spPr>
        </p:pic>
      </p:grpSp>
      <p:grpSp>
        <p:nvGrpSpPr>
          <p:cNvPr id="1182" name="Google Shape;1182;p165"/>
          <p:cNvGrpSpPr/>
          <p:nvPr/>
        </p:nvGrpSpPr>
        <p:grpSpPr>
          <a:xfrm>
            <a:off x="6893719" y="154838"/>
            <a:ext cx="2104650" cy="212400"/>
            <a:chOff x="9242425" y="104850"/>
            <a:chExt cx="2806200" cy="283200"/>
          </a:xfrm>
        </p:grpSpPr>
        <p:sp>
          <p:nvSpPr>
            <p:cNvPr id="1183" name="Google Shape;1183;p165"/>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Northstar</a:t>
              </a:r>
              <a:endParaRPr b="0" i="0" sz="600" u="none" cap="none" strike="noStrike">
                <a:solidFill>
                  <a:schemeClr val="lt1"/>
                </a:solidFill>
                <a:latin typeface="Verizon NHG TX"/>
                <a:ea typeface="Verizon NHG TX"/>
                <a:cs typeface="Verizon NHG TX"/>
                <a:sym typeface="Verizon NHG TX"/>
              </a:endParaRPr>
            </a:p>
          </p:txBody>
        </p:sp>
        <p:sp>
          <p:nvSpPr>
            <p:cNvPr id="1184" name="Google Shape;1184;p165"/>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Scope</a:t>
              </a:r>
              <a:endParaRPr b="0" i="0" sz="600" u="none" cap="none" strike="noStrike">
                <a:solidFill>
                  <a:schemeClr val="dk1"/>
                </a:solidFill>
                <a:latin typeface="Verizon NHG TX"/>
                <a:ea typeface="Verizon NHG TX"/>
                <a:cs typeface="Verizon NHG TX"/>
                <a:sym typeface="Verizon NHG TX"/>
              </a:endParaRPr>
            </a:p>
          </p:txBody>
        </p:sp>
        <p:sp>
          <p:nvSpPr>
            <p:cNvPr id="1185" name="Google Shape;1185;p165"/>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166"/>
          <p:cNvSpPr txBox="1"/>
          <p:nvPr/>
        </p:nvSpPr>
        <p:spPr>
          <a:xfrm>
            <a:off x="3327478" y="2552696"/>
            <a:ext cx="25350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React Coded Components</a:t>
            </a:r>
            <a:endParaRPr b="1" i="1"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Developers will primarily utilize our production-ready VDS Coded Components for React development.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These easily installable, rigorously tested, and performant libraries are built with accessibility and theming at their core.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The impact is a dramatic reduction in conversational development time and effort, as these reusable building blocks minimize custom code, ensure consistency, improve quality, and free up developers to focus on core business logic.</a:t>
            </a:r>
            <a:endParaRPr b="1" i="0" sz="800" u="none" cap="none" strike="noStrike">
              <a:solidFill>
                <a:srgbClr val="000000"/>
              </a:solidFill>
              <a:latin typeface="Verizon NHG DS"/>
              <a:ea typeface="Verizon NHG DS"/>
              <a:cs typeface="Verizon NHG DS"/>
              <a:sym typeface="Verizon NHG DS"/>
            </a:endParaRPr>
          </a:p>
        </p:txBody>
      </p:sp>
      <p:sp>
        <p:nvSpPr>
          <p:cNvPr id="1191" name="Google Shape;1191;p166"/>
          <p:cNvSpPr txBox="1"/>
          <p:nvPr/>
        </p:nvSpPr>
        <p:spPr>
          <a:xfrm>
            <a:off x="6167157" y="2552695"/>
            <a:ext cx="26025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Support &amp; Feedback</a:t>
            </a:r>
            <a:br>
              <a:rPr b="1" i="1" lang="en" sz="800">
                <a:solidFill>
                  <a:schemeClr val="dk1"/>
                </a:solidFill>
                <a:latin typeface="Verizon NHG DS"/>
                <a:ea typeface="Verizon NHG DS"/>
                <a:cs typeface="Verizon NHG DS"/>
                <a:sym typeface="Verizon NHG DS"/>
              </a:rPr>
            </a:br>
            <a:r>
              <a:rPr lang="en" sz="800">
                <a:solidFill>
                  <a:schemeClr val="dk1"/>
                </a:solidFill>
                <a:latin typeface="Verizon NHG DS"/>
                <a:ea typeface="Verizon NHG DS"/>
                <a:cs typeface="Verizon NHG DS"/>
                <a:sym typeface="Verizon NHG DS"/>
              </a:rPr>
              <a:t>Developers will benefit from our VDS Conversational  support channels, including a responsive Slack community and VDS team office hours.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With clear processes for bug reporting, feature requests, and feedback collection, we ensure continuous improvement.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This provides a crucial safety net, unblocking users quickly and fostering a collaborative partnership where feedback directly shapes a more robust, user-centric native library.</a:t>
            </a:r>
            <a:endParaRPr b="0" i="0" sz="800" u="none" cap="none" strike="noStrike">
              <a:solidFill>
                <a:srgbClr val="000000"/>
              </a:solidFill>
              <a:latin typeface="Verizon NHG DS"/>
              <a:ea typeface="Verizon NHG DS"/>
              <a:cs typeface="Verizon NHG DS"/>
              <a:sym typeface="Verizon NHG DS"/>
            </a:endParaRPr>
          </a:p>
        </p:txBody>
      </p:sp>
      <p:sp>
        <p:nvSpPr>
          <p:cNvPr id="1192" name="Google Shape;1192;p166"/>
          <p:cNvSpPr txBox="1"/>
          <p:nvPr>
            <p:ph idx="3" type="body"/>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a:latin typeface="Verizon NHG DS"/>
                <a:ea typeface="Verizon NHG DS"/>
                <a:cs typeface="Verizon NHG DS"/>
                <a:sym typeface="Verizon NHG DS"/>
              </a:rPr>
              <a:t>Journey Map Template</a:t>
            </a:r>
            <a:endParaRPr>
              <a:latin typeface="Verizon NHG DS"/>
              <a:ea typeface="Verizon NHG DS"/>
              <a:cs typeface="Verizon NHG DS"/>
              <a:sym typeface="Verizon NHG DS"/>
            </a:endParaRPr>
          </a:p>
          <a:p>
            <a:pPr indent="0" lvl="0" marL="0" rtl="0" algn="l">
              <a:lnSpc>
                <a:spcPct val="100000"/>
              </a:lnSpc>
              <a:spcBef>
                <a:spcPts val="0"/>
              </a:spcBef>
              <a:spcAft>
                <a:spcPts val="0"/>
              </a:spcAft>
              <a:buClr>
                <a:schemeClr val="dk1"/>
              </a:buClr>
              <a:buSzPts val="2100"/>
              <a:buNone/>
            </a:pPr>
            <a:r>
              <a:t/>
            </a:r>
            <a:endParaRPr>
              <a:latin typeface="Verizon NHG DS"/>
              <a:ea typeface="Verizon NHG DS"/>
              <a:cs typeface="Verizon NHG DS"/>
              <a:sym typeface="Verizon NHG DS"/>
            </a:endParaRPr>
          </a:p>
        </p:txBody>
      </p:sp>
      <p:sp>
        <p:nvSpPr>
          <p:cNvPr id="1193" name="Google Shape;1193;p166"/>
          <p:cNvSpPr txBox="1"/>
          <p:nvPr/>
        </p:nvSpPr>
        <p:spPr>
          <a:xfrm>
            <a:off x="456075" y="2552696"/>
            <a:ext cx="25350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Documentation &amp; Guidelines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latin typeface="Verizon NHG DS"/>
                <a:ea typeface="Verizon NHG DS"/>
                <a:cs typeface="Verizon NHG DS"/>
                <a:sym typeface="Verizon NHG DS"/>
              </a:rPr>
              <a:t>The VDS Conversational expansion will feature comprehensive documentation and clear guidelines, serving as the single source of truth for developers.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These resources will detail retail specific principles, component APIs, platform-specific usage, accessibility standards, and contribution models.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 impact is immediate: teams are empowered with actionable knowledge, speeding up onboarding and ensuring consistent, high-quality, and compliant retail experiences.</a:t>
            </a:r>
            <a:endParaRPr b="0" i="0" sz="800" u="none" cap="none" strike="noStrike">
              <a:solidFill>
                <a:srgbClr val="000000"/>
              </a:solidFill>
              <a:latin typeface="Verizon NHG DS"/>
              <a:ea typeface="Verizon NHG DS"/>
              <a:cs typeface="Verizon NHG DS"/>
              <a:sym typeface="Verizon NHG DS"/>
            </a:endParaRPr>
          </a:p>
        </p:txBody>
      </p:sp>
      <p:grpSp>
        <p:nvGrpSpPr>
          <p:cNvPr id="1194" name="Google Shape;1194;p166"/>
          <p:cNvGrpSpPr/>
          <p:nvPr/>
        </p:nvGrpSpPr>
        <p:grpSpPr>
          <a:xfrm>
            <a:off x="6665119" y="154838"/>
            <a:ext cx="2104650" cy="212400"/>
            <a:chOff x="9242425" y="104850"/>
            <a:chExt cx="2806200" cy="283200"/>
          </a:xfrm>
        </p:grpSpPr>
        <p:sp>
          <p:nvSpPr>
            <p:cNvPr id="1195" name="Google Shape;1195;p166"/>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196" name="Google Shape;1196;p166"/>
            <p:cNvSpPr/>
            <p:nvPr/>
          </p:nvSpPr>
          <p:spPr>
            <a:xfrm>
              <a:off x="10156825" y="104850"/>
              <a:ext cx="977400" cy="283200"/>
            </a:xfrm>
            <a:prstGeom prst="chevron">
              <a:avLst>
                <a:gd fmla="val 50000" name="adj"/>
              </a:avLst>
            </a:prstGeom>
            <a:solidFill>
              <a:schemeClr val="accent1"/>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Scope</a:t>
              </a:r>
              <a:endParaRPr b="0" i="0" sz="600" u="none" cap="none" strike="noStrike">
                <a:solidFill>
                  <a:schemeClr val="lt1"/>
                </a:solidFill>
                <a:latin typeface="Verizon NHG TX"/>
                <a:ea typeface="Verizon NHG TX"/>
                <a:cs typeface="Verizon NHG TX"/>
                <a:sym typeface="Verizon NHG TX"/>
              </a:endParaRPr>
            </a:p>
          </p:txBody>
        </p:sp>
        <p:sp>
          <p:nvSpPr>
            <p:cNvPr id="1197" name="Google Shape;1197;p166"/>
            <p:cNvSpPr/>
            <p:nvPr/>
          </p:nvSpPr>
          <p:spPr>
            <a:xfrm>
              <a:off x="11071225" y="104850"/>
              <a:ext cx="977400" cy="283200"/>
            </a:xfrm>
            <a:prstGeom prst="chevron">
              <a:avLst>
                <a:gd fmla="val 50000" name="adj"/>
              </a:avLst>
            </a:prstGeom>
            <a:solidFill>
              <a:schemeClr val="accent2"/>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
        <p:nvSpPr>
          <p:cNvPr id="1198" name="Google Shape;1198;p166"/>
          <p:cNvSpPr txBox="1"/>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00"/>
              <a:buFont typeface="Arial"/>
              <a:buNone/>
            </a:pPr>
            <a:r>
              <a:rPr lang="en" sz="800">
                <a:latin typeface="Verizon NHG TX"/>
                <a:ea typeface="Verizon NHG TX"/>
                <a:cs typeface="Verizon NHG TX"/>
                <a:sym typeface="Verizon NHG TX"/>
              </a:rPr>
              <a:t>VDS Native Library</a:t>
            </a:r>
            <a:endParaRPr b="0" i="0" sz="800" u="none" cap="none" strike="noStrike">
              <a:solidFill>
                <a:srgbClr val="000000"/>
              </a:solidFill>
              <a:latin typeface="Verizon NHG TX"/>
              <a:ea typeface="Verizon NHG TX"/>
              <a:cs typeface="Verizon NHG TX"/>
              <a:sym typeface="Verizon NHG TX"/>
            </a:endParaRPr>
          </a:p>
        </p:txBody>
      </p:sp>
      <p:pic>
        <p:nvPicPr>
          <p:cNvPr descr="placeholder image that uses icon representative of a design system" id="1199" name="Google Shape;1199;p166"/>
          <p:cNvPicPr preferRelativeResize="0"/>
          <p:nvPr/>
        </p:nvPicPr>
        <p:blipFill rotWithShape="1">
          <a:blip r:embed="rId3">
            <a:alphaModFix/>
          </a:blip>
          <a:srcRect b="22094" l="-15308" r="-15308" t="14418"/>
          <a:stretch/>
        </p:blipFill>
        <p:spPr>
          <a:xfrm>
            <a:off x="6173595" y="1149150"/>
            <a:ext cx="2535451" cy="1232403"/>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1200" name="Google Shape;1200;p166"/>
          <p:cNvPicPr preferRelativeResize="0"/>
          <p:nvPr/>
        </p:nvPicPr>
        <p:blipFill rotWithShape="1">
          <a:blip r:embed="rId3">
            <a:alphaModFix/>
          </a:blip>
          <a:srcRect b="22094" l="-15308" r="-15308" t="14418"/>
          <a:stretch/>
        </p:blipFill>
        <p:spPr>
          <a:xfrm>
            <a:off x="3327245" y="1149150"/>
            <a:ext cx="2535451" cy="1232403"/>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1201" name="Google Shape;1201;p166"/>
          <p:cNvPicPr preferRelativeResize="0"/>
          <p:nvPr/>
        </p:nvPicPr>
        <p:blipFill rotWithShape="1">
          <a:blip r:embed="rId3">
            <a:alphaModFix/>
          </a:blip>
          <a:srcRect b="22094" l="-15308" r="-15308" t="14418"/>
          <a:stretch/>
        </p:blipFill>
        <p:spPr>
          <a:xfrm>
            <a:off x="455845" y="1149150"/>
            <a:ext cx="2535451" cy="1232403"/>
          </a:xfrm>
          <a:prstGeom prst="rect">
            <a:avLst/>
          </a:prstGeom>
          <a:noFill/>
          <a:ln cap="flat" cmpd="sng" w="9525">
            <a:solidFill>
              <a:schemeClr val="dk1"/>
            </a:solidFill>
            <a:prstDash val="solid"/>
            <a:round/>
            <a:headEnd len="sm" w="sm" type="none"/>
            <a:tailEnd len="sm" w="sm" type="none"/>
          </a:ln>
        </p:spPr>
      </p:pic>
      <p:pic>
        <p:nvPicPr>
          <p:cNvPr id="1202" name="Google Shape;1202;p166"/>
          <p:cNvPicPr preferRelativeResize="0"/>
          <p:nvPr/>
        </p:nvPicPr>
        <p:blipFill rotWithShape="1">
          <a:blip r:embed="rId4">
            <a:alphaModFix/>
          </a:blip>
          <a:srcRect b="32098" l="0" r="0" t="0"/>
          <a:stretch/>
        </p:blipFill>
        <p:spPr>
          <a:xfrm>
            <a:off x="476250" y="1149150"/>
            <a:ext cx="2514826" cy="1232401"/>
          </a:xfrm>
          <a:prstGeom prst="rect">
            <a:avLst/>
          </a:prstGeom>
          <a:noFill/>
          <a:ln>
            <a:noFill/>
          </a:ln>
        </p:spPr>
      </p:pic>
      <p:pic>
        <p:nvPicPr>
          <p:cNvPr id="1203" name="Google Shape;1203;p166"/>
          <p:cNvPicPr preferRelativeResize="0"/>
          <p:nvPr/>
        </p:nvPicPr>
        <p:blipFill rotWithShape="1">
          <a:blip r:embed="rId5">
            <a:alphaModFix/>
          </a:blip>
          <a:srcRect b="25395" l="0" r="3744" t="0"/>
          <a:stretch/>
        </p:blipFill>
        <p:spPr>
          <a:xfrm>
            <a:off x="3327475" y="1149150"/>
            <a:ext cx="2534999" cy="1232400"/>
          </a:xfrm>
          <a:prstGeom prst="rect">
            <a:avLst/>
          </a:prstGeom>
          <a:noFill/>
          <a:ln>
            <a:noFill/>
          </a:ln>
        </p:spPr>
      </p:pic>
      <p:pic>
        <p:nvPicPr>
          <p:cNvPr id="1204" name="Google Shape;1204;p166"/>
          <p:cNvPicPr preferRelativeResize="0"/>
          <p:nvPr/>
        </p:nvPicPr>
        <p:blipFill rotWithShape="1">
          <a:blip r:embed="rId6">
            <a:alphaModFix/>
          </a:blip>
          <a:srcRect b="22505" l="-220" r="240" t="0"/>
          <a:stretch/>
        </p:blipFill>
        <p:spPr>
          <a:xfrm>
            <a:off x="6167150" y="1150050"/>
            <a:ext cx="2535000" cy="1232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167"/>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1211" name="Google Shape;1211;p167"/>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800"/>
              <a:buNone/>
            </a:pPr>
            <a:r>
              <a:rPr lang="en"/>
              <a:t>CX Workstream Name</a:t>
            </a:r>
            <a:endParaRPr/>
          </a:p>
        </p:txBody>
      </p:sp>
      <p:graphicFrame>
        <p:nvGraphicFramePr>
          <p:cNvPr id="1212" name="Google Shape;1212;p167"/>
          <p:cNvGraphicFramePr/>
          <p:nvPr/>
        </p:nvGraphicFramePr>
        <p:xfrm>
          <a:off x="429394" y="1230450"/>
          <a:ext cx="3000000" cy="3000000"/>
        </p:xfrm>
        <a:graphic>
          <a:graphicData uri="http://schemas.openxmlformats.org/drawingml/2006/table">
            <a:tbl>
              <a:tblPr>
                <a:noFill/>
                <a:tableStyleId>{9E462017-A897-4C5D-8408-AA559E3040F2}</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KPI’s Impacted- Section 1</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CX Excellence</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Customer Satisfaction (CSAT)</a:t>
                      </a:r>
                      <a:endParaRPr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700"/>
                        <a:buFont typeface="Arial"/>
                        <a:buNone/>
                      </a:pPr>
                      <a:r>
                        <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Rep Interaction Score (RIS)</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Churn Reduction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3-day Resolve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Digital Interaction Score (DIS)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Revenue Growth</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Overall Conversion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Prospect Conversion</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Operational Efficiency</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Call Volume Optimization (CVO)</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Average Handle Time (AHT)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Retail Transaction Time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Other Cost Savings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1213" name="Google Shape;1213;p167"/>
          <p:cNvCxnSpPr/>
          <p:nvPr/>
        </p:nvCxnSpPr>
        <p:spPr>
          <a:xfrm>
            <a:off x="4480665" y="1206769"/>
            <a:ext cx="0" cy="3320700"/>
          </a:xfrm>
          <a:prstGeom prst="straightConnector1">
            <a:avLst/>
          </a:prstGeom>
          <a:noFill/>
          <a:ln cap="flat" cmpd="sng" w="19050">
            <a:solidFill>
              <a:srgbClr val="7F7F7F"/>
            </a:solidFill>
            <a:prstDash val="dash"/>
            <a:round/>
            <a:headEnd len="sm" w="sm" type="none"/>
            <a:tailEnd len="sm" w="sm" type="none"/>
          </a:ln>
        </p:spPr>
      </p:cxnSp>
      <p:graphicFrame>
        <p:nvGraphicFramePr>
          <p:cNvPr id="1214" name="Google Shape;1214;p167"/>
          <p:cNvGraphicFramePr/>
          <p:nvPr/>
        </p:nvGraphicFramePr>
        <p:xfrm>
          <a:off x="4665081" y="1230450"/>
          <a:ext cx="3000000" cy="3000000"/>
        </p:xfrm>
        <a:graphic>
          <a:graphicData uri="http://schemas.openxmlformats.org/drawingml/2006/table">
            <a:tbl>
              <a:tblPr>
                <a:noFill/>
                <a:tableStyleId>{9E462017-A897-4C5D-8408-AA559E3040F2}</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Financial Scope &amp; Targets (P*Q)- Section 2</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Benefit Value Estimates </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Incremental Revenue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Call Volume Optimization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Handle Time Optimization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Other Benefit Value            $________  (please explain)</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chemeClr val="lt1"/>
                          </a:solidFill>
                          <a:latin typeface="Verizon NHG DS"/>
                          <a:ea typeface="Verizon NHG DS"/>
                          <a:cs typeface="Verizon NHG DS"/>
                          <a:sym typeface="Verizon NHG DS"/>
                        </a:rPr>
                        <a:t>Investment Planning - Section 3 </a:t>
                      </a:r>
                      <a:r>
                        <a:rPr b="1" lang="en" sz="700" u="none" cap="none" strike="noStrike">
                          <a:solidFill>
                            <a:schemeClr val="lt1"/>
                          </a:solidFill>
                          <a:latin typeface="Verizon NHG DS"/>
                          <a:ea typeface="Verizon NHG DS"/>
                          <a:cs typeface="Verizon NHG DS"/>
                          <a:sym typeface="Verizon NHG DS"/>
                        </a:rPr>
                        <a:t>(CXO IPG to complete this section)</a:t>
                      </a:r>
                      <a:endParaRPr b="1" sz="5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Capital  Investment Estimates</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GTS Labor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Non-GTS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Operating Expense for Initiative (Incremental)</a:t>
                      </a:r>
                      <a:endParaRPr b="1"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Operating Cost (OPEX)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Incremental Headcount       ________</a:t>
                      </a:r>
                      <a:endParaRPr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1215" name="Google Shape;1215;p167"/>
          <p:cNvSpPr/>
          <p:nvPr/>
        </p:nvSpPr>
        <p:spPr>
          <a:xfrm>
            <a:off x="4654800" y="2778400"/>
            <a:ext cx="3828300" cy="1956000"/>
          </a:xfrm>
          <a:prstGeom prst="rect">
            <a:avLst/>
          </a:prstGeom>
          <a:solidFill>
            <a:srgbClr val="9E9E9E">
              <a:alpha val="392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grpSp>
        <p:nvGrpSpPr>
          <p:cNvPr id="1216" name="Google Shape;1216;p167"/>
          <p:cNvGrpSpPr/>
          <p:nvPr/>
        </p:nvGrpSpPr>
        <p:grpSpPr>
          <a:xfrm>
            <a:off x="6665119" y="154838"/>
            <a:ext cx="2104650" cy="212400"/>
            <a:chOff x="9242425" y="104850"/>
            <a:chExt cx="2806200" cy="283200"/>
          </a:xfrm>
        </p:grpSpPr>
        <p:sp>
          <p:nvSpPr>
            <p:cNvPr id="1217" name="Google Shape;1217;p167"/>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218" name="Google Shape;1218;p167"/>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1219" name="Google Shape;1219;p167"/>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168"/>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5000"/>
              <a:buNone/>
            </a:pPr>
            <a:r>
              <a:rPr lang="en"/>
              <a:t>VDS AI Tooling</a:t>
            </a:r>
            <a:endParaRPr sz="2800"/>
          </a:p>
        </p:txBody>
      </p:sp>
      <p:sp>
        <p:nvSpPr>
          <p:cNvPr id="1226" name="Google Shape;1226;p168"/>
          <p:cNvSpPr txBox="1"/>
          <p:nvPr>
            <p:ph idx="1" type="body"/>
          </p:nvPr>
        </p:nvSpPr>
        <p:spPr>
          <a:xfrm>
            <a:off x="6417581" y="3406500"/>
            <a:ext cx="2253000" cy="58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800"/>
              <a:buFont typeface="Arial"/>
              <a:buNone/>
            </a:pPr>
            <a:r>
              <a:rPr lang="en"/>
              <a:t>Andrew Pendleton</a:t>
            </a:r>
            <a:endParaRPr/>
          </a:p>
          <a:p>
            <a:pPr indent="0" lvl="0" marL="0" rtl="0" algn="l">
              <a:spcBef>
                <a:spcPts val="0"/>
              </a:spcBef>
              <a:spcAft>
                <a:spcPts val="0"/>
              </a:spcAft>
              <a:buSzPts val="1800"/>
              <a:buNone/>
            </a:pPr>
            <a:r>
              <a:rPr lang="en"/>
              <a:t>CX Design Systems</a:t>
            </a:r>
            <a:endParaRPr/>
          </a:p>
        </p:txBody>
      </p:sp>
      <p:sp>
        <p:nvSpPr>
          <p:cNvPr id="1227" name="Google Shape;1227;p168"/>
          <p:cNvSpPr txBox="1"/>
          <p:nvPr>
            <p:ph type="title"/>
          </p:nvPr>
        </p:nvSpPr>
        <p:spPr>
          <a:xfrm>
            <a:off x="3257550" y="491733"/>
            <a:ext cx="5424600" cy="6972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SzPts val="5000"/>
              <a:buNone/>
            </a:pPr>
            <a:r>
              <a:rPr lang="en">
                <a:solidFill>
                  <a:srgbClr val="F8FF3C"/>
                </a:solidFill>
              </a:rPr>
              <a:t>Master Artifact</a:t>
            </a:r>
            <a:endParaRPr>
              <a:solidFill>
                <a:srgbClr val="F8FF3C"/>
              </a:solidFill>
            </a:endParaRPr>
          </a:p>
        </p:txBody>
      </p:sp>
      <p:sp>
        <p:nvSpPr>
          <p:cNvPr id="1228" name="Google Shape;1228;p168"/>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Core Product</a:t>
            </a:r>
            <a:endParaRPr b="0" i="0" sz="900" u="none" cap="none" strike="noStrike">
              <a:solidFill>
                <a:schemeClr val="dk1"/>
              </a:solidFill>
              <a:latin typeface="Verizon NHG TX"/>
              <a:ea typeface="Verizon NHG TX"/>
              <a:cs typeface="Verizon NHG TX"/>
              <a:sym typeface="Verizon NHG TX"/>
            </a:endParaRPr>
          </a:p>
        </p:txBody>
      </p:sp>
      <p:sp>
        <p:nvSpPr>
          <p:cNvPr id="1229" name="Google Shape;1229;p168"/>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2"/>
                </a:solidFill>
                <a:latin typeface="Verizon NHG TX"/>
                <a:ea typeface="Verizon NHG TX"/>
                <a:cs typeface="Verizon NHG TX"/>
                <a:sym typeface="Verizon NHG TX"/>
              </a:rPr>
              <a:t>Project</a:t>
            </a:r>
            <a:endParaRPr b="0" i="0" sz="900" u="none" cap="none" strike="noStrike">
              <a:solidFill>
                <a:schemeClr val="lt2"/>
              </a:solidFill>
              <a:latin typeface="Verizon NHG TX"/>
              <a:ea typeface="Verizon NHG TX"/>
              <a:cs typeface="Verizon NHG TX"/>
              <a:sym typeface="Verizon NHG TX"/>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16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1236" name="Google Shape;1236;p169"/>
          <p:cNvSpPr txBox="1"/>
          <p:nvPr>
            <p:ph type="title"/>
          </p:nvPr>
        </p:nvSpPr>
        <p:spPr>
          <a:xfrm>
            <a:off x="508706" y="2080031"/>
            <a:ext cx="3606900" cy="583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600"/>
              <a:buNone/>
            </a:pPr>
            <a:r>
              <a:rPr lang="en" sz="2100">
                <a:latin typeface="Verizon NHG DS"/>
                <a:ea typeface="Verizon NHG DS"/>
                <a:cs typeface="Verizon NHG DS"/>
                <a:sym typeface="Verizon NHG DS"/>
              </a:rPr>
              <a:t>VDS AI Tooling</a:t>
            </a:r>
            <a:endParaRPr sz="2100">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lang="en" sz="1800">
                <a:solidFill>
                  <a:schemeClr val="dk1"/>
                </a:solidFill>
                <a:latin typeface="Verizon NHG DS"/>
                <a:ea typeface="Verizon NHG DS"/>
                <a:cs typeface="Verizon NHG DS"/>
                <a:sym typeface="Verizon NHG DS"/>
              </a:rPr>
              <a:t>VDS Product: </a:t>
            </a:r>
            <a:br>
              <a:rPr lang="en" sz="1800">
                <a:solidFill>
                  <a:schemeClr val="dk1"/>
                </a:solidFill>
                <a:latin typeface="Verizon NHG DS"/>
                <a:ea typeface="Verizon NHG DS"/>
                <a:cs typeface="Verizon NHG DS"/>
                <a:sym typeface="Verizon NHG DS"/>
              </a:rPr>
            </a:br>
            <a:r>
              <a:rPr lang="en" sz="1800">
                <a:solidFill>
                  <a:schemeClr val="dk1"/>
                </a:solidFill>
                <a:latin typeface="Verizon NHG DS"/>
                <a:ea typeface="Verizon NHG DS"/>
                <a:cs typeface="Verizon NHG DS"/>
                <a:sym typeface="Verizon NHG DS"/>
              </a:rPr>
              <a:t>Operational Efficiency</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Workstream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Initiative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p:txBody>
      </p:sp>
      <p:sp>
        <p:nvSpPr>
          <p:cNvPr id="1237" name="Google Shape;1237;p169"/>
          <p:cNvSpPr txBox="1"/>
          <p:nvPr/>
        </p:nvSpPr>
        <p:spPr>
          <a:xfrm>
            <a:off x="508700" y="3486413"/>
            <a:ext cx="3606900" cy="108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400"/>
              </a:spcBef>
              <a:spcAft>
                <a:spcPts val="600"/>
              </a:spcAft>
              <a:buClr>
                <a:schemeClr val="dk1"/>
              </a:buClr>
              <a:buSzPts val="800"/>
              <a:buFont typeface="Arial"/>
              <a:buNone/>
            </a:pPr>
            <a:r>
              <a:rPr lang="en" sz="1100">
                <a:solidFill>
                  <a:schemeClr val="dk1"/>
                </a:solidFill>
                <a:latin typeface="Verizon NHG DS"/>
                <a:ea typeface="Verizon NHG DS"/>
                <a:cs typeface="Verizon NHG DS"/>
                <a:sym typeface="Verizon NHG DS"/>
              </a:rPr>
              <a:t>Revolutionizing how teams build by embedding AI-powered VDS intelligence directly into design and development workflows. Transforming VDS into an intuitive, proactive AI partner in Figma &amp; VS Code, ensuring effortless adoption, perfect consistency, and supercharged productivity for every user, on every project.</a:t>
            </a:r>
            <a:endParaRPr b="0" i="0" sz="1100" u="none" cap="none" strike="noStrike">
              <a:solidFill>
                <a:srgbClr val="1F1F1F"/>
              </a:solidFill>
              <a:latin typeface="Verizon NHG DS"/>
              <a:ea typeface="Verizon NHG DS"/>
              <a:cs typeface="Verizon NHG DS"/>
              <a:sym typeface="Verizon NHG DS"/>
            </a:endParaRPr>
          </a:p>
        </p:txBody>
      </p:sp>
      <p:sp>
        <p:nvSpPr>
          <p:cNvPr id="1238" name="Google Shape;1238;p169"/>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solidFill>
                  <a:srgbClr val="EE001E"/>
                </a:solidFill>
                <a:latin typeface="Verizon NHG DS"/>
                <a:ea typeface="Verizon NHG DS"/>
                <a:cs typeface="Verizon NHG DS"/>
                <a:sym typeface="Verizon NHG DS"/>
              </a:rPr>
              <a:t>The Idea</a:t>
            </a:r>
            <a:endParaRPr b="1">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b="1" sz="900">
              <a:solidFill>
                <a:srgbClr val="222222"/>
              </a:solidFill>
              <a:latin typeface="Verizon NHG DS"/>
              <a:ea typeface="Verizon NHG DS"/>
              <a:cs typeface="Verizon NHG DS"/>
              <a:sym typeface="Verizon NHG DS"/>
            </a:endParaRPr>
          </a:p>
          <a:p>
            <a:pPr indent="0" lvl="0" marL="0" rtl="0" algn="l">
              <a:lnSpc>
                <a:spcPct val="150000"/>
              </a:lnSpc>
              <a:spcBef>
                <a:spcPts val="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Problem &amp; Opportunity</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Today, using VDS involves manual searches, context switching for support in Slack, and tedious VDS team effort answering repetitive questions. This friction slows down our designers and developers, breeds inconsistency, and drains resources. Valuable time is lost on manual visual audits and VQA, delaying innovation and time-to-market.</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1100"/>
              <a:buFont typeface="Arial"/>
              <a:buNone/>
            </a:pPr>
            <a:r>
              <a:rPr b="1" lang="en" sz="900">
                <a:solidFill>
                  <a:srgbClr val="222222"/>
                </a:solidFill>
                <a:latin typeface="Verizon NHG DS"/>
                <a:ea typeface="Verizon NHG DS"/>
                <a:cs typeface="Verizon NHG DS"/>
                <a:sym typeface="Verizon NHG DS"/>
              </a:rPr>
              <a:t>Proposed Solution</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Introducing VDS AI Tooling: A suite of intelligent assistants! A Figma plugin (VDS Design Assistant) and VS Code extension (VDS Dev Assistant) will provide instant, in-context access to VDS components, guidelines, and an AI chatbot. Plus, a powerful Similarity Engine will automate visual audits and unlock new design capabilities.</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Customer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Designers &amp; developers get a VDS AI co-pilot! They'll access VDS assets &amp; answers instantly within Figma/VS Code, slashing friction &amp; search time. Expect unprecedented efficiency, faster onboarding, higher quality outputs, and greater confidence in applying VDS correctly. This means more time creating, less time wrestling with tools or seeking help.</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Business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1100"/>
              <a:buFont typeface="Arial"/>
              <a:buNone/>
            </a:pPr>
            <a:r>
              <a:rPr lang="en" sz="800">
                <a:solidFill>
                  <a:schemeClr val="dk1"/>
                </a:solidFill>
                <a:latin typeface="Verizon NHG DS"/>
                <a:ea typeface="Verizon NHG DS"/>
                <a:cs typeface="Verizon NHG DS"/>
                <a:sym typeface="Verizon NHG DS"/>
              </a:rPr>
              <a:t>VDS AI Tooling will ignite development speed, dramatically cut VDS support costs, and elevate product quality &amp; consistency across all Verizon experiences. By automating tedious tasks like visual audits and providing intelligent support, we unlock significant efficiency gains, accelerate innovation, and amplify the ROI of our entire VDS ecosystem.</a:t>
            </a:r>
            <a:endParaRPr b="1" sz="800">
              <a:solidFill>
                <a:srgbClr val="EE001E"/>
              </a:solidFill>
              <a:latin typeface="Verizon NHG DS"/>
              <a:ea typeface="Verizon NHG DS"/>
              <a:cs typeface="Verizon NHG DS"/>
              <a:sym typeface="Verizon NHG DS"/>
            </a:endParaRPr>
          </a:p>
          <a:p>
            <a:pPr indent="0" lvl="0" marL="0" marR="0" rtl="0" algn="l">
              <a:lnSpc>
                <a:spcPct val="100000"/>
              </a:lnSpc>
              <a:spcBef>
                <a:spcPts val="800"/>
              </a:spcBef>
              <a:spcAft>
                <a:spcPts val="800"/>
              </a:spcAft>
              <a:buClr>
                <a:srgbClr val="000000"/>
              </a:buClr>
              <a:buSzPts val="1100"/>
              <a:buFont typeface="Arial"/>
              <a:buNone/>
            </a:pPr>
            <a:r>
              <a:t/>
            </a:r>
            <a:endParaRPr b="1" sz="1500">
              <a:solidFill>
                <a:srgbClr val="EE001E"/>
              </a:solidFill>
              <a:latin typeface="Verizon NHG DS"/>
              <a:ea typeface="Verizon NHG DS"/>
              <a:cs typeface="Verizon NHG DS"/>
              <a:sym typeface="Verizon NHG DS"/>
            </a:endParaRPr>
          </a:p>
        </p:txBody>
      </p:sp>
      <p:grpSp>
        <p:nvGrpSpPr>
          <p:cNvPr id="1239" name="Google Shape;1239;p169"/>
          <p:cNvGrpSpPr/>
          <p:nvPr/>
        </p:nvGrpSpPr>
        <p:grpSpPr>
          <a:xfrm>
            <a:off x="1601419" y="377006"/>
            <a:ext cx="1421550" cy="1393875"/>
            <a:chOff x="2135225" y="502675"/>
            <a:chExt cx="1895400" cy="1858500"/>
          </a:xfrm>
        </p:grpSpPr>
        <p:sp>
          <p:nvSpPr>
            <p:cNvPr id="1240" name="Google Shape;1240;p169"/>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pic>
          <p:nvPicPr>
            <p:cNvPr id="1241" name="Google Shape;1241;p169" title="Verizon_GlowV_RGB.png"/>
            <p:cNvPicPr preferRelativeResize="0"/>
            <p:nvPr/>
          </p:nvPicPr>
          <p:blipFill rotWithShape="1">
            <a:blip r:embed="rId3">
              <a:alphaModFix/>
            </a:blip>
            <a:srcRect b="0" l="0" r="0" t="0"/>
            <a:stretch/>
          </p:blipFill>
          <p:spPr>
            <a:xfrm>
              <a:off x="2583446" y="965192"/>
              <a:ext cx="998950" cy="933477"/>
            </a:xfrm>
            <a:prstGeom prst="rect">
              <a:avLst/>
            </a:prstGeom>
            <a:noFill/>
            <a:ln>
              <a:noFill/>
            </a:ln>
          </p:spPr>
        </p:pic>
      </p:grpSp>
      <p:grpSp>
        <p:nvGrpSpPr>
          <p:cNvPr id="1242" name="Google Shape;1242;p169"/>
          <p:cNvGrpSpPr/>
          <p:nvPr/>
        </p:nvGrpSpPr>
        <p:grpSpPr>
          <a:xfrm>
            <a:off x="6893719" y="154838"/>
            <a:ext cx="2104650" cy="212400"/>
            <a:chOff x="9242425" y="104850"/>
            <a:chExt cx="2806200" cy="283200"/>
          </a:xfrm>
        </p:grpSpPr>
        <p:sp>
          <p:nvSpPr>
            <p:cNvPr id="1243" name="Google Shape;1243;p169"/>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Northstar</a:t>
              </a:r>
              <a:endParaRPr b="0" i="0" sz="600" u="none" cap="none" strike="noStrike">
                <a:solidFill>
                  <a:schemeClr val="lt1"/>
                </a:solidFill>
                <a:latin typeface="Verizon NHG TX"/>
                <a:ea typeface="Verizon NHG TX"/>
                <a:cs typeface="Verizon NHG TX"/>
                <a:sym typeface="Verizon NHG TX"/>
              </a:endParaRPr>
            </a:p>
          </p:txBody>
        </p:sp>
        <p:sp>
          <p:nvSpPr>
            <p:cNvPr id="1244" name="Google Shape;1244;p169"/>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Scope</a:t>
              </a:r>
              <a:endParaRPr b="0" i="0" sz="600" u="none" cap="none" strike="noStrike">
                <a:solidFill>
                  <a:schemeClr val="dk1"/>
                </a:solidFill>
                <a:latin typeface="Verizon NHG TX"/>
                <a:ea typeface="Verizon NHG TX"/>
                <a:cs typeface="Verizon NHG TX"/>
                <a:sym typeface="Verizon NHG TX"/>
              </a:endParaRPr>
            </a:p>
          </p:txBody>
        </p:sp>
        <p:sp>
          <p:nvSpPr>
            <p:cNvPr id="1245" name="Google Shape;1245;p169"/>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70"/>
          <p:cNvSpPr txBox="1"/>
          <p:nvPr/>
        </p:nvSpPr>
        <p:spPr>
          <a:xfrm>
            <a:off x="6203366" y="2552696"/>
            <a:ext cx="25632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Similarity Engine</a:t>
            </a:r>
            <a:endParaRPr b="1" i="1"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An AI tool that scans the CX Design Figma workspace to quickly find duplicate, inconsistent, or off-brand components.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This will enable the VDS team to spot patterns, clean up design drift, and keep experience design work  aligned with minimal manual audits. </a:t>
            </a:r>
            <a:br>
              <a:rPr lang="en" sz="800">
                <a:solidFill>
                  <a:schemeClr val="dk1"/>
                </a:solidFill>
                <a:latin typeface="Verizon NHG DS"/>
                <a:ea typeface="Verizon NHG DS"/>
                <a:cs typeface="Verizon NHG DS"/>
                <a:sym typeface="Verizon NHG DS"/>
              </a:rPr>
            </a:br>
            <a:br>
              <a:rPr lang="en" sz="800">
                <a:solidFill>
                  <a:schemeClr val="dk1"/>
                </a:solidFill>
                <a:latin typeface="Verizon NHG DS"/>
                <a:ea typeface="Verizon NHG DS"/>
                <a:cs typeface="Verizon NHG DS"/>
                <a:sym typeface="Verizon NHG DS"/>
              </a:rPr>
            </a:br>
            <a:r>
              <a:rPr lang="en" sz="800">
                <a:solidFill>
                  <a:schemeClr val="dk1"/>
                </a:solidFill>
                <a:latin typeface="Verizon NHG DS"/>
                <a:ea typeface="Verizon NHG DS"/>
                <a:cs typeface="Verizon NHG DS"/>
                <a:sym typeface="Verizon NHG DS"/>
              </a:rPr>
              <a:t>This engine will also be able to power other AI tools for adopters by providing accurate, real-time design pattern data—fueling assistants that </a:t>
            </a:r>
            <a:r>
              <a:rPr b="1" lang="en" sz="800">
                <a:solidFill>
                  <a:schemeClr val="dk1"/>
                </a:solidFill>
                <a:latin typeface="Verizon NHG DS"/>
                <a:ea typeface="Verizon NHG DS"/>
                <a:cs typeface="Verizon NHG DS"/>
                <a:sym typeface="Verizon NHG DS"/>
              </a:rPr>
              <a:t>suggest the right components</a:t>
            </a:r>
            <a:r>
              <a:rPr lang="en" sz="800">
                <a:solidFill>
                  <a:schemeClr val="dk1"/>
                </a:solidFill>
                <a:latin typeface="Verizon NHG DS"/>
                <a:ea typeface="Verizon NHG DS"/>
                <a:cs typeface="Verizon NHG DS"/>
                <a:sym typeface="Verizon NHG DS"/>
              </a:rPr>
              <a:t>, </a:t>
            </a:r>
            <a:r>
              <a:rPr b="1" lang="en" sz="800">
                <a:solidFill>
                  <a:schemeClr val="dk1"/>
                </a:solidFill>
                <a:latin typeface="Verizon NHG DS"/>
                <a:ea typeface="Verizon NHG DS"/>
                <a:cs typeface="Verizon NHG DS"/>
                <a:sym typeface="Verizon NHG DS"/>
              </a:rPr>
              <a:t>flag inconsistencies</a:t>
            </a:r>
            <a:r>
              <a:rPr lang="en" sz="800">
                <a:solidFill>
                  <a:schemeClr val="dk1"/>
                </a:solidFill>
                <a:latin typeface="Verizon NHG DS"/>
                <a:ea typeface="Verizon NHG DS"/>
                <a:cs typeface="Verizon NHG DS"/>
                <a:sym typeface="Verizon NHG DS"/>
              </a:rPr>
              <a:t>, or </a:t>
            </a:r>
            <a:r>
              <a:rPr b="1" lang="en" sz="800">
                <a:solidFill>
                  <a:schemeClr val="dk1"/>
                </a:solidFill>
                <a:latin typeface="Verizon NHG DS"/>
                <a:ea typeface="Verizon NHG DS"/>
                <a:cs typeface="Verizon NHG DS"/>
                <a:sym typeface="Verizon NHG DS"/>
              </a:rPr>
              <a:t>automate VQA </a:t>
            </a:r>
            <a:r>
              <a:rPr lang="en" sz="800">
                <a:solidFill>
                  <a:schemeClr val="dk1"/>
                </a:solidFill>
                <a:latin typeface="Verizon NHG DS"/>
                <a:ea typeface="Verizon NHG DS"/>
                <a:cs typeface="Verizon NHG DS"/>
                <a:sym typeface="Verizon NHG DS"/>
              </a:rPr>
              <a:t>during design and development.</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1" lang="en" sz="800">
                <a:solidFill>
                  <a:schemeClr val="dk1"/>
                </a:solidFill>
                <a:latin typeface="Verizon NHG DS"/>
                <a:ea typeface="Verizon NHG DS"/>
                <a:cs typeface="Verizon NHG DS"/>
                <a:sym typeface="Verizon NHG DS"/>
              </a:rPr>
              <a:t>Impact:</a:t>
            </a:r>
            <a:r>
              <a:rPr lang="en" sz="800">
                <a:solidFill>
                  <a:schemeClr val="dk1"/>
                </a:solidFill>
                <a:latin typeface="Verizon NHG DS"/>
                <a:ea typeface="Verizon NHG DS"/>
                <a:cs typeface="Verizon NHG DS"/>
                <a:sym typeface="Verizon NHG DS"/>
              </a:rPr>
              <a:t> higher quality and consistency across the entire Verizon ecosystem at scale.</a:t>
            </a:r>
            <a:endParaRPr b="1" i="0" sz="800" u="none" cap="none" strike="noStrike">
              <a:solidFill>
                <a:srgbClr val="000000"/>
              </a:solidFill>
              <a:latin typeface="Verizon NHG DS"/>
              <a:ea typeface="Verizon NHG DS"/>
              <a:cs typeface="Verizon NHG DS"/>
              <a:sym typeface="Verizon NHG DS"/>
            </a:endParaRPr>
          </a:p>
        </p:txBody>
      </p:sp>
      <p:sp>
        <p:nvSpPr>
          <p:cNvPr id="1251" name="Google Shape;1251;p170"/>
          <p:cNvSpPr txBox="1"/>
          <p:nvPr>
            <p:ph idx="3" type="body"/>
          </p:nvPr>
        </p:nvSpPr>
        <p:spPr>
          <a:xfrm>
            <a:off x="376950" y="544850"/>
            <a:ext cx="3402900" cy="483900"/>
          </a:xfrm>
          <a:prstGeom prst="rect">
            <a:avLst/>
          </a:prstGeom>
          <a:noFill/>
          <a:ln>
            <a:noFill/>
          </a:ln>
        </p:spPr>
        <p:txBody>
          <a:bodyPr anchorCtr="0" anchor="t" bIns="0" lIns="0" spcFirstLastPara="1" rIns="0" wrap="square" tIns="0">
            <a:normAutofit fontScale="92500" lnSpcReduction="20000"/>
          </a:bodyPr>
          <a:lstStyle/>
          <a:p>
            <a:pPr indent="0" lvl="0" marL="0" rtl="0" algn="l">
              <a:lnSpc>
                <a:spcPct val="100000"/>
              </a:lnSpc>
              <a:spcBef>
                <a:spcPts val="0"/>
              </a:spcBef>
              <a:spcAft>
                <a:spcPts val="0"/>
              </a:spcAft>
              <a:buClr>
                <a:schemeClr val="dk1"/>
              </a:buClr>
              <a:buSzPct val="100000"/>
              <a:buNone/>
            </a:pPr>
            <a:r>
              <a:rPr lang="en">
                <a:latin typeface="Verizon NHG DS"/>
                <a:ea typeface="Verizon NHG DS"/>
                <a:cs typeface="Verizon NHG DS"/>
                <a:sym typeface="Verizon NHG DS"/>
              </a:rPr>
              <a:t>Journey Map Template</a:t>
            </a:r>
            <a:endParaRPr>
              <a:latin typeface="Verizon NHG DS"/>
              <a:ea typeface="Verizon NHG DS"/>
              <a:cs typeface="Verizon NHG DS"/>
              <a:sym typeface="Verizon NHG DS"/>
            </a:endParaRPr>
          </a:p>
          <a:p>
            <a:pPr indent="0" lvl="0" marL="0" rtl="0" algn="l">
              <a:lnSpc>
                <a:spcPct val="100000"/>
              </a:lnSpc>
              <a:spcBef>
                <a:spcPts val="0"/>
              </a:spcBef>
              <a:spcAft>
                <a:spcPts val="0"/>
              </a:spcAft>
              <a:buClr>
                <a:schemeClr val="dk1"/>
              </a:buClr>
              <a:buSzPct val="100000"/>
              <a:buNone/>
            </a:pPr>
            <a:r>
              <a:t/>
            </a:r>
            <a:endParaRPr>
              <a:latin typeface="Verizon NHG DS"/>
              <a:ea typeface="Verizon NHG DS"/>
              <a:cs typeface="Verizon NHG DS"/>
              <a:sym typeface="Verizon NHG DS"/>
            </a:endParaRPr>
          </a:p>
        </p:txBody>
      </p:sp>
      <p:sp>
        <p:nvSpPr>
          <p:cNvPr id="1252" name="Google Shape;1252;p170"/>
          <p:cNvSpPr txBox="1"/>
          <p:nvPr/>
        </p:nvSpPr>
        <p:spPr>
          <a:xfrm>
            <a:off x="3338625" y="2552696"/>
            <a:ext cx="26313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VDS Development Assistant</a:t>
            </a:r>
            <a:endParaRPr b="1" i="1"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b="1" i="1"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Running in VS Code, our devs’ natural habitat, the VDS Developer Assistant autocompletes imports, shows prop examples, and warns when code veers off spec or a newer component version is available.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It trims setup and PR cleanup, letting engineers focus on features while knowing their build will pass design-system checks the first time.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Built-in support for test frameworks and CI hooks drops seamlessly into existing pipelines with almost no extra setup.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1" lang="en" sz="800">
                <a:solidFill>
                  <a:schemeClr val="dk1"/>
                </a:solidFill>
                <a:latin typeface="Verizon NHG DS"/>
                <a:ea typeface="Verizon NHG DS"/>
                <a:cs typeface="Verizon NHG DS"/>
                <a:sym typeface="Verizon NHG DS"/>
              </a:rPr>
              <a:t>Impact:</a:t>
            </a:r>
            <a:r>
              <a:rPr lang="en" sz="800">
                <a:solidFill>
                  <a:schemeClr val="dk1"/>
                </a:solidFill>
                <a:latin typeface="Verizon NHG DS"/>
                <a:ea typeface="Verizon NHG DS"/>
                <a:cs typeface="Verizon NHG DS"/>
                <a:sym typeface="Verizon NHG DS"/>
              </a:rPr>
              <a:t> cleaner merges, fewer late-stage bugs, and faster releases that look and behave exactly as intended.</a:t>
            </a:r>
            <a:endParaRPr b="1" i="0" sz="800" u="none" cap="none" strike="noStrike">
              <a:solidFill>
                <a:srgbClr val="000000"/>
              </a:solidFill>
              <a:latin typeface="Verizon NHG DS"/>
              <a:ea typeface="Verizon NHG DS"/>
              <a:cs typeface="Verizon NHG DS"/>
              <a:sym typeface="Verizon NHG DS"/>
            </a:endParaRPr>
          </a:p>
        </p:txBody>
      </p:sp>
      <p:sp>
        <p:nvSpPr>
          <p:cNvPr id="1253" name="Google Shape;1253;p170"/>
          <p:cNvSpPr txBox="1"/>
          <p:nvPr/>
        </p:nvSpPr>
        <p:spPr>
          <a:xfrm>
            <a:off x="456075" y="2552696"/>
            <a:ext cx="25632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VDS Design Assistant</a:t>
            </a:r>
            <a:endParaRPr b="1" i="1" sz="800">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b="1" i="1"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rPr lang="en" sz="800">
                <a:latin typeface="Verizon NHG DS"/>
                <a:ea typeface="Verizon NHG DS"/>
                <a:cs typeface="Verizon NHG DS"/>
                <a:sym typeface="Verizon NHG DS"/>
              </a:rPr>
              <a:t>Sitting right inside Figma, the VDS Design Assistant watches what you’re drawing and quietly points you to the exact component, token, or spacing rule that fits, then flags anything that drifts.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rPr lang="en" sz="800">
                <a:latin typeface="Verizon NHG DS"/>
                <a:ea typeface="Verizon NHG DS"/>
                <a:cs typeface="Verizon NHG DS"/>
                <a:sym typeface="Verizon NHG DS"/>
              </a:rPr>
              <a:t>It cuts the back-and-forth review cycle to minutes, so designers spend more time exploring ideas and less time hunting for “the right way.”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rPr lang="en" sz="800">
                <a:latin typeface="Verizon NHG DS"/>
                <a:ea typeface="Verizon NHG DS"/>
                <a:cs typeface="Verizon NHG DS"/>
                <a:sym typeface="Verizon NHG DS"/>
              </a:rPr>
              <a:t>Over time it learns from real projects, so its nudges get sharper without adding noise.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rPr b="1" lang="en" sz="800">
                <a:latin typeface="Verizon NHG DS"/>
                <a:ea typeface="Verizon NHG DS"/>
                <a:cs typeface="Verizon NHG DS"/>
                <a:sym typeface="Verizon NHG DS"/>
              </a:rPr>
              <a:t>Impact: </a:t>
            </a:r>
            <a:r>
              <a:rPr lang="en" sz="800">
                <a:latin typeface="Verizon NHG DS"/>
                <a:ea typeface="Verizon NHG DS"/>
                <a:cs typeface="Verizon NHG DS"/>
                <a:sym typeface="Verizon NHG DS"/>
              </a:rPr>
              <a:t>Smoother hand-offs and consistently on-brand interfaces, without extra meetings or retraining.</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t/>
            </a:r>
            <a:endParaRPr sz="800">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t/>
            </a:r>
            <a:endParaRPr sz="800">
              <a:latin typeface="Verizon NHG DS"/>
              <a:ea typeface="Verizon NHG DS"/>
              <a:cs typeface="Verizon NHG DS"/>
              <a:sym typeface="Verizon NHG DS"/>
            </a:endParaRPr>
          </a:p>
        </p:txBody>
      </p:sp>
      <p:grpSp>
        <p:nvGrpSpPr>
          <p:cNvPr id="1254" name="Google Shape;1254;p170"/>
          <p:cNvGrpSpPr/>
          <p:nvPr/>
        </p:nvGrpSpPr>
        <p:grpSpPr>
          <a:xfrm>
            <a:off x="6665119" y="154838"/>
            <a:ext cx="2104650" cy="212400"/>
            <a:chOff x="9242425" y="104850"/>
            <a:chExt cx="2806200" cy="283200"/>
          </a:xfrm>
        </p:grpSpPr>
        <p:sp>
          <p:nvSpPr>
            <p:cNvPr id="1255" name="Google Shape;1255;p170"/>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256" name="Google Shape;1256;p170"/>
            <p:cNvSpPr/>
            <p:nvPr/>
          </p:nvSpPr>
          <p:spPr>
            <a:xfrm>
              <a:off x="10156825" y="104850"/>
              <a:ext cx="977400" cy="283200"/>
            </a:xfrm>
            <a:prstGeom prst="chevron">
              <a:avLst>
                <a:gd fmla="val 50000" name="adj"/>
              </a:avLst>
            </a:prstGeom>
            <a:solidFill>
              <a:schemeClr val="accent1"/>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Scope</a:t>
              </a:r>
              <a:endParaRPr b="0" i="0" sz="600" u="none" cap="none" strike="noStrike">
                <a:solidFill>
                  <a:schemeClr val="lt1"/>
                </a:solidFill>
                <a:latin typeface="Verizon NHG TX"/>
                <a:ea typeface="Verizon NHG TX"/>
                <a:cs typeface="Verizon NHG TX"/>
                <a:sym typeface="Verizon NHG TX"/>
              </a:endParaRPr>
            </a:p>
          </p:txBody>
        </p:sp>
        <p:sp>
          <p:nvSpPr>
            <p:cNvPr id="1257" name="Google Shape;1257;p170"/>
            <p:cNvSpPr/>
            <p:nvPr/>
          </p:nvSpPr>
          <p:spPr>
            <a:xfrm>
              <a:off x="11071225" y="104850"/>
              <a:ext cx="977400" cy="283200"/>
            </a:xfrm>
            <a:prstGeom prst="chevron">
              <a:avLst>
                <a:gd fmla="val 50000" name="adj"/>
              </a:avLst>
            </a:prstGeom>
            <a:solidFill>
              <a:schemeClr val="accent2"/>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
        <p:nvSpPr>
          <p:cNvPr id="1258" name="Google Shape;1258;p170"/>
          <p:cNvSpPr txBox="1"/>
          <p:nvPr/>
        </p:nvSpPr>
        <p:spPr>
          <a:xfrm>
            <a:off x="476250" y="469100"/>
            <a:ext cx="3303600" cy="136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00"/>
              <a:buFont typeface="Arial"/>
              <a:buNone/>
            </a:pPr>
            <a:r>
              <a:rPr lang="en" sz="800">
                <a:latin typeface="Verizon NHG TX"/>
                <a:ea typeface="Verizon NHG TX"/>
                <a:cs typeface="Verizon NHG TX"/>
                <a:sym typeface="Verizon NHG TX"/>
              </a:rPr>
              <a:t>VDS AI Tooling</a:t>
            </a:r>
            <a:endParaRPr b="0" i="0" sz="800" u="none" cap="none" strike="noStrike">
              <a:solidFill>
                <a:srgbClr val="000000"/>
              </a:solidFill>
              <a:latin typeface="Verizon NHG TX"/>
              <a:ea typeface="Verizon NHG TX"/>
              <a:cs typeface="Verizon NHG TX"/>
              <a:sym typeface="Verizon NHG TX"/>
            </a:endParaRPr>
          </a:p>
        </p:txBody>
      </p:sp>
      <p:pic>
        <p:nvPicPr>
          <p:cNvPr descr="placeholder image that uses icon representative of a design system" id="1259" name="Google Shape;1259;p170"/>
          <p:cNvPicPr preferRelativeResize="0"/>
          <p:nvPr/>
        </p:nvPicPr>
        <p:blipFill rotWithShape="1">
          <a:blip r:embed="rId3">
            <a:alphaModFix/>
          </a:blip>
          <a:srcRect b="22094" l="-8952" r="-12850" t="14418"/>
          <a:stretch/>
        </p:blipFill>
        <p:spPr>
          <a:xfrm>
            <a:off x="6206297" y="1149150"/>
            <a:ext cx="2563478" cy="1232403"/>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1260" name="Google Shape;1260;p170"/>
          <p:cNvPicPr preferRelativeResize="0"/>
          <p:nvPr/>
        </p:nvPicPr>
        <p:blipFill rotWithShape="1">
          <a:blip r:embed="rId3">
            <a:alphaModFix/>
          </a:blip>
          <a:srcRect b="22094" l="-8952" r="-12850" t="14418"/>
          <a:stretch/>
        </p:blipFill>
        <p:spPr>
          <a:xfrm>
            <a:off x="3345372" y="1149150"/>
            <a:ext cx="2563478" cy="1232403"/>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1261" name="Google Shape;1261;p170"/>
          <p:cNvPicPr preferRelativeResize="0"/>
          <p:nvPr/>
        </p:nvPicPr>
        <p:blipFill rotWithShape="1">
          <a:blip r:embed="rId3">
            <a:alphaModFix/>
          </a:blip>
          <a:srcRect b="22094" l="-8952" r="-12850" t="14418"/>
          <a:stretch/>
        </p:blipFill>
        <p:spPr>
          <a:xfrm>
            <a:off x="484447" y="1149150"/>
            <a:ext cx="2563478" cy="1232403"/>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17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1268" name="Google Shape;1268;p171"/>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800"/>
              <a:buNone/>
            </a:pPr>
            <a:r>
              <a:rPr lang="en"/>
              <a:t>CX Workstream Name</a:t>
            </a:r>
            <a:endParaRPr/>
          </a:p>
        </p:txBody>
      </p:sp>
      <p:graphicFrame>
        <p:nvGraphicFramePr>
          <p:cNvPr id="1269" name="Google Shape;1269;p171"/>
          <p:cNvGraphicFramePr/>
          <p:nvPr/>
        </p:nvGraphicFramePr>
        <p:xfrm>
          <a:off x="429394" y="1230450"/>
          <a:ext cx="3000000" cy="3000000"/>
        </p:xfrm>
        <a:graphic>
          <a:graphicData uri="http://schemas.openxmlformats.org/drawingml/2006/table">
            <a:tbl>
              <a:tblPr>
                <a:noFill/>
                <a:tableStyleId>{9E462017-A897-4C5D-8408-AA559E3040F2}</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KPI’s Impacted- Section 1</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CX Excellence</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Customer Satisfaction (CSAT)</a:t>
                      </a:r>
                      <a:endParaRPr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700"/>
                        <a:buFont typeface="Arial"/>
                        <a:buNone/>
                      </a:pPr>
                      <a:r>
                        <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Rep Interaction Score (RIS)</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Churn Reduction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3-day Resolve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Digital Interaction Score (DIS)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Revenue Growth</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Overall Conversion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Prospect Conversion</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Operational Efficiency</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Call Volume Optimization (CVO)</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Average Handle Time (AHT)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Retail Transaction Time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Other Cost Savings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1270" name="Google Shape;1270;p171"/>
          <p:cNvCxnSpPr/>
          <p:nvPr/>
        </p:nvCxnSpPr>
        <p:spPr>
          <a:xfrm>
            <a:off x="4480665" y="1206769"/>
            <a:ext cx="0" cy="3320700"/>
          </a:xfrm>
          <a:prstGeom prst="straightConnector1">
            <a:avLst/>
          </a:prstGeom>
          <a:noFill/>
          <a:ln cap="flat" cmpd="sng" w="19050">
            <a:solidFill>
              <a:srgbClr val="7F7F7F"/>
            </a:solidFill>
            <a:prstDash val="dash"/>
            <a:round/>
            <a:headEnd len="sm" w="sm" type="none"/>
            <a:tailEnd len="sm" w="sm" type="none"/>
          </a:ln>
        </p:spPr>
      </p:cxnSp>
      <p:graphicFrame>
        <p:nvGraphicFramePr>
          <p:cNvPr id="1271" name="Google Shape;1271;p171"/>
          <p:cNvGraphicFramePr/>
          <p:nvPr/>
        </p:nvGraphicFramePr>
        <p:xfrm>
          <a:off x="4665081" y="1230450"/>
          <a:ext cx="3000000" cy="3000000"/>
        </p:xfrm>
        <a:graphic>
          <a:graphicData uri="http://schemas.openxmlformats.org/drawingml/2006/table">
            <a:tbl>
              <a:tblPr>
                <a:noFill/>
                <a:tableStyleId>{9E462017-A897-4C5D-8408-AA559E3040F2}</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Financial Scope &amp; Targets (P*Q)- Section 2</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Benefit Value Estimates </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Incremental Revenue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Call Volume Optimization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Handle Time Optimization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Other Benefit Value            $________  (please explain)</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chemeClr val="lt1"/>
                          </a:solidFill>
                          <a:latin typeface="Verizon NHG DS"/>
                          <a:ea typeface="Verizon NHG DS"/>
                          <a:cs typeface="Verizon NHG DS"/>
                          <a:sym typeface="Verizon NHG DS"/>
                        </a:rPr>
                        <a:t>Investment Planning - Section 3 </a:t>
                      </a:r>
                      <a:r>
                        <a:rPr b="1" lang="en" sz="700" u="none" cap="none" strike="noStrike">
                          <a:solidFill>
                            <a:schemeClr val="lt1"/>
                          </a:solidFill>
                          <a:latin typeface="Verizon NHG DS"/>
                          <a:ea typeface="Verizon NHG DS"/>
                          <a:cs typeface="Verizon NHG DS"/>
                          <a:sym typeface="Verizon NHG DS"/>
                        </a:rPr>
                        <a:t>(CXO IPG to complete this section)</a:t>
                      </a:r>
                      <a:endParaRPr b="1" sz="5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Capital  Investment Estimates</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GTS Labor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Non-GTS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Operating Expense for Initiative (Incremental)</a:t>
                      </a:r>
                      <a:endParaRPr b="1"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Operating Cost (OPEX)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Incremental Headcount       ________</a:t>
                      </a:r>
                      <a:endParaRPr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1272" name="Google Shape;1272;p171"/>
          <p:cNvSpPr/>
          <p:nvPr/>
        </p:nvSpPr>
        <p:spPr>
          <a:xfrm>
            <a:off x="4654800" y="2778400"/>
            <a:ext cx="3828300" cy="1956000"/>
          </a:xfrm>
          <a:prstGeom prst="rect">
            <a:avLst/>
          </a:prstGeom>
          <a:solidFill>
            <a:srgbClr val="9E9E9E">
              <a:alpha val="392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grpSp>
        <p:nvGrpSpPr>
          <p:cNvPr id="1273" name="Google Shape;1273;p171"/>
          <p:cNvGrpSpPr/>
          <p:nvPr/>
        </p:nvGrpSpPr>
        <p:grpSpPr>
          <a:xfrm>
            <a:off x="6665119" y="154838"/>
            <a:ext cx="2104650" cy="212400"/>
            <a:chOff x="9242425" y="104850"/>
            <a:chExt cx="2806200" cy="283200"/>
          </a:xfrm>
        </p:grpSpPr>
        <p:sp>
          <p:nvSpPr>
            <p:cNvPr id="1274" name="Google Shape;1274;p171"/>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275" name="Google Shape;1275;p171"/>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1276" name="Google Shape;1276;p171"/>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173"/>
          <p:cNvSpPr txBox="1"/>
          <p:nvPr>
            <p:ph idx="1" type="body"/>
          </p:nvPr>
        </p:nvSpPr>
        <p:spPr>
          <a:xfrm>
            <a:off x="376953" y="383117"/>
            <a:ext cx="8583600" cy="1941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accent5"/>
              </a:buClr>
              <a:buSzPts val="900"/>
              <a:buNone/>
            </a:pPr>
            <a:r>
              <a:rPr lang="en">
                <a:solidFill>
                  <a:schemeClr val="dk1"/>
                </a:solidFill>
              </a:rPr>
              <a:t>2026 Planning Artifacts</a:t>
            </a:r>
            <a:endParaRPr/>
          </a:p>
        </p:txBody>
      </p:sp>
      <p:sp>
        <p:nvSpPr>
          <p:cNvPr id="1287" name="Google Shape;1287;p173"/>
          <p:cNvSpPr txBox="1"/>
          <p:nvPr>
            <p:ph idx="3" type="body"/>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a:t>Journey Map Example</a:t>
            </a:r>
            <a:endParaRPr/>
          </a:p>
          <a:p>
            <a:pPr indent="0" lvl="0" marL="0" rtl="0" algn="l">
              <a:lnSpc>
                <a:spcPct val="100000"/>
              </a:lnSpc>
              <a:spcBef>
                <a:spcPts val="0"/>
              </a:spcBef>
              <a:spcAft>
                <a:spcPts val="0"/>
              </a:spcAft>
              <a:buClr>
                <a:schemeClr val="dk1"/>
              </a:buClr>
              <a:buSzPts val="2100"/>
              <a:buNone/>
            </a:pPr>
            <a:r>
              <a:t/>
            </a:r>
            <a:endParaRPr/>
          </a:p>
        </p:txBody>
      </p:sp>
      <p:sp>
        <p:nvSpPr>
          <p:cNvPr id="1288" name="Google Shape;1288;p173"/>
          <p:cNvSpPr txBox="1"/>
          <p:nvPr/>
        </p:nvSpPr>
        <p:spPr>
          <a:xfrm>
            <a:off x="4613752"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0" lang="en" sz="800" u="none" cap="none" strike="noStrike">
                <a:solidFill>
                  <a:srgbClr val="000000"/>
                </a:solidFill>
                <a:latin typeface="Verizon NHG DS"/>
                <a:ea typeface="Verizon NHG DS"/>
                <a:cs typeface="Verizon NHG DS"/>
                <a:sym typeface="Verizon NHG DS"/>
              </a:rPr>
              <a:t>3. Activate internet</a:t>
            </a:r>
            <a:endParaRPr b="1" i="0"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b="0" i="0" lang="en" sz="800" u="none" cap="none" strike="noStrike">
                <a:solidFill>
                  <a:srgbClr val="000000"/>
                </a:solidFill>
                <a:latin typeface="Verizon NHG DS"/>
                <a:ea typeface="Verizon NHG DS"/>
                <a:cs typeface="Verizon NHG DS"/>
                <a:sym typeface="Verizon NHG DS"/>
              </a:rPr>
              <a:t>When the light turns solid white she’s setup. If help is needed, she refers to the 5G Compass in MVA.</a:t>
            </a:r>
            <a:endParaRPr b="0" i="0"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t/>
            </a:r>
            <a:endParaRPr b="0" i="0" sz="800" u="none" cap="none" strike="noStrike">
              <a:solidFill>
                <a:srgbClr val="000000"/>
              </a:solidFill>
              <a:latin typeface="Verizon NHG DS"/>
              <a:ea typeface="Verizon NHG DS"/>
              <a:cs typeface="Verizon NHG DS"/>
              <a:sym typeface="Verizon NHG DS"/>
            </a:endParaRPr>
          </a:p>
        </p:txBody>
      </p:sp>
      <p:sp>
        <p:nvSpPr>
          <p:cNvPr id="1289" name="Google Shape;1289;p173"/>
          <p:cNvSpPr txBox="1"/>
          <p:nvPr/>
        </p:nvSpPr>
        <p:spPr>
          <a:xfrm>
            <a:off x="3228683"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0" lang="en" sz="800" u="none" cap="none" strike="noStrike">
                <a:solidFill>
                  <a:srgbClr val="000000"/>
                </a:solidFill>
                <a:latin typeface="Verizon NHG DS"/>
                <a:ea typeface="Verizon NHG DS"/>
                <a:cs typeface="Verizon NHG DS"/>
                <a:sym typeface="Verizon NHG DS"/>
              </a:rPr>
              <a:t>2. Find a spot</a:t>
            </a:r>
            <a:endParaRPr b="1" i="0"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0" i="0" lang="en" sz="800" u="none" cap="none" strike="noStrike">
                <a:solidFill>
                  <a:srgbClr val="000000"/>
                </a:solidFill>
                <a:latin typeface="Verizon NHG DS"/>
                <a:ea typeface="Verizon NHG DS"/>
                <a:cs typeface="Verizon NHG DS"/>
                <a:sym typeface="Verizon NHG DS"/>
              </a:rPr>
              <a:t>Using what she learned in-store, she chooses a </a:t>
            </a:r>
            <a:br>
              <a:rPr b="0" i="0" lang="en" sz="800" u="none" cap="none" strike="noStrike">
                <a:solidFill>
                  <a:srgbClr val="000000"/>
                </a:solidFill>
                <a:latin typeface="Verizon NHG DS"/>
                <a:ea typeface="Verizon NHG DS"/>
                <a:cs typeface="Verizon NHG DS"/>
                <a:sym typeface="Verizon NHG DS"/>
              </a:rPr>
            </a:br>
            <a:r>
              <a:rPr b="0" i="0" lang="en" sz="800" u="none" cap="none" strike="noStrike">
                <a:solidFill>
                  <a:srgbClr val="000000"/>
                </a:solidFill>
                <a:latin typeface="Verizon NHG DS"/>
                <a:ea typeface="Verizon NHG DS"/>
                <a:cs typeface="Verizon NHG DS"/>
                <a:sym typeface="Verizon NHG DS"/>
              </a:rPr>
              <a:t>spot to plug-in.</a:t>
            </a:r>
            <a:endParaRPr b="0" i="0" sz="800" u="none" cap="none" strike="noStrike">
              <a:solidFill>
                <a:srgbClr val="000000"/>
              </a:solidFill>
              <a:latin typeface="Verizon NHG DS"/>
              <a:ea typeface="Verizon NHG DS"/>
              <a:cs typeface="Verizon NHG DS"/>
              <a:sym typeface="Verizon NHG DS"/>
            </a:endParaRPr>
          </a:p>
        </p:txBody>
      </p:sp>
      <p:sp>
        <p:nvSpPr>
          <p:cNvPr id="1290" name="Google Shape;1290;p173"/>
          <p:cNvSpPr txBox="1"/>
          <p:nvPr/>
        </p:nvSpPr>
        <p:spPr>
          <a:xfrm>
            <a:off x="6020928"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u="none" cap="none" strike="noStrike">
                <a:solidFill>
                  <a:srgbClr val="000000"/>
                </a:solidFill>
                <a:latin typeface="Verizon NHG DS"/>
                <a:ea typeface="Verizon NHG DS"/>
                <a:cs typeface="Verizon NHG DS"/>
                <a:sym typeface="Verizon NHG DS"/>
              </a:rPr>
              <a:t>Download / Open  MVA</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0" i="0" lang="en" sz="800" u="none" cap="none" strike="noStrike">
                <a:solidFill>
                  <a:srgbClr val="000000"/>
                </a:solidFill>
                <a:latin typeface="Verizon NHG DS"/>
                <a:ea typeface="Verizon NHG DS"/>
                <a:cs typeface="Verizon NHG DS"/>
                <a:sym typeface="Verizon NHG DS"/>
              </a:rPr>
              <a:t>If Taylor wants to personalize her network, she can scan the QR code or enter the URL to deep link in My Verizon app.</a:t>
            </a:r>
            <a:endParaRPr b="0" i="0" sz="800" u="none" cap="none" strike="noStrike">
              <a:solidFill>
                <a:srgbClr val="000000"/>
              </a:solidFill>
              <a:latin typeface="Verizon NHG DS"/>
              <a:ea typeface="Verizon NHG DS"/>
              <a:cs typeface="Verizon NHG DS"/>
              <a:sym typeface="Verizon NHG DS"/>
            </a:endParaRPr>
          </a:p>
        </p:txBody>
      </p:sp>
      <p:sp>
        <p:nvSpPr>
          <p:cNvPr id="1291" name="Google Shape;1291;p173"/>
          <p:cNvSpPr txBox="1"/>
          <p:nvPr/>
        </p:nvSpPr>
        <p:spPr>
          <a:xfrm>
            <a:off x="324521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800"/>
              <a:buFont typeface="Arial"/>
              <a:buNone/>
            </a:pPr>
            <a:r>
              <a:rPr b="1" i="0" lang="en" sz="800" u="none" cap="none" strike="noStrike">
                <a:solidFill>
                  <a:srgbClr val="000000"/>
                </a:solidFill>
                <a:latin typeface="Verizon NHG DS"/>
                <a:ea typeface="Verizon NHG DS"/>
                <a:cs typeface="Verizon NHG DS"/>
                <a:sym typeface="Verizon NHG DS"/>
              </a:rPr>
              <a:t>Device</a:t>
            </a:r>
            <a:endParaRPr b="1" i="0" sz="800" u="none" cap="none" strike="noStrike">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600"/>
              </a:spcAft>
              <a:buClr>
                <a:srgbClr val="000000"/>
              </a:buClr>
              <a:buSzPts val="800"/>
              <a:buFont typeface="Arial"/>
              <a:buNone/>
            </a:pPr>
            <a:r>
              <a:rPr b="1" i="0" lang="en" sz="800" u="none" cap="none" strike="noStrike">
                <a:solidFill>
                  <a:srgbClr val="000000"/>
                </a:solidFill>
                <a:latin typeface="Verizon NHG DS"/>
                <a:ea typeface="Verizon NHG DS"/>
                <a:cs typeface="Verizon NHG DS"/>
                <a:sym typeface="Verizon NHG DS"/>
              </a:rPr>
              <a:t>Power adapter</a:t>
            </a:r>
            <a:endParaRPr b="0" i="1" sz="800" u="none" cap="none" strike="noStrike">
              <a:solidFill>
                <a:srgbClr val="EE0000"/>
              </a:solidFill>
              <a:latin typeface="Verizon NHG DS"/>
              <a:ea typeface="Verizon NHG DS"/>
              <a:cs typeface="Verizon NHG DS"/>
              <a:sym typeface="Verizon NHG DS"/>
            </a:endParaRPr>
          </a:p>
        </p:txBody>
      </p:sp>
      <p:sp>
        <p:nvSpPr>
          <p:cNvPr id="1292" name="Google Shape;1292;p173"/>
          <p:cNvSpPr txBox="1"/>
          <p:nvPr/>
        </p:nvSpPr>
        <p:spPr>
          <a:xfrm>
            <a:off x="45725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800"/>
              <a:buFont typeface="Arial"/>
              <a:buNone/>
            </a:pPr>
            <a:r>
              <a:rPr b="1" i="0" lang="en" sz="800" u="none" cap="none" strike="noStrike">
                <a:solidFill>
                  <a:srgbClr val="000000"/>
                </a:solidFill>
                <a:latin typeface="Verizon NHG DS"/>
                <a:ea typeface="Verizon NHG DS"/>
                <a:cs typeface="Verizon NHG DS"/>
                <a:sym typeface="Verizon NHG DS"/>
              </a:rPr>
              <a:t>Confirmation email / </a:t>
            </a:r>
            <a:br>
              <a:rPr b="1" i="0" lang="en" sz="800" u="none" cap="none" strike="noStrike">
                <a:solidFill>
                  <a:srgbClr val="000000"/>
                </a:solidFill>
                <a:latin typeface="Verizon NHG DS"/>
                <a:ea typeface="Verizon NHG DS"/>
                <a:cs typeface="Verizon NHG DS"/>
                <a:sym typeface="Verizon NHG DS"/>
              </a:rPr>
            </a:br>
            <a:r>
              <a:rPr b="1" i="0" lang="en" sz="800" u="none" cap="none" strike="noStrike">
                <a:solidFill>
                  <a:srgbClr val="000000"/>
                </a:solidFill>
                <a:latin typeface="Verizon NHG DS"/>
                <a:ea typeface="Verizon NHG DS"/>
                <a:cs typeface="Verizon NHG DS"/>
                <a:sym typeface="Verizon NHG DS"/>
              </a:rPr>
              <a:t>Get ready page</a:t>
            </a:r>
            <a:endParaRPr b="1" i="0" sz="800" u="none" cap="none" strike="noStrike">
              <a:solidFill>
                <a:srgbClr val="000000"/>
              </a:solidFill>
              <a:latin typeface="Verizon NHG DS"/>
              <a:ea typeface="Verizon NHG DS"/>
              <a:cs typeface="Verizon NHG DS"/>
              <a:sym typeface="Verizon NHG DS"/>
            </a:endParaRPr>
          </a:p>
          <a:p>
            <a:pPr indent="-101600" lvl="0" marL="165100" marR="0" rtl="0" algn="l">
              <a:lnSpc>
                <a:spcPct val="90000"/>
              </a:lnSpc>
              <a:spcBef>
                <a:spcPts val="600"/>
              </a:spcBef>
              <a:spcAft>
                <a:spcPts val="0"/>
              </a:spcAft>
              <a:buClr>
                <a:srgbClr val="000000"/>
              </a:buClr>
              <a:buSzPts val="800"/>
              <a:buFont typeface="Verizon NHG DS"/>
              <a:buChar char="-"/>
            </a:pPr>
            <a:r>
              <a:rPr b="1" i="0" lang="en" sz="800" u="none" cap="none" strike="noStrike">
                <a:solidFill>
                  <a:srgbClr val="000000"/>
                </a:solidFill>
                <a:latin typeface="Verizon NHG DS"/>
                <a:ea typeface="Verizon NHG DS"/>
                <a:cs typeface="Verizon NHG DS"/>
                <a:sym typeface="Verizon NHG DS"/>
              </a:rPr>
              <a:t>Register</a:t>
            </a:r>
            <a:endParaRPr b="1" i="0" sz="800" u="none" cap="none" strike="noStrike">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0"/>
              </a:spcAft>
              <a:buClr>
                <a:srgbClr val="000000"/>
              </a:buClr>
              <a:buSzPts val="800"/>
              <a:buFont typeface="Verizon NHG DS"/>
              <a:buChar char="-"/>
            </a:pPr>
            <a:r>
              <a:rPr b="1" i="0" lang="en" sz="800" u="none" cap="none" strike="noStrike">
                <a:solidFill>
                  <a:srgbClr val="000000"/>
                </a:solidFill>
                <a:latin typeface="Verizon NHG DS"/>
                <a:ea typeface="Verizon NHG DS"/>
                <a:cs typeface="Verizon NHG DS"/>
                <a:sym typeface="Verizon NHG DS"/>
              </a:rPr>
              <a:t>Download MVA</a:t>
            </a:r>
            <a:endParaRPr b="1" i="0" sz="800" u="none" cap="none" strike="noStrike">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300"/>
              </a:spcAft>
              <a:buClr>
                <a:srgbClr val="000000"/>
              </a:buClr>
              <a:buSzPts val="800"/>
              <a:buFont typeface="Verizon NHG DS"/>
              <a:buChar char="-"/>
            </a:pPr>
            <a:r>
              <a:rPr b="1" i="0" lang="en" sz="800" u="none" cap="none" strike="noStrike">
                <a:solidFill>
                  <a:srgbClr val="000000"/>
                </a:solidFill>
                <a:latin typeface="Verizon NHG DS"/>
                <a:ea typeface="Verizon NHG DS"/>
                <a:cs typeface="Verizon NHG DS"/>
                <a:sym typeface="Verizon NHG DS"/>
              </a:rPr>
              <a:t>5G signal map + compass</a:t>
            </a:r>
            <a:endParaRPr b="0" i="0" sz="800" u="none" cap="none" strike="noStrike">
              <a:solidFill>
                <a:srgbClr val="000000"/>
              </a:solidFill>
              <a:latin typeface="Verizon NHG DS"/>
              <a:ea typeface="Verizon NHG DS"/>
              <a:cs typeface="Verizon NHG DS"/>
              <a:sym typeface="Verizon NHG DS"/>
            </a:endParaRPr>
          </a:p>
        </p:txBody>
      </p:sp>
      <p:sp>
        <p:nvSpPr>
          <p:cNvPr id="1293" name="Google Shape;1293;p173"/>
          <p:cNvSpPr txBox="1"/>
          <p:nvPr/>
        </p:nvSpPr>
        <p:spPr>
          <a:xfrm>
            <a:off x="463919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800"/>
              <a:buFont typeface="Arial"/>
              <a:buNone/>
            </a:pPr>
            <a:r>
              <a:rPr b="1" i="0" lang="en" sz="800" u="none" cap="none" strike="noStrike">
                <a:solidFill>
                  <a:srgbClr val="000000"/>
                </a:solidFill>
                <a:latin typeface="Verizon NHG DS"/>
                <a:ea typeface="Verizon NHG DS"/>
                <a:cs typeface="Verizon NHG DS"/>
                <a:sym typeface="Verizon NHG DS"/>
              </a:rPr>
              <a:t>LED status</a:t>
            </a:r>
            <a:endParaRPr b="1" i="0" sz="800" u="none" cap="none" strike="noStrike">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0"/>
              </a:spcAft>
              <a:buClr>
                <a:srgbClr val="000000"/>
              </a:buClr>
              <a:buSzPts val="800"/>
              <a:buFont typeface="Arial"/>
              <a:buNone/>
            </a:pPr>
            <a:r>
              <a:rPr b="1" i="0" lang="en" sz="800" u="none" cap="none" strike="noStrike">
                <a:solidFill>
                  <a:srgbClr val="000000"/>
                </a:solidFill>
                <a:latin typeface="Verizon NHG DS"/>
                <a:ea typeface="Verizon NHG DS"/>
                <a:cs typeface="Verizon NHG DS"/>
                <a:sym typeface="Verizon NHG DS"/>
              </a:rPr>
              <a:t>Wi-Fi name/password</a:t>
            </a:r>
            <a:endParaRPr b="1" i="0" sz="800" u="none" cap="none" strike="noStrike">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600"/>
              </a:spcAft>
              <a:buClr>
                <a:srgbClr val="000000"/>
              </a:buClr>
              <a:buSzPts val="800"/>
              <a:buFont typeface="Arial"/>
              <a:buNone/>
            </a:pPr>
            <a:r>
              <a:rPr b="1" i="0" lang="en" sz="800" u="none" cap="none" strike="noStrike">
                <a:solidFill>
                  <a:srgbClr val="000000"/>
                </a:solidFill>
                <a:latin typeface="Verizon NHG DS"/>
                <a:ea typeface="Verizon NHG DS"/>
                <a:cs typeface="Verizon NHG DS"/>
                <a:sym typeface="Verizon NHG DS"/>
              </a:rPr>
              <a:t>5G signal map + compass</a:t>
            </a:r>
            <a:endParaRPr b="1" i="0" sz="800" u="none" cap="none" strike="noStrike">
              <a:solidFill>
                <a:srgbClr val="000000"/>
              </a:solidFill>
              <a:latin typeface="Verizon NHG DS"/>
              <a:ea typeface="Verizon NHG DS"/>
              <a:cs typeface="Verizon NHG DS"/>
              <a:sym typeface="Verizon NHG DS"/>
            </a:endParaRPr>
          </a:p>
        </p:txBody>
      </p:sp>
      <p:sp>
        <p:nvSpPr>
          <p:cNvPr id="1294" name="Google Shape;1294;p173"/>
          <p:cNvSpPr txBox="1"/>
          <p:nvPr/>
        </p:nvSpPr>
        <p:spPr>
          <a:xfrm>
            <a:off x="6033170" y="3698153"/>
            <a:ext cx="1234500" cy="900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800"/>
              <a:buFont typeface="Arial"/>
              <a:buNone/>
            </a:pPr>
            <a:r>
              <a:rPr b="1" i="0" lang="en" sz="800" u="none" cap="none" strike="noStrike">
                <a:solidFill>
                  <a:srgbClr val="000000"/>
                </a:solidFill>
                <a:latin typeface="Verizon NHG DS"/>
                <a:ea typeface="Verizon NHG DS"/>
                <a:cs typeface="Verizon NHG DS"/>
                <a:sym typeface="Verizon NHG DS"/>
              </a:rPr>
              <a:t>Setup guide</a:t>
            </a:r>
            <a:endParaRPr b="1" i="0" sz="800" u="none" cap="none" strike="noStrike">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0"/>
              </a:spcAft>
              <a:buClr>
                <a:srgbClr val="000000"/>
              </a:buClr>
              <a:buSzPts val="800"/>
              <a:buFont typeface="Arial"/>
              <a:buNone/>
            </a:pPr>
            <a:r>
              <a:rPr b="1" i="0" lang="en" sz="800" u="none" cap="none" strike="noStrike">
                <a:solidFill>
                  <a:srgbClr val="000000"/>
                </a:solidFill>
                <a:latin typeface="Verizon NHG DS"/>
                <a:ea typeface="Verizon NHG DS"/>
                <a:cs typeface="Verizon NHG DS"/>
                <a:sym typeface="Verizon NHG DS"/>
              </a:rPr>
              <a:t>My Verizon app</a:t>
            </a:r>
            <a:endParaRPr b="1" i="0" sz="800" u="none" cap="none" strike="noStrike">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600"/>
              </a:spcAft>
              <a:buClr>
                <a:srgbClr val="000000"/>
              </a:buClr>
              <a:buSzPts val="800"/>
              <a:buFont typeface="Arial"/>
              <a:buNone/>
            </a:pPr>
            <a:r>
              <a:rPr b="1" i="0" lang="en" sz="800" u="none" cap="none" strike="noStrike">
                <a:solidFill>
                  <a:srgbClr val="000000"/>
                </a:solidFill>
                <a:latin typeface="Verizon NHG DS"/>
                <a:ea typeface="Verizon NHG DS"/>
                <a:cs typeface="Verizon NHG DS"/>
                <a:sym typeface="Verizon NHG DS"/>
              </a:rPr>
              <a:t>Authentication</a:t>
            </a:r>
            <a:endParaRPr b="1" i="0" sz="800" u="none" cap="none" strike="noStrike">
              <a:solidFill>
                <a:srgbClr val="000000"/>
              </a:solidFill>
              <a:latin typeface="Verizon NHG DS"/>
              <a:ea typeface="Verizon NHG DS"/>
              <a:cs typeface="Verizon NHG DS"/>
              <a:sym typeface="Verizon NHG DS"/>
            </a:endParaRPr>
          </a:p>
        </p:txBody>
      </p:sp>
      <p:sp>
        <p:nvSpPr>
          <p:cNvPr id="1295" name="Google Shape;1295;p173"/>
          <p:cNvSpPr txBox="1"/>
          <p:nvPr/>
        </p:nvSpPr>
        <p:spPr>
          <a:xfrm>
            <a:off x="7417225" y="2566850"/>
            <a:ext cx="1407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u="none" cap="none" strike="noStrike">
                <a:solidFill>
                  <a:srgbClr val="000000"/>
                </a:solidFill>
                <a:latin typeface="Verizon NHG DS"/>
                <a:ea typeface="Verizon NHG DS"/>
                <a:cs typeface="Verizon NHG DS"/>
                <a:sym typeface="Verizon NHG DS"/>
              </a:rPr>
              <a:t>Personalize internet</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0" i="0" lang="en" sz="800" u="none" cap="none" strike="noStrike">
                <a:solidFill>
                  <a:srgbClr val="000000"/>
                </a:solidFill>
                <a:latin typeface="Verizon NHG DS"/>
                <a:ea typeface="Verizon NHG DS"/>
                <a:cs typeface="Verizon NHG DS"/>
                <a:sym typeface="Verizon NHG DS"/>
              </a:rPr>
              <a:t>Once she has the My Verizon app open, there are a variety of personalizations and settings that she can change.</a:t>
            </a:r>
            <a:endParaRPr b="0" i="0" sz="800" u="none" cap="none" strike="noStrike">
              <a:solidFill>
                <a:srgbClr val="000000"/>
              </a:solidFill>
              <a:latin typeface="Verizon NHG DS"/>
              <a:ea typeface="Verizon NHG DS"/>
              <a:cs typeface="Verizon NHG DS"/>
              <a:sym typeface="Verizon NHG DS"/>
            </a:endParaRPr>
          </a:p>
        </p:txBody>
      </p:sp>
      <p:sp>
        <p:nvSpPr>
          <p:cNvPr id="1296" name="Google Shape;1296;p173"/>
          <p:cNvSpPr txBox="1"/>
          <p:nvPr/>
        </p:nvSpPr>
        <p:spPr>
          <a:xfrm>
            <a:off x="7427150" y="3698153"/>
            <a:ext cx="1234500" cy="900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800"/>
              <a:buFont typeface="Arial"/>
              <a:buNone/>
            </a:pPr>
            <a:r>
              <a:rPr b="1" i="0" lang="en" sz="800" u="none" cap="none" strike="noStrike">
                <a:solidFill>
                  <a:srgbClr val="000000"/>
                </a:solidFill>
                <a:latin typeface="Verizon NHG DS"/>
                <a:ea typeface="Verizon NHG DS"/>
                <a:cs typeface="Verizon NHG DS"/>
                <a:sym typeface="Verizon NHG DS"/>
              </a:rPr>
              <a:t>My Verizon app</a:t>
            </a:r>
            <a:endParaRPr b="1" i="0" sz="800" u="none" cap="none" strike="noStrike">
              <a:solidFill>
                <a:srgbClr val="000000"/>
              </a:solidFill>
              <a:latin typeface="Verizon NHG DS"/>
              <a:ea typeface="Verizon NHG DS"/>
              <a:cs typeface="Verizon NHG DS"/>
              <a:sym typeface="Verizon NHG DS"/>
            </a:endParaRPr>
          </a:p>
          <a:p>
            <a:pPr indent="-101600" lvl="0" marL="165100" marR="0" rtl="0" algn="l">
              <a:lnSpc>
                <a:spcPct val="90000"/>
              </a:lnSpc>
              <a:spcBef>
                <a:spcPts val="600"/>
              </a:spcBef>
              <a:spcAft>
                <a:spcPts val="0"/>
              </a:spcAft>
              <a:buClr>
                <a:srgbClr val="000000"/>
              </a:buClr>
              <a:buSzPts val="800"/>
              <a:buFont typeface="Verizon NHG DS"/>
              <a:buChar char="-"/>
            </a:pPr>
            <a:r>
              <a:rPr b="1" i="0" lang="en" sz="800" u="none" cap="none" strike="noStrike">
                <a:solidFill>
                  <a:srgbClr val="000000"/>
                </a:solidFill>
                <a:latin typeface="Verizon NHG DS"/>
                <a:ea typeface="Verizon NHG DS"/>
                <a:cs typeface="Verizon NHG DS"/>
                <a:sym typeface="Verizon NHG DS"/>
              </a:rPr>
              <a:t>Set Wi-Fi name/password</a:t>
            </a:r>
            <a:endParaRPr b="1" i="0" sz="800" u="none" cap="none" strike="noStrike">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300"/>
              </a:spcAft>
              <a:buClr>
                <a:srgbClr val="000000"/>
              </a:buClr>
              <a:buSzPts val="800"/>
              <a:buFont typeface="Verizon NHG DS"/>
              <a:buChar char="-"/>
            </a:pPr>
            <a:r>
              <a:rPr b="1" i="0" lang="en" sz="800" u="none" cap="none" strike="noStrike">
                <a:solidFill>
                  <a:srgbClr val="000000"/>
                </a:solidFill>
                <a:latin typeface="Verizon NHG DS"/>
                <a:ea typeface="Verizon NHG DS"/>
                <a:cs typeface="Verizon NHG DS"/>
                <a:sym typeface="Verizon NHG DS"/>
              </a:rPr>
              <a:t>Connect devices</a:t>
            </a:r>
            <a:endParaRPr b="1" i="0" sz="800" u="none" cap="none" strike="noStrike">
              <a:solidFill>
                <a:srgbClr val="000000"/>
              </a:solidFill>
              <a:latin typeface="Verizon NHG DS"/>
              <a:ea typeface="Verizon NHG DS"/>
              <a:cs typeface="Verizon NHG DS"/>
              <a:sym typeface="Verizon NHG DS"/>
            </a:endParaRPr>
          </a:p>
        </p:txBody>
      </p:sp>
      <p:cxnSp>
        <p:nvCxnSpPr>
          <p:cNvPr id="1297" name="Google Shape;1297;p173"/>
          <p:cNvCxnSpPr/>
          <p:nvPr/>
        </p:nvCxnSpPr>
        <p:spPr>
          <a:xfrm>
            <a:off x="457245" y="3512324"/>
            <a:ext cx="8204700" cy="0"/>
          </a:xfrm>
          <a:prstGeom prst="straightConnector1">
            <a:avLst/>
          </a:prstGeom>
          <a:noFill/>
          <a:ln cap="flat" cmpd="sng" w="9525">
            <a:solidFill>
              <a:srgbClr val="747676"/>
            </a:solidFill>
            <a:prstDash val="solid"/>
            <a:round/>
            <a:headEnd len="sm" w="sm" type="none"/>
            <a:tailEnd len="sm" w="sm" type="none"/>
          </a:ln>
        </p:spPr>
      </p:cxnSp>
      <p:sp>
        <p:nvSpPr>
          <p:cNvPr id="1298" name="Google Shape;1298;p173"/>
          <p:cNvSpPr txBox="1"/>
          <p:nvPr/>
        </p:nvSpPr>
        <p:spPr>
          <a:xfrm>
            <a:off x="1820676"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0" lang="en" sz="800" u="none" cap="none" strike="noStrike">
                <a:solidFill>
                  <a:srgbClr val="000000"/>
                </a:solidFill>
                <a:latin typeface="Verizon NHG DS"/>
                <a:ea typeface="Verizon NHG DS"/>
                <a:cs typeface="Verizon NHG DS"/>
                <a:sym typeface="Verizon NHG DS"/>
              </a:rPr>
              <a:t>1. Unbox</a:t>
            </a:r>
            <a:endParaRPr b="1" i="0"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0" i="0" lang="en" sz="800" u="none" cap="none" strike="noStrike">
                <a:solidFill>
                  <a:srgbClr val="000000"/>
                </a:solidFill>
                <a:latin typeface="Verizon NHG DS"/>
                <a:ea typeface="Verizon NHG DS"/>
                <a:cs typeface="Verizon NHG DS"/>
                <a:sym typeface="Verizon NHG DS"/>
              </a:rPr>
              <a:t>On opening the box, Taylor sees a simple 1-2-3 set of instructions for setup</a:t>
            </a:r>
            <a:endParaRPr b="0" i="0" sz="800" u="none" cap="none" strike="noStrike">
              <a:solidFill>
                <a:srgbClr val="000000"/>
              </a:solidFill>
              <a:latin typeface="Verizon NHG DS"/>
              <a:ea typeface="Verizon NHG DS"/>
              <a:cs typeface="Verizon NHG DS"/>
              <a:sym typeface="Verizon NHG DS"/>
            </a:endParaRPr>
          </a:p>
        </p:txBody>
      </p:sp>
      <p:sp>
        <p:nvSpPr>
          <p:cNvPr id="1299" name="Google Shape;1299;p173"/>
          <p:cNvSpPr txBox="1"/>
          <p:nvPr/>
        </p:nvSpPr>
        <p:spPr>
          <a:xfrm>
            <a:off x="185123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600"/>
              </a:spcAft>
              <a:buClr>
                <a:srgbClr val="000000"/>
              </a:buClr>
              <a:buSzPts val="800"/>
              <a:buFont typeface="Arial"/>
              <a:buNone/>
            </a:pPr>
            <a:r>
              <a:rPr b="1" i="0" lang="en" sz="800" u="none" cap="none" strike="noStrike">
                <a:solidFill>
                  <a:srgbClr val="000000"/>
                </a:solidFill>
                <a:latin typeface="Verizon NHG DS"/>
                <a:ea typeface="Verizon NHG DS"/>
                <a:cs typeface="Verizon NHG DS"/>
                <a:sym typeface="Verizon NHG DS"/>
              </a:rPr>
              <a:t>Setup guide</a:t>
            </a:r>
            <a:endParaRPr b="1" i="0" sz="800" u="none" cap="none" strike="noStrike">
              <a:solidFill>
                <a:srgbClr val="000000"/>
              </a:solidFill>
              <a:latin typeface="Verizon NHG DS"/>
              <a:ea typeface="Verizon NHG DS"/>
              <a:cs typeface="Verizon NHG DS"/>
              <a:sym typeface="Verizon NHG DS"/>
            </a:endParaRPr>
          </a:p>
        </p:txBody>
      </p:sp>
      <p:sp>
        <p:nvSpPr>
          <p:cNvPr id="1300" name="Google Shape;1300;p173"/>
          <p:cNvSpPr txBox="1"/>
          <p:nvPr/>
        </p:nvSpPr>
        <p:spPr>
          <a:xfrm>
            <a:off x="456075"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u="none" cap="none" strike="noStrike">
                <a:solidFill>
                  <a:srgbClr val="000000"/>
                </a:solidFill>
                <a:latin typeface="Verizon NHG DS"/>
                <a:ea typeface="Verizon NHG DS"/>
                <a:cs typeface="Verizon NHG DS"/>
                <a:sym typeface="Verizon NHG DS"/>
              </a:rPr>
              <a:t>Post-Sale / Pre-Setup</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0" i="0" lang="en" sz="800" u="none" cap="none" strike="noStrike">
                <a:solidFill>
                  <a:srgbClr val="000000"/>
                </a:solidFill>
                <a:latin typeface="Verizon NHG DS"/>
                <a:ea typeface="Verizon NHG DS"/>
                <a:cs typeface="Verizon NHG DS"/>
                <a:sym typeface="Verizon NHG DS"/>
              </a:rPr>
              <a:t>Taylor gets a confirmation email to set her up for success.</a:t>
            </a:r>
            <a:endParaRPr b="0" i="0" sz="800" u="none" cap="none" strike="noStrike">
              <a:solidFill>
                <a:srgbClr val="000000"/>
              </a:solidFill>
              <a:latin typeface="Verizon NHG DS"/>
              <a:ea typeface="Verizon NHG DS"/>
              <a:cs typeface="Verizon NHG DS"/>
              <a:sym typeface="Verizon NHG DS"/>
            </a:endParaRPr>
          </a:p>
        </p:txBody>
      </p:sp>
      <p:pic>
        <p:nvPicPr>
          <p:cNvPr id="1301" name="Google Shape;1301;p173"/>
          <p:cNvPicPr preferRelativeResize="0"/>
          <p:nvPr/>
        </p:nvPicPr>
        <p:blipFill rotWithShape="1">
          <a:blip r:embed="rId3">
            <a:alphaModFix/>
          </a:blip>
          <a:srcRect b="0" l="0" r="0" t="0"/>
          <a:stretch/>
        </p:blipFill>
        <p:spPr>
          <a:xfrm>
            <a:off x="1853837" y="1225346"/>
            <a:ext cx="1236598" cy="1236584"/>
          </a:xfrm>
          <a:prstGeom prst="rect">
            <a:avLst/>
          </a:prstGeom>
          <a:noFill/>
          <a:ln cap="flat" cmpd="sng" w="9525">
            <a:solidFill>
              <a:srgbClr val="000000"/>
            </a:solidFill>
            <a:prstDash val="solid"/>
            <a:round/>
            <a:headEnd len="sm" w="sm" type="none"/>
            <a:tailEnd len="sm" w="sm" type="none"/>
          </a:ln>
        </p:spPr>
      </p:pic>
      <p:pic>
        <p:nvPicPr>
          <p:cNvPr id="1302" name="Google Shape;1302;p173"/>
          <p:cNvPicPr preferRelativeResize="0"/>
          <p:nvPr/>
        </p:nvPicPr>
        <p:blipFill rotWithShape="1">
          <a:blip r:embed="rId4">
            <a:alphaModFix/>
          </a:blip>
          <a:srcRect b="0" l="0" r="0" t="0"/>
          <a:stretch/>
        </p:blipFill>
        <p:spPr>
          <a:xfrm>
            <a:off x="3246226" y="1225350"/>
            <a:ext cx="1236598" cy="1236598"/>
          </a:xfrm>
          <a:prstGeom prst="rect">
            <a:avLst/>
          </a:prstGeom>
          <a:noFill/>
          <a:ln cap="flat" cmpd="sng" w="9525">
            <a:solidFill>
              <a:srgbClr val="000000"/>
            </a:solidFill>
            <a:prstDash val="solid"/>
            <a:round/>
            <a:headEnd len="sm" w="sm" type="none"/>
            <a:tailEnd len="sm" w="sm" type="none"/>
          </a:ln>
        </p:spPr>
      </p:pic>
      <p:pic>
        <p:nvPicPr>
          <p:cNvPr id="1303" name="Google Shape;1303;p173"/>
          <p:cNvPicPr preferRelativeResize="0"/>
          <p:nvPr/>
        </p:nvPicPr>
        <p:blipFill rotWithShape="1">
          <a:blip r:embed="rId5">
            <a:alphaModFix/>
          </a:blip>
          <a:srcRect b="0" l="0" r="0" t="0"/>
          <a:stretch/>
        </p:blipFill>
        <p:spPr>
          <a:xfrm>
            <a:off x="4638625" y="1225350"/>
            <a:ext cx="1236598" cy="1236598"/>
          </a:xfrm>
          <a:prstGeom prst="rect">
            <a:avLst/>
          </a:prstGeom>
          <a:noFill/>
          <a:ln cap="flat" cmpd="sng" w="9525">
            <a:solidFill>
              <a:srgbClr val="000000"/>
            </a:solidFill>
            <a:prstDash val="solid"/>
            <a:round/>
            <a:headEnd len="sm" w="sm" type="none"/>
            <a:tailEnd len="sm" w="sm" type="none"/>
          </a:ln>
        </p:spPr>
      </p:pic>
      <p:pic>
        <p:nvPicPr>
          <p:cNvPr id="1304" name="Google Shape;1304;p173"/>
          <p:cNvPicPr preferRelativeResize="0"/>
          <p:nvPr/>
        </p:nvPicPr>
        <p:blipFill rotWithShape="1">
          <a:blip r:embed="rId6">
            <a:alphaModFix/>
          </a:blip>
          <a:srcRect b="0" l="0" r="0" t="0"/>
          <a:stretch/>
        </p:blipFill>
        <p:spPr>
          <a:xfrm>
            <a:off x="6031822" y="1225375"/>
            <a:ext cx="1236598" cy="1236598"/>
          </a:xfrm>
          <a:prstGeom prst="rect">
            <a:avLst/>
          </a:prstGeom>
          <a:noFill/>
          <a:ln cap="flat" cmpd="sng" w="9525">
            <a:solidFill>
              <a:srgbClr val="000000"/>
            </a:solidFill>
            <a:prstDash val="solid"/>
            <a:round/>
            <a:headEnd len="sm" w="sm" type="none"/>
            <a:tailEnd len="sm" w="sm" type="none"/>
          </a:ln>
        </p:spPr>
      </p:pic>
      <p:pic>
        <p:nvPicPr>
          <p:cNvPr id="1305" name="Google Shape;1305;p173"/>
          <p:cNvPicPr preferRelativeResize="0"/>
          <p:nvPr/>
        </p:nvPicPr>
        <p:blipFill rotWithShape="1">
          <a:blip r:embed="rId7">
            <a:alphaModFix/>
          </a:blip>
          <a:srcRect b="16692" l="35715" r="937" t="19960"/>
          <a:stretch/>
        </p:blipFill>
        <p:spPr>
          <a:xfrm>
            <a:off x="5531604" y="2118351"/>
            <a:ext cx="301800" cy="301800"/>
          </a:xfrm>
          <a:prstGeom prst="ellipse">
            <a:avLst/>
          </a:prstGeom>
          <a:noFill/>
          <a:ln cap="flat" cmpd="sng" w="9525">
            <a:solidFill>
              <a:srgbClr val="000000"/>
            </a:solidFill>
            <a:prstDash val="solid"/>
            <a:round/>
            <a:headEnd len="sm" w="sm" type="none"/>
            <a:tailEnd len="sm" w="sm" type="none"/>
          </a:ln>
        </p:spPr>
      </p:pic>
      <p:pic>
        <p:nvPicPr>
          <p:cNvPr id="1306" name="Google Shape;1306;p173"/>
          <p:cNvPicPr preferRelativeResize="0"/>
          <p:nvPr/>
        </p:nvPicPr>
        <p:blipFill rotWithShape="1">
          <a:blip r:embed="rId8">
            <a:alphaModFix/>
          </a:blip>
          <a:srcRect b="0" l="0" r="0" t="0"/>
          <a:stretch/>
        </p:blipFill>
        <p:spPr>
          <a:xfrm>
            <a:off x="457250" y="1225350"/>
            <a:ext cx="1234502" cy="1234502"/>
          </a:xfrm>
          <a:prstGeom prst="rect">
            <a:avLst/>
          </a:prstGeom>
          <a:noFill/>
          <a:ln cap="flat" cmpd="sng" w="9525">
            <a:solidFill>
              <a:srgbClr val="000000"/>
            </a:solidFill>
            <a:prstDash val="solid"/>
            <a:round/>
            <a:headEnd len="sm" w="sm" type="none"/>
            <a:tailEnd len="sm" w="sm" type="none"/>
          </a:ln>
        </p:spPr>
      </p:pic>
      <p:pic>
        <p:nvPicPr>
          <p:cNvPr id="1307" name="Google Shape;1307;p173"/>
          <p:cNvPicPr preferRelativeResize="0"/>
          <p:nvPr/>
        </p:nvPicPr>
        <p:blipFill rotWithShape="1">
          <a:blip r:embed="rId9">
            <a:alphaModFix/>
          </a:blip>
          <a:srcRect b="0" l="0" r="0" t="0"/>
          <a:stretch/>
        </p:blipFill>
        <p:spPr>
          <a:xfrm>
            <a:off x="7428100" y="1225375"/>
            <a:ext cx="1234502" cy="1234502"/>
          </a:xfrm>
          <a:prstGeom prst="rect">
            <a:avLst/>
          </a:prstGeom>
          <a:noFill/>
          <a:ln cap="flat" cmpd="sng" w="9525">
            <a:solidFill>
              <a:srgbClr val="000000"/>
            </a:solidFill>
            <a:prstDash val="solid"/>
            <a:round/>
            <a:headEnd len="sm" w="sm" type="none"/>
            <a:tailEnd len="sm" w="sm" type="none"/>
          </a:ln>
        </p:spPr>
      </p:pic>
      <p:sp>
        <p:nvSpPr>
          <p:cNvPr id="1308" name="Google Shape;1308;p173"/>
          <p:cNvSpPr txBox="1"/>
          <p:nvPr/>
        </p:nvSpPr>
        <p:spPr>
          <a:xfrm>
            <a:off x="4016251" y="3456450"/>
            <a:ext cx="1111500" cy="111600"/>
          </a:xfrm>
          <a:prstGeom prst="rect">
            <a:avLst/>
          </a:prstGeom>
          <a:solidFill>
            <a:srgbClr val="FFFFFF"/>
          </a:solidFill>
          <a:ln>
            <a:noFill/>
          </a:ln>
        </p:spPr>
        <p:txBody>
          <a:bodyPr anchorCtr="0" anchor="t" bIns="0" lIns="0" spcFirstLastPara="1" rIns="0" wrap="square" tIns="0">
            <a:noAutofit/>
          </a:bodyPr>
          <a:lstStyle/>
          <a:p>
            <a:pPr indent="0" lvl="0" marL="0" marR="0" rtl="0" algn="ctr">
              <a:lnSpc>
                <a:spcPct val="90000"/>
              </a:lnSpc>
              <a:spcBef>
                <a:spcPts val="0"/>
              </a:spcBef>
              <a:spcAft>
                <a:spcPts val="800"/>
              </a:spcAft>
              <a:buClr>
                <a:srgbClr val="000000"/>
              </a:buClr>
              <a:buSzPts val="800"/>
              <a:buFont typeface="Arial"/>
              <a:buNone/>
            </a:pPr>
            <a:r>
              <a:rPr b="0" i="0" lang="en" sz="800" u="none" cap="none" strike="noStrike">
                <a:solidFill>
                  <a:srgbClr val="000000"/>
                </a:solidFill>
                <a:latin typeface="Verizon NHG DS"/>
                <a:ea typeface="Verizon NHG DS"/>
                <a:cs typeface="Verizon NHG DS"/>
                <a:sym typeface="Verizon NHG DS"/>
              </a:rPr>
              <a:t>Key interactions</a:t>
            </a:r>
            <a:endParaRPr b="0" i="0" sz="800" u="none" cap="none" strike="noStrike">
              <a:solidFill>
                <a:srgbClr val="000000"/>
              </a:solidFill>
              <a:latin typeface="Verizon NHG DS"/>
              <a:ea typeface="Verizon NHG DS"/>
              <a:cs typeface="Verizon NHG DS"/>
              <a:sym typeface="Verizon NHG DS"/>
            </a:endParaRPr>
          </a:p>
        </p:txBody>
      </p:sp>
      <p:sp>
        <p:nvSpPr>
          <p:cNvPr id="1309" name="Google Shape;1309;p173"/>
          <p:cNvSpPr/>
          <p:nvPr/>
        </p:nvSpPr>
        <p:spPr>
          <a:xfrm>
            <a:off x="0" y="0"/>
            <a:ext cx="1601400" cy="212400"/>
          </a:xfrm>
          <a:prstGeom prst="rect">
            <a:avLst/>
          </a:prstGeom>
          <a:solidFill>
            <a:srgbClr val="FED60E"/>
          </a:solidFill>
          <a:ln cap="flat" cmpd="sng" w="19050">
            <a:solidFill>
              <a:srgbClr val="FED60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1" lang="en" sz="1100" u="none" cap="none" strike="noStrike">
                <a:solidFill>
                  <a:srgbClr val="000000"/>
                </a:solidFill>
                <a:latin typeface="Verizon NHG DS"/>
                <a:ea typeface="Verizon NHG DS"/>
                <a:cs typeface="Verizon NHG DS"/>
                <a:sym typeface="Verizon NHG DS"/>
              </a:rPr>
              <a:t>Example</a:t>
            </a:r>
            <a:endParaRPr b="1" i="1" sz="1100" u="none" cap="none" strike="noStrike">
              <a:solidFill>
                <a:srgbClr val="000000"/>
              </a:solidFill>
              <a:latin typeface="Verizon NHG DS"/>
              <a:ea typeface="Verizon NHG DS"/>
              <a:cs typeface="Verizon NHG DS"/>
              <a:sym typeface="Verizon NHG D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174"/>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
              <a:t>‹#›</a:t>
            </a:fld>
            <a:endParaRPr/>
          </a:p>
        </p:txBody>
      </p:sp>
      <p:sp>
        <p:nvSpPr>
          <p:cNvPr id="1316" name="Google Shape;1316;p174"/>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SzPts val="5000"/>
              <a:buNone/>
            </a:pPr>
            <a:r>
              <a:rPr lang="en"/>
              <a:t>Master Artifacts</a:t>
            </a:r>
            <a:endParaRPr/>
          </a:p>
          <a:p>
            <a:pPr indent="0" lvl="0" marL="0" rtl="0" algn="ctr">
              <a:lnSpc>
                <a:spcPct val="90000"/>
              </a:lnSpc>
              <a:spcBef>
                <a:spcPts val="0"/>
              </a:spcBef>
              <a:spcAft>
                <a:spcPts val="0"/>
              </a:spcAft>
              <a:buSzPts val="5000"/>
              <a:buNone/>
            </a:pPr>
            <a:r>
              <a:rPr lang="en">
                <a:solidFill>
                  <a:schemeClr val="accent1"/>
                </a:solidFill>
              </a:rPr>
              <a:t>Due 5/19</a:t>
            </a:r>
            <a:endParaRPr>
              <a:solidFill>
                <a:schemeClr val="accent1"/>
              </a:solidFill>
            </a:endParaRPr>
          </a:p>
        </p:txBody>
      </p:sp>
      <p:sp>
        <p:nvSpPr>
          <p:cNvPr id="1317" name="Google Shape;1317;p174"/>
          <p:cNvSpPr txBox="1"/>
          <p:nvPr>
            <p:ph idx="2" type="sldNum"/>
          </p:nvPr>
        </p:nvSpPr>
        <p:spPr>
          <a:xfrm>
            <a:off x="8317509" y="4733270"/>
            <a:ext cx="352500" cy="924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175"/>
          <p:cNvSpPr txBox="1"/>
          <p:nvPr>
            <p:ph type="title"/>
          </p:nvPr>
        </p:nvSpPr>
        <p:spPr>
          <a:xfrm>
            <a:off x="457200" y="374904"/>
            <a:ext cx="6801000" cy="132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Appendix</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176"/>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5000"/>
              <a:buNone/>
            </a:pPr>
            <a:r>
              <a:rPr lang="en"/>
              <a:t>Initiative Name</a:t>
            </a:r>
            <a:endParaRPr/>
          </a:p>
        </p:txBody>
      </p:sp>
      <p:sp>
        <p:nvSpPr>
          <p:cNvPr id="1329" name="Google Shape;1329;p176"/>
          <p:cNvSpPr txBox="1"/>
          <p:nvPr>
            <p:ph idx="1" type="body"/>
          </p:nvPr>
        </p:nvSpPr>
        <p:spPr>
          <a:xfrm>
            <a:off x="6417581" y="3406500"/>
            <a:ext cx="2253000" cy="587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
              <a:t>Submitter Name</a:t>
            </a:r>
            <a:endParaRPr/>
          </a:p>
          <a:p>
            <a:pPr indent="0" lvl="0" marL="0" rtl="0" algn="l">
              <a:lnSpc>
                <a:spcPct val="90000"/>
              </a:lnSpc>
              <a:spcBef>
                <a:spcPts val="0"/>
              </a:spcBef>
              <a:spcAft>
                <a:spcPts val="0"/>
              </a:spcAft>
              <a:buSzPts val="1800"/>
              <a:buNone/>
            </a:pPr>
            <a:r>
              <a:rPr lang="en"/>
              <a:t>Band 5 Team Name</a:t>
            </a:r>
            <a:endParaRPr/>
          </a:p>
          <a:p>
            <a:pPr indent="0" lvl="0" marL="0" rtl="0" algn="l">
              <a:lnSpc>
                <a:spcPct val="90000"/>
              </a:lnSpc>
              <a:spcBef>
                <a:spcPts val="0"/>
              </a:spcBef>
              <a:spcAft>
                <a:spcPts val="0"/>
              </a:spcAft>
              <a:buSzPts val="1800"/>
              <a:buNone/>
            </a:pPr>
            <a:r>
              <a:t/>
            </a:r>
            <a:endParaRPr/>
          </a:p>
        </p:txBody>
      </p:sp>
      <p:sp>
        <p:nvSpPr>
          <p:cNvPr id="1330" name="Google Shape;1330;p176"/>
          <p:cNvSpPr txBox="1"/>
          <p:nvPr>
            <p:ph type="title"/>
          </p:nvPr>
        </p:nvSpPr>
        <p:spPr>
          <a:xfrm>
            <a:off x="3257550" y="491733"/>
            <a:ext cx="5424600" cy="6972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SzPts val="5000"/>
              <a:buNone/>
            </a:pPr>
            <a:r>
              <a:rPr lang="en">
                <a:solidFill>
                  <a:srgbClr val="F8FF3C"/>
                </a:solidFill>
              </a:rPr>
              <a:t>Master Artifact</a:t>
            </a:r>
            <a:endParaRPr>
              <a:solidFill>
                <a:srgbClr val="F8FF3C"/>
              </a:solidFill>
            </a:endParaRPr>
          </a:p>
        </p:txBody>
      </p:sp>
      <p:sp>
        <p:nvSpPr>
          <p:cNvPr id="1331" name="Google Shape;1331;p176"/>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Core Product</a:t>
            </a:r>
            <a:endParaRPr b="0" i="0" sz="900" u="none" cap="none" strike="noStrike">
              <a:solidFill>
                <a:schemeClr val="dk1"/>
              </a:solidFill>
              <a:latin typeface="Verizon NHG TX"/>
              <a:ea typeface="Verizon NHG TX"/>
              <a:cs typeface="Verizon NHG TX"/>
              <a:sym typeface="Verizon NHG TX"/>
            </a:endParaRPr>
          </a:p>
        </p:txBody>
      </p:sp>
      <p:sp>
        <p:nvSpPr>
          <p:cNvPr id="1332" name="Google Shape;1332;p176"/>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2"/>
                </a:solidFill>
                <a:latin typeface="Verizon NHG TX"/>
                <a:ea typeface="Verizon NHG TX"/>
                <a:cs typeface="Verizon NHG TX"/>
                <a:sym typeface="Verizon NHG TX"/>
              </a:rPr>
              <a:t>Project</a:t>
            </a:r>
            <a:endParaRPr b="0" i="0" sz="900" u="none" cap="none" strike="noStrike">
              <a:solidFill>
                <a:schemeClr val="lt2"/>
              </a:solidFill>
              <a:latin typeface="Verizon NHG TX"/>
              <a:ea typeface="Verizon NHG TX"/>
              <a:cs typeface="Verizon NHG TX"/>
              <a:sym typeface="Verizon NHG TX"/>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17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1339" name="Google Shape;1339;p177"/>
          <p:cNvSpPr txBox="1"/>
          <p:nvPr>
            <p:ph type="title"/>
          </p:nvPr>
        </p:nvSpPr>
        <p:spPr>
          <a:xfrm>
            <a:off x="508706" y="2080031"/>
            <a:ext cx="3606900" cy="583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600"/>
              <a:buNone/>
            </a:pPr>
            <a:r>
              <a:rPr lang="en" sz="2100">
                <a:latin typeface="Verizon NHG DS"/>
                <a:ea typeface="Verizon NHG DS"/>
                <a:cs typeface="Verizon NHG DS"/>
                <a:sym typeface="Verizon NHG DS"/>
              </a:rPr>
              <a:t>Initiative Name</a:t>
            </a:r>
            <a:endParaRPr sz="2100">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lang="en" sz="1800">
                <a:solidFill>
                  <a:schemeClr val="dk1"/>
                </a:solidFill>
                <a:latin typeface="Verizon NHG DS"/>
                <a:ea typeface="Verizon NHG DS"/>
                <a:cs typeface="Verizon NHG DS"/>
                <a:sym typeface="Verizon NHG DS"/>
              </a:rPr>
              <a:t>Workstream Name</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Workstream Lead:  Name</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Initiative Lead:  Name</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p:txBody>
      </p:sp>
      <p:sp>
        <p:nvSpPr>
          <p:cNvPr id="1340" name="Google Shape;1340;p177"/>
          <p:cNvSpPr txBox="1"/>
          <p:nvPr/>
        </p:nvSpPr>
        <p:spPr>
          <a:xfrm>
            <a:off x="508706" y="3410195"/>
            <a:ext cx="3606900" cy="303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400"/>
              </a:spcBef>
              <a:spcAft>
                <a:spcPts val="600"/>
              </a:spcAft>
              <a:buClr>
                <a:schemeClr val="dk1"/>
              </a:buClr>
              <a:buSzPts val="800"/>
              <a:buFont typeface="Arial"/>
              <a:buNone/>
            </a:pPr>
            <a:r>
              <a:rPr b="0" i="0" lang="en" sz="1100" u="none" cap="none" strike="noStrike">
                <a:solidFill>
                  <a:schemeClr val="dk1"/>
                </a:solidFill>
                <a:latin typeface="Verizon NHG DS"/>
                <a:ea typeface="Verizon NHG DS"/>
                <a:cs typeface="Verizon NHG DS"/>
                <a:sym typeface="Verizon NHG DS"/>
              </a:rPr>
              <a:t>[Northstar statement - Ambition Here]</a:t>
            </a:r>
            <a:endParaRPr b="0" i="0" sz="1100" u="none" cap="none" strike="noStrike">
              <a:solidFill>
                <a:srgbClr val="1F1F1F"/>
              </a:solidFill>
              <a:latin typeface="Verizon NHG DS"/>
              <a:ea typeface="Verizon NHG DS"/>
              <a:cs typeface="Verizon NHG DS"/>
              <a:sym typeface="Verizon NHG DS"/>
            </a:endParaRPr>
          </a:p>
        </p:txBody>
      </p:sp>
      <p:sp>
        <p:nvSpPr>
          <p:cNvPr id="1341" name="Google Shape;1341;p177"/>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EE001E"/>
                </a:solidFill>
                <a:latin typeface="Verizon NHG DS"/>
                <a:ea typeface="Verizon NHG DS"/>
                <a:cs typeface="Verizon NHG DS"/>
                <a:sym typeface="Verizon NHG DS"/>
              </a:rPr>
              <a:t>Strategic Themes</a:t>
            </a:r>
            <a:endParaRPr b="1" i="0" sz="1500" u="none" cap="none" strike="noStrike">
              <a:solidFill>
                <a:srgbClr val="EE001E"/>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800"/>
              <a:buFont typeface="Arial"/>
              <a:buNone/>
            </a:pPr>
            <a:r>
              <a:t/>
            </a:r>
            <a:endParaRPr b="0" i="0" sz="1100" u="none" cap="none" strike="noStrike">
              <a:solidFill>
                <a:srgbClr val="222222"/>
              </a:solidFill>
              <a:latin typeface="Verizon NHG DS"/>
              <a:ea typeface="Verizon NHG DS"/>
              <a:cs typeface="Verizon NHG DS"/>
              <a:sym typeface="Verizon NHG DS"/>
            </a:endParaRPr>
          </a:p>
          <a:p>
            <a:pPr indent="0" lvl="0" marL="0" marR="0" rtl="0" algn="l">
              <a:lnSpc>
                <a:spcPct val="100000"/>
              </a:lnSpc>
              <a:spcBef>
                <a:spcPts val="800"/>
              </a:spcBef>
              <a:spcAft>
                <a:spcPts val="0"/>
              </a:spcAft>
              <a:buClr>
                <a:schemeClr val="dk1"/>
              </a:buClr>
              <a:buSzPts val="800"/>
              <a:buFont typeface="Arial"/>
              <a:buNone/>
            </a:pPr>
            <a:r>
              <a:rPr b="1" i="0" lang="en" sz="1100" u="none" cap="none" strike="noStrike">
                <a:solidFill>
                  <a:srgbClr val="7F7F7F"/>
                </a:solidFill>
                <a:latin typeface="Verizon NHG DS"/>
                <a:ea typeface="Verizon NHG DS"/>
                <a:cs typeface="Verizon NHG DS"/>
                <a:sym typeface="Verizon NHG DS"/>
              </a:rPr>
              <a:t>[EXAMPLE] Customer need or problem being solved</a:t>
            </a:r>
            <a:endParaRPr b="1" i="0" sz="1100" u="none" cap="none" strike="noStrike">
              <a:solidFill>
                <a:srgbClr val="7F7F7F"/>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800"/>
              <a:buFont typeface="Arial"/>
              <a:buNone/>
            </a:pPr>
            <a:r>
              <a:rPr b="0" i="0" lang="en" sz="1100" u="none" cap="none" strike="noStrike">
                <a:solidFill>
                  <a:srgbClr val="9E9E9E"/>
                </a:solidFill>
                <a:latin typeface="Verizon NHG DS"/>
                <a:ea typeface="Verizon NHG DS"/>
                <a:cs typeface="Verizon NHG DS"/>
                <a:sym typeface="Verizon NHG DS"/>
              </a:rPr>
              <a:t>Giving customers visibility and creating end to end ownership on issues that we cannot resolve on the initial interaction</a:t>
            </a:r>
            <a:endParaRPr b="0" i="0" sz="800" u="none" cap="none" strike="noStrike">
              <a:solidFill>
                <a:srgbClr val="9E9E9E"/>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chemeClr val="dk1"/>
              </a:buClr>
              <a:buSzPts val="800"/>
              <a:buFont typeface="Arial"/>
              <a:buNone/>
            </a:pPr>
            <a:r>
              <a:t/>
            </a:r>
            <a:endParaRPr b="1" i="0" sz="1100" u="none" cap="none" strike="noStrike">
              <a:solidFill>
                <a:srgbClr val="222222"/>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800"/>
              <a:buFont typeface="Arial"/>
              <a:buNone/>
            </a:pPr>
            <a:r>
              <a:rPr b="1" i="0" lang="en" sz="1100" u="none" cap="none" strike="noStrike">
                <a:solidFill>
                  <a:srgbClr val="222222"/>
                </a:solidFill>
                <a:latin typeface="Verizon NHG DS"/>
                <a:ea typeface="Verizon NHG DS"/>
                <a:cs typeface="Verizon NHG DS"/>
                <a:sym typeface="Verizon NHG DS"/>
              </a:rPr>
              <a:t>Customer need or problem is being solved</a:t>
            </a:r>
            <a:endParaRPr b="1" i="0" sz="1100" u="none" cap="none" strike="noStrike">
              <a:solidFill>
                <a:srgbClr val="222222"/>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800"/>
              <a:buFont typeface="Arial"/>
              <a:buNone/>
            </a:pPr>
            <a:r>
              <a:rPr b="0" i="0" lang="en" sz="1100" u="none" cap="none" strike="noStrike">
                <a:solidFill>
                  <a:schemeClr val="dk1"/>
                </a:solidFill>
                <a:latin typeface="Verizon NHG DS"/>
                <a:ea typeface="Verizon NHG DS"/>
                <a:cs typeface="Verizon NHG DS"/>
                <a:sym typeface="Verizon NHG DS"/>
              </a:rPr>
              <a:t>[What will be unlocked for the customer or business?]</a:t>
            </a:r>
            <a:endParaRPr b="0" i="0" sz="1100" u="none" cap="none" strike="noStrike">
              <a:solidFill>
                <a:srgbClr val="222222"/>
              </a:solidFill>
              <a:latin typeface="Verizon NHG DS"/>
              <a:ea typeface="Verizon NHG DS"/>
              <a:cs typeface="Verizon NHG DS"/>
              <a:sym typeface="Verizon NHG DS"/>
            </a:endParaRPr>
          </a:p>
          <a:p>
            <a:pPr indent="0" lvl="0" marL="0" marR="0" rtl="0" algn="l">
              <a:lnSpc>
                <a:spcPct val="100000"/>
              </a:lnSpc>
              <a:spcBef>
                <a:spcPts val="800"/>
              </a:spcBef>
              <a:spcAft>
                <a:spcPts val="0"/>
              </a:spcAft>
              <a:buClr>
                <a:schemeClr val="dk1"/>
              </a:buClr>
              <a:buSzPts val="800"/>
              <a:buFont typeface="Arial"/>
              <a:buNone/>
            </a:pPr>
            <a:r>
              <a:t/>
            </a:r>
            <a:endParaRPr b="0" i="0" sz="11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800"/>
              </a:spcBef>
              <a:spcAft>
                <a:spcPts val="0"/>
              </a:spcAft>
              <a:buClr>
                <a:schemeClr val="dk1"/>
              </a:buClr>
              <a:buSzPts val="800"/>
              <a:buFont typeface="Arial"/>
              <a:buNone/>
            </a:pPr>
            <a:r>
              <a:rPr b="1" i="0" lang="en" sz="1100" u="none" cap="none" strike="noStrike">
                <a:solidFill>
                  <a:srgbClr val="222222"/>
                </a:solidFill>
                <a:latin typeface="Verizon NHG DS"/>
                <a:ea typeface="Verizon NHG DS"/>
                <a:cs typeface="Verizon NHG DS"/>
                <a:sym typeface="Verizon NHG DS"/>
              </a:rPr>
              <a:t>Customer need or problem being solved</a:t>
            </a:r>
            <a:endParaRPr b="1" i="0" sz="1100" u="none" cap="none" strike="noStrike">
              <a:solidFill>
                <a:srgbClr val="222222"/>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800"/>
              <a:buFont typeface="Arial"/>
              <a:buNone/>
            </a:pPr>
            <a:r>
              <a:rPr b="0" i="0" lang="en" sz="1100" u="none" cap="none" strike="noStrike">
                <a:solidFill>
                  <a:schemeClr val="dk1"/>
                </a:solidFill>
                <a:latin typeface="Verizon NHG DS"/>
                <a:ea typeface="Verizon NHG DS"/>
                <a:cs typeface="Verizon NHG DS"/>
                <a:sym typeface="Verizon NHG DS"/>
              </a:rPr>
              <a:t>[What will be unlocked for the customer or business?]</a:t>
            </a:r>
            <a:endParaRPr b="0" i="0" sz="11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800"/>
              </a:spcBef>
              <a:spcAft>
                <a:spcPts val="0"/>
              </a:spcAft>
              <a:buClr>
                <a:srgbClr val="000000"/>
              </a:buClr>
              <a:buSzPts val="1100"/>
              <a:buFont typeface="Arial"/>
              <a:buNone/>
            </a:pPr>
            <a:r>
              <a:t/>
            </a:r>
            <a:endParaRPr b="0" i="0" sz="11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800"/>
              </a:spcBef>
              <a:spcAft>
                <a:spcPts val="0"/>
              </a:spcAft>
              <a:buClr>
                <a:schemeClr val="dk1"/>
              </a:buClr>
              <a:buSzPts val="800"/>
              <a:buFont typeface="Arial"/>
              <a:buNone/>
            </a:pPr>
            <a:r>
              <a:rPr b="1" i="0" lang="en" sz="1100" u="none" cap="none" strike="noStrike">
                <a:solidFill>
                  <a:srgbClr val="222222"/>
                </a:solidFill>
                <a:latin typeface="Verizon NHG DS"/>
                <a:ea typeface="Verizon NHG DS"/>
                <a:cs typeface="Verizon NHG DS"/>
                <a:sym typeface="Verizon NHG DS"/>
              </a:rPr>
              <a:t>Customer need or problem being solved</a:t>
            </a:r>
            <a:endParaRPr b="1" i="0" sz="1100" u="none" cap="none" strike="noStrike">
              <a:solidFill>
                <a:srgbClr val="222222"/>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800"/>
              <a:buFont typeface="Arial"/>
              <a:buNone/>
            </a:pPr>
            <a:r>
              <a:rPr b="0" i="0" lang="en" sz="1100" u="none" cap="none" strike="noStrike">
                <a:solidFill>
                  <a:schemeClr val="dk1"/>
                </a:solidFill>
                <a:latin typeface="Verizon NHG DS"/>
                <a:ea typeface="Verizon NHG DS"/>
                <a:cs typeface="Verizon NHG DS"/>
                <a:sym typeface="Verizon NHG DS"/>
              </a:rPr>
              <a:t>[What will be unlocked for the customer or business?]</a:t>
            </a:r>
            <a:endParaRPr b="0" i="0" sz="11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800"/>
              </a:spcBef>
              <a:spcAft>
                <a:spcPts val="0"/>
              </a:spcAft>
              <a:buClr>
                <a:srgbClr val="000000"/>
              </a:buClr>
              <a:buSzPts val="1100"/>
              <a:buFont typeface="Arial"/>
              <a:buNone/>
            </a:pPr>
            <a:r>
              <a:t/>
            </a:r>
            <a:endParaRPr b="0" i="0" sz="11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800"/>
              </a:spcBef>
              <a:spcAft>
                <a:spcPts val="0"/>
              </a:spcAft>
              <a:buClr>
                <a:schemeClr val="dk1"/>
              </a:buClr>
              <a:buSzPts val="800"/>
              <a:buFont typeface="Arial"/>
              <a:buNone/>
            </a:pPr>
            <a:r>
              <a:rPr b="1" i="0" lang="en" sz="1100" u="none" cap="none" strike="noStrike">
                <a:solidFill>
                  <a:srgbClr val="222222"/>
                </a:solidFill>
                <a:latin typeface="Verizon NHG DS"/>
                <a:ea typeface="Verizon NHG DS"/>
                <a:cs typeface="Verizon NHG DS"/>
                <a:sym typeface="Verizon NHG DS"/>
              </a:rPr>
              <a:t>Customer need or problem being solved</a:t>
            </a:r>
            <a:endParaRPr b="1" i="0" sz="1100" u="none" cap="none" strike="noStrike">
              <a:solidFill>
                <a:srgbClr val="222222"/>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Verizon NHG DS"/>
                <a:ea typeface="Verizon NHG DS"/>
                <a:cs typeface="Verizon NHG DS"/>
                <a:sym typeface="Verizon NHG DS"/>
              </a:rPr>
              <a:t>[What will be unlocked for the customer or business?]</a:t>
            </a:r>
            <a:endParaRPr b="0" i="0" sz="11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800"/>
              </a:spcBef>
              <a:spcAft>
                <a:spcPts val="800"/>
              </a:spcAft>
              <a:buClr>
                <a:srgbClr val="000000"/>
              </a:buClr>
              <a:buSzPts val="1100"/>
              <a:buFont typeface="Arial"/>
              <a:buNone/>
            </a:pPr>
            <a:r>
              <a:t/>
            </a:r>
            <a:endParaRPr b="0" i="0" sz="1100" u="none" cap="none" strike="noStrike">
              <a:solidFill>
                <a:schemeClr val="dk1"/>
              </a:solidFill>
              <a:latin typeface="Verizon NHG DS"/>
              <a:ea typeface="Verizon NHG DS"/>
              <a:cs typeface="Verizon NHG DS"/>
              <a:sym typeface="Verizon NHG DS"/>
            </a:endParaRPr>
          </a:p>
        </p:txBody>
      </p:sp>
      <p:sp>
        <p:nvSpPr>
          <p:cNvPr id="1342" name="Google Shape;1342;p177"/>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Verizon NHG DS"/>
                <a:ea typeface="Verizon NHG DS"/>
                <a:cs typeface="Verizon NHG DS"/>
                <a:sym typeface="Verizon NHG DS"/>
              </a:rPr>
              <a:t>Template</a:t>
            </a:r>
            <a:endParaRPr b="1" i="0" sz="1100" u="none" cap="none" strike="noStrike">
              <a:solidFill>
                <a:schemeClr val="dk1"/>
              </a:solidFill>
              <a:latin typeface="Verizon NHG DS"/>
              <a:ea typeface="Verizon NHG DS"/>
              <a:cs typeface="Verizon NHG DS"/>
              <a:sym typeface="Verizon NHG DS"/>
            </a:endParaRPr>
          </a:p>
        </p:txBody>
      </p:sp>
      <p:grpSp>
        <p:nvGrpSpPr>
          <p:cNvPr id="1343" name="Google Shape;1343;p177"/>
          <p:cNvGrpSpPr/>
          <p:nvPr/>
        </p:nvGrpSpPr>
        <p:grpSpPr>
          <a:xfrm>
            <a:off x="1601419" y="377006"/>
            <a:ext cx="1421550" cy="1393875"/>
            <a:chOff x="2135225" y="502675"/>
            <a:chExt cx="1895400" cy="1858500"/>
          </a:xfrm>
        </p:grpSpPr>
        <p:sp>
          <p:nvSpPr>
            <p:cNvPr id="1344" name="Google Shape;1344;p177"/>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pic>
          <p:nvPicPr>
            <p:cNvPr id="1345" name="Google Shape;1345;p177" title="Verizon_GlowV_RGB.png"/>
            <p:cNvPicPr preferRelativeResize="0"/>
            <p:nvPr/>
          </p:nvPicPr>
          <p:blipFill rotWithShape="1">
            <a:blip r:embed="rId3">
              <a:alphaModFix/>
            </a:blip>
            <a:srcRect b="0" l="0" r="0" t="0"/>
            <a:stretch/>
          </p:blipFill>
          <p:spPr>
            <a:xfrm>
              <a:off x="2583446" y="965192"/>
              <a:ext cx="998950" cy="933477"/>
            </a:xfrm>
            <a:prstGeom prst="rect">
              <a:avLst/>
            </a:prstGeom>
            <a:noFill/>
            <a:ln>
              <a:noFill/>
            </a:ln>
          </p:spPr>
        </p:pic>
      </p:grpSp>
      <p:grpSp>
        <p:nvGrpSpPr>
          <p:cNvPr id="1346" name="Google Shape;1346;p177"/>
          <p:cNvGrpSpPr/>
          <p:nvPr/>
        </p:nvGrpSpPr>
        <p:grpSpPr>
          <a:xfrm>
            <a:off x="6893719" y="154838"/>
            <a:ext cx="2104650" cy="212400"/>
            <a:chOff x="9242425" y="104850"/>
            <a:chExt cx="2806200" cy="283200"/>
          </a:xfrm>
        </p:grpSpPr>
        <p:sp>
          <p:nvSpPr>
            <p:cNvPr id="1347" name="Google Shape;1347;p177"/>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Northstar</a:t>
              </a:r>
              <a:endParaRPr b="0" i="0" sz="600" u="none" cap="none" strike="noStrike">
                <a:solidFill>
                  <a:schemeClr val="lt1"/>
                </a:solidFill>
                <a:latin typeface="Verizon NHG TX"/>
                <a:ea typeface="Verizon NHG TX"/>
                <a:cs typeface="Verizon NHG TX"/>
                <a:sym typeface="Verizon NHG TX"/>
              </a:endParaRPr>
            </a:p>
          </p:txBody>
        </p:sp>
        <p:sp>
          <p:nvSpPr>
            <p:cNvPr id="1348" name="Google Shape;1348;p177"/>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Scope</a:t>
              </a:r>
              <a:endParaRPr b="0" i="0" sz="600" u="none" cap="none" strike="noStrike">
                <a:solidFill>
                  <a:schemeClr val="dk1"/>
                </a:solidFill>
                <a:latin typeface="Verizon NHG TX"/>
                <a:ea typeface="Verizon NHG TX"/>
                <a:cs typeface="Verizon NHG TX"/>
                <a:sym typeface="Verizon NHG TX"/>
              </a:endParaRPr>
            </a:p>
          </p:txBody>
        </p:sp>
        <p:sp>
          <p:nvSpPr>
            <p:cNvPr id="1349" name="Google Shape;1349;p177"/>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178"/>
          <p:cNvSpPr txBox="1"/>
          <p:nvPr>
            <p:ph idx="3" type="body"/>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a:latin typeface="Verizon NHG DS"/>
                <a:ea typeface="Verizon NHG DS"/>
                <a:cs typeface="Verizon NHG DS"/>
                <a:sym typeface="Verizon NHG DS"/>
              </a:rPr>
              <a:t>Journey Map Template</a:t>
            </a:r>
            <a:endParaRPr>
              <a:latin typeface="Verizon NHG DS"/>
              <a:ea typeface="Verizon NHG DS"/>
              <a:cs typeface="Verizon NHG DS"/>
              <a:sym typeface="Verizon NHG DS"/>
            </a:endParaRPr>
          </a:p>
          <a:p>
            <a:pPr indent="0" lvl="0" marL="0" rtl="0" algn="l">
              <a:lnSpc>
                <a:spcPct val="100000"/>
              </a:lnSpc>
              <a:spcBef>
                <a:spcPts val="0"/>
              </a:spcBef>
              <a:spcAft>
                <a:spcPts val="0"/>
              </a:spcAft>
              <a:buClr>
                <a:schemeClr val="dk1"/>
              </a:buClr>
              <a:buSzPts val="2100"/>
              <a:buNone/>
            </a:pPr>
            <a:r>
              <a:t/>
            </a:r>
            <a:endParaRPr>
              <a:latin typeface="Verizon NHG DS"/>
              <a:ea typeface="Verizon NHG DS"/>
              <a:cs typeface="Verizon NHG DS"/>
              <a:sym typeface="Verizon NHG DS"/>
            </a:endParaRPr>
          </a:p>
        </p:txBody>
      </p:sp>
      <p:sp>
        <p:nvSpPr>
          <p:cNvPr id="1355" name="Google Shape;1355;p178"/>
          <p:cNvSpPr txBox="1"/>
          <p:nvPr/>
        </p:nvSpPr>
        <p:spPr>
          <a:xfrm>
            <a:off x="4613752"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u="none" cap="none" strike="noStrike">
                <a:solidFill>
                  <a:schemeClr val="dk1"/>
                </a:solidFill>
                <a:latin typeface="Verizon NHG DS"/>
                <a:ea typeface="Verizon NHG DS"/>
                <a:cs typeface="Verizon NHG DS"/>
                <a:sym typeface="Verizon NHG DS"/>
              </a:rPr>
              <a:t>Key Customer Actions </a:t>
            </a:r>
            <a:r>
              <a:rPr b="0" i="0" lang="en" sz="800" u="none" cap="none" strike="noStrike">
                <a:solidFill>
                  <a:schemeClr val="dk1"/>
                </a:solidFill>
                <a:latin typeface="Verizon NHG DS"/>
                <a:ea typeface="Verizon NHG DS"/>
                <a:cs typeface="Verizon NHG DS"/>
                <a:sym typeface="Verizon NHG DS"/>
              </a:rPr>
              <a:t>Description customer objectives and interactions</a:t>
            </a:r>
            <a:endParaRPr b="1" i="0"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t/>
            </a:r>
            <a:endParaRPr b="0" i="0" sz="800" u="none" cap="none" strike="noStrike">
              <a:solidFill>
                <a:srgbClr val="000000"/>
              </a:solidFill>
              <a:latin typeface="Verizon NHG DS"/>
              <a:ea typeface="Verizon NHG DS"/>
              <a:cs typeface="Verizon NHG DS"/>
              <a:sym typeface="Verizon NHG DS"/>
            </a:endParaRPr>
          </a:p>
        </p:txBody>
      </p:sp>
      <p:sp>
        <p:nvSpPr>
          <p:cNvPr id="1356" name="Google Shape;1356;p178"/>
          <p:cNvSpPr txBox="1"/>
          <p:nvPr/>
        </p:nvSpPr>
        <p:spPr>
          <a:xfrm>
            <a:off x="3228683"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u="none" cap="none" strike="noStrike">
                <a:solidFill>
                  <a:schemeClr val="dk1"/>
                </a:solidFill>
                <a:latin typeface="Verizon NHG DS"/>
                <a:ea typeface="Verizon NHG DS"/>
                <a:cs typeface="Verizon NHG DS"/>
                <a:sym typeface="Verizon NHG DS"/>
              </a:rPr>
              <a:t>Key Customer Actions</a:t>
            </a:r>
            <a:endParaRPr b="1" i="1"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0" i="0" lang="en" sz="800" u="none" cap="none" strike="noStrike">
                <a:solidFill>
                  <a:schemeClr val="dk1"/>
                </a:solidFill>
                <a:latin typeface="Verizon NHG DS"/>
                <a:ea typeface="Verizon NHG DS"/>
                <a:cs typeface="Verizon NHG DS"/>
                <a:sym typeface="Verizon NHG DS"/>
              </a:rPr>
              <a:t>Description customer objectives and interactions</a:t>
            </a:r>
            <a:endParaRPr b="1" i="0" sz="800" u="none" cap="none" strike="noStrike">
              <a:solidFill>
                <a:srgbClr val="000000"/>
              </a:solidFill>
              <a:latin typeface="Verizon NHG DS"/>
              <a:ea typeface="Verizon NHG DS"/>
              <a:cs typeface="Verizon NHG DS"/>
              <a:sym typeface="Verizon NHG DS"/>
            </a:endParaRPr>
          </a:p>
        </p:txBody>
      </p:sp>
      <p:sp>
        <p:nvSpPr>
          <p:cNvPr id="1357" name="Google Shape;1357;p178"/>
          <p:cNvSpPr txBox="1"/>
          <p:nvPr/>
        </p:nvSpPr>
        <p:spPr>
          <a:xfrm>
            <a:off x="6020928"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u="none" cap="none" strike="noStrike">
                <a:solidFill>
                  <a:schemeClr val="dk1"/>
                </a:solidFill>
                <a:latin typeface="Verizon NHG DS"/>
                <a:ea typeface="Verizon NHG DS"/>
                <a:cs typeface="Verizon NHG DS"/>
                <a:sym typeface="Verizon NHG DS"/>
              </a:rPr>
              <a:t>Key Customer Actions</a:t>
            </a:r>
            <a:endParaRPr b="1" i="1"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0" i="0" lang="en" sz="800" u="none" cap="none" strike="noStrike">
                <a:solidFill>
                  <a:schemeClr val="dk1"/>
                </a:solidFill>
                <a:latin typeface="Verizon NHG DS"/>
                <a:ea typeface="Verizon NHG DS"/>
                <a:cs typeface="Verizon NHG DS"/>
                <a:sym typeface="Verizon NHG DS"/>
              </a:rPr>
              <a:t>Description customer objectives and interactions</a:t>
            </a:r>
            <a:endParaRPr b="0" i="0" sz="800" u="none" cap="none" strike="noStrike">
              <a:solidFill>
                <a:srgbClr val="000000"/>
              </a:solidFill>
              <a:latin typeface="Verizon NHG DS"/>
              <a:ea typeface="Verizon NHG DS"/>
              <a:cs typeface="Verizon NHG DS"/>
              <a:sym typeface="Verizon NHG DS"/>
            </a:endParaRPr>
          </a:p>
        </p:txBody>
      </p:sp>
      <p:sp>
        <p:nvSpPr>
          <p:cNvPr id="1358" name="Google Shape;1358;p178"/>
          <p:cNvSpPr txBox="1"/>
          <p:nvPr/>
        </p:nvSpPr>
        <p:spPr>
          <a:xfrm>
            <a:off x="324521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300"/>
              </a:spcAft>
              <a:buClr>
                <a:schemeClr val="dk1"/>
              </a:buClr>
              <a:buSzPts val="1100"/>
              <a:buFont typeface="Arial"/>
              <a:buNone/>
            </a:pPr>
            <a:r>
              <a:rPr b="1" i="0" lang="en" sz="800" u="none" cap="none" strike="noStrike">
                <a:solidFill>
                  <a:schemeClr val="dk1"/>
                </a:solidFill>
                <a:latin typeface="Verizon NHG DS"/>
                <a:ea typeface="Verizon NHG DS"/>
                <a:cs typeface="Verizon NHG DS"/>
                <a:sym typeface="Verizon NHG DS"/>
              </a:rPr>
              <a:t>Key Interactions w/ Verizon</a:t>
            </a:r>
            <a:endParaRPr b="0" i="1" sz="800" u="none" cap="none" strike="noStrike">
              <a:solidFill>
                <a:srgbClr val="EE0000"/>
              </a:solidFill>
              <a:latin typeface="Verizon NHG DS"/>
              <a:ea typeface="Verizon NHG DS"/>
              <a:cs typeface="Verizon NHG DS"/>
              <a:sym typeface="Verizon NHG DS"/>
            </a:endParaRPr>
          </a:p>
        </p:txBody>
      </p:sp>
      <p:sp>
        <p:nvSpPr>
          <p:cNvPr id="1359" name="Google Shape;1359;p178"/>
          <p:cNvSpPr txBox="1"/>
          <p:nvPr/>
        </p:nvSpPr>
        <p:spPr>
          <a:xfrm>
            <a:off x="45725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300"/>
              </a:spcAft>
              <a:buClr>
                <a:srgbClr val="000000"/>
              </a:buClr>
              <a:buSzPts val="800"/>
              <a:buFont typeface="Arial"/>
              <a:buNone/>
            </a:pPr>
            <a:r>
              <a:rPr b="1" i="0" lang="en" sz="800" u="none" cap="none" strike="noStrike">
                <a:solidFill>
                  <a:srgbClr val="000000"/>
                </a:solidFill>
                <a:latin typeface="Verizon NHG DS"/>
                <a:ea typeface="Verizon NHG DS"/>
                <a:cs typeface="Verizon NHG DS"/>
                <a:sym typeface="Verizon NHG DS"/>
              </a:rPr>
              <a:t>Key Interactions w/ Verizon</a:t>
            </a:r>
            <a:endParaRPr b="0" i="0" sz="800" u="none" cap="none" strike="noStrike">
              <a:solidFill>
                <a:srgbClr val="000000"/>
              </a:solidFill>
              <a:latin typeface="Verizon NHG DS"/>
              <a:ea typeface="Verizon NHG DS"/>
              <a:cs typeface="Verizon NHG DS"/>
              <a:sym typeface="Verizon NHG DS"/>
            </a:endParaRPr>
          </a:p>
        </p:txBody>
      </p:sp>
      <p:sp>
        <p:nvSpPr>
          <p:cNvPr id="1360" name="Google Shape;1360;p178"/>
          <p:cNvSpPr txBox="1"/>
          <p:nvPr/>
        </p:nvSpPr>
        <p:spPr>
          <a:xfrm>
            <a:off x="463919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300"/>
              </a:spcAft>
              <a:buClr>
                <a:schemeClr val="dk1"/>
              </a:buClr>
              <a:buSzPts val="1100"/>
              <a:buFont typeface="Arial"/>
              <a:buNone/>
            </a:pPr>
            <a:r>
              <a:rPr b="1" i="0" lang="en" sz="800" u="none" cap="none" strike="noStrike">
                <a:solidFill>
                  <a:schemeClr val="dk1"/>
                </a:solidFill>
                <a:latin typeface="Verizon NHG DS"/>
                <a:ea typeface="Verizon NHG DS"/>
                <a:cs typeface="Verizon NHG DS"/>
                <a:sym typeface="Verizon NHG DS"/>
              </a:rPr>
              <a:t>Key Interactions w/ Verizon</a:t>
            </a:r>
            <a:endParaRPr b="1" i="0" sz="800" u="none" cap="none" strike="noStrike">
              <a:solidFill>
                <a:srgbClr val="000000"/>
              </a:solidFill>
              <a:latin typeface="Verizon NHG DS"/>
              <a:ea typeface="Verizon NHG DS"/>
              <a:cs typeface="Verizon NHG DS"/>
              <a:sym typeface="Verizon NHG DS"/>
            </a:endParaRPr>
          </a:p>
        </p:txBody>
      </p:sp>
      <p:sp>
        <p:nvSpPr>
          <p:cNvPr id="1361" name="Google Shape;1361;p178"/>
          <p:cNvSpPr txBox="1"/>
          <p:nvPr/>
        </p:nvSpPr>
        <p:spPr>
          <a:xfrm>
            <a:off x="6033170" y="3698153"/>
            <a:ext cx="1234500" cy="900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300"/>
              </a:spcAft>
              <a:buClr>
                <a:schemeClr val="dk1"/>
              </a:buClr>
              <a:buSzPts val="1100"/>
              <a:buFont typeface="Arial"/>
              <a:buNone/>
            </a:pPr>
            <a:r>
              <a:rPr b="1" i="0" lang="en" sz="800" u="none" cap="none" strike="noStrike">
                <a:solidFill>
                  <a:schemeClr val="dk1"/>
                </a:solidFill>
                <a:latin typeface="Verizon NHG DS"/>
                <a:ea typeface="Verizon NHG DS"/>
                <a:cs typeface="Verizon NHG DS"/>
                <a:sym typeface="Verizon NHG DS"/>
              </a:rPr>
              <a:t>Key Interactions w/ Verizon</a:t>
            </a:r>
            <a:endParaRPr b="1" i="0" sz="800" u="none" cap="none" strike="noStrike">
              <a:solidFill>
                <a:srgbClr val="000000"/>
              </a:solidFill>
              <a:latin typeface="Verizon NHG DS"/>
              <a:ea typeface="Verizon NHG DS"/>
              <a:cs typeface="Verizon NHG DS"/>
              <a:sym typeface="Verizon NHG DS"/>
            </a:endParaRPr>
          </a:p>
        </p:txBody>
      </p:sp>
      <p:sp>
        <p:nvSpPr>
          <p:cNvPr id="1362" name="Google Shape;1362;p178"/>
          <p:cNvSpPr txBox="1"/>
          <p:nvPr/>
        </p:nvSpPr>
        <p:spPr>
          <a:xfrm>
            <a:off x="7417225" y="2566850"/>
            <a:ext cx="1407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u="none" cap="none" strike="noStrike">
                <a:solidFill>
                  <a:schemeClr val="dk1"/>
                </a:solidFill>
                <a:latin typeface="Verizon NHG DS"/>
                <a:ea typeface="Verizon NHG DS"/>
                <a:cs typeface="Verizon NHG DS"/>
                <a:sym typeface="Verizon NHG DS"/>
              </a:rPr>
              <a:t>Key Customer Actions</a:t>
            </a:r>
            <a:endParaRPr b="1" i="1"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0" i="0" lang="en" sz="800" u="none" cap="none" strike="noStrike">
                <a:solidFill>
                  <a:schemeClr val="dk1"/>
                </a:solidFill>
                <a:latin typeface="Verizon NHG DS"/>
                <a:ea typeface="Verizon NHG DS"/>
                <a:cs typeface="Verizon NHG DS"/>
                <a:sym typeface="Verizon NHG DS"/>
              </a:rPr>
              <a:t>Description customer objectives and interactions</a:t>
            </a:r>
            <a:endParaRPr b="1" i="1" sz="800" u="none" cap="none" strike="noStrike">
              <a:solidFill>
                <a:srgbClr val="000000"/>
              </a:solidFill>
              <a:latin typeface="Verizon NHG DS"/>
              <a:ea typeface="Verizon NHG DS"/>
              <a:cs typeface="Verizon NHG DS"/>
              <a:sym typeface="Verizon NHG DS"/>
            </a:endParaRPr>
          </a:p>
        </p:txBody>
      </p:sp>
      <p:sp>
        <p:nvSpPr>
          <p:cNvPr id="1363" name="Google Shape;1363;p178"/>
          <p:cNvSpPr txBox="1"/>
          <p:nvPr/>
        </p:nvSpPr>
        <p:spPr>
          <a:xfrm>
            <a:off x="7427150" y="3698153"/>
            <a:ext cx="1234500" cy="900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300"/>
              </a:spcAft>
              <a:buClr>
                <a:schemeClr val="dk1"/>
              </a:buClr>
              <a:buSzPts val="1100"/>
              <a:buFont typeface="Arial"/>
              <a:buNone/>
            </a:pPr>
            <a:r>
              <a:rPr b="1" i="0" lang="en" sz="800" u="none" cap="none" strike="noStrike">
                <a:solidFill>
                  <a:schemeClr val="dk1"/>
                </a:solidFill>
                <a:latin typeface="Verizon NHG DS"/>
                <a:ea typeface="Verizon NHG DS"/>
                <a:cs typeface="Verizon NHG DS"/>
                <a:sym typeface="Verizon NHG DS"/>
              </a:rPr>
              <a:t>Key Interactions w/ Verizon</a:t>
            </a:r>
            <a:endParaRPr b="1" i="0" sz="800" u="none" cap="none" strike="noStrike">
              <a:solidFill>
                <a:srgbClr val="000000"/>
              </a:solidFill>
              <a:latin typeface="Verizon NHG DS"/>
              <a:ea typeface="Verizon NHG DS"/>
              <a:cs typeface="Verizon NHG DS"/>
              <a:sym typeface="Verizon NHG DS"/>
            </a:endParaRPr>
          </a:p>
        </p:txBody>
      </p:sp>
      <p:cxnSp>
        <p:nvCxnSpPr>
          <p:cNvPr id="1364" name="Google Shape;1364;p178"/>
          <p:cNvCxnSpPr/>
          <p:nvPr/>
        </p:nvCxnSpPr>
        <p:spPr>
          <a:xfrm>
            <a:off x="457245" y="3512324"/>
            <a:ext cx="8204700" cy="0"/>
          </a:xfrm>
          <a:prstGeom prst="straightConnector1">
            <a:avLst/>
          </a:prstGeom>
          <a:noFill/>
          <a:ln cap="flat" cmpd="sng" w="9525">
            <a:solidFill>
              <a:srgbClr val="747676"/>
            </a:solidFill>
            <a:prstDash val="solid"/>
            <a:round/>
            <a:headEnd len="sm" w="sm" type="none"/>
            <a:tailEnd len="sm" w="sm" type="none"/>
          </a:ln>
        </p:spPr>
      </p:cxnSp>
      <p:sp>
        <p:nvSpPr>
          <p:cNvPr id="1365" name="Google Shape;1365;p178"/>
          <p:cNvSpPr txBox="1"/>
          <p:nvPr/>
        </p:nvSpPr>
        <p:spPr>
          <a:xfrm>
            <a:off x="1820676"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u="none" cap="none" strike="noStrike">
                <a:solidFill>
                  <a:schemeClr val="dk1"/>
                </a:solidFill>
                <a:latin typeface="Verizon NHG DS"/>
                <a:ea typeface="Verizon NHG DS"/>
                <a:cs typeface="Verizon NHG DS"/>
                <a:sym typeface="Verizon NHG DS"/>
              </a:rPr>
              <a:t>Key Customer Actions</a:t>
            </a:r>
            <a:endParaRPr b="1" i="1"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0" i="0" lang="en" sz="800" u="none" cap="none" strike="noStrike">
                <a:solidFill>
                  <a:schemeClr val="dk1"/>
                </a:solidFill>
                <a:latin typeface="Verizon NHG DS"/>
                <a:ea typeface="Verizon NHG DS"/>
                <a:cs typeface="Verizon NHG DS"/>
                <a:sym typeface="Verizon NHG DS"/>
              </a:rPr>
              <a:t>Description customer objectives and interactions</a:t>
            </a:r>
            <a:endParaRPr b="1" i="0" sz="800" u="none" cap="none" strike="noStrike">
              <a:solidFill>
                <a:srgbClr val="000000"/>
              </a:solidFill>
              <a:latin typeface="Verizon NHG DS"/>
              <a:ea typeface="Verizon NHG DS"/>
              <a:cs typeface="Verizon NHG DS"/>
              <a:sym typeface="Verizon NHG DS"/>
            </a:endParaRPr>
          </a:p>
        </p:txBody>
      </p:sp>
      <p:sp>
        <p:nvSpPr>
          <p:cNvPr id="1366" name="Google Shape;1366;p178"/>
          <p:cNvSpPr txBox="1"/>
          <p:nvPr/>
        </p:nvSpPr>
        <p:spPr>
          <a:xfrm>
            <a:off x="185123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300"/>
              </a:spcAft>
              <a:buClr>
                <a:schemeClr val="dk1"/>
              </a:buClr>
              <a:buSzPts val="1100"/>
              <a:buFont typeface="Arial"/>
              <a:buNone/>
            </a:pPr>
            <a:r>
              <a:rPr b="1" i="0" lang="en" sz="800" u="none" cap="none" strike="noStrike">
                <a:solidFill>
                  <a:schemeClr val="dk1"/>
                </a:solidFill>
                <a:latin typeface="Verizon NHG DS"/>
                <a:ea typeface="Verizon NHG DS"/>
                <a:cs typeface="Verizon NHG DS"/>
                <a:sym typeface="Verizon NHG DS"/>
              </a:rPr>
              <a:t>Key Interactions w/ Verizon</a:t>
            </a:r>
            <a:endParaRPr b="1" i="0" sz="800" u="none" cap="none" strike="noStrike">
              <a:solidFill>
                <a:srgbClr val="000000"/>
              </a:solidFill>
              <a:latin typeface="Verizon NHG DS"/>
              <a:ea typeface="Verizon NHG DS"/>
              <a:cs typeface="Verizon NHG DS"/>
              <a:sym typeface="Verizon NHG DS"/>
            </a:endParaRPr>
          </a:p>
        </p:txBody>
      </p:sp>
      <p:sp>
        <p:nvSpPr>
          <p:cNvPr id="1367" name="Google Shape;1367;p178"/>
          <p:cNvSpPr txBox="1"/>
          <p:nvPr/>
        </p:nvSpPr>
        <p:spPr>
          <a:xfrm>
            <a:off x="456075"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u="none" cap="none" strike="noStrike">
                <a:solidFill>
                  <a:srgbClr val="000000"/>
                </a:solidFill>
                <a:latin typeface="Verizon NHG DS"/>
                <a:ea typeface="Verizon NHG DS"/>
                <a:cs typeface="Verizon NHG DS"/>
                <a:sym typeface="Verizon NHG DS"/>
              </a:rPr>
              <a:t>Key Customer Actions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0" i="0" lang="en" sz="800" u="none" cap="none" strike="noStrike">
                <a:solidFill>
                  <a:srgbClr val="000000"/>
                </a:solidFill>
                <a:latin typeface="Verizon NHG DS"/>
                <a:ea typeface="Verizon NHG DS"/>
                <a:cs typeface="Verizon NHG DS"/>
                <a:sym typeface="Verizon NHG DS"/>
              </a:rPr>
              <a:t>Description customer objectives and actions</a:t>
            </a:r>
            <a:endParaRPr b="0" i="0" sz="800" u="none" cap="none" strike="noStrike">
              <a:solidFill>
                <a:srgbClr val="000000"/>
              </a:solidFill>
              <a:latin typeface="Verizon NHG DS"/>
              <a:ea typeface="Verizon NHG DS"/>
              <a:cs typeface="Verizon NHG DS"/>
              <a:sym typeface="Verizon NHG DS"/>
            </a:endParaRPr>
          </a:p>
        </p:txBody>
      </p:sp>
      <p:pic>
        <p:nvPicPr>
          <p:cNvPr id="1368" name="Google Shape;1368;p178"/>
          <p:cNvPicPr preferRelativeResize="0"/>
          <p:nvPr/>
        </p:nvPicPr>
        <p:blipFill rotWithShape="1">
          <a:blip r:embed="rId3">
            <a:alphaModFix/>
          </a:blip>
          <a:srcRect b="0" l="0" r="0" t="0"/>
          <a:stretch/>
        </p:blipFill>
        <p:spPr>
          <a:xfrm>
            <a:off x="1853837" y="1225346"/>
            <a:ext cx="1236598" cy="1236584"/>
          </a:xfrm>
          <a:prstGeom prst="rect">
            <a:avLst/>
          </a:prstGeom>
          <a:noFill/>
          <a:ln cap="flat" cmpd="sng" w="9525">
            <a:solidFill>
              <a:srgbClr val="000000"/>
            </a:solidFill>
            <a:prstDash val="solid"/>
            <a:round/>
            <a:headEnd len="sm" w="sm" type="none"/>
            <a:tailEnd len="sm" w="sm" type="none"/>
          </a:ln>
        </p:spPr>
      </p:pic>
      <p:pic>
        <p:nvPicPr>
          <p:cNvPr id="1369" name="Google Shape;1369;p178"/>
          <p:cNvPicPr preferRelativeResize="0"/>
          <p:nvPr/>
        </p:nvPicPr>
        <p:blipFill rotWithShape="1">
          <a:blip r:embed="rId4">
            <a:alphaModFix/>
          </a:blip>
          <a:srcRect b="0" l="0" r="0" t="0"/>
          <a:stretch/>
        </p:blipFill>
        <p:spPr>
          <a:xfrm>
            <a:off x="3246226" y="1225350"/>
            <a:ext cx="1236598" cy="1236598"/>
          </a:xfrm>
          <a:prstGeom prst="rect">
            <a:avLst/>
          </a:prstGeom>
          <a:noFill/>
          <a:ln cap="flat" cmpd="sng" w="9525">
            <a:solidFill>
              <a:srgbClr val="000000"/>
            </a:solidFill>
            <a:prstDash val="solid"/>
            <a:round/>
            <a:headEnd len="sm" w="sm" type="none"/>
            <a:tailEnd len="sm" w="sm" type="none"/>
          </a:ln>
        </p:spPr>
      </p:pic>
      <p:pic>
        <p:nvPicPr>
          <p:cNvPr id="1370" name="Google Shape;1370;p178"/>
          <p:cNvPicPr preferRelativeResize="0"/>
          <p:nvPr/>
        </p:nvPicPr>
        <p:blipFill rotWithShape="1">
          <a:blip r:embed="rId5">
            <a:alphaModFix/>
          </a:blip>
          <a:srcRect b="0" l="0" r="0" t="0"/>
          <a:stretch/>
        </p:blipFill>
        <p:spPr>
          <a:xfrm>
            <a:off x="4638625" y="1225350"/>
            <a:ext cx="1236598" cy="1236598"/>
          </a:xfrm>
          <a:prstGeom prst="rect">
            <a:avLst/>
          </a:prstGeom>
          <a:noFill/>
          <a:ln cap="flat" cmpd="sng" w="9525">
            <a:solidFill>
              <a:srgbClr val="000000"/>
            </a:solidFill>
            <a:prstDash val="solid"/>
            <a:round/>
            <a:headEnd len="sm" w="sm" type="none"/>
            <a:tailEnd len="sm" w="sm" type="none"/>
          </a:ln>
        </p:spPr>
      </p:pic>
      <p:pic>
        <p:nvPicPr>
          <p:cNvPr id="1371" name="Google Shape;1371;p178"/>
          <p:cNvPicPr preferRelativeResize="0"/>
          <p:nvPr/>
        </p:nvPicPr>
        <p:blipFill rotWithShape="1">
          <a:blip r:embed="rId6">
            <a:alphaModFix/>
          </a:blip>
          <a:srcRect b="0" l="0" r="0" t="0"/>
          <a:stretch/>
        </p:blipFill>
        <p:spPr>
          <a:xfrm>
            <a:off x="6031822" y="1225375"/>
            <a:ext cx="1236598" cy="1236598"/>
          </a:xfrm>
          <a:prstGeom prst="rect">
            <a:avLst/>
          </a:prstGeom>
          <a:noFill/>
          <a:ln cap="flat" cmpd="sng" w="9525">
            <a:solidFill>
              <a:srgbClr val="000000"/>
            </a:solidFill>
            <a:prstDash val="solid"/>
            <a:round/>
            <a:headEnd len="sm" w="sm" type="none"/>
            <a:tailEnd len="sm" w="sm" type="none"/>
          </a:ln>
        </p:spPr>
      </p:pic>
      <p:pic>
        <p:nvPicPr>
          <p:cNvPr id="1372" name="Google Shape;1372;p178"/>
          <p:cNvPicPr preferRelativeResize="0"/>
          <p:nvPr/>
        </p:nvPicPr>
        <p:blipFill rotWithShape="1">
          <a:blip r:embed="rId7">
            <a:alphaModFix/>
          </a:blip>
          <a:srcRect b="16692" l="35715" r="938" t="19961"/>
          <a:stretch/>
        </p:blipFill>
        <p:spPr>
          <a:xfrm>
            <a:off x="5531604" y="2118351"/>
            <a:ext cx="301800" cy="301800"/>
          </a:xfrm>
          <a:prstGeom prst="ellipse">
            <a:avLst/>
          </a:prstGeom>
          <a:noFill/>
          <a:ln cap="flat" cmpd="sng" w="9525">
            <a:solidFill>
              <a:srgbClr val="000000"/>
            </a:solidFill>
            <a:prstDash val="solid"/>
            <a:round/>
            <a:headEnd len="sm" w="sm" type="none"/>
            <a:tailEnd len="sm" w="sm" type="none"/>
          </a:ln>
        </p:spPr>
      </p:pic>
      <p:pic>
        <p:nvPicPr>
          <p:cNvPr id="1373" name="Google Shape;1373;p178"/>
          <p:cNvPicPr preferRelativeResize="0"/>
          <p:nvPr/>
        </p:nvPicPr>
        <p:blipFill rotWithShape="1">
          <a:blip r:embed="rId8">
            <a:alphaModFix/>
          </a:blip>
          <a:srcRect b="0" l="0" r="0" t="0"/>
          <a:stretch/>
        </p:blipFill>
        <p:spPr>
          <a:xfrm>
            <a:off x="457250" y="1225350"/>
            <a:ext cx="1234502" cy="1234502"/>
          </a:xfrm>
          <a:prstGeom prst="rect">
            <a:avLst/>
          </a:prstGeom>
          <a:noFill/>
          <a:ln cap="flat" cmpd="sng" w="9525">
            <a:solidFill>
              <a:srgbClr val="000000"/>
            </a:solidFill>
            <a:prstDash val="solid"/>
            <a:round/>
            <a:headEnd len="sm" w="sm" type="none"/>
            <a:tailEnd len="sm" w="sm" type="none"/>
          </a:ln>
        </p:spPr>
      </p:pic>
      <p:pic>
        <p:nvPicPr>
          <p:cNvPr id="1374" name="Google Shape;1374;p178"/>
          <p:cNvPicPr preferRelativeResize="0"/>
          <p:nvPr/>
        </p:nvPicPr>
        <p:blipFill rotWithShape="1">
          <a:blip r:embed="rId9">
            <a:alphaModFix/>
          </a:blip>
          <a:srcRect b="0" l="0" r="0" t="0"/>
          <a:stretch/>
        </p:blipFill>
        <p:spPr>
          <a:xfrm>
            <a:off x="7428100" y="1225375"/>
            <a:ext cx="1234502" cy="1234502"/>
          </a:xfrm>
          <a:prstGeom prst="rect">
            <a:avLst/>
          </a:prstGeom>
          <a:noFill/>
          <a:ln cap="flat" cmpd="sng" w="9525">
            <a:solidFill>
              <a:srgbClr val="000000"/>
            </a:solidFill>
            <a:prstDash val="solid"/>
            <a:round/>
            <a:headEnd len="sm" w="sm" type="none"/>
            <a:tailEnd len="sm" w="sm" type="none"/>
          </a:ln>
        </p:spPr>
      </p:pic>
      <p:sp>
        <p:nvSpPr>
          <p:cNvPr id="1375" name="Google Shape;1375;p178"/>
          <p:cNvSpPr txBox="1"/>
          <p:nvPr/>
        </p:nvSpPr>
        <p:spPr>
          <a:xfrm>
            <a:off x="4016251" y="3456450"/>
            <a:ext cx="1111500" cy="111600"/>
          </a:xfrm>
          <a:prstGeom prst="rect">
            <a:avLst/>
          </a:prstGeom>
          <a:solidFill>
            <a:srgbClr val="FFFFFF"/>
          </a:solidFill>
          <a:ln>
            <a:noFill/>
          </a:ln>
        </p:spPr>
        <p:txBody>
          <a:bodyPr anchorCtr="0" anchor="t" bIns="0" lIns="0" spcFirstLastPara="1" rIns="0" wrap="square" tIns="0">
            <a:noAutofit/>
          </a:bodyPr>
          <a:lstStyle/>
          <a:p>
            <a:pPr indent="0" lvl="0" marL="0" marR="0" rtl="0" algn="ctr">
              <a:lnSpc>
                <a:spcPct val="90000"/>
              </a:lnSpc>
              <a:spcBef>
                <a:spcPts val="0"/>
              </a:spcBef>
              <a:spcAft>
                <a:spcPts val="800"/>
              </a:spcAft>
              <a:buClr>
                <a:srgbClr val="000000"/>
              </a:buClr>
              <a:buSzPts val="800"/>
              <a:buFont typeface="Arial"/>
              <a:buNone/>
            </a:pPr>
            <a:r>
              <a:rPr b="0" i="0" lang="en" sz="800" u="none" cap="none" strike="noStrike">
                <a:solidFill>
                  <a:srgbClr val="000000"/>
                </a:solidFill>
                <a:latin typeface="Verizon NHG DS"/>
                <a:ea typeface="Verizon NHG DS"/>
                <a:cs typeface="Verizon NHG DS"/>
                <a:sym typeface="Verizon NHG DS"/>
              </a:rPr>
              <a:t>Key interactions</a:t>
            </a:r>
            <a:endParaRPr b="0" i="0" sz="800" u="none" cap="none" strike="noStrike">
              <a:solidFill>
                <a:srgbClr val="000000"/>
              </a:solidFill>
              <a:latin typeface="Verizon NHG DS"/>
              <a:ea typeface="Verizon NHG DS"/>
              <a:cs typeface="Verizon NHG DS"/>
              <a:sym typeface="Verizon NHG DS"/>
            </a:endParaRPr>
          </a:p>
        </p:txBody>
      </p:sp>
      <p:cxnSp>
        <p:nvCxnSpPr>
          <p:cNvPr id="1376" name="Google Shape;1376;p178"/>
          <p:cNvCxnSpPr/>
          <p:nvPr/>
        </p:nvCxnSpPr>
        <p:spPr>
          <a:xfrm>
            <a:off x="457250" y="1102149"/>
            <a:ext cx="8204700" cy="0"/>
          </a:xfrm>
          <a:prstGeom prst="straightConnector1">
            <a:avLst/>
          </a:prstGeom>
          <a:noFill/>
          <a:ln cap="flat" cmpd="sng" w="9525">
            <a:solidFill>
              <a:srgbClr val="747676"/>
            </a:solidFill>
            <a:prstDash val="solid"/>
            <a:round/>
            <a:headEnd len="sm" w="sm" type="none"/>
            <a:tailEnd len="sm" w="sm" type="none"/>
          </a:ln>
        </p:spPr>
      </p:cxnSp>
      <p:sp>
        <p:nvSpPr>
          <p:cNvPr id="1377" name="Google Shape;1377;p178"/>
          <p:cNvSpPr txBox="1"/>
          <p:nvPr/>
        </p:nvSpPr>
        <p:spPr>
          <a:xfrm>
            <a:off x="3894804" y="1046275"/>
            <a:ext cx="1454700" cy="111600"/>
          </a:xfrm>
          <a:prstGeom prst="rect">
            <a:avLst/>
          </a:prstGeom>
          <a:solidFill>
            <a:srgbClr val="FFFFFF"/>
          </a:solidFill>
          <a:ln>
            <a:noFill/>
          </a:ln>
        </p:spPr>
        <p:txBody>
          <a:bodyPr anchorCtr="0" anchor="t" bIns="0" lIns="0" spcFirstLastPara="1" rIns="0" wrap="square" tIns="0">
            <a:noAutofit/>
          </a:bodyPr>
          <a:lstStyle/>
          <a:p>
            <a:pPr indent="0" lvl="0" marL="0" marR="0" rtl="0" algn="ctr">
              <a:lnSpc>
                <a:spcPct val="90000"/>
              </a:lnSpc>
              <a:spcBef>
                <a:spcPts val="0"/>
              </a:spcBef>
              <a:spcAft>
                <a:spcPts val="800"/>
              </a:spcAft>
              <a:buClr>
                <a:srgbClr val="000000"/>
              </a:buClr>
              <a:buSzPts val="700"/>
              <a:buFont typeface="Arial"/>
              <a:buNone/>
            </a:pPr>
            <a:r>
              <a:rPr b="0" i="0" lang="en" sz="700" u="none" cap="none" strike="noStrike">
                <a:solidFill>
                  <a:srgbClr val="000000"/>
                </a:solidFill>
                <a:latin typeface="Verizon NHG DS"/>
                <a:ea typeface="Verizon NHG DS"/>
                <a:cs typeface="Verizon NHG DS"/>
                <a:sym typeface="Verizon NHG DS"/>
              </a:rPr>
              <a:t>Illustrative Only</a:t>
            </a:r>
            <a:endParaRPr b="0" i="0" sz="700" u="none" cap="none" strike="noStrike">
              <a:solidFill>
                <a:srgbClr val="000000"/>
              </a:solidFill>
              <a:latin typeface="Verizon NHG DS"/>
              <a:ea typeface="Verizon NHG DS"/>
              <a:cs typeface="Verizon NHG DS"/>
              <a:sym typeface="Verizon NHG DS"/>
            </a:endParaRPr>
          </a:p>
        </p:txBody>
      </p:sp>
      <p:sp>
        <p:nvSpPr>
          <p:cNvPr id="1378" name="Google Shape;1378;p178"/>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Verizon NHG DS"/>
                <a:ea typeface="Verizon NHG DS"/>
                <a:cs typeface="Verizon NHG DS"/>
                <a:sym typeface="Verizon NHG DS"/>
              </a:rPr>
              <a:t>Template</a:t>
            </a:r>
            <a:endParaRPr b="1" i="0" sz="1100" u="none" cap="none" strike="noStrike">
              <a:solidFill>
                <a:schemeClr val="dk1"/>
              </a:solidFill>
              <a:latin typeface="Verizon NHG DS"/>
              <a:ea typeface="Verizon NHG DS"/>
              <a:cs typeface="Verizon NHG DS"/>
              <a:sym typeface="Verizon NHG DS"/>
            </a:endParaRPr>
          </a:p>
        </p:txBody>
      </p:sp>
      <p:grpSp>
        <p:nvGrpSpPr>
          <p:cNvPr id="1379" name="Google Shape;1379;p178"/>
          <p:cNvGrpSpPr/>
          <p:nvPr/>
        </p:nvGrpSpPr>
        <p:grpSpPr>
          <a:xfrm>
            <a:off x="6665119" y="154838"/>
            <a:ext cx="2104650" cy="212400"/>
            <a:chOff x="9242425" y="104850"/>
            <a:chExt cx="2806200" cy="283200"/>
          </a:xfrm>
        </p:grpSpPr>
        <p:sp>
          <p:nvSpPr>
            <p:cNvPr id="1380" name="Google Shape;1380;p178"/>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381" name="Google Shape;1381;p178"/>
            <p:cNvSpPr/>
            <p:nvPr/>
          </p:nvSpPr>
          <p:spPr>
            <a:xfrm>
              <a:off x="10156825" y="104850"/>
              <a:ext cx="977400" cy="283200"/>
            </a:xfrm>
            <a:prstGeom prst="chevron">
              <a:avLst>
                <a:gd fmla="val 50000" name="adj"/>
              </a:avLst>
            </a:prstGeom>
            <a:solidFill>
              <a:schemeClr val="accent1"/>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Scope</a:t>
              </a:r>
              <a:endParaRPr b="0" i="0" sz="600" u="none" cap="none" strike="noStrike">
                <a:solidFill>
                  <a:schemeClr val="lt1"/>
                </a:solidFill>
                <a:latin typeface="Verizon NHG TX"/>
                <a:ea typeface="Verizon NHG TX"/>
                <a:cs typeface="Verizon NHG TX"/>
                <a:sym typeface="Verizon NHG TX"/>
              </a:endParaRPr>
            </a:p>
          </p:txBody>
        </p:sp>
        <p:sp>
          <p:nvSpPr>
            <p:cNvPr id="1382" name="Google Shape;1382;p178"/>
            <p:cNvSpPr/>
            <p:nvPr/>
          </p:nvSpPr>
          <p:spPr>
            <a:xfrm>
              <a:off x="11071225" y="104850"/>
              <a:ext cx="977400" cy="283200"/>
            </a:xfrm>
            <a:prstGeom prst="chevron">
              <a:avLst>
                <a:gd fmla="val 50000" name="adj"/>
              </a:avLst>
            </a:prstGeom>
            <a:solidFill>
              <a:schemeClr val="accent2"/>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
        <p:nvSpPr>
          <p:cNvPr id="1383" name="Google Shape;1383;p178"/>
          <p:cNvSpPr txBox="1"/>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Verizon NHG TX"/>
                <a:ea typeface="Verizon NHG TX"/>
                <a:cs typeface="Verizon NHG TX"/>
                <a:sym typeface="Verizon NHG TX"/>
              </a:rPr>
              <a:t>CX Workstream Name</a:t>
            </a:r>
            <a:endParaRPr b="0" i="0" sz="800" u="none" cap="none" strike="noStrike">
              <a:solidFill>
                <a:srgbClr val="000000"/>
              </a:solidFill>
              <a:latin typeface="Verizon NHG TX"/>
              <a:ea typeface="Verizon NHG TX"/>
              <a:cs typeface="Verizon NHG TX"/>
              <a:sym typeface="Verizon NHG TX"/>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8" name="Shape 1388"/>
        <p:cNvGrpSpPr/>
        <p:nvPr/>
      </p:nvGrpSpPr>
      <p:grpSpPr>
        <a:xfrm>
          <a:off x="0" y="0"/>
          <a:ext cx="0" cy="0"/>
          <a:chOff x="0" y="0"/>
          <a:chExt cx="0" cy="0"/>
        </a:xfrm>
      </p:grpSpPr>
      <p:sp>
        <p:nvSpPr>
          <p:cNvPr id="1389" name="Google Shape;1389;p17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1390" name="Google Shape;1390;p179"/>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800"/>
              <a:buNone/>
            </a:pPr>
            <a:r>
              <a:rPr lang="en"/>
              <a:t>CX Workstream Name</a:t>
            </a:r>
            <a:endParaRPr/>
          </a:p>
        </p:txBody>
      </p:sp>
      <p:graphicFrame>
        <p:nvGraphicFramePr>
          <p:cNvPr id="1391" name="Google Shape;1391;p179"/>
          <p:cNvGraphicFramePr/>
          <p:nvPr/>
        </p:nvGraphicFramePr>
        <p:xfrm>
          <a:off x="429394" y="1230450"/>
          <a:ext cx="3000000" cy="3000000"/>
        </p:xfrm>
        <a:graphic>
          <a:graphicData uri="http://schemas.openxmlformats.org/drawingml/2006/table">
            <a:tbl>
              <a:tblPr>
                <a:noFill/>
                <a:tableStyleId>{9E462017-A897-4C5D-8408-AA559E3040F2}</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KPI’s Impacted- Section 1</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CX Excellence</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Customer Satisfaction (CSAT)</a:t>
                      </a:r>
                      <a:endParaRPr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700"/>
                        <a:buFont typeface="Arial"/>
                        <a:buNone/>
                      </a:pPr>
                      <a:r>
                        <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Rep Interaction Score (RIS)</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Churn Reduction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3-day Resolve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Digital Interaction Score (DIS)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Revenue Growth</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Overall Conversion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Prospect Conversion</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Operational Efficiency</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Call Volume Optimization (CVO)</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Average Handle Time (AHT)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Retail Transaction Time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Other Cost Savings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1392" name="Google Shape;1392;p179"/>
          <p:cNvCxnSpPr/>
          <p:nvPr/>
        </p:nvCxnSpPr>
        <p:spPr>
          <a:xfrm>
            <a:off x="4480665" y="1206769"/>
            <a:ext cx="0" cy="3320700"/>
          </a:xfrm>
          <a:prstGeom prst="straightConnector1">
            <a:avLst/>
          </a:prstGeom>
          <a:noFill/>
          <a:ln cap="flat" cmpd="sng" w="19050">
            <a:solidFill>
              <a:srgbClr val="7F7F7F"/>
            </a:solidFill>
            <a:prstDash val="dash"/>
            <a:round/>
            <a:headEnd len="sm" w="sm" type="none"/>
            <a:tailEnd len="sm" w="sm" type="none"/>
          </a:ln>
        </p:spPr>
      </p:cxnSp>
      <p:sp>
        <p:nvSpPr>
          <p:cNvPr id="1393" name="Google Shape;1393;p179"/>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Verizon NHG DS"/>
                <a:ea typeface="Verizon NHG DS"/>
                <a:cs typeface="Verizon NHG DS"/>
                <a:sym typeface="Verizon NHG DS"/>
              </a:rPr>
              <a:t>Template</a:t>
            </a:r>
            <a:endParaRPr b="1" i="0" sz="1100" u="none" cap="none" strike="noStrike">
              <a:solidFill>
                <a:schemeClr val="dk1"/>
              </a:solidFill>
              <a:latin typeface="Verizon NHG DS"/>
              <a:ea typeface="Verizon NHG DS"/>
              <a:cs typeface="Verizon NHG DS"/>
              <a:sym typeface="Verizon NHG DS"/>
            </a:endParaRPr>
          </a:p>
        </p:txBody>
      </p:sp>
      <p:graphicFrame>
        <p:nvGraphicFramePr>
          <p:cNvPr id="1394" name="Google Shape;1394;p179"/>
          <p:cNvGraphicFramePr/>
          <p:nvPr/>
        </p:nvGraphicFramePr>
        <p:xfrm>
          <a:off x="4665081" y="1230450"/>
          <a:ext cx="3000000" cy="3000000"/>
        </p:xfrm>
        <a:graphic>
          <a:graphicData uri="http://schemas.openxmlformats.org/drawingml/2006/table">
            <a:tbl>
              <a:tblPr>
                <a:noFill/>
                <a:tableStyleId>{9E462017-A897-4C5D-8408-AA559E3040F2}</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Financial Scope &amp; Targets (P*Q)- Section 2</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Benefit Value Estimates </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Incremental Revenue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Call Volume Optimization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Handle Time Optimization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Other Benefit Value            $________  (please explain)</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chemeClr val="lt1"/>
                          </a:solidFill>
                          <a:latin typeface="Verizon NHG DS"/>
                          <a:ea typeface="Verizon NHG DS"/>
                          <a:cs typeface="Verizon NHG DS"/>
                          <a:sym typeface="Verizon NHG DS"/>
                        </a:rPr>
                        <a:t>Investment Planning - Section 3 </a:t>
                      </a:r>
                      <a:r>
                        <a:rPr b="1" lang="en" sz="700" u="none" cap="none" strike="noStrike">
                          <a:solidFill>
                            <a:schemeClr val="lt1"/>
                          </a:solidFill>
                          <a:latin typeface="Verizon NHG DS"/>
                          <a:ea typeface="Verizon NHG DS"/>
                          <a:cs typeface="Verizon NHG DS"/>
                          <a:sym typeface="Verizon NHG DS"/>
                        </a:rPr>
                        <a:t>(CXO IPG to complete this section)</a:t>
                      </a:r>
                      <a:endParaRPr b="1" sz="5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Capital  Investment Estimates</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GTS Labor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Non-GTS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Operating Expense for Initiative (Incremental)</a:t>
                      </a:r>
                      <a:endParaRPr b="1"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Operating Cost (OPEX)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Incremental Headcount       ________</a:t>
                      </a:r>
                      <a:endParaRPr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1395" name="Google Shape;1395;p179"/>
          <p:cNvSpPr/>
          <p:nvPr/>
        </p:nvSpPr>
        <p:spPr>
          <a:xfrm>
            <a:off x="4654800" y="2778400"/>
            <a:ext cx="3828300" cy="1956000"/>
          </a:xfrm>
          <a:prstGeom prst="rect">
            <a:avLst/>
          </a:prstGeom>
          <a:solidFill>
            <a:srgbClr val="9E9E9E">
              <a:alpha val="392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grpSp>
        <p:nvGrpSpPr>
          <p:cNvPr id="1396" name="Google Shape;1396;p179"/>
          <p:cNvGrpSpPr/>
          <p:nvPr/>
        </p:nvGrpSpPr>
        <p:grpSpPr>
          <a:xfrm>
            <a:off x="6665119" y="154838"/>
            <a:ext cx="2104650" cy="212400"/>
            <a:chOff x="9242425" y="104850"/>
            <a:chExt cx="2806200" cy="283200"/>
          </a:xfrm>
        </p:grpSpPr>
        <p:sp>
          <p:nvSpPr>
            <p:cNvPr id="1397" name="Google Shape;1397;p179"/>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398" name="Google Shape;1398;p179"/>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1399" name="Google Shape;1399;p179"/>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180"/>
          <p:cNvSpPr txBox="1"/>
          <p:nvPr>
            <p:ph type="title"/>
          </p:nvPr>
        </p:nvSpPr>
        <p:spPr>
          <a:xfrm>
            <a:off x="473870" y="5436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2026 Capex + Opex Incremental</a:t>
            </a:r>
            <a:endParaRPr>
              <a:latin typeface="Verizon NHG DS"/>
              <a:ea typeface="Verizon NHG DS"/>
              <a:cs typeface="Verizon NHG DS"/>
              <a:sym typeface="Verizon NHG DS"/>
            </a:endParaRPr>
          </a:p>
        </p:txBody>
      </p:sp>
      <p:graphicFrame>
        <p:nvGraphicFramePr>
          <p:cNvPr id="1406" name="Google Shape;1406;p180"/>
          <p:cNvGraphicFramePr/>
          <p:nvPr/>
        </p:nvGraphicFramePr>
        <p:xfrm>
          <a:off x="139200" y="1108475"/>
          <a:ext cx="3000000" cy="3000000"/>
        </p:xfrm>
        <a:graphic>
          <a:graphicData uri="http://schemas.openxmlformats.org/drawingml/2006/table">
            <a:tbl>
              <a:tblPr>
                <a:noFill/>
                <a:tableStyleId>{9E462017-A897-4C5D-8408-AA559E3040F2}</a:tableStyleId>
              </a:tblPr>
              <a:tblGrid>
                <a:gridCol w="463150"/>
                <a:gridCol w="644450"/>
                <a:gridCol w="926250"/>
                <a:gridCol w="953650"/>
                <a:gridCol w="1334025"/>
                <a:gridCol w="1334025"/>
                <a:gridCol w="2482300"/>
                <a:gridCol w="727675"/>
              </a:tblGrid>
              <a:tr h="271725">
                <a:tc gridSpan="7">
                  <a:txBody>
                    <a:bodyPr/>
                    <a:lstStyle/>
                    <a:p>
                      <a:pPr indent="0" lvl="0" marL="0" marR="0" rtl="0" algn="l">
                        <a:lnSpc>
                          <a:spcPct val="100000"/>
                        </a:lnSpc>
                        <a:spcBef>
                          <a:spcPts val="0"/>
                        </a:spcBef>
                        <a:spcAft>
                          <a:spcPts val="0"/>
                        </a:spcAft>
                        <a:buClr>
                          <a:schemeClr val="dk1"/>
                        </a:buClr>
                        <a:buSzPts val="1100"/>
                        <a:buFont typeface="Arial"/>
                        <a:buNone/>
                      </a:pPr>
                      <a:r>
                        <a:rPr b="1" lang="en" sz="900" u="none" cap="none" strike="noStrike">
                          <a:solidFill>
                            <a:schemeClr val="lt1"/>
                          </a:solidFill>
                          <a:latin typeface="Verizon NHG TX"/>
                          <a:ea typeface="Verizon NHG TX"/>
                          <a:cs typeface="Verizon NHG TX"/>
                          <a:sym typeface="Verizon NHG TX"/>
                        </a:rPr>
                        <a:t>Xxx (i.e. Koenders, Butler etc.) | xxx (i.e. CX, Experience Product, Digital Channel etc.)</a:t>
                      </a:r>
                      <a:endParaRPr b="1" sz="900" u="none" cap="none" strike="noStrike">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Status</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Opex ID</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Product Area</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EMR </a:t>
                      </a:r>
                      <a:r>
                        <a:rPr lang="en" sz="700" u="none" cap="none" strike="noStrike">
                          <a:solidFill>
                            <a:schemeClr val="dk1"/>
                          </a:solidFill>
                          <a:latin typeface="Verizon NHG TX"/>
                          <a:ea typeface="Verizon NHG TX"/>
                          <a:cs typeface="Verizon NHG TX"/>
                          <a:sym typeface="Verizon NHG TX"/>
                        </a:rPr>
                        <a:t>(see notes)</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Initiative Name</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Vendor Name</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Description</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Budget</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C</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Opex-xxx</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Assisted Experience</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Contracted Services</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n" sz="700" u="none" cap="none" strike="noStrike">
                          <a:solidFill>
                            <a:schemeClr val="dk1"/>
                          </a:solidFill>
                          <a:latin typeface="Verizon NHG TX"/>
                          <a:ea typeface="Verizon NHG TX"/>
                          <a:cs typeface="Verizon NHG TX"/>
                          <a:sym typeface="Verizon NHG TX"/>
                        </a:rPr>
                        <a:t>&lt;Name&gt;</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&lt;Vendor&gt; </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&lt;Description&gt;</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$XXX.XX</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407" name="Google Shape;1407;p180"/>
          <p:cNvGraphicFramePr/>
          <p:nvPr/>
        </p:nvGraphicFramePr>
        <p:xfrm>
          <a:off x="7669163" y="4452650"/>
          <a:ext cx="3000000" cy="3000000"/>
        </p:xfrm>
        <a:graphic>
          <a:graphicData uri="http://schemas.openxmlformats.org/drawingml/2006/table">
            <a:tbl>
              <a:tblPr>
                <a:noFill/>
                <a:tableStyleId>{9E462017-A897-4C5D-8408-AA559E3040F2}</a:tableStyleId>
              </a:tblPr>
              <a:tblGrid>
                <a:gridCol w="291400"/>
                <a:gridCol w="543725"/>
              </a:tblGrid>
              <a:tr h="1984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Verizon NHG TX"/>
                          <a:ea typeface="Verizon NHG TX"/>
                          <a:cs typeface="Verizon NHG TX"/>
                          <a:sym typeface="Verizon NHG TX"/>
                        </a:rPr>
                        <a:t>N</a:t>
                      </a:r>
                      <a:endParaRPr b="1" sz="700" u="none" cap="none" strike="noStrike">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New</a:t>
                      </a:r>
                      <a:endParaRPr sz="700" u="none" cap="none" strike="noStrike">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Verizon NHG TX"/>
                          <a:ea typeface="Verizon NHG TX"/>
                          <a:cs typeface="Verizon NHG TX"/>
                          <a:sym typeface="Verizon NHG TX"/>
                        </a:rPr>
                        <a:t>C</a:t>
                      </a:r>
                      <a:endParaRPr b="1" sz="700" u="none" cap="none" strike="noStrike">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Continue</a:t>
                      </a:r>
                      <a:endParaRPr sz="700" u="none" cap="none" strike="noStrike">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Verizon NHG TX"/>
                          <a:ea typeface="Verizon NHG TX"/>
                          <a:cs typeface="Verizon NHG TX"/>
                          <a:sym typeface="Verizon NHG TX"/>
                        </a:rPr>
                        <a:t>S</a:t>
                      </a:r>
                      <a:endParaRPr b="1" sz="700" u="none" cap="none" strike="noStrike">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Stop</a:t>
                      </a:r>
                      <a:endParaRPr sz="700" u="none" cap="none" strike="noStrike">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408" name="Google Shape;1408;p180"/>
          <p:cNvGrpSpPr/>
          <p:nvPr/>
        </p:nvGrpSpPr>
        <p:grpSpPr>
          <a:xfrm>
            <a:off x="6665119" y="154838"/>
            <a:ext cx="2104650" cy="212400"/>
            <a:chOff x="9242425" y="104850"/>
            <a:chExt cx="2806200" cy="283200"/>
          </a:xfrm>
        </p:grpSpPr>
        <p:sp>
          <p:nvSpPr>
            <p:cNvPr id="1409" name="Google Shape;1409;p180"/>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410" name="Google Shape;1410;p180"/>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1411" name="Google Shape;1411;p180"/>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sp>
        <p:nvSpPr>
          <p:cNvPr id="1417" name="Google Shape;1417;p181"/>
          <p:cNvSpPr txBox="1"/>
          <p:nvPr>
            <p:ph type="title"/>
          </p:nvPr>
        </p:nvSpPr>
        <p:spPr>
          <a:xfrm>
            <a:off x="473870" y="5436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2026 Opex Only</a:t>
            </a:r>
            <a:endParaRPr>
              <a:latin typeface="Verizon NHG DS"/>
              <a:ea typeface="Verizon NHG DS"/>
              <a:cs typeface="Verizon NHG DS"/>
              <a:sym typeface="Verizon NHG DS"/>
            </a:endParaRPr>
          </a:p>
        </p:txBody>
      </p:sp>
      <p:graphicFrame>
        <p:nvGraphicFramePr>
          <p:cNvPr id="1418" name="Google Shape;1418;p181"/>
          <p:cNvGraphicFramePr/>
          <p:nvPr/>
        </p:nvGraphicFramePr>
        <p:xfrm>
          <a:off x="139200" y="1108475"/>
          <a:ext cx="3000000" cy="3000000"/>
        </p:xfrm>
        <a:graphic>
          <a:graphicData uri="http://schemas.openxmlformats.org/drawingml/2006/table">
            <a:tbl>
              <a:tblPr>
                <a:noFill/>
                <a:tableStyleId>{9E462017-A897-4C5D-8408-AA559E3040F2}</a:tableStyleId>
              </a:tblPr>
              <a:tblGrid>
                <a:gridCol w="463150"/>
                <a:gridCol w="644450"/>
                <a:gridCol w="926250"/>
                <a:gridCol w="953650"/>
                <a:gridCol w="1334025"/>
                <a:gridCol w="1334025"/>
                <a:gridCol w="2482300"/>
                <a:gridCol w="727675"/>
              </a:tblGrid>
              <a:tr h="271725">
                <a:tc gridSpan="7">
                  <a:txBody>
                    <a:bodyPr/>
                    <a:lstStyle/>
                    <a:p>
                      <a:pPr indent="0" lvl="0" marL="0" marR="0" rtl="0" algn="l">
                        <a:lnSpc>
                          <a:spcPct val="100000"/>
                        </a:lnSpc>
                        <a:spcBef>
                          <a:spcPts val="0"/>
                        </a:spcBef>
                        <a:spcAft>
                          <a:spcPts val="0"/>
                        </a:spcAft>
                        <a:buClr>
                          <a:schemeClr val="dk1"/>
                        </a:buClr>
                        <a:buSzPts val="1100"/>
                        <a:buFont typeface="Arial"/>
                        <a:buNone/>
                      </a:pPr>
                      <a:r>
                        <a:rPr b="1" lang="en" sz="900" u="none" cap="none" strike="noStrike">
                          <a:solidFill>
                            <a:schemeClr val="lt1"/>
                          </a:solidFill>
                          <a:latin typeface="Verizon NHG TX"/>
                          <a:ea typeface="Verizon NHG TX"/>
                          <a:cs typeface="Verizon NHG TX"/>
                          <a:sym typeface="Verizon NHG TX"/>
                        </a:rPr>
                        <a:t>Xxx (i.e. Koenders, Butler etc.) | xxx (i.e. CX, Experience Product, Digital Channel etc.)</a:t>
                      </a:r>
                      <a:endParaRPr b="1" sz="900" u="none" cap="none" strike="noStrike">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Status</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Opex ID</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Product Area</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EMR </a:t>
                      </a:r>
                      <a:r>
                        <a:rPr lang="en" sz="700" u="none" cap="none" strike="noStrike">
                          <a:latin typeface="Verizon NHG TX"/>
                          <a:ea typeface="Verizon NHG TX"/>
                          <a:cs typeface="Verizon NHG TX"/>
                          <a:sym typeface="Verizon NHG TX"/>
                        </a:rPr>
                        <a:t>(see notes)</a:t>
                      </a:r>
                      <a:endParaRPr sz="7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Initiative Name</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Vendor Name</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Description</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Budget</a:t>
                      </a:r>
                      <a:endParaRPr b="1" sz="800" u="none" cap="none" strike="noStrike">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C</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Opex-xxx</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Assisted Experience</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Contracted Services</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n" sz="700" u="none" cap="none" strike="noStrike">
                          <a:solidFill>
                            <a:schemeClr val="dk1"/>
                          </a:solidFill>
                          <a:latin typeface="Verizon NHG TX"/>
                          <a:ea typeface="Verizon NHG TX"/>
                          <a:cs typeface="Verizon NHG TX"/>
                          <a:sym typeface="Verizon NHG TX"/>
                        </a:rPr>
                        <a:t>&lt;Name&gt;</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&lt;Vendor&gt; </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&lt;Description&gt;</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$XXX.XX</a:t>
                      </a:r>
                      <a:endParaRPr sz="7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419" name="Google Shape;1419;p181"/>
          <p:cNvGraphicFramePr/>
          <p:nvPr/>
        </p:nvGraphicFramePr>
        <p:xfrm>
          <a:off x="7669163" y="4452650"/>
          <a:ext cx="3000000" cy="3000000"/>
        </p:xfrm>
        <a:graphic>
          <a:graphicData uri="http://schemas.openxmlformats.org/drawingml/2006/table">
            <a:tbl>
              <a:tblPr>
                <a:noFill/>
                <a:tableStyleId>{9E462017-A897-4C5D-8408-AA559E3040F2}</a:tableStyleId>
              </a:tblPr>
              <a:tblGrid>
                <a:gridCol w="291400"/>
                <a:gridCol w="543725"/>
              </a:tblGrid>
              <a:tr h="1984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Verizon NHG TX"/>
                          <a:ea typeface="Verizon NHG TX"/>
                          <a:cs typeface="Verizon NHG TX"/>
                          <a:sym typeface="Verizon NHG TX"/>
                        </a:rPr>
                        <a:t>N</a:t>
                      </a:r>
                      <a:endParaRPr b="1" sz="700" u="none" cap="none" strike="noStrike">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New</a:t>
                      </a:r>
                      <a:endParaRPr sz="700" u="none" cap="none" strike="noStrike">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Verizon NHG TX"/>
                          <a:ea typeface="Verizon NHG TX"/>
                          <a:cs typeface="Verizon NHG TX"/>
                          <a:sym typeface="Verizon NHG TX"/>
                        </a:rPr>
                        <a:t>C</a:t>
                      </a:r>
                      <a:endParaRPr b="1" sz="700" u="none" cap="none" strike="noStrike">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Continue</a:t>
                      </a:r>
                      <a:endParaRPr sz="700" u="none" cap="none" strike="noStrike">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Verizon NHG TX"/>
                          <a:ea typeface="Verizon NHG TX"/>
                          <a:cs typeface="Verizon NHG TX"/>
                          <a:sym typeface="Verizon NHG TX"/>
                        </a:rPr>
                        <a:t>S</a:t>
                      </a:r>
                      <a:endParaRPr b="1" sz="700" u="none" cap="none" strike="noStrike">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Stop</a:t>
                      </a:r>
                      <a:endParaRPr sz="700" u="none" cap="none" strike="noStrike">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420" name="Google Shape;1420;p181"/>
          <p:cNvGrpSpPr/>
          <p:nvPr/>
        </p:nvGrpSpPr>
        <p:grpSpPr>
          <a:xfrm>
            <a:off x="6665119" y="154838"/>
            <a:ext cx="2104650" cy="212400"/>
            <a:chOff x="9242425" y="104850"/>
            <a:chExt cx="2806200" cy="283200"/>
          </a:xfrm>
        </p:grpSpPr>
        <p:sp>
          <p:nvSpPr>
            <p:cNvPr id="1421" name="Google Shape;1421;p181"/>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422" name="Google Shape;1422;p181"/>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1423" name="Google Shape;1423;p181"/>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7">
      <a:dk1>
        <a:srgbClr val="000000"/>
      </a:dk1>
      <a:lt1>
        <a:srgbClr val="FFFFFF"/>
      </a:lt1>
      <a:dk2>
        <a:srgbClr val="F3EDE0"/>
      </a:dk2>
      <a:lt2>
        <a:srgbClr val="FFFFFF"/>
      </a:lt2>
      <a:accent1>
        <a:srgbClr val="0089EC"/>
      </a:accent1>
      <a:accent2>
        <a:srgbClr val="00B845"/>
      </a:accent2>
      <a:accent3>
        <a:srgbClr val="FF8027"/>
      </a:accent3>
      <a:accent4>
        <a:srgbClr val="FED60E"/>
      </a:accent4>
      <a:accent5>
        <a:srgbClr val="F3EDE0"/>
      </a:accent5>
      <a:accent6>
        <a:srgbClr val="F50A2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Monarch">
      <a:dk1>
        <a:srgbClr val="000000"/>
      </a:dk1>
      <a:lt1>
        <a:srgbClr val="FFFFFF"/>
      </a:lt1>
      <a:dk2>
        <a:srgbClr val="44546A"/>
      </a:dk2>
      <a:lt2>
        <a:srgbClr val="FFFFFF"/>
      </a:lt2>
      <a:accent1>
        <a:srgbClr val="F50A23"/>
      </a:accent1>
      <a:accent2>
        <a:srgbClr val="F3EDE0"/>
      </a:accent2>
      <a:accent3>
        <a:srgbClr val="F5FF1E"/>
      </a:accent3>
      <a:accent4>
        <a:srgbClr val="FF3C2C"/>
      </a:accent4>
      <a:accent5>
        <a:srgbClr val="000000"/>
      </a:accent5>
      <a:accent6>
        <a:srgbClr val="FFFF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Verizon Standard Template">
  <a:themeElements>
    <a:clrScheme name="Custom 7">
      <a:dk1>
        <a:srgbClr val="000000"/>
      </a:dk1>
      <a:lt1>
        <a:srgbClr val="FFFFFF"/>
      </a:lt1>
      <a:dk2>
        <a:srgbClr val="EE001E"/>
      </a:dk2>
      <a:lt2>
        <a:srgbClr val="F6F0E2"/>
      </a:lt2>
      <a:accent1>
        <a:srgbClr val="F8FF3C"/>
      </a:accent1>
      <a:accent2>
        <a:srgbClr val="FF281E"/>
      </a:accent2>
      <a:accent3>
        <a:srgbClr val="0089EC"/>
      </a:accent3>
      <a:accent4>
        <a:srgbClr val="00B845"/>
      </a:accent4>
      <a:accent5>
        <a:srgbClr val="FF8027"/>
      </a:accent5>
      <a:accent6>
        <a:srgbClr val="FED60E"/>
      </a:accent6>
      <a:hlink>
        <a:srgbClr val="F50A23"/>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