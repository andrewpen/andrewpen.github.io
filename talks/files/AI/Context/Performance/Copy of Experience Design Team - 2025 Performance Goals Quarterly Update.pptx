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218.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29.xml"/>
  <Override ContentType="application/vnd.openxmlformats-officedocument.presentationml.slideLayout+xml" PartName="/ppt/slideLayouts/slideLayout29.xml"/>
  <Override ContentType="application/vnd.openxmlformats-officedocument.presentationml.slideLayout+xml" PartName="/ppt/slideLayouts/slideLayout137.xml"/>
  <Override ContentType="application/vnd.openxmlformats-officedocument.presentationml.slideLayout+xml" PartName="/ppt/slideLayouts/slideLayout226.xml"/>
  <Override ContentType="application/vnd.openxmlformats-officedocument.presentationml.slideLayout+xml" PartName="/ppt/slideLayouts/slideLayout96.xml"/>
  <Override ContentType="application/vnd.openxmlformats-officedocument.presentationml.slideLayout+xml" PartName="/ppt/slideLayouts/slideLayout269.xml"/>
  <Override ContentType="application/vnd.openxmlformats-officedocument.presentationml.slideLayout+xml" PartName="/ppt/slideLayouts/slideLayout285.xml"/>
  <Override ContentType="application/vnd.openxmlformats-officedocument.presentationml.slideLayout+xml" PartName="/ppt/slideLayouts/slideLayout110.xml"/>
  <Override ContentType="application/vnd.openxmlformats-officedocument.presentationml.slideLayout+xml" PartName="/ppt/slideLayouts/slideLayout153.xml"/>
  <Override ContentType="application/vnd.openxmlformats-officedocument.presentationml.slideLayout+xml" PartName="/ppt/slideLayouts/slideLayout61.xml"/>
  <Override ContentType="application/vnd.openxmlformats-officedocument.presentationml.slideLayout+xml" PartName="/ppt/slideLayouts/slideLayout250.xml"/>
  <Override ContentType="application/vnd.openxmlformats-officedocument.presentationml.slideLayout+xml" PartName="/ppt/slideLayouts/slideLayout145.xml"/>
  <Override ContentType="application/vnd.openxmlformats-officedocument.presentationml.slideLayout+xml" PartName="/ppt/slideLayouts/slideLayout277.xml"/>
  <Override ContentType="application/vnd.openxmlformats-officedocument.presentationml.slideLayout+xml" PartName="/ppt/slideLayouts/slideLayout196.xml"/>
  <Override ContentType="application/vnd.openxmlformats-officedocument.presentationml.slideLayout+xml" PartName="/ppt/slideLayouts/slideLayout234.xml"/>
  <Override ContentType="application/vnd.openxmlformats-officedocument.presentationml.slideLayout+xml" PartName="/ppt/slideLayouts/slideLayout102.xml"/>
  <Override ContentType="application/vnd.openxmlformats-officedocument.presentationml.slideLayout+xml" PartName="/ppt/slideLayouts/slideLayout188.xml"/>
  <Override ContentType="application/vnd.openxmlformats-officedocument.presentationml.slideLayout+xml" PartName="/ppt/slideLayouts/slideLayout242.xml"/>
  <Override ContentType="application/vnd.openxmlformats-officedocument.presentationml.slideLayout+xml" PartName="/ppt/slideLayouts/slideLayout165.xml"/>
  <Override ContentType="application/vnd.openxmlformats-officedocument.presentationml.slideLayout+xml" PartName="/ppt/slideLayouts/slideLayout262.xml"/>
  <Override ContentType="application/vnd.openxmlformats-officedocument.presentationml.slideLayout+xml" PartName="/ppt/slideLayouts/slideLayout65.xml"/>
  <Override ContentType="application/vnd.openxmlformats-officedocument.presentationml.slideLayout+xml" PartName="/ppt/slideLayouts/slideLayout289.xml"/>
  <Override ContentType="application/vnd.openxmlformats-officedocument.presentationml.slideLayout+xml" PartName="/ppt/slideLayouts/slideLayout300.xml"/>
  <Override ContentType="application/vnd.openxmlformats-officedocument.presentationml.slideLayout+xml" PartName="/ppt/slideLayouts/slideLayout22.xml"/>
  <Override ContentType="application/vnd.openxmlformats-officedocument.presentationml.slideLayout+xml" PartName="/ppt/slideLayouts/slideLayout293.xml"/>
  <Override ContentType="application/vnd.openxmlformats-officedocument.presentationml.slideLayout+xml" PartName="/ppt/slideLayouts/slideLayout122.xml"/>
  <Override ContentType="application/vnd.openxmlformats-officedocument.presentationml.slideLayout+xml" PartName="/ppt/slideLayouts/slideLayout49.xml"/>
  <Override ContentType="application/vnd.openxmlformats-officedocument.presentationml.slideLayout+xml" PartName="/ppt/slideLayouts/slideLayout117.xml"/>
  <Override ContentType="application/vnd.openxmlformats-officedocument.presentationml.slideLayout+xml" PartName="/ppt/slideLayouts/slideLayout53.xml"/>
  <Override ContentType="application/vnd.openxmlformats-officedocument.presentationml.slideLayout+xml" PartName="/ppt/slideLayouts/slideLayout181.xml"/>
  <Override ContentType="application/vnd.openxmlformats-officedocument.presentationml.slideLayout+xml" PartName="/ppt/slideLayouts/slideLayout10.xml"/>
  <Override ContentType="application/vnd.openxmlformats-officedocument.presentationml.slideLayout+xml" PartName="/ppt/slideLayouts/slideLayout257.xml"/>
  <Override ContentType="application/vnd.openxmlformats-officedocument.presentationml.slideLayout+xml" PartName="/ppt/slideLayouts/slideLayout41.xml"/>
  <Override ContentType="application/vnd.openxmlformats-officedocument.presentationml.slideLayout+xml" PartName="/ppt/slideLayouts/slideLayout84.xml"/>
  <Override ContentType="application/vnd.openxmlformats-officedocument.presentationml.slideLayout+xml" PartName="/ppt/slideLayouts/slideLayout214.xml"/>
  <Override ContentType="application/vnd.openxmlformats-officedocument.presentationml.slideLayout+xml" PartName="/ppt/slideLayouts/slideLayout92.xml"/>
  <Override ContentType="application/vnd.openxmlformats-officedocument.presentationml.slideLayout+xml" PartName="/ppt/slideLayouts/slideLayout150.xml"/>
  <Override ContentType="application/vnd.openxmlformats-officedocument.presentationml.slideLayout+xml" PartName="/ppt/slideLayouts/slideLayout193.xml"/>
  <Override ContentType="application/vnd.openxmlformats-officedocument.presentationml.slideLayout+xml" PartName="/ppt/slideLayouts/slideLayout185.xml"/>
  <Override ContentType="application/vnd.openxmlformats-officedocument.presentationml.slideLayout+xml" PartName="/ppt/slideLayouts/slideLayout133.xml"/>
  <Override ContentType="application/vnd.openxmlformats-officedocument.presentationml.slideLayout+xml" PartName="/ppt/slideLayouts/slideLayout176.xml"/>
  <Override ContentType="application/vnd.openxmlformats-officedocument.presentationml.slideLayout+xml" PartName="/ppt/slideLayouts/slideLayout17.xml"/>
  <Override ContentType="application/vnd.openxmlformats-officedocument.presentationml.slideLayout+xml" PartName="/ppt/slideLayouts/slideLayout34.xml"/>
  <Override ContentType="application/vnd.openxmlformats-officedocument.presentationml.slideLayout+xml" PartName="/ppt/slideLayouts/slideLayout149.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238.xml"/>
  <Override ContentType="application/vnd.openxmlformats-officedocument.presentationml.slideLayout+xml" PartName="/ppt/slideLayouts/slideLayout77.xml"/>
  <Override ContentType="application/vnd.openxmlformats-officedocument.presentationml.slideLayout+xml" PartName="/ppt/slideLayouts/slideLayout281.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26.xml"/>
  <Override ContentType="application/vnd.openxmlformats-officedocument.presentationml.slideLayout+xml" PartName="/ppt/slideLayouts/slideLayout157.xml"/>
  <Override ContentType="application/vnd.openxmlformats-officedocument.presentationml.slideLayout+xml" PartName="/ppt/slideLayouts/slideLayout69.xml"/>
  <Override ContentType="application/vnd.openxmlformats-officedocument.presentationml.slideLayout+xml" PartName="/ppt/slideLayouts/slideLayout114.xml"/>
  <Override ContentType="application/vnd.openxmlformats-officedocument.presentationml.slideLayout+xml" PartName="/ppt/slideLayouts/slideLayout13.xml"/>
  <Override ContentType="application/vnd.openxmlformats-officedocument.presentationml.slideLayout+xml" PartName="/ppt/slideLayouts/slideLayout304.xml"/>
  <Override ContentType="application/vnd.openxmlformats-officedocument.presentationml.slideLayout+xml" PartName="/ppt/slideLayouts/slideLayout161.xml"/>
  <Override ContentType="application/vnd.openxmlformats-officedocument.presentationml.slideLayout+xml" PartName="/ppt/slideLayouts/slideLayout172.xml"/>
  <Override ContentType="application/vnd.openxmlformats-officedocument.presentationml.slideLayout+xml" PartName="/ppt/slideLayouts/slideLayout266.xml"/>
  <Override ContentType="application/vnd.openxmlformats-officedocument.presentationml.slideLayout+xml" PartName="/ppt/slideLayouts/slideLayout206.xml"/>
  <Override ContentType="application/vnd.openxmlformats-officedocument.presentationml.slideLayout+xml" PartName="/ppt/slideLayouts/slideLayout223.xml"/>
  <Override ContentType="application/vnd.openxmlformats-officedocument.presentationml.slideLayout+xml" PartName="/ppt/slideLayouts/slideLayout142.xml"/>
  <Override ContentType="application/vnd.openxmlformats-officedocument.presentationml.slideLayout+xml" PartName="/ppt/slideLayouts/slideLayout249.xml"/>
  <Override ContentType="application/vnd.openxmlformats-officedocument.presentationml.slideLayout+xml" PartName="/ppt/slideLayouts/slideLayout125.xml"/>
  <Override ContentType="application/vnd.openxmlformats-officedocument.presentationml.slideLayout+xml" PartName="/ppt/slideLayouts/slideLayout88.xml"/>
  <Override ContentType="application/vnd.openxmlformats-officedocument.presentationml.slideLayout+xml" PartName="/ppt/slideLayouts/slideLayout168.xml"/>
  <Override ContentType="application/vnd.openxmlformats-officedocument.presentationml.slideLayout+xml" PartName="/ppt/slideLayouts/slideLayout210.xml"/>
  <Override ContentType="application/vnd.openxmlformats-officedocument.presentationml.slideLayout+xml" PartName="/ppt/slideLayouts/slideLayout270.xml"/>
  <Override ContentType="application/vnd.openxmlformats-officedocument.presentationml.slideLayout+xml" PartName="/ppt/slideLayouts/slideLayout45.xml"/>
  <Override ContentType="application/vnd.openxmlformats-officedocument.presentationml.slideLayout+xml" PartName="/ppt/slideLayouts/slideLayout253.xml"/>
  <Override ContentType="application/vnd.openxmlformats-officedocument.presentationml.slideLayout+xml" PartName="/ppt/slideLayouts/slideLayout296.xml"/>
  <Override ContentType="application/vnd.openxmlformats-officedocument.presentationml.slideLayout+xml" PartName="/ppt/slideLayouts/slideLayout189.xml"/>
  <Override ContentType="application/vnd.openxmlformats-officedocument.presentationml.slideLayout+xml" PartName="/ppt/slideLayouts/slideLayout278.xml"/>
  <Override ContentType="application/vnd.openxmlformats-officedocument.presentationml.slideLayout+xml" PartName="/ppt/slideLayouts/slideLayout62.xml"/>
  <Override ContentType="application/vnd.openxmlformats-officedocument.presentationml.slideLayout+xml" PartName="/ppt/slideLayouts/slideLayout146.xml"/>
  <Override ContentType="application/vnd.openxmlformats-officedocument.presentationml.slideLayout+xml" PartName="/ppt/slideLayouts/slideLayout103.xml"/>
  <Override ContentType="application/vnd.openxmlformats-officedocument.presentationml.slideLayout+xml" PartName="/ppt/slideLayouts/slideLayout235.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219.xml"/>
  <Override ContentType="application/vnd.openxmlformats-officedocument.presentationml.slideLayout+xml" PartName="/ppt/slideLayouts/slideLayout70.xml"/>
  <Override ContentType="application/vnd.openxmlformats-officedocument.presentationml.slideLayout+xml" PartName="/ppt/slideLayouts/slideLayout217.xml"/>
  <Override ContentType="application/vnd.openxmlformats-officedocument.presentationml.slideLayout+xml" PartName="/ppt/slideLayouts/slideLayout128.xml"/>
  <Override ContentType="application/vnd.openxmlformats-officedocument.presentationml.slideLayout+xml" PartName="/ppt/slideLayouts/slideLayout225.xml"/>
  <Override ContentType="application/vnd.openxmlformats-officedocument.presentationml.slideLayout+xml" PartName="/ppt/slideLayouts/slideLayout2.xml"/>
  <Override ContentType="application/vnd.openxmlformats-officedocument.presentationml.slideLayout+xml" PartName="/ppt/slideLayouts/slideLayout180.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62.xml"/>
  <Override ContentType="application/vnd.openxmlformats-officedocument.presentationml.slideLayout+xml" PartName="/ppt/slideLayouts/slideLayout64.xml"/>
  <Override ContentType="application/vnd.openxmlformats-officedocument.presentationml.slideLayout+xml" PartName="/ppt/slideLayouts/slideLayout251.xml"/>
  <Override ContentType="application/vnd.openxmlformats-officedocument.presentationml.slideLayout+xml" PartName="/ppt/slideLayouts/slideLayout99.xml"/>
  <Override ContentType="application/vnd.openxmlformats-officedocument.presentationml.slideLayout+xml" PartName="/ppt/slideLayouts/slideLayout268.xml"/>
  <Override ContentType="application/vnd.openxmlformats-officedocument.presentationml.slideLayout+xml" PartName="/ppt/slideLayouts/slideLayout21.xml"/>
  <Override ContentType="application/vnd.openxmlformats-officedocument.presentationml.slideLayout+xml" PartName="/ppt/slideLayouts/slideLayout294.xml"/>
  <Override ContentType="application/vnd.openxmlformats-officedocument.presentationml.slideLayout+xml" PartName="/ppt/slideLayouts/slideLayout152.xml"/>
  <Override ContentType="application/vnd.openxmlformats-officedocument.presentationml.slideLayout+xml" PartName="/ppt/slideLayouts/slideLayout18.xml"/>
  <Override ContentType="application/vnd.openxmlformats-officedocument.presentationml.slideLayout+xml" PartName="/ppt/slideLayouts/slideLayout118.xml"/>
  <Override ContentType="application/vnd.openxmlformats-officedocument.presentationml.slideLayout+xml" PartName="/ppt/slideLayouts/slideLayout195.xml"/>
  <Override ContentType="application/vnd.openxmlformats-officedocument.presentationml.slideLayout+xml" PartName="/ppt/slideLayouts/slideLayout288.xml"/>
  <Override ContentType="application/vnd.openxmlformats-officedocument.presentationml.slideLayout+xml" PartName="/ppt/slideLayouts/slideLayout245.xml"/>
  <Override ContentType="application/vnd.openxmlformats-officedocument.presentationml.slideLayout+xml" PartName="/ppt/slideLayouts/slideLayout85.xml"/>
  <Override ContentType="application/vnd.openxmlformats-officedocument.presentationml.slideLayout+xml" PartName="/ppt/slideLayouts/slideLayout202.xml"/>
  <Override ContentType="application/vnd.openxmlformats-officedocument.presentationml.slideLayout+xml" PartName="/ppt/slideLayouts/slideLayout177.xml"/>
  <Override ContentType="application/vnd.openxmlformats-officedocument.presentationml.slideLayout+xml" PartName="/ppt/slideLayouts/slideLayout79.xml"/>
  <Override ContentType="application/vnd.openxmlformats-officedocument.presentationml.slideLayout+xml" PartName="/ppt/slideLayouts/slideLayout134.xml"/>
  <Override ContentType="application/vnd.openxmlformats-officedocument.presentationml.slideLayout+xml" PartName="/ppt/slideLayouts/slideLayout36.xml"/>
  <Override ContentType="application/vnd.openxmlformats-officedocument.presentationml.slideLayout+xml" PartName="/ppt/slideLayouts/slideLayout231.xml"/>
  <Override ContentType="application/vnd.openxmlformats-officedocument.presentationml.slideLayout+xml" PartName="/ppt/slideLayouts/slideLayout274.xml"/>
  <Override ContentType="application/vnd.openxmlformats-officedocument.presentationml.slideLayout+xml" PartName="/ppt/slideLayouts/slideLayout273.xml"/>
  <Override ContentType="application/vnd.openxmlformats-officedocument.presentationml.slideLayout+xml" PartName="/ppt/slideLayouts/slideLayout184.xml"/>
  <Override ContentType="application/vnd.openxmlformats-officedocument.presentationml.slideLayout+xml" PartName="/ppt/slideLayouts/slideLayout230.xml"/>
  <Override ContentType="application/vnd.openxmlformats-officedocument.presentationml.slideLayout+xml" PartName="/ppt/slideLayouts/slideLayout141.xml"/>
  <Override ContentType="application/vnd.openxmlformats-officedocument.presentationml.slideLayout+xml" PartName="/ppt/slideLayouts/slideLayout239.xml"/>
  <Override ContentType="application/vnd.openxmlformats-officedocument.presentationml.slideLayout+xml" PartName="/ppt/slideLayouts/slideLayout7.xml"/>
  <Override ContentType="application/vnd.openxmlformats-officedocument.presentationml.slideLayout+xml" PartName="/ppt/slideLayouts/slideLayout167.xml"/>
  <Override ContentType="application/vnd.openxmlformats-officedocument.presentationml.slideLayout+xml" PartName="/ppt/slideLayouts/slideLayout107.xml"/>
  <Override ContentType="application/vnd.openxmlformats-officedocument.presentationml.slideLayout+xml" PartName="/ppt/slideLayouts/slideLayout299.xml"/>
  <Override ContentType="application/vnd.openxmlformats-officedocument.presentationml.slideLayout+xml" PartName="/ppt/slideLayouts/slideLayout256.xml"/>
  <Override ContentType="application/vnd.openxmlformats-officedocument.presentationml.slideLayout+xml" PartName="/ppt/slideLayouts/slideLayout124.xml"/>
  <Override ContentType="application/vnd.openxmlformats-officedocument.presentationml.slideLayout+xml" PartName="/ppt/slideLayouts/slideLayout21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220.xml"/>
  <Override ContentType="application/vnd.openxmlformats-officedocument.presentationml.slideLayout+xml" PartName="/ppt/slideLayouts/slideLayout263.xml"/>
  <Override ContentType="application/vnd.openxmlformats-officedocument.presentationml.slideLayout+xml" PartName="/ppt/slideLayouts/slideLayout68.xml"/>
  <Override ContentType="application/vnd.openxmlformats-officedocument.presentationml.slideLayout+xml" PartName="/ppt/slideLayouts/slideLayout203.xml"/>
  <Override ContentType="application/vnd.openxmlformats-officedocument.presentationml.slideLayout+xml" PartName="/ppt/slideLayouts/slideLayout246.xml"/>
  <Override ContentType="application/vnd.openxmlformats-officedocument.presentationml.slideLayout+xml" PartName="/ppt/slideLayouts/slideLayout290.xml"/>
  <Override ContentType="application/vnd.openxmlformats-officedocument.presentationml.slideLayout+xml" PartName="/ppt/slideLayouts/slideLayout229.xml"/>
  <Override ContentType="application/vnd.openxmlformats-officedocument.presentationml.slideLayout+xml" PartName="/ppt/slideLayouts/slideLayout190.xml"/>
  <Override ContentType="application/vnd.openxmlformats-officedocument.presentationml.slideLayout+xml" PartName="/ppt/slideLayouts/slideLayout224.xml"/>
  <Override ContentType="application/vnd.openxmlformats-officedocument.presentationml.slideLayout+xml" PartName="/ppt/slideLayouts/slideLayout267.xml"/>
  <Override ContentType="application/vnd.openxmlformats-officedocument.presentationml.slideLayout+xml" PartName="/ppt/slideLayouts/slideLayout284.xml"/>
  <Override ContentType="application/vnd.openxmlformats-officedocument.presentationml.slideLayout+xml" PartName="/ppt/slideLayouts/slideLayout207.xml"/>
  <Override ContentType="application/vnd.openxmlformats-officedocument.presentationml.slideLayout+xml" PartName="/ppt/slideLayouts/slideLayout130.xml"/>
  <Override ContentType="application/vnd.openxmlformats-officedocument.presentationml.slideLayout+xml" PartName="/ppt/slideLayouts/slideLayout113.xml"/>
  <Override ContentType="application/vnd.openxmlformats-officedocument.presentationml.slideLayout+xml" PartName="/ppt/slideLayouts/slideLayout57.xml"/>
  <Override ContentType="application/vnd.openxmlformats-officedocument.presentationml.slideLayout+xml" PartName="/ppt/slideLayouts/slideLayout241.xml"/>
  <Override ContentType="application/vnd.openxmlformats-officedocument.presentationml.slideLayout+xml" PartName="/ppt/slideLayouts/slideLayout31.xml"/>
  <Override ContentType="application/vnd.openxmlformats-officedocument.presentationml.slideLayout+xml" PartName="/ppt/slideLayouts/slideLayout80.xml"/>
  <Override ContentType="application/vnd.openxmlformats-officedocument.presentationml.slideLayout+xml" PartName="/ppt/slideLayouts/slideLayout139.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303.xml"/>
  <Override ContentType="application/vnd.openxmlformats-officedocument.presentationml.slideLayout+xml" PartName="/ppt/slideLayouts/slideLayout156.xml"/>
  <Override ContentType="application/vnd.openxmlformats-officedocument.presentationml.slideLayout+xml" PartName="/ppt/slideLayouts/slideLayout199.xml"/>
  <Override ContentType="application/vnd.openxmlformats-officedocument.presentationml.slideLayout+xml" PartName="/ppt/slideLayouts/slideLayout173.xml"/>
  <Override ContentType="application/vnd.openxmlformats-officedocument.presentationml.slideLayout+xml" PartName="/ppt/slideLayouts/slideLayout171.xml"/>
  <Override ContentType="application/vnd.openxmlformats-officedocument.presentationml.slideLayout+xml" PartName="/ppt/slideLayouts/slideLayout260.xml"/>
  <Override ContentType="application/vnd.openxmlformats-officedocument.presentationml.slideLayout+xml" PartName="/ppt/slideLayouts/slideLayout198.xml"/>
  <Override ContentType="application/vnd.openxmlformats-officedocument.presentationml.slideLayout+xml" PartName="/ppt/slideLayouts/slideLayout252.xml"/>
  <Override ContentType="application/vnd.openxmlformats-officedocument.presentationml.slideLayout+xml" PartName="/ppt/slideLayouts/slideLayout120.xml"/>
  <Override ContentType="application/vnd.openxmlformats-officedocument.presentationml.slideLayout+xml" PartName="/ppt/slideLayouts/slideLayout163.xml"/>
  <Override ContentType="application/vnd.openxmlformats-officedocument.presentationml.slideLayout+xml" PartName="/ppt/slideLayouts/slideLayout20.xml"/>
  <Override ContentType="application/vnd.openxmlformats-officedocument.presentationml.slideLayout+xml" PartName="/ppt/slideLayouts/slideLayout295.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2.xml"/>
  <Override ContentType="application/vnd.openxmlformats-officedocument.presentationml.slideLayout+xml" PartName="/ppt/slideLayouts/slideLayout119.xml"/>
  <Override ContentType="application/vnd.openxmlformats-officedocument.presentationml.slideLayout+xml" PartName="/ppt/slideLayouts/slideLayout47.xml"/>
  <Override ContentType="application/vnd.openxmlformats-officedocument.presentationml.slideLayout+xml" PartName="/ppt/slideLayouts/slideLayout216.xml"/>
  <Override ContentType="application/vnd.openxmlformats-officedocument.presentationml.slideLayout+xml" PartName="/ppt/slideLayouts/slideLayout5.xml"/>
  <Override ContentType="application/vnd.openxmlformats-officedocument.presentationml.slideLayout+xml" PartName="/ppt/slideLayouts/slideLayout259.xml"/>
  <Override ContentType="application/vnd.openxmlformats-officedocument.presentationml.slideLayout+xml" PartName="/ppt/slideLayouts/slideLayout78.xml"/>
  <Override ContentType="application/vnd.openxmlformats-officedocument.presentationml.slideLayout+xml" PartName="/ppt/slideLayouts/slideLayout232.xml"/>
  <Override ContentType="application/vnd.openxmlformats-officedocument.presentationml.slideLayout+xml" PartName="/ppt/slideLayouts/slideLayout275.xml"/>
  <Override ContentType="application/vnd.openxmlformats-officedocument.presentationml.slideLayout+xml" PartName="/ppt/slideLayouts/slideLayout208.xml"/>
  <Override ContentType="application/vnd.openxmlformats-officedocument.presentationml.slideLayout+xml" PartName="/ppt/slideLayouts/slideLayout35.xml"/>
  <Override ContentType="application/vnd.openxmlformats-officedocument.presentationml.slideLayout+xml" PartName="/ppt/slideLayouts/slideLayout178.xml"/>
  <Override ContentType="application/vnd.openxmlformats-officedocument.presentationml.slideLayout+xml" PartName="/ppt/slideLayouts/slideLayout228.xml"/>
  <Override ContentType="application/vnd.openxmlformats-officedocument.presentationml.slideLayout+xml" PartName="/ppt/slideLayouts/slideLayout135.xml"/>
  <Override ContentType="application/vnd.openxmlformats-officedocument.presentationml.slideLayout+xml" PartName="/ppt/slideLayouts/slideLayout280.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147.xml"/>
  <Override ContentType="application/vnd.openxmlformats-officedocument.presentationml.slideLayout+xml" PartName="/ppt/slideLayouts/slideLayout291.xml"/>
  <Override ContentType="application/vnd.openxmlformats-officedocument.presentationml.slideLayout+xml" PartName="/ppt/slideLayouts/slideLayout194.xml"/>
  <Override ContentType="application/vnd.openxmlformats-officedocument.presentationml.slideLayout+xml" PartName="/ppt/slideLayouts/slideLayout287.xml"/>
  <Override ContentType="application/vnd.openxmlformats-officedocument.presentationml.slideLayout+xml" PartName="/ppt/slideLayouts/slideLayout71.xml"/>
  <Override ContentType="application/vnd.openxmlformats-officedocument.presentationml.slideLayout+xml" PartName="/ppt/slideLayouts/slideLayout151.xml"/>
  <Override ContentType="application/vnd.openxmlformats-officedocument.presentationml.slideLayout+xml" PartName="/ppt/slideLayouts/slideLayout244.xml"/>
  <Override ContentType="application/vnd.openxmlformats-officedocument.presentationml.slideLayout+xml" PartName="/ppt/slideLayouts/slideLayout201.xml"/>
  <Override ContentType="application/vnd.openxmlformats-officedocument.presentationml.slideLayout+xml" PartName="/ppt/slideLayouts/slideLayout302.xml"/>
  <Override ContentType="application/vnd.openxmlformats-officedocument.presentationml.slideLayout+xml" PartName="/ppt/slideLayouts/slideLayout24.xml"/>
  <Override ContentType="application/vnd.openxmlformats-officedocument.presentationml.slideLayout+xml" PartName="/ppt/slideLayouts/slideLayout159.xml"/>
  <Override ContentType="application/vnd.openxmlformats-officedocument.presentationml.slideLayout+xml" PartName="/ppt/slideLayouts/slideLayout67.xml"/>
  <Override ContentType="application/vnd.openxmlformats-officedocument.presentationml.slideLayout+xml" PartName="/ppt/slideLayouts/slideLayout116.xml"/>
  <Override ContentType="application/vnd.openxmlformats-officedocument.presentationml.slideLayout+xml" PartName="/ppt/slideLayouts/slideLayout221.xml"/>
  <Override ContentType="application/vnd.openxmlformats-officedocument.presentationml.slideLayout+xml" PartName="/ppt/slideLayouts/slideLayout83.xml"/>
  <Override ContentType="application/vnd.openxmlformats-officedocument.presentationml.slideLayout+xml" PartName="/ppt/slideLayouts/slideLayout40.xml"/>
  <Override ContentType="application/vnd.openxmlformats-officedocument.presentationml.slideLayout+xml" PartName="/ppt/slideLayouts/slideLayout204.xml"/>
  <Override ContentType="application/vnd.openxmlformats-officedocument.presentationml.slideLayout+xml" PartName="/ppt/slideLayouts/slideLayout212.xml"/>
  <Override ContentType="application/vnd.openxmlformats-officedocument.presentationml.slideLayout+xml" PartName="/ppt/slideLayouts/slideLayout183.xml"/>
  <Override ContentType="application/vnd.openxmlformats-officedocument.presentationml.slideLayout+xml" PartName="/ppt/slideLayouts/slideLayout298.xml"/>
  <Override ContentType="application/vnd.openxmlformats-officedocument.presentationml.slideLayout+xml" PartName="/ppt/slideLayouts/slideLayout166.xml"/>
  <Override ContentType="application/vnd.openxmlformats-officedocument.presentationml.slideLayout+xml" PartName="/ppt/slideLayouts/slideLayout247.xml"/>
  <Override ContentType="application/vnd.openxmlformats-officedocument.presentationml.slideLayout+xml" PartName="/ppt/slideLayouts/slideLayout272.xml"/>
  <Override ContentType="application/vnd.openxmlformats-officedocument.presentationml.slideLayout+xml" PartName="/ppt/slideLayouts/slideLayout140.xml"/>
  <Override ContentType="application/vnd.openxmlformats-officedocument.presentationml.slideLayout+xml" PartName="/ppt/slideLayouts/slideLayout264.xml"/>
  <Override ContentType="application/vnd.openxmlformats-officedocument.presentationml.slideLayout+xml" PartName="/ppt/slideLayouts/slideLayout90.xml"/>
  <Override ContentType="application/vnd.openxmlformats-officedocument.presentationml.slideLayout+xml" PartName="/ppt/slideLayouts/slideLayout123.xml"/>
  <Override ContentType="application/vnd.openxmlformats-officedocument.presentationml.slideLayout+xml" PartName="/ppt/slideLayouts/slideLayout86.xml"/>
  <Override ContentType="application/vnd.openxmlformats-officedocument.presentationml.slideLayout+xml" PartName="/ppt/slideLayouts/slideLayout255.xml"/>
  <Override ContentType="application/vnd.openxmlformats-officedocument.presentationml.slideLayout+xml" PartName="/ppt/slideLayouts/slideLayout127.xml"/>
  <Override ContentType="application/vnd.openxmlformats-officedocument.presentationml.slideLayout+xml" PartName="/ppt/slideLayouts/slideLayout43.xml"/>
  <Override ContentType="application/vnd.openxmlformats-officedocument.presentationml.slideLayout+xml" PartName="/ppt/slideLayouts/slideLayout51.xml"/>
  <Override ContentType="application/vnd.openxmlformats-officedocument.presentationml.slideLayout+xml" PartName="/ppt/slideLayouts/slideLayout94.xml"/>
  <Override ContentType="application/vnd.openxmlformats-officedocument.presentationml.slideLayout+xml" PartName="/ppt/slideLayouts/slideLayout1.xml"/>
  <Override ContentType="application/vnd.openxmlformats-officedocument.presentationml.slideLayout+xml" PartName="/ppt/slideLayouts/slideLayout174.xml"/>
  <Override ContentType="application/vnd.openxmlformats-officedocument.presentationml.slideLayout+xml" PartName="/ppt/slideLayouts/slideLayout39.xml"/>
  <Override ContentType="application/vnd.openxmlformats-officedocument.presentationml.slideLayout+xml" PartName="/ppt/slideLayouts/slideLayout144.xml"/>
  <Override ContentType="application/vnd.openxmlformats-officedocument.presentationml.slideLayout+xml" PartName="/ppt/slideLayouts/slideLayout131.xml"/>
  <Override ContentType="application/vnd.openxmlformats-officedocument.presentationml.slideLayout+xml" PartName="/ppt/slideLayouts/slideLayout187.xml"/>
  <Override ContentType="application/vnd.openxmlformats-officedocument.presentationml.slideLayout+xml" PartName="/ppt/slideLayouts/slideLayout236.xml"/>
  <Override ContentType="application/vnd.openxmlformats-officedocument.presentationml.slideLayout+xml" PartName="/ppt/slideLayouts/slideLayout191.xml"/>
  <Override ContentType="application/vnd.openxmlformats-officedocument.presentationml.slideLayout+xml" PartName="/ppt/slideLayouts/slideLayout279.xml"/>
  <Override ContentType="application/vnd.openxmlformats-officedocument.presentationml.slideLayout+xml" PartName="/ppt/slideLayouts/slideLayout28.xml"/>
  <Override ContentType="application/vnd.openxmlformats-officedocument.presentationml.slideLayout+xml" PartName="/ppt/slideLayouts/slideLayout155.xml"/>
  <Override ContentType="application/vnd.openxmlformats-officedocument.presentationml.slideLayout+xml" PartName="/ppt/slideLayouts/slideLayout58.xml"/>
  <Override ContentType="application/vnd.openxmlformats-officedocument.presentationml.slideLayout+xml" PartName="/ppt/slideLayouts/slideLayout240.xml"/>
  <Override ContentType="application/vnd.openxmlformats-officedocument.presentationml.slideLayout+xml" PartName="/ppt/slideLayouts/slideLayout15.xml"/>
  <Override ContentType="application/vnd.openxmlformats-officedocument.presentationml.slideLayout+xml" PartName="/ppt/slideLayouts/slideLayout283.xml"/>
  <Override ContentType="application/vnd.openxmlformats-officedocument.presentationml.slideLayout+xml" PartName="/ppt/slideLayouts/slideLayout112.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108.xml"/>
  <Override ContentType="application/vnd.openxmlformats-officedocument.presentationml.slideLayout+xml" PartName="/ppt/slideLayouts/slideLayout138.xml"/>
  <Override ContentType="application/vnd.openxmlformats-officedocument.presentationml.slideLayout+xml" PartName="/ppt/slideLayouts/slideLayout32.xml"/>
  <Override ContentType="application/vnd.openxmlformats-officedocument.presentationml.slideLayout+xml" PartName="/ppt/slideLayouts/slideLayout200.xml"/>
  <Override ContentType="application/vnd.openxmlformats-officedocument.presentationml.slideLayout+xml" PartName="/ppt/slideLayouts/slideLayout243.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286.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54.xml"/>
  <Override ContentType="application/vnd.openxmlformats-officedocument.presentationml.slideLayout+xml" PartName="/ppt/slideLayouts/slideLayout197.xml"/>
  <Override ContentType="application/vnd.openxmlformats-officedocument.presentationml.slideLayout+xml" PartName="/ppt/slideLayouts/slideLayout38.xml"/>
  <Override ContentType="application/vnd.openxmlformats-officedocument.presentationml.slideLayout+xml" PartName="/ppt/slideLayouts/slideLayout170.xml"/>
  <Override ContentType="application/vnd.openxmlformats-officedocument.presentationml.slideLayout+xml" PartName="/ppt/slideLayouts/slideLayout101.xml"/>
  <Override ContentType="application/vnd.openxmlformats-officedocument.presentationml.slideLayout+xml" PartName="/ppt/slideLayouts/slideLayout233.xml"/>
  <Override ContentType="application/vnd.openxmlformats-officedocument.presentationml.slideLayout+xml" PartName="/ppt/slideLayouts/slideLayout179.xml"/>
  <Override ContentType="application/vnd.openxmlformats-officedocument.presentationml.slideLayout+xml" PartName="/ppt/slideLayouts/slideLayout60.xml"/>
  <Override ContentType="application/vnd.openxmlformats-officedocument.presentationml.slideLayout+xml" PartName="/ppt/slideLayouts/slideLayout136.xml"/>
  <Override ContentType="application/vnd.openxmlformats-officedocument.presentationml.slideLayout+xml" PartName="/ppt/slideLayouts/slideLayout292.xml"/>
  <Override ContentType="application/vnd.openxmlformats-officedocument.presentationml.slideLayout+xml" PartName="/ppt/slideLayouts/slideLayout105.xml"/>
  <Override ContentType="application/vnd.openxmlformats-officedocument.presentationml.slideLayout+xml" PartName="/ppt/slideLayouts/slideLayout182.xml"/>
  <Override ContentType="application/vnd.openxmlformats-officedocument.presentationml.slideLayout+xml" PartName="/ppt/slideLayouts/slideLayout215.xml"/>
  <Override ContentType="application/vnd.openxmlformats-officedocument.presentationml.slideLayout+xml" PartName="/ppt/slideLayouts/slideLayout276.xml"/>
  <Override ContentType="application/vnd.openxmlformats-officedocument.presentationml.slideLayout+xml" PartName="/ppt/slideLayouts/slideLayout258.xml"/>
  <Override ContentType="application/vnd.openxmlformats-officedocument.presentationml.slideLayout+xml" PartName="/ppt/slideLayouts/slideLayout148.xml"/>
  <Override ContentType="application/vnd.openxmlformats-officedocument.presentationml.slideLayout+xml" PartName="/ppt/slideLayouts/slideLayout48.xml"/>
  <Override ContentType="application/vnd.openxmlformats-officedocument.presentationml.slideLayout+xml" PartName="/ppt/slideLayouts/slideLayout72.xml"/>
  <Override ContentType="application/vnd.openxmlformats-officedocument.presentationml.slideLayout+xml" PartName="/ppt/slideLayouts/slideLayout261.xml"/>
  <Override ContentType="application/vnd.openxmlformats-officedocument.presentationml.slideLayout+xml" PartName="/ppt/slideLayouts/slideLayout164.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09.xml"/>
  <Override ContentType="application/vnd.openxmlformats-officedocument.presentationml.slideLayout+xml" PartName="/ppt/slideLayouts/slideLayout227.xml"/>
  <Override ContentType="application/vnd.openxmlformats-officedocument.presentationml.slideLayout+xml" PartName="/ppt/slideLayouts/slideLayout23.xml"/>
  <Override ContentType="application/vnd.openxmlformats-officedocument.presentationml.slideLayout+xml" PartName="/ppt/slideLayouts/slideLayout121.xml"/>
  <Override ContentType="application/vnd.openxmlformats-officedocument.presentationml.slideLayout+xml" PartName="/ppt/slideLayouts/slideLayout248.xml"/>
  <Override ContentType="application/vnd.openxmlformats-officedocument.presentationml.slideLayout+xml" PartName="/ppt/slideLayouts/slideLayout205.xml"/>
  <Override ContentType="application/vnd.openxmlformats-officedocument.presentationml.slideLayout+xml" PartName="/ppt/slideLayouts/slideLayout222.xml"/>
  <Override ContentType="application/vnd.openxmlformats-officedocument.presentationml.slideLayout+xml" PartName="/ppt/slideLayouts/slideLayout282.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265.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109.xml"/>
  <Override ContentType="application/vnd.openxmlformats-officedocument.presentationml.slideLayout+xml" PartName="/ppt/slideLayouts/slideLayout158.xml"/>
  <Override ContentType="application/vnd.openxmlformats-officedocument.presentationml.slideLayout+xml" PartName="/ppt/slideLayouts/slideLayout115.xml"/>
  <Override ContentType="application/vnd.openxmlformats-officedocument.presentationml.slideLayout+xml" PartName="/ppt/slideLayouts/slideLayout301.xml"/>
  <Override ContentType="application/vnd.openxmlformats-officedocument.presentationml.slideLayout+xml" PartName="/ppt/slideLayouts/slideLayout192.xml"/>
  <Override ContentType="application/vnd.openxmlformats-officedocument.presentationml.slideLayout+xml" PartName="/ppt/slideLayouts/slideLayout82.xml"/>
  <Override ContentType="application/vnd.openxmlformats-officedocument.presentationml.slideLayout+xml" PartName="/ppt/slideLayouts/slideLayout132.xml"/>
  <Override ContentType="application/vnd.openxmlformats-officedocument.presentationml.slideLayout+xml" PartName="/ppt/slideLayouts/slideLayout175.xml"/>
  <Override ContentType="application/vnd.openxmlformats-officedocument.presentationml.slideLayout+xml" PartName="/ppt/slideLayouts/slideLayout297.xml"/>
  <Override ContentType="application/vnd.openxmlformats-officedocument.presentationml.slideLayout+xml" PartName="/ppt/slideLayouts/slideLayout211.xml"/>
  <Override ContentType="application/vnd.openxmlformats-officedocument.presentationml.slideLayout+xml" PartName="/ppt/slideLayouts/slideLayout100.xml"/>
  <Override ContentType="application/vnd.openxmlformats-officedocument.presentationml.slideLayout+xml" PartName="/ppt/slideLayouts/slideLayout237.xml"/>
  <Override ContentType="application/vnd.openxmlformats-officedocument.presentationml.slideLayout+xml" PartName="/ppt/slideLayouts/slideLayout143.xml"/>
  <Override ContentType="application/vnd.openxmlformats-officedocument.presentationml.slideLayout+xml" PartName="/ppt/slideLayouts/slideLayout271.xml"/>
  <Override ContentType="application/vnd.openxmlformats-officedocument.presentationml.slideLayout+xml" PartName="/ppt/slideLayouts/slideLayout126.xml"/>
  <Override ContentType="application/vnd.openxmlformats-officedocument.presentationml.slideLayout+xml" PartName="/ppt/slideLayouts/slideLayout87.xml"/>
  <Override ContentType="application/vnd.openxmlformats-officedocument.presentationml.slideLayout+xml" PartName="/ppt/slideLayouts/slideLayout254.xml"/>
  <Override ContentType="application/vnd.openxmlformats-officedocument.presentationml.slideLayout+xml" PartName="/ppt/slideLayouts/slideLayout9.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69.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Layout+xml" PartName="/ppt/slideLayouts/slideLayout186.xml"/>
  <Override ContentType="application/vnd.openxmlformats-officedocument.presentationml.slideLayout+xml" PartName="/ppt/slideLayouts/slideLayout160.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6.xml"/>
  <Override ContentType="application/vnd.openxmlformats-officedocument.presentationml.slideMaster+xml" PartName="/ppt/slideMasters/slideMaster5.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7.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952" r:id="rId5"/>
    <p:sldMasterId id="2147483953" r:id="rId6"/>
    <p:sldMasterId id="2147483954" r:id="rId7"/>
    <p:sldMasterId id="2147483955" r:id="rId8"/>
    <p:sldMasterId id="2147483956" r:id="rId9"/>
    <p:sldMasterId id="2147483957" r:id="rId10"/>
  </p:sldMasterIdLst>
  <p:notesMasterIdLst>
    <p:notesMasterId r:id="rId11"/>
  </p:notesMasterIdLst>
  <p:sldIdLst>
    <p:sldId id="256" r:id="rId12"/>
    <p:sldId id="257" r:id="rId13"/>
    <p:sldId id="258" r:id="rId14"/>
    <p:sldId id="259" r:id="rId15"/>
    <p:sldId id="260" r:id="rId16"/>
    <p:sldId id="261" r:id="rId17"/>
    <p:sldId id="262" r:id="rId18"/>
    <p:sldId id="263" r:id="rId19"/>
    <p:sldId id="264" r:id="rId20"/>
    <p:sldId id="265" r:id="rId21"/>
    <p:sldId id="266" r:id="rId22"/>
    <p:sldId id="267" r:id="rId23"/>
    <p:sldId id="268" r:id="rId24"/>
    <p:sldId id="269" r:id="rId25"/>
    <p:sldId id="270" r:id="rId26"/>
    <p:sldId id="271" r:id="rId27"/>
    <p:sldId id="272" r:id="rId28"/>
    <p:sldId id="273" r:id="rId29"/>
    <p:sldId id="274" r:id="rId30"/>
    <p:sldId id="275" r:id="rId31"/>
    <p:sldId id="276" r:id="rId32"/>
    <p:sldId id="277" r:id="rId33"/>
    <p:sldId id="278" r:id="rId34"/>
    <p:sldId id="279" r:id="rId35"/>
    <p:sldId id="280" r:id="rId36"/>
    <p:sldId id="281" r:id="rId37"/>
    <p:sldId id="282" r:id="rId38"/>
    <p:sldId id="283" r:id="rId39"/>
    <p:sldId id="284" r:id="rId40"/>
  </p:sldIdLst>
  <p:sldSz cy="5143500" cx="9144000"/>
  <p:notesSz cx="6858000" cy="9144000"/>
  <p:embeddedFontLst>
    <p:embeddedFont>
      <p:font typeface="Verizon NHG TX"/>
      <p:regular r:id="rId41"/>
      <p:bold r:id="rId42"/>
      <p:italic r:id="rId43"/>
      <p:boldItalic r:id="rId44"/>
    </p:embeddedFont>
    <p:embeddedFont>
      <p:font typeface="Verizon NHG DS"/>
      <p:regular r:id="rId45"/>
      <p:bold r:id="rId46"/>
      <p:italic r:id="rId47"/>
      <p:boldItalic r:id="rId48"/>
    </p:embeddedFont>
    <p:embeddedFont>
      <p:font typeface="Open Sans"/>
      <p:regular r:id="rId49"/>
      <p:bold r:id="rId50"/>
      <p:italic r:id="rId51"/>
      <p:boldItalic r:id="rId5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512">
          <p15:clr>
            <a:srgbClr val="A4A3A4"/>
          </p15:clr>
        </p15:guide>
        <p15:guide id="2" pos="2880">
          <p15:clr>
            <a:srgbClr val="A4A3A4"/>
          </p15:clr>
        </p15:guide>
        <p15:guide id="3" orient="horz" pos="694">
          <p15:clr>
            <a:srgbClr val="747775"/>
          </p15:clr>
        </p15:guide>
        <p15:guide id="4" orient="horz" pos="372">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69B1EFC-1D85-4683-8C02-893ECC6AE259}">
  <a:tblStyle styleId="{369B1EFC-1D85-4683-8C02-893ECC6AE259}"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6A162CF1-3AEC-4ED0-B689-3D35A367426C}" styleName="Table_1">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512" orient="horz"/>
        <p:guide pos="2880"/>
        <p:guide pos="694" orient="horz"/>
        <p:guide pos="372"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29.xml"/><Relationship Id="rId42" Type="http://schemas.openxmlformats.org/officeDocument/2006/relationships/font" Target="fonts/VerizonNHGTX-bold.fntdata"/><Relationship Id="rId41" Type="http://schemas.openxmlformats.org/officeDocument/2006/relationships/font" Target="fonts/VerizonNHGTX-regular.fntdata"/><Relationship Id="rId44" Type="http://schemas.openxmlformats.org/officeDocument/2006/relationships/font" Target="fonts/VerizonNHGTX-boldItalic.fntdata"/><Relationship Id="rId43" Type="http://schemas.openxmlformats.org/officeDocument/2006/relationships/font" Target="fonts/VerizonNHGTX-italic.fntdata"/><Relationship Id="rId46" Type="http://schemas.openxmlformats.org/officeDocument/2006/relationships/font" Target="fonts/VerizonNHGDS-bold.fntdata"/><Relationship Id="rId45" Type="http://schemas.openxmlformats.org/officeDocument/2006/relationships/font" Target="fonts/VerizonNHGDS-regular.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Master" Target="slideMasters/slideMaster5.xml"/><Relationship Id="rId48" Type="http://schemas.openxmlformats.org/officeDocument/2006/relationships/font" Target="fonts/VerizonNHGDS-boldItalic.fntdata"/><Relationship Id="rId47" Type="http://schemas.openxmlformats.org/officeDocument/2006/relationships/font" Target="fonts/VerizonNHGDS-italic.fntdata"/><Relationship Id="rId49" Type="http://schemas.openxmlformats.org/officeDocument/2006/relationships/font" Target="fonts/OpenSans-regular.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31" Type="http://schemas.openxmlformats.org/officeDocument/2006/relationships/slide" Target="slides/slide20.xml"/><Relationship Id="rId30" Type="http://schemas.openxmlformats.org/officeDocument/2006/relationships/slide" Target="slides/slide19.xml"/><Relationship Id="rId33" Type="http://schemas.openxmlformats.org/officeDocument/2006/relationships/slide" Target="slides/slide22.xml"/><Relationship Id="rId32" Type="http://schemas.openxmlformats.org/officeDocument/2006/relationships/slide" Target="slides/slide21.xml"/><Relationship Id="rId35" Type="http://schemas.openxmlformats.org/officeDocument/2006/relationships/slide" Target="slides/slide24.xml"/><Relationship Id="rId34" Type="http://schemas.openxmlformats.org/officeDocument/2006/relationships/slide" Target="slides/slide23.xml"/><Relationship Id="rId37" Type="http://schemas.openxmlformats.org/officeDocument/2006/relationships/slide" Target="slides/slide26.xml"/><Relationship Id="rId36" Type="http://schemas.openxmlformats.org/officeDocument/2006/relationships/slide" Target="slides/slide25.xml"/><Relationship Id="rId39" Type="http://schemas.openxmlformats.org/officeDocument/2006/relationships/slide" Target="slides/slide28.xml"/><Relationship Id="rId38" Type="http://schemas.openxmlformats.org/officeDocument/2006/relationships/slide" Target="slides/slide27.xml"/><Relationship Id="rId20" Type="http://schemas.openxmlformats.org/officeDocument/2006/relationships/slide" Target="slides/slide9.xml"/><Relationship Id="rId22" Type="http://schemas.openxmlformats.org/officeDocument/2006/relationships/slide" Target="slides/slide11.xml"/><Relationship Id="rId21" Type="http://schemas.openxmlformats.org/officeDocument/2006/relationships/slide" Target="slides/slide10.xml"/><Relationship Id="rId24" Type="http://schemas.openxmlformats.org/officeDocument/2006/relationships/slide" Target="slides/slide13.xml"/><Relationship Id="rId23" Type="http://schemas.openxmlformats.org/officeDocument/2006/relationships/slide" Target="slides/slide12.xml"/><Relationship Id="rId26" Type="http://schemas.openxmlformats.org/officeDocument/2006/relationships/slide" Target="slides/slide15.xml"/><Relationship Id="rId25" Type="http://schemas.openxmlformats.org/officeDocument/2006/relationships/slide" Target="slides/slide14.xml"/><Relationship Id="rId28" Type="http://schemas.openxmlformats.org/officeDocument/2006/relationships/slide" Target="slides/slide17.xml"/><Relationship Id="rId27" Type="http://schemas.openxmlformats.org/officeDocument/2006/relationships/slide" Target="slides/slide16.xml"/><Relationship Id="rId29" Type="http://schemas.openxmlformats.org/officeDocument/2006/relationships/slide" Target="slides/slide18.xml"/><Relationship Id="rId51" Type="http://schemas.openxmlformats.org/officeDocument/2006/relationships/font" Target="fonts/OpenSans-italic.fntdata"/><Relationship Id="rId50" Type="http://schemas.openxmlformats.org/officeDocument/2006/relationships/font" Target="fonts/OpenSans-bold.fntdata"/><Relationship Id="rId52" Type="http://schemas.openxmlformats.org/officeDocument/2006/relationships/font" Target="fonts/OpenSans-boldItalic.fntdata"/><Relationship Id="rId11" Type="http://schemas.openxmlformats.org/officeDocument/2006/relationships/notesMaster" Target="notesMasters/notesMaster1.xml"/><Relationship Id="rId10" Type="http://schemas.openxmlformats.org/officeDocument/2006/relationships/slideMaster" Target="slideMasters/slideMaster6.xml"/><Relationship Id="rId13" Type="http://schemas.openxmlformats.org/officeDocument/2006/relationships/slide" Target="slides/slide2.xml"/><Relationship Id="rId12" Type="http://schemas.openxmlformats.org/officeDocument/2006/relationships/slide" Target="slides/slide1.xml"/><Relationship Id="rId15" Type="http://schemas.openxmlformats.org/officeDocument/2006/relationships/slide" Target="slides/slide4.xml"/><Relationship Id="rId14" Type="http://schemas.openxmlformats.org/officeDocument/2006/relationships/slide" Target="slides/slide3.xml"/><Relationship Id="rId17" Type="http://schemas.openxmlformats.org/officeDocument/2006/relationships/slide" Target="slides/slide6.xml"/><Relationship Id="rId16" Type="http://schemas.openxmlformats.org/officeDocument/2006/relationships/slide" Target="slides/slide5.xml"/><Relationship Id="rId19" Type="http://schemas.openxmlformats.org/officeDocument/2006/relationships/slide" Target="slides/slide8.xml"/><Relationship Id="rId1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document/d/1l90w-c2s1nW8QIqEkUMW-tjxPYZ0FF9xu3NqhuwkjaM/edit?usp=sharing" TargetMode="Externa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document/d/1AH-9s7G-ecXJRuJxfNbFaAuG9gF329XsvA-K66Dnh3w/edit?tab=t.0"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0" name="Shape 1990"/>
        <p:cNvGrpSpPr/>
        <p:nvPr/>
      </p:nvGrpSpPr>
      <p:grpSpPr>
        <a:xfrm>
          <a:off x="0" y="0"/>
          <a:ext cx="0" cy="0"/>
          <a:chOff x="0" y="0"/>
          <a:chExt cx="0" cy="0"/>
        </a:xfrm>
      </p:grpSpPr>
      <p:sp>
        <p:nvSpPr>
          <p:cNvPr id="1991" name="Google Shape;1991;p1:notes"/>
          <p:cNvSpPr txBox="1"/>
          <p:nvPr>
            <p:ph idx="1" type="body"/>
          </p:nvPr>
        </p:nvSpPr>
        <p:spPr>
          <a:xfrm>
            <a:off x="685800" y="4400550"/>
            <a:ext cx="5486400" cy="3600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t>Feb results Talk Track  – </a:t>
            </a:r>
            <a:r>
              <a:rPr lang="en" u="sng">
                <a:solidFill>
                  <a:schemeClr val="hlink"/>
                </a:solidFill>
                <a:hlinkClick r:id="rId2"/>
              </a:rPr>
              <a:t>https://docs.google.com/document/d/1l90w-c2s1nW8QIqEkUMW-tjxPYZ0FF9xu3NqhuwkjaM/edit?usp=sharing</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t/>
            </a:r>
            <a:endParaRPr/>
          </a:p>
        </p:txBody>
      </p:sp>
      <p:sp>
        <p:nvSpPr>
          <p:cNvPr id="1992" name="Google Shape;199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8" name="Shape 2018"/>
        <p:cNvGrpSpPr/>
        <p:nvPr/>
      </p:nvGrpSpPr>
      <p:grpSpPr>
        <a:xfrm>
          <a:off x="0" y="0"/>
          <a:ext cx="0" cy="0"/>
          <a:chOff x="0" y="0"/>
          <a:chExt cx="0" cy="0"/>
        </a:xfrm>
      </p:grpSpPr>
      <p:sp>
        <p:nvSpPr>
          <p:cNvPr id="2019" name="Google Shape;2019;p2:notes"/>
          <p:cNvSpPr txBox="1"/>
          <p:nvPr>
            <p:ph idx="1" type="body"/>
          </p:nvPr>
        </p:nvSpPr>
        <p:spPr>
          <a:xfrm>
            <a:off x="685800" y="4400550"/>
            <a:ext cx="5486400" cy="3600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20" name="Google Shape;202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4" name="Shape 2024"/>
        <p:cNvGrpSpPr/>
        <p:nvPr/>
      </p:nvGrpSpPr>
      <p:grpSpPr>
        <a:xfrm>
          <a:off x="0" y="0"/>
          <a:ext cx="0" cy="0"/>
          <a:chOff x="0" y="0"/>
          <a:chExt cx="0" cy="0"/>
        </a:xfrm>
      </p:grpSpPr>
      <p:sp>
        <p:nvSpPr>
          <p:cNvPr id="2025" name="Google Shape;2025;p3: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26" name="Google Shape;202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0" name="Shape 2030"/>
        <p:cNvGrpSpPr/>
        <p:nvPr/>
      </p:nvGrpSpPr>
      <p:grpSpPr>
        <a:xfrm>
          <a:off x="0" y="0"/>
          <a:ext cx="0" cy="0"/>
          <a:chOff x="0" y="0"/>
          <a:chExt cx="0" cy="0"/>
        </a:xfrm>
      </p:grpSpPr>
      <p:sp>
        <p:nvSpPr>
          <p:cNvPr id="2031" name="Google Shape;2031;p4:notes"/>
          <p:cNvSpPr/>
          <p:nvPr>
            <p:ph idx="2" type="sldImg"/>
          </p:nvPr>
        </p:nvSpPr>
        <p:spPr>
          <a:xfrm>
            <a:off x="381300" y="685800"/>
            <a:ext cx="6096000" cy="34293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32" name="Google Shape;2032;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rPr lang="en" sz="1000" u="sng">
                <a:solidFill>
                  <a:schemeClr val="hlink"/>
                </a:solidFill>
                <a:latin typeface="Verizon NHG TX"/>
                <a:ea typeface="Verizon NHG TX"/>
                <a:cs typeface="Verizon NHG TX"/>
                <a:sym typeface="Verizon NHG TX"/>
                <a:hlinkClick r:id="rId2"/>
              </a:rPr>
              <a:t>https://docs.google.com/document/d/1AH-9s7G-ecXJRuJxfNbFaAuG9gF329XsvA-K66Dnh3w/edit?tab=t.0</a:t>
            </a:r>
            <a:endParaRPr sz="1000">
              <a:solidFill>
                <a:schemeClr val="dk1"/>
              </a:solidFill>
              <a:latin typeface="Verizon NHG TX"/>
              <a:ea typeface="Verizon NHG TX"/>
              <a:cs typeface="Verizon NHG TX"/>
              <a:sym typeface="Verizon NHG TX"/>
            </a:endParaRPr>
          </a:p>
          <a:p>
            <a:pPr indent="0" lvl="0" marL="0" rtl="0" algn="l">
              <a:lnSpc>
                <a:spcPct val="100000"/>
              </a:lnSpc>
              <a:spcBef>
                <a:spcPts val="1800"/>
              </a:spcBef>
              <a:spcAft>
                <a:spcPts val="0"/>
              </a:spcAft>
              <a:buSzPts val="1100"/>
              <a:buNone/>
            </a:pPr>
            <a:r>
              <a:rPr lang="en" sz="1000">
                <a:latin typeface="Verizon NHG TX"/>
                <a:ea typeface="Verizon NHG TX"/>
                <a:cs typeface="Verizon NHG TX"/>
                <a:sym typeface="Verizon NHG TX"/>
              </a:rPr>
              <a:t>Product NPS +15? Or just start to measure?</a:t>
            </a:r>
            <a:endParaRPr sz="1000">
              <a:latin typeface="Verizon NHG TX"/>
              <a:ea typeface="Verizon NHG TX"/>
              <a:cs typeface="Verizon NHG TX"/>
              <a:sym typeface="Verizon NHG TX"/>
            </a:endParaRPr>
          </a:p>
          <a:p>
            <a:pPr indent="0" lvl="0" marL="0" rtl="0" algn="l">
              <a:lnSpc>
                <a:spcPct val="100000"/>
              </a:lnSpc>
              <a:spcBef>
                <a:spcPts val="1800"/>
              </a:spcBef>
              <a:spcAft>
                <a:spcPts val="0"/>
              </a:spcAft>
              <a:buSzPts val="1100"/>
              <a:buNone/>
            </a:pPr>
            <a:r>
              <a:rPr lang="en" sz="1000">
                <a:latin typeface="Verizon NHG TX"/>
                <a:ea typeface="Verizon NHG TX"/>
                <a:cs typeface="Verizon NHG TX"/>
                <a:sym typeface="Verizon NHG TX"/>
              </a:rPr>
              <a:t>Establish Product Interaction Score</a:t>
            </a:r>
            <a:endParaRPr sz="1000">
              <a:latin typeface="Verizon NHG TX"/>
              <a:ea typeface="Verizon NHG TX"/>
              <a:cs typeface="Verizon NHG TX"/>
              <a:sym typeface="Verizon NHG TX"/>
            </a:endParaRPr>
          </a:p>
          <a:p>
            <a:pPr indent="0" lvl="0" marL="0" rtl="0" algn="l">
              <a:lnSpc>
                <a:spcPct val="100000"/>
              </a:lnSpc>
              <a:spcBef>
                <a:spcPts val="1800"/>
              </a:spcBef>
              <a:spcAft>
                <a:spcPts val="0"/>
              </a:spcAft>
              <a:buClr>
                <a:schemeClr val="dk1"/>
              </a:buClr>
              <a:buSzPts val="1100"/>
              <a:buFont typeface="Arial"/>
              <a:buNone/>
            </a:pPr>
            <a:r>
              <a:t/>
            </a:r>
            <a:endParaRPr sz="900">
              <a:latin typeface="Verizon NHG TX"/>
              <a:ea typeface="Verizon NHG TX"/>
              <a:cs typeface="Verizon NHG TX"/>
              <a:sym typeface="Verizon NHG TX"/>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8" name="Shape 2058"/>
        <p:cNvGrpSpPr/>
        <p:nvPr/>
      </p:nvGrpSpPr>
      <p:grpSpPr>
        <a:xfrm>
          <a:off x="0" y="0"/>
          <a:ext cx="0" cy="0"/>
          <a:chOff x="0" y="0"/>
          <a:chExt cx="0" cy="0"/>
        </a:xfrm>
      </p:grpSpPr>
      <p:sp>
        <p:nvSpPr>
          <p:cNvPr id="2059" name="Google Shape;2059;p5: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60" name="Google Shape;206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4" name="Shape 2064"/>
        <p:cNvGrpSpPr/>
        <p:nvPr/>
      </p:nvGrpSpPr>
      <p:grpSpPr>
        <a:xfrm>
          <a:off x="0" y="0"/>
          <a:ext cx="0" cy="0"/>
          <a:chOff x="0" y="0"/>
          <a:chExt cx="0" cy="0"/>
        </a:xfrm>
      </p:grpSpPr>
      <p:sp>
        <p:nvSpPr>
          <p:cNvPr id="2065" name="Google Shape;2065;p7: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b="1" lang="en" sz="700">
                <a:solidFill>
                  <a:schemeClr val="dk1"/>
                </a:solidFill>
                <a:latin typeface="Verizon NHG DS"/>
                <a:ea typeface="Verizon NHG DS"/>
                <a:cs typeface="Verizon NHG DS"/>
                <a:sym typeface="Verizon NHG DS"/>
              </a:rPr>
              <a:t>Experience Design Business Case: </a:t>
            </a:r>
            <a:r>
              <a:rPr lang="en" sz="700">
                <a:solidFill>
                  <a:schemeClr val="dk1"/>
                </a:solidFill>
                <a:latin typeface="Verizon NHG TX"/>
                <a:ea typeface="Verizon NHG TX"/>
                <a:cs typeface="Verizon NHG TX"/>
                <a:sym typeface="Verizon NHG TX"/>
              </a:rPr>
              <a:t>Made significant progress to meet the</a:t>
            </a:r>
            <a:r>
              <a:rPr lang="en" sz="700">
                <a:solidFill>
                  <a:srgbClr val="1D1C1D"/>
                </a:solidFill>
                <a:latin typeface="Verizon NHG TX"/>
                <a:ea typeface="Verizon NHG TX"/>
                <a:cs typeface="Verizon NHG TX"/>
                <a:sym typeface="Verizon NHG TX"/>
              </a:rPr>
              <a:t> in-sourcing plan of hiring 161 FTEs against adjusted target, while staying budget-neutral and optimizing the labor mix. Hiring Status: 137 reqs filled, resulting in 109 incremental headcount in-seat (as of Nov 11th). Designers enabled to time report and accrue capital, with a forecasted 56K capital hours recorded  In summary, in 2024, while the overall business case was budget neutral, we increased overall resources by 15%, increased our FTE labor percentage from 29% to 50% and enabled the organization to reduce planned 3rd party spend by 33% YoY for 2025.</a:t>
            </a:r>
            <a:endParaRPr sz="700">
              <a:solidFill>
                <a:srgbClr val="1D1C1D"/>
              </a:solidFill>
              <a:latin typeface="Verizon NHG TX"/>
              <a:ea typeface="Verizon NHG TX"/>
              <a:cs typeface="Verizon NHG TX"/>
              <a:sym typeface="Verizon NHG TX"/>
            </a:endParaRPr>
          </a:p>
          <a:p>
            <a:pPr indent="0" lvl="0" marL="0" rtl="0" algn="l">
              <a:lnSpc>
                <a:spcPct val="100000"/>
              </a:lnSpc>
              <a:spcBef>
                <a:spcPts val="0"/>
              </a:spcBef>
              <a:spcAft>
                <a:spcPts val="0"/>
              </a:spcAft>
              <a:buSzPts val="1100"/>
              <a:buNone/>
            </a:pPr>
            <a:r>
              <a:t/>
            </a:r>
            <a:endParaRPr sz="700">
              <a:solidFill>
                <a:srgbClr val="1D1C1D"/>
              </a:solidFill>
              <a:latin typeface="Verizon NHG TX"/>
              <a:ea typeface="Verizon NHG TX"/>
              <a:cs typeface="Verizon NHG TX"/>
              <a:sym typeface="Verizon NHG TX"/>
            </a:endParaRPr>
          </a:p>
          <a:p>
            <a:pPr indent="0" lvl="0" marL="0" rtl="0" algn="l">
              <a:lnSpc>
                <a:spcPct val="100000"/>
              </a:lnSpc>
              <a:spcBef>
                <a:spcPts val="0"/>
              </a:spcBef>
              <a:spcAft>
                <a:spcPts val="0"/>
              </a:spcAft>
              <a:buSzPts val="1100"/>
              <a:buNone/>
            </a:pPr>
            <a:r>
              <a:t/>
            </a:r>
            <a:endParaRPr sz="700">
              <a:solidFill>
                <a:srgbClr val="1D1C1D"/>
              </a:solidFill>
              <a:latin typeface="Verizon NHG TX"/>
              <a:ea typeface="Verizon NHG TX"/>
              <a:cs typeface="Verizon NHG TX"/>
              <a:sym typeface="Verizon NHG TX"/>
            </a:endParaRPr>
          </a:p>
          <a:p>
            <a:pPr indent="0" lvl="0" marL="0" rtl="0" algn="l">
              <a:lnSpc>
                <a:spcPct val="100000"/>
              </a:lnSpc>
              <a:spcBef>
                <a:spcPts val="0"/>
              </a:spcBef>
              <a:spcAft>
                <a:spcPts val="0"/>
              </a:spcAft>
              <a:buSzPts val="1100"/>
              <a:buNone/>
            </a:pPr>
            <a:r>
              <a:rPr b="1" i="1" lang="en" sz="650">
                <a:solidFill>
                  <a:schemeClr val="dk1"/>
                </a:solidFill>
                <a:latin typeface="Verizon NHG TX"/>
                <a:ea typeface="Verizon NHG TX"/>
                <a:cs typeface="Verizon NHG TX"/>
                <a:sym typeface="Verizon NHG TX"/>
              </a:rPr>
              <a:t>Bring PRA to Inside Sales and Fios Voice</a:t>
            </a:r>
            <a:endParaRPr b="1" i="1" sz="650">
              <a:solidFill>
                <a:schemeClr val="dk1"/>
              </a:solidFill>
              <a:latin typeface="Verizon NHG TX"/>
              <a:ea typeface="Verizon NHG TX"/>
              <a:cs typeface="Verizon NHG TX"/>
              <a:sym typeface="Verizon NHG TX"/>
            </a:endParaRPr>
          </a:p>
          <a:p>
            <a:pPr indent="0" lvl="0" marL="0" rtl="0" algn="l">
              <a:lnSpc>
                <a:spcPct val="100000"/>
              </a:lnSpc>
              <a:spcBef>
                <a:spcPts val="0"/>
              </a:spcBef>
              <a:spcAft>
                <a:spcPts val="0"/>
              </a:spcAft>
              <a:buClr>
                <a:schemeClr val="dk1"/>
              </a:buClr>
              <a:buSzPts val="1100"/>
              <a:buFont typeface="Arial"/>
              <a:buNone/>
            </a:pPr>
            <a:r>
              <a:rPr b="1" i="1" lang="en" sz="650">
                <a:solidFill>
                  <a:schemeClr val="dk1"/>
                </a:solidFill>
                <a:latin typeface="Verizon NHG TX"/>
                <a:ea typeface="Verizon NHG TX"/>
                <a:cs typeface="Verizon NHG TX"/>
                <a:sym typeface="Verizon NHG TX"/>
              </a:rPr>
              <a:t>ACSS Transformation - Dynamic Experience Driven UI</a:t>
            </a:r>
            <a:endParaRPr b="1" i="1" sz="650">
              <a:solidFill>
                <a:schemeClr val="dk1"/>
              </a:solidFill>
              <a:latin typeface="Verizon NHG TX"/>
              <a:ea typeface="Verizon NHG TX"/>
              <a:cs typeface="Verizon NHG TX"/>
              <a:sym typeface="Verizon NHG TX"/>
            </a:endParaRPr>
          </a:p>
          <a:p>
            <a:pPr indent="0" lvl="0" marL="0" rtl="0" algn="l">
              <a:lnSpc>
                <a:spcPct val="100000"/>
              </a:lnSpc>
              <a:spcBef>
                <a:spcPts val="0"/>
              </a:spcBef>
              <a:spcAft>
                <a:spcPts val="0"/>
              </a:spcAft>
              <a:buSzPts val="1100"/>
              <a:buNone/>
            </a:pPr>
            <a:r>
              <a:t/>
            </a:r>
            <a:endParaRPr/>
          </a:p>
        </p:txBody>
      </p:sp>
      <p:sp>
        <p:nvSpPr>
          <p:cNvPr id="2066" name="Google Shape;206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1" name="Shape 2071"/>
        <p:cNvGrpSpPr/>
        <p:nvPr/>
      </p:nvGrpSpPr>
      <p:grpSpPr>
        <a:xfrm>
          <a:off x="0" y="0"/>
          <a:ext cx="0" cy="0"/>
          <a:chOff x="0" y="0"/>
          <a:chExt cx="0" cy="0"/>
        </a:xfrm>
      </p:grpSpPr>
      <p:sp>
        <p:nvSpPr>
          <p:cNvPr id="2072" name="Google Shape;207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73" name="Google Shape;2073;p8:notes"/>
          <p:cNvSpPr txBox="1"/>
          <p:nvPr>
            <p:ph idx="1" type="body"/>
          </p:nvPr>
        </p:nvSpPr>
        <p:spPr>
          <a:xfrm>
            <a:off x="685800" y="4400550"/>
            <a:ext cx="5486400" cy="3600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74" name="Google Shape;2074;p8: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1" name="Shape 2101"/>
        <p:cNvGrpSpPr/>
        <p:nvPr/>
      </p:nvGrpSpPr>
      <p:grpSpPr>
        <a:xfrm>
          <a:off x="0" y="0"/>
          <a:ext cx="0" cy="0"/>
          <a:chOff x="0" y="0"/>
          <a:chExt cx="0" cy="0"/>
        </a:xfrm>
      </p:grpSpPr>
      <p:sp>
        <p:nvSpPr>
          <p:cNvPr id="2102" name="Google Shape;210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03" name="Google Shape;2103;p12:notes"/>
          <p:cNvSpPr txBox="1"/>
          <p:nvPr>
            <p:ph idx="1" type="body"/>
          </p:nvPr>
        </p:nvSpPr>
        <p:spPr>
          <a:xfrm>
            <a:off x="685800" y="4400550"/>
            <a:ext cx="5486400" cy="3600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04" name="Google Shape;2104;p12: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7" name="Shape 2127"/>
        <p:cNvGrpSpPr/>
        <p:nvPr/>
      </p:nvGrpSpPr>
      <p:grpSpPr>
        <a:xfrm>
          <a:off x="0" y="0"/>
          <a:ext cx="0" cy="0"/>
          <a:chOff x="0" y="0"/>
          <a:chExt cx="0" cy="0"/>
        </a:xfrm>
      </p:grpSpPr>
      <p:sp>
        <p:nvSpPr>
          <p:cNvPr id="2128" name="Google Shape;2128;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29" name="Google Shape;2129;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4" name="Shape 2134"/>
        <p:cNvGrpSpPr/>
        <p:nvPr/>
      </p:nvGrpSpPr>
      <p:grpSpPr>
        <a:xfrm>
          <a:off x="0" y="0"/>
          <a:ext cx="0" cy="0"/>
          <a:chOff x="0" y="0"/>
          <a:chExt cx="0" cy="0"/>
        </a:xfrm>
      </p:grpSpPr>
      <p:sp>
        <p:nvSpPr>
          <p:cNvPr id="2135" name="Google Shape;2135;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36" name="Google Shape;2136;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9" name="Shape 2139"/>
        <p:cNvGrpSpPr/>
        <p:nvPr/>
      </p:nvGrpSpPr>
      <p:grpSpPr>
        <a:xfrm>
          <a:off x="0" y="0"/>
          <a:ext cx="0" cy="0"/>
          <a:chOff x="0" y="0"/>
          <a:chExt cx="0" cy="0"/>
        </a:xfrm>
      </p:grpSpPr>
      <p:sp>
        <p:nvSpPr>
          <p:cNvPr id="2140" name="Google Shape;2140;p28:notes"/>
          <p:cNvSpPr/>
          <p:nvPr>
            <p:ph idx="2" type="sldImg"/>
          </p:nvPr>
        </p:nvSpPr>
        <p:spPr>
          <a:xfrm>
            <a:off x="715464" y="286186"/>
            <a:ext cx="1431000" cy="14307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41" name="Google Shape;2141;p28:notes"/>
          <p:cNvSpPr txBox="1"/>
          <p:nvPr>
            <p:ph idx="1" type="body"/>
          </p:nvPr>
        </p:nvSpPr>
        <p:spPr>
          <a:xfrm>
            <a:off x="285750" y="5791200"/>
            <a:ext cx="4572000" cy="5486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2142" name="Google Shape;2142;p28:notes"/>
          <p:cNvSpPr txBox="1"/>
          <p:nvPr>
            <p:ph idx="12" type="sldNum"/>
          </p:nvPr>
        </p:nvSpPr>
        <p:spPr>
          <a:xfrm>
            <a:off x="2913460" y="11580285"/>
            <a:ext cx="2229000" cy="6096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3" name="Shape 2163"/>
        <p:cNvGrpSpPr/>
        <p:nvPr/>
      </p:nvGrpSpPr>
      <p:grpSpPr>
        <a:xfrm>
          <a:off x="0" y="0"/>
          <a:ext cx="0" cy="0"/>
          <a:chOff x="0" y="0"/>
          <a:chExt cx="0" cy="0"/>
        </a:xfrm>
      </p:grpSpPr>
      <p:sp>
        <p:nvSpPr>
          <p:cNvPr id="2164" name="Google Shape;2164;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65" name="Google Shape;2165;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9" name="Shape 2169"/>
        <p:cNvGrpSpPr/>
        <p:nvPr/>
      </p:nvGrpSpPr>
      <p:grpSpPr>
        <a:xfrm>
          <a:off x="0" y="0"/>
          <a:ext cx="0" cy="0"/>
          <a:chOff x="0" y="0"/>
          <a:chExt cx="0" cy="0"/>
        </a:xfrm>
      </p:grpSpPr>
      <p:sp>
        <p:nvSpPr>
          <p:cNvPr id="2170" name="Google Shape;2170;p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71" name="Google Shape;2171;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5" name="Shape 2175"/>
        <p:cNvGrpSpPr/>
        <p:nvPr/>
      </p:nvGrpSpPr>
      <p:grpSpPr>
        <a:xfrm>
          <a:off x="0" y="0"/>
          <a:ext cx="0" cy="0"/>
          <a:chOff x="0" y="0"/>
          <a:chExt cx="0" cy="0"/>
        </a:xfrm>
      </p:grpSpPr>
      <p:sp>
        <p:nvSpPr>
          <p:cNvPr id="2176" name="Google Shape;2176;p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77" name="Google Shape;2177;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1" name="Shape 2181"/>
        <p:cNvGrpSpPr/>
        <p:nvPr/>
      </p:nvGrpSpPr>
      <p:grpSpPr>
        <a:xfrm>
          <a:off x="0" y="0"/>
          <a:ext cx="0" cy="0"/>
          <a:chOff x="0" y="0"/>
          <a:chExt cx="0" cy="0"/>
        </a:xfrm>
      </p:grpSpPr>
      <p:sp>
        <p:nvSpPr>
          <p:cNvPr id="2182" name="Google Shape;2182;p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83" name="Google Shape;2183;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7" name="Shape 2187"/>
        <p:cNvGrpSpPr/>
        <p:nvPr/>
      </p:nvGrpSpPr>
      <p:grpSpPr>
        <a:xfrm>
          <a:off x="0" y="0"/>
          <a:ext cx="0" cy="0"/>
          <a:chOff x="0" y="0"/>
          <a:chExt cx="0" cy="0"/>
        </a:xfrm>
      </p:grpSpPr>
      <p:sp>
        <p:nvSpPr>
          <p:cNvPr id="2188" name="Google Shape;2188;p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89" name="Google Shape;2189;p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2" name="Shape 2192"/>
        <p:cNvGrpSpPr/>
        <p:nvPr/>
      </p:nvGrpSpPr>
      <p:grpSpPr>
        <a:xfrm>
          <a:off x="0" y="0"/>
          <a:ext cx="0" cy="0"/>
          <a:chOff x="0" y="0"/>
          <a:chExt cx="0" cy="0"/>
        </a:xfrm>
      </p:grpSpPr>
      <p:sp>
        <p:nvSpPr>
          <p:cNvPr id="2193" name="Google Shape;2193;p52: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94" name="Google Shape;2194;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2" name="Shape 2202"/>
        <p:cNvGrpSpPr/>
        <p:nvPr/>
      </p:nvGrpSpPr>
      <p:grpSpPr>
        <a:xfrm>
          <a:off x="0" y="0"/>
          <a:ext cx="0" cy="0"/>
          <a:chOff x="0" y="0"/>
          <a:chExt cx="0" cy="0"/>
        </a:xfrm>
      </p:grpSpPr>
      <p:sp>
        <p:nvSpPr>
          <p:cNvPr id="2203" name="Google Shape;2203;p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04" name="Google Shape;2204;p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8" name="Shape 2208"/>
        <p:cNvGrpSpPr/>
        <p:nvPr/>
      </p:nvGrpSpPr>
      <p:grpSpPr>
        <a:xfrm>
          <a:off x="0" y="0"/>
          <a:ext cx="0" cy="0"/>
          <a:chOff x="0" y="0"/>
          <a:chExt cx="0" cy="0"/>
        </a:xfrm>
      </p:grpSpPr>
      <p:sp>
        <p:nvSpPr>
          <p:cNvPr id="2209" name="Google Shape;2209;p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10" name="Google Shape;2210;p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4" name="Shape 2214"/>
        <p:cNvGrpSpPr/>
        <p:nvPr/>
      </p:nvGrpSpPr>
      <p:grpSpPr>
        <a:xfrm>
          <a:off x="0" y="0"/>
          <a:ext cx="0" cy="0"/>
          <a:chOff x="0" y="0"/>
          <a:chExt cx="0" cy="0"/>
        </a:xfrm>
      </p:grpSpPr>
      <p:sp>
        <p:nvSpPr>
          <p:cNvPr id="2215" name="Google Shape;2215;p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16" name="Google Shape;2216;p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0" name="Shape 2220"/>
        <p:cNvGrpSpPr/>
        <p:nvPr/>
      </p:nvGrpSpPr>
      <p:grpSpPr>
        <a:xfrm>
          <a:off x="0" y="0"/>
          <a:ext cx="0" cy="0"/>
          <a:chOff x="0" y="0"/>
          <a:chExt cx="0" cy="0"/>
        </a:xfrm>
      </p:grpSpPr>
      <p:sp>
        <p:nvSpPr>
          <p:cNvPr id="2221" name="Google Shape;2221;p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22" name="Google Shape;2222;p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6" name="Shape 2226"/>
        <p:cNvGrpSpPr/>
        <p:nvPr/>
      </p:nvGrpSpPr>
      <p:grpSpPr>
        <a:xfrm>
          <a:off x="0" y="0"/>
          <a:ext cx="0" cy="0"/>
          <a:chOff x="0" y="0"/>
          <a:chExt cx="0" cy="0"/>
        </a:xfrm>
      </p:grpSpPr>
      <p:sp>
        <p:nvSpPr>
          <p:cNvPr id="2227" name="Google Shape;2227;p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28" name="Google Shape;2228;p75: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29" name="Google Shape;2229;p75: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2" name="Shape 2232"/>
        <p:cNvGrpSpPr/>
        <p:nvPr/>
      </p:nvGrpSpPr>
      <p:grpSpPr>
        <a:xfrm>
          <a:off x="0" y="0"/>
          <a:ext cx="0" cy="0"/>
          <a:chOff x="0" y="0"/>
          <a:chExt cx="0" cy="0"/>
        </a:xfrm>
      </p:grpSpPr>
      <p:sp>
        <p:nvSpPr>
          <p:cNvPr id="2233" name="Google Shape;2233;p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34" name="Google Shape;2234;p76: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35" name="Google Shape;2235;p76: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0" name="Shape 2240"/>
        <p:cNvGrpSpPr/>
        <p:nvPr/>
      </p:nvGrpSpPr>
      <p:grpSpPr>
        <a:xfrm>
          <a:off x="0" y="0"/>
          <a:ext cx="0" cy="0"/>
          <a:chOff x="0" y="0"/>
          <a:chExt cx="0" cy="0"/>
        </a:xfrm>
      </p:grpSpPr>
      <p:sp>
        <p:nvSpPr>
          <p:cNvPr id="2241" name="Google Shape;2241;p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42" name="Google Shape;2242;p77: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43" name="Google Shape;2243;p77: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1" name="Shape 2251"/>
        <p:cNvGrpSpPr/>
        <p:nvPr/>
      </p:nvGrpSpPr>
      <p:grpSpPr>
        <a:xfrm>
          <a:off x="0" y="0"/>
          <a:ext cx="0" cy="0"/>
          <a:chOff x="0" y="0"/>
          <a:chExt cx="0" cy="0"/>
        </a:xfrm>
      </p:grpSpPr>
      <p:sp>
        <p:nvSpPr>
          <p:cNvPr id="2252" name="Google Shape;2252;p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53" name="Google Shape;2253;p78: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54" name="Google Shape;2254;p78: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0" name="Shape 2260"/>
        <p:cNvGrpSpPr/>
        <p:nvPr/>
      </p:nvGrpSpPr>
      <p:grpSpPr>
        <a:xfrm>
          <a:off x="0" y="0"/>
          <a:ext cx="0" cy="0"/>
          <a:chOff x="0" y="0"/>
          <a:chExt cx="0" cy="0"/>
        </a:xfrm>
      </p:grpSpPr>
      <p:sp>
        <p:nvSpPr>
          <p:cNvPr id="2261" name="Google Shape;2261;p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62" name="Google Shape;2262;p82: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63" name="Google Shape;2263;p82: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1" name="Shape 2271"/>
        <p:cNvGrpSpPr/>
        <p:nvPr/>
      </p:nvGrpSpPr>
      <p:grpSpPr>
        <a:xfrm>
          <a:off x="0" y="0"/>
          <a:ext cx="0" cy="0"/>
          <a:chOff x="0" y="0"/>
          <a:chExt cx="0" cy="0"/>
        </a:xfrm>
      </p:grpSpPr>
      <p:sp>
        <p:nvSpPr>
          <p:cNvPr id="2272" name="Google Shape;2272;p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73" name="Google Shape;2273;p83: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74" name="Google Shape;2274;p83: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0" name="Shape 2280"/>
        <p:cNvGrpSpPr/>
        <p:nvPr/>
      </p:nvGrpSpPr>
      <p:grpSpPr>
        <a:xfrm>
          <a:off x="0" y="0"/>
          <a:ext cx="0" cy="0"/>
          <a:chOff x="0" y="0"/>
          <a:chExt cx="0" cy="0"/>
        </a:xfrm>
      </p:grpSpPr>
      <p:sp>
        <p:nvSpPr>
          <p:cNvPr id="2281" name="Google Shape;2281;p84:notes"/>
          <p:cNvSpPr/>
          <p:nvPr>
            <p:ph idx="2" type="sldImg"/>
          </p:nvPr>
        </p:nvSpPr>
        <p:spPr>
          <a:xfrm>
            <a:off x="715464" y="286186"/>
            <a:ext cx="1431000" cy="14307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82" name="Google Shape;2282;p84:notes"/>
          <p:cNvSpPr txBox="1"/>
          <p:nvPr>
            <p:ph idx="1" type="body"/>
          </p:nvPr>
        </p:nvSpPr>
        <p:spPr>
          <a:xfrm>
            <a:off x="285750" y="5791200"/>
            <a:ext cx="4572000" cy="5486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2283" name="Google Shape;2283;p84:notes"/>
          <p:cNvSpPr txBox="1"/>
          <p:nvPr>
            <p:ph idx="12" type="sldNum"/>
          </p:nvPr>
        </p:nvSpPr>
        <p:spPr>
          <a:xfrm>
            <a:off x="2913460" y="11580285"/>
            <a:ext cx="2229000" cy="6096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4" name="Shape 2304"/>
        <p:cNvGrpSpPr/>
        <p:nvPr/>
      </p:nvGrpSpPr>
      <p:grpSpPr>
        <a:xfrm>
          <a:off x="0" y="0"/>
          <a:ext cx="0" cy="0"/>
          <a:chOff x="0" y="0"/>
          <a:chExt cx="0" cy="0"/>
        </a:xfrm>
      </p:grpSpPr>
      <p:sp>
        <p:nvSpPr>
          <p:cNvPr id="2305" name="Google Shape;2305;p95: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06" name="Google Shape;2306;p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5.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7.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5.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5.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3.png"/></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8.png"/></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9.png"/></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9.png"/></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9.png"/></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0.png"/></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png"/></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png"/></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png"/></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png"/></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0.png"/></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8.png"/></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0.png"/></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0.png"/></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0.png"/></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png"/></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png"/></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9.png"/></Relationships>
</file>

<file path=ppt/slideLayouts/_rels/slideLayout2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9.png"/></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9.png"/></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9.png"/></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61.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png"/></Relationships>
</file>

<file path=ppt/slideLayouts/_rels/slideLayout2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png"/></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png"/></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png"/></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png"/></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0.png"/></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7.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8.png"/></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5.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0.png"/></Relationships>
</file>

<file path=ppt/slideLayouts/_rels/slideLayout28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7.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0.png"/></Relationships>
</file>

<file path=ppt/slideLayouts/_rels/slideLayout298.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0.png"/></Relationships>
</file>

<file path=ppt/slideLayouts/_rels/slideLayout299.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png"/></Relationships>
</file>

<file path=ppt/slideLayouts/_rels/slideLayout30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0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0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0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04.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9.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_Slide_Title and Content">
  <p:cSld name="Title and Content">
    <p:bg>
      <p:bgPr>
        <a:solidFill>
          <a:schemeClr val="lt1"/>
        </a:solidFill>
      </p:bgPr>
    </p:bg>
    <p:spTree>
      <p:nvGrpSpPr>
        <p:cNvPr id="11" name="Shape 11"/>
        <p:cNvGrpSpPr/>
        <p:nvPr/>
      </p:nvGrpSpPr>
      <p:grpSpPr>
        <a:xfrm>
          <a:off x="0" y="0"/>
          <a:ext cx="0" cy="0"/>
          <a:chOff x="0" y="0"/>
          <a:chExt cx="0" cy="0"/>
        </a:xfrm>
      </p:grpSpPr>
      <p:sp>
        <p:nvSpPr>
          <p:cNvPr id="12" name="Google Shape;12;p2"/>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3" name="Google Shape;13;p2"/>
          <p:cNvSpPr txBox="1"/>
          <p:nvPr>
            <p:ph idx="1" type="body"/>
          </p:nvPr>
        </p:nvSpPr>
        <p:spPr>
          <a:xfrm>
            <a:off x="473870" y="1188244"/>
            <a:ext cx="8196300" cy="3402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SzPts val="900"/>
              <a:buNone/>
              <a:defRPr/>
            </a:lvl1pPr>
            <a:lvl2pPr indent="-228600" lvl="1" marL="914400" algn="l">
              <a:lnSpc>
                <a:spcPct val="100000"/>
              </a:lnSpc>
              <a:spcBef>
                <a:spcPts val="400"/>
              </a:spcBef>
              <a:spcAft>
                <a:spcPts val="0"/>
              </a:spcAft>
              <a:buSzPts val="900"/>
              <a:buNone/>
              <a:defRPr/>
            </a:lvl2pPr>
            <a:lvl3pPr indent="-285750" lvl="2" marL="1371600" algn="l">
              <a:lnSpc>
                <a:spcPct val="100000"/>
              </a:lnSpc>
              <a:spcBef>
                <a:spcPts val="400"/>
              </a:spcBef>
              <a:spcAft>
                <a:spcPts val="0"/>
              </a:spcAft>
              <a:buSzPts val="900"/>
              <a:buChar char="•"/>
              <a:defRPr/>
            </a:lvl3pPr>
            <a:lvl4pPr indent="-285750" lvl="3" marL="1828800" algn="l">
              <a:lnSpc>
                <a:spcPct val="100000"/>
              </a:lnSpc>
              <a:spcBef>
                <a:spcPts val="400"/>
              </a:spcBef>
              <a:spcAft>
                <a:spcPts val="0"/>
              </a:spcAft>
              <a:buSzPts val="900"/>
              <a:buChar char="-"/>
              <a:defRPr/>
            </a:lvl4pPr>
            <a:lvl5pPr indent="-285750" lvl="4" marL="2286000" algn="l">
              <a:lnSpc>
                <a:spcPct val="100000"/>
              </a:lnSpc>
              <a:spcBef>
                <a:spcPts val="400"/>
              </a:spcBef>
              <a:spcAft>
                <a:spcPts val="0"/>
              </a:spcAft>
              <a:buSzPts val="900"/>
              <a:buChar char="-"/>
              <a:defRPr/>
            </a:lvl5pPr>
            <a:lvl6pPr indent="-285750" lvl="5" marL="2743200" algn="l">
              <a:lnSpc>
                <a:spcPct val="90000"/>
              </a:lnSpc>
              <a:spcBef>
                <a:spcPts val="400"/>
              </a:spcBef>
              <a:spcAft>
                <a:spcPts val="0"/>
              </a:spcAft>
              <a:buSzPts val="900"/>
              <a:buChar char="-"/>
              <a:defRPr sz="900"/>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4" name="Google Shape;14;p2"/>
          <p:cNvSpPr txBox="1"/>
          <p:nvPr>
            <p:ph idx="2" type="body"/>
          </p:nvPr>
        </p:nvSpPr>
        <p:spPr>
          <a:xfrm>
            <a:off x="476251" y="469106"/>
            <a:ext cx="6112800" cy="136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5" name="Google Shape;15;p2"/>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_Slide_Primary Cover - Black">
  <p:cSld name="Primary Cover - Black">
    <p:bg>
      <p:bgPr>
        <a:solidFill>
          <a:schemeClr val="dk1"/>
        </a:solidFill>
      </p:bgPr>
    </p:bg>
    <p:spTree>
      <p:nvGrpSpPr>
        <p:cNvPr id="16" name="Shape 16"/>
        <p:cNvGrpSpPr/>
        <p:nvPr/>
      </p:nvGrpSpPr>
      <p:grpSpPr>
        <a:xfrm>
          <a:off x="0" y="0"/>
          <a:ext cx="0" cy="0"/>
          <a:chOff x="0" y="0"/>
          <a:chExt cx="0" cy="0"/>
        </a:xfrm>
      </p:grpSpPr>
      <p:sp>
        <p:nvSpPr>
          <p:cNvPr id="17" name="Google Shape;17;p3"/>
          <p:cNvSpPr/>
          <p:nvPr/>
        </p:nvSpPr>
        <p:spPr>
          <a:xfrm>
            <a:off x="178044" y="4668716"/>
            <a:ext cx="6778800" cy="3099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8" name="Google Shape;18;p3"/>
          <p:cNvSpPr txBox="1"/>
          <p:nvPr>
            <p:ph idx="1" type="body"/>
          </p:nvPr>
        </p:nvSpPr>
        <p:spPr>
          <a:xfrm>
            <a:off x="473869" y="2628900"/>
            <a:ext cx="6801000" cy="606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chemeClr val="lt1"/>
              </a:buClr>
              <a:buSzPts val="1800"/>
              <a:buNone/>
              <a:defRPr i="0" sz="1800">
                <a:solidFill>
                  <a:schemeClr val="lt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285750" lvl="5" marL="2743200" algn="l">
              <a:lnSpc>
                <a:spcPct val="90000"/>
              </a:lnSpc>
              <a:spcBef>
                <a:spcPts val="400"/>
              </a:spcBef>
              <a:spcAft>
                <a:spcPts val="0"/>
              </a:spcAft>
              <a:buClr>
                <a:schemeClr val="lt1"/>
              </a:buClr>
              <a:buSzPts val="900"/>
              <a:buChar char="•"/>
              <a:defRPr sz="900">
                <a:solidFill>
                  <a:schemeClr val="lt1"/>
                </a:solidFill>
              </a:defRPr>
            </a:lvl6pPr>
            <a:lvl7pPr indent="-285750" lvl="6" marL="3200400" algn="l">
              <a:lnSpc>
                <a:spcPct val="90000"/>
              </a:lnSpc>
              <a:spcBef>
                <a:spcPts val="400"/>
              </a:spcBef>
              <a:spcAft>
                <a:spcPts val="0"/>
              </a:spcAft>
              <a:buClr>
                <a:schemeClr val="lt1"/>
              </a:buClr>
              <a:buSzPts val="900"/>
              <a:buChar char="•"/>
              <a:defRPr sz="900">
                <a:solidFill>
                  <a:schemeClr val="lt1"/>
                </a:solidFill>
              </a:defRPr>
            </a:lvl7pPr>
            <a:lvl8pPr indent="-285750" lvl="7" marL="3657600" algn="l">
              <a:lnSpc>
                <a:spcPct val="90000"/>
              </a:lnSpc>
              <a:spcBef>
                <a:spcPts val="400"/>
              </a:spcBef>
              <a:spcAft>
                <a:spcPts val="0"/>
              </a:spcAft>
              <a:buClr>
                <a:schemeClr val="lt1"/>
              </a:buClr>
              <a:buSzPts val="900"/>
              <a:buChar char="•"/>
              <a:defRPr sz="900">
                <a:solidFill>
                  <a:schemeClr val="lt1"/>
                </a:solidFill>
              </a:defRPr>
            </a:lvl8pPr>
            <a:lvl9pPr indent="-285750" lvl="8" marL="4114800" algn="l">
              <a:lnSpc>
                <a:spcPct val="90000"/>
              </a:lnSpc>
              <a:spcBef>
                <a:spcPts val="400"/>
              </a:spcBef>
              <a:spcAft>
                <a:spcPts val="0"/>
              </a:spcAft>
              <a:buClr>
                <a:schemeClr val="lt1"/>
              </a:buClr>
              <a:buSzPts val="900"/>
              <a:buChar char="•"/>
              <a:defRPr sz="900">
                <a:solidFill>
                  <a:schemeClr val="lt1"/>
                </a:solidFill>
              </a:defRPr>
            </a:lvl9pPr>
          </a:lstStyle>
          <a:p/>
        </p:txBody>
      </p:sp>
      <p:sp>
        <p:nvSpPr>
          <p:cNvPr id="19" name="Google Shape;19;p3"/>
          <p:cNvSpPr txBox="1"/>
          <p:nvPr>
            <p:ph type="title"/>
          </p:nvPr>
        </p:nvSpPr>
        <p:spPr>
          <a:xfrm>
            <a:off x="473870" y="469106"/>
            <a:ext cx="6115200" cy="13251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lt1"/>
              </a:buClr>
              <a:buSzPts val="5000"/>
              <a:buFont typeface="Arial"/>
              <a:buNone/>
              <a:defRPr sz="5000">
                <a:solidFill>
                  <a:schemeClr val="l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pic>
        <p:nvPicPr>
          <p:cNvPr id="20" name="Google Shape;20;p3"/>
          <p:cNvPicPr preferRelativeResize="0"/>
          <p:nvPr/>
        </p:nvPicPr>
        <p:blipFill rotWithShape="1">
          <a:blip r:embed="rId2">
            <a:alphaModFix/>
          </a:blip>
          <a:srcRect b="0" l="0" r="0" t="0"/>
          <a:stretch/>
        </p:blipFill>
        <p:spPr>
          <a:xfrm>
            <a:off x="283380" y="3639800"/>
            <a:ext cx="1289149" cy="1205773"/>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_Slide_Divider - Black">
  <p:cSld name="Divider - Black">
    <p:bg>
      <p:bgPr>
        <a:solidFill>
          <a:schemeClr val="dk1"/>
        </a:solidFill>
      </p:bgPr>
    </p:bg>
    <p:spTree>
      <p:nvGrpSpPr>
        <p:cNvPr id="21" name="Shape 21"/>
        <p:cNvGrpSpPr/>
        <p:nvPr/>
      </p:nvGrpSpPr>
      <p:grpSpPr>
        <a:xfrm>
          <a:off x="0" y="0"/>
          <a:ext cx="0" cy="0"/>
          <a:chOff x="0" y="0"/>
          <a:chExt cx="0" cy="0"/>
        </a:xfrm>
      </p:grpSpPr>
      <p:sp>
        <p:nvSpPr>
          <p:cNvPr id="22" name="Google Shape;22;p4"/>
          <p:cNvSpPr txBox="1"/>
          <p:nvPr>
            <p:ph idx="1" type="body"/>
          </p:nvPr>
        </p:nvSpPr>
        <p:spPr>
          <a:xfrm>
            <a:off x="473869" y="2628900"/>
            <a:ext cx="4047000" cy="1314600"/>
          </a:xfrm>
          <a:prstGeom prst="rect">
            <a:avLst/>
          </a:prstGeom>
          <a:noFill/>
          <a:ln>
            <a:noFill/>
          </a:ln>
        </p:spPr>
        <p:txBody>
          <a:bodyPr anchorCtr="0" anchor="t" bIns="0" lIns="0" spcFirstLastPara="1" rIns="0" wrap="square" tIns="0">
            <a:normAutofit/>
          </a:bodyPr>
          <a:lstStyle>
            <a:lvl1pPr indent="-228600" lvl="0" marL="457200" algn="l">
              <a:lnSpc>
                <a:spcPct val="98125"/>
              </a:lnSpc>
              <a:spcBef>
                <a:spcPts val="0"/>
              </a:spcBef>
              <a:spcAft>
                <a:spcPts val="0"/>
              </a:spcAft>
              <a:buClr>
                <a:schemeClr val="lt1"/>
              </a:buClr>
              <a:buSzPts val="2400"/>
              <a:buNone/>
              <a:defRPr i="0" sz="2400">
                <a:solidFill>
                  <a:schemeClr val="lt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285750" lvl="5" marL="2743200" algn="l">
              <a:lnSpc>
                <a:spcPct val="90000"/>
              </a:lnSpc>
              <a:spcBef>
                <a:spcPts val="400"/>
              </a:spcBef>
              <a:spcAft>
                <a:spcPts val="0"/>
              </a:spcAft>
              <a:buClr>
                <a:schemeClr val="lt1"/>
              </a:buClr>
              <a:buSzPts val="900"/>
              <a:buChar char="•"/>
              <a:defRPr sz="900">
                <a:solidFill>
                  <a:schemeClr val="lt1"/>
                </a:solidFill>
              </a:defRPr>
            </a:lvl6pPr>
            <a:lvl7pPr indent="-285750" lvl="6" marL="3200400" algn="l">
              <a:lnSpc>
                <a:spcPct val="90000"/>
              </a:lnSpc>
              <a:spcBef>
                <a:spcPts val="400"/>
              </a:spcBef>
              <a:spcAft>
                <a:spcPts val="0"/>
              </a:spcAft>
              <a:buClr>
                <a:schemeClr val="lt1"/>
              </a:buClr>
              <a:buSzPts val="900"/>
              <a:buChar char="•"/>
              <a:defRPr sz="900">
                <a:solidFill>
                  <a:schemeClr val="lt1"/>
                </a:solidFill>
              </a:defRPr>
            </a:lvl7pPr>
            <a:lvl8pPr indent="-285750" lvl="7" marL="3657600" algn="l">
              <a:lnSpc>
                <a:spcPct val="90000"/>
              </a:lnSpc>
              <a:spcBef>
                <a:spcPts val="400"/>
              </a:spcBef>
              <a:spcAft>
                <a:spcPts val="0"/>
              </a:spcAft>
              <a:buClr>
                <a:schemeClr val="lt1"/>
              </a:buClr>
              <a:buSzPts val="900"/>
              <a:buChar char="•"/>
              <a:defRPr sz="900">
                <a:solidFill>
                  <a:schemeClr val="lt1"/>
                </a:solidFill>
              </a:defRPr>
            </a:lvl8pPr>
            <a:lvl9pPr indent="-285750" lvl="8" marL="4114800" algn="l">
              <a:lnSpc>
                <a:spcPct val="90000"/>
              </a:lnSpc>
              <a:spcBef>
                <a:spcPts val="400"/>
              </a:spcBef>
              <a:spcAft>
                <a:spcPts val="0"/>
              </a:spcAft>
              <a:buClr>
                <a:schemeClr val="lt1"/>
              </a:buClr>
              <a:buSzPts val="900"/>
              <a:buChar char="•"/>
              <a:defRPr sz="900">
                <a:solidFill>
                  <a:schemeClr val="lt1"/>
                </a:solidFill>
              </a:defRPr>
            </a:lvl9pPr>
          </a:lstStyle>
          <a:p/>
        </p:txBody>
      </p:sp>
      <p:sp>
        <p:nvSpPr>
          <p:cNvPr id="23" name="Google Shape;23;p4"/>
          <p:cNvSpPr txBox="1"/>
          <p:nvPr>
            <p:ph type="title"/>
          </p:nvPr>
        </p:nvSpPr>
        <p:spPr>
          <a:xfrm>
            <a:off x="473869" y="469107"/>
            <a:ext cx="6801000" cy="13251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accent6"/>
              </a:buClr>
              <a:buSzPts val="5000"/>
              <a:buFont typeface="Arial"/>
              <a:buNone/>
              <a:defRPr sz="5000">
                <a:solidFill>
                  <a:schemeClr val="accent6"/>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4" name="Google Shape;24;p4"/>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5" name="Google Shape;25;p4"/>
          <p:cNvSpPr txBox="1"/>
          <p:nvPr/>
        </p:nvSpPr>
        <p:spPr>
          <a:xfrm>
            <a:off x="2625367" y="4761251"/>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Arial"/>
                <a:ea typeface="Arial"/>
                <a:cs typeface="Arial"/>
                <a:sym typeface="Arial"/>
              </a:rPr>
              <a:t>Verizon confidential and proprietary. Unauthorized disclosure, reproduction or other use prohibited.</a:t>
            </a:r>
            <a:endParaRPr b="0" i="0" sz="11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_Slide_Bullet point and optional partner 2 - White">
  <p:cSld name="Bullet point and optional partner 2 - White">
    <p:bg>
      <p:bgPr>
        <a:solidFill>
          <a:schemeClr val="lt1"/>
        </a:solidFill>
      </p:bgPr>
    </p:bg>
    <p:spTree>
      <p:nvGrpSpPr>
        <p:cNvPr id="26" name="Shape 26"/>
        <p:cNvGrpSpPr/>
        <p:nvPr/>
      </p:nvGrpSpPr>
      <p:grpSpPr>
        <a:xfrm>
          <a:off x="0" y="0"/>
          <a:ext cx="0" cy="0"/>
          <a:chOff x="0" y="0"/>
          <a:chExt cx="0" cy="0"/>
        </a:xfrm>
      </p:grpSpPr>
      <p:sp>
        <p:nvSpPr>
          <p:cNvPr id="27" name="Google Shape;27;p5"/>
          <p:cNvSpPr/>
          <p:nvPr>
            <p:ph idx="2" type="pic"/>
          </p:nvPr>
        </p:nvSpPr>
        <p:spPr>
          <a:xfrm>
            <a:off x="7394972" y="469106"/>
            <a:ext cx="1275300" cy="1325100"/>
          </a:xfrm>
          <a:prstGeom prst="rect">
            <a:avLst/>
          </a:prstGeom>
          <a:noFill/>
          <a:ln>
            <a:noFill/>
          </a:ln>
        </p:spPr>
      </p:sp>
      <p:sp>
        <p:nvSpPr>
          <p:cNvPr id="28" name="Google Shape;28;p5"/>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29" name="Google Shape;29;p5"/>
          <p:cNvSpPr txBox="1"/>
          <p:nvPr>
            <p:ph idx="1" type="body"/>
          </p:nvPr>
        </p:nvSpPr>
        <p:spPr>
          <a:xfrm>
            <a:off x="473869" y="1908572"/>
            <a:ext cx="8196300" cy="2283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1100"/>
              <a:buNone/>
              <a:defRPr sz="1100"/>
            </a:lvl1pPr>
            <a:lvl2pPr indent="-228600" lvl="1" marL="914400" algn="l">
              <a:lnSpc>
                <a:spcPct val="100000"/>
              </a:lnSpc>
              <a:spcBef>
                <a:spcPts val="9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200"/>
              </a:spcBef>
              <a:spcAft>
                <a:spcPts val="0"/>
              </a:spcAft>
              <a:buClr>
                <a:schemeClr val="dk1"/>
              </a:buClr>
              <a:buSzPts val="1100"/>
              <a:buChar char="⁃"/>
              <a:defRPr sz="1100"/>
            </a:lvl4pPr>
            <a:lvl5pPr indent="-298450" lvl="4" marL="2286000" algn="l">
              <a:lnSpc>
                <a:spcPct val="100000"/>
              </a:lnSpc>
              <a:spcBef>
                <a:spcPts val="100"/>
              </a:spcBef>
              <a:spcAft>
                <a:spcPts val="0"/>
              </a:spcAft>
              <a:buClr>
                <a:schemeClr val="dk1"/>
              </a:buClr>
              <a:buSzPts val="1100"/>
              <a:buChar char="⁃"/>
              <a:defRPr sz="11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285750" lvl="7" marL="3657600" algn="l">
              <a:lnSpc>
                <a:spcPct val="90000"/>
              </a:lnSpc>
              <a:spcBef>
                <a:spcPts val="400"/>
              </a:spcBef>
              <a:spcAft>
                <a:spcPts val="0"/>
              </a:spcAft>
              <a:buClr>
                <a:schemeClr val="dk1"/>
              </a:buClr>
              <a:buSzPts val="900"/>
              <a:buChar char="•"/>
              <a:defRPr sz="900"/>
            </a:lvl8pPr>
            <a:lvl9pPr indent="-285750" lvl="8" marL="4114800" algn="l">
              <a:lnSpc>
                <a:spcPct val="90000"/>
              </a:lnSpc>
              <a:spcBef>
                <a:spcPts val="400"/>
              </a:spcBef>
              <a:spcAft>
                <a:spcPts val="0"/>
              </a:spcAft>
              <a:buClr>
                <a:schemeClr val="dk1"/>
              </a:buClr>
              <a:buSzPts val="900"/>
              <a:buChar char="•"/>
              <a:defRPr sz="900"/>
            </a:lvl9pPr>
          </a:lstStyle>
          <a:p/>
        </p:txBody>
      </p:sp>
      <p:sp>
        <p:nvSpPr>
          <p:cNvPr id="30" name="Google Shape;30;p5"/>
          <p:cNvSpPr txBox="1"/>
          <p:nvPr>
            <p:ph idx="3" type="body"/>
          </p:nvPr>
        </p:nvSpPr>
        <p:spPr>
          <a:xfrm>
            <a:off x="476251" y="469106"/>
            <a:ext cx="6112800" cy="136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31" name="Google Shape;31;p5"/>
          <p:cNvSpPr txBox="1"/>
          <p:nvPr>
            <p:ph type="title"/>
          </p:nvPr>
        </p:nvSpPr>
        <p:spPr>
          <a:xfrm>
            <a:off x="473870" y="619857"/>
            <a:ext cx="61152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8_Slide_Info Slide">
  <p:cSld name="Info Slide">
    <p:spTree>
      <p:nvGrpSpPr>
        <p:cNvPr id="32" name="Shape 32"/>
        <p:cNvGrpSpPr/>
        <p:nvPr/>
      </p:nvGrpSpPr>
      <p:grpSpPr>
        <a:xfrm>
          <a:off x="0" y="0"/>
          <a:ext cx="0" cy="0"/>
          <a:chOff x="0" y="0"/>
          <a:chExt cx="0" cy="0"/>
        </a:xfrm>
      </p:grpSpPr>
      <p:sp>
        <p:nvSpPr>
          <p:cNvPr id="33" name="Google Shape;33;p6"/>
          <p:cNvSpPr/>
          <p:nvPr/>
        </p:nvSpPr>
        <p:spPr>
          <a:xfrm>
            <a:off x="2749794" y="4741252"/>
            <a:ext cx="3653100" cy="2241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4" name="Google Shape;34;p6"/>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35" name="Google Shape;35;p6"/>
          <p:cNvSpPr/>
          <p:nvPr/>
        </p:nvSpPr>
        <p:spPr>
          <a:xfrm>
            <a:off x="6126956" y="469106"/>
            <a:ext cx="2543100" cy="207300"/>
          </a:xfrm>
          <a:prstGeom prst="roundRect">
            <a:avLst>
              <a:gd fmla="val 16667" name="adj"/>
            </a:avLst>
          </a:prstGeom>
          <a:solidFill>
            <a:schemeClr val="accent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chemeClr val="lt1"/>
                </a:solidFill>
                <a:latin typeface="Verizon NHG TX"/>
                <a:ea typeface="Verizon NHG TX"/>
                <a:cs typeface="Verizon NHG TX"/>
                <a:sym typeface="Verizon NHG TX"/>
              </a:rPr>
              <a:t>Read this info slide. This is not a template.</a:t>
            </a:r>
            <a:endParaRPr b="0" i="0" sz="1100" u="none" cap="none" strike="noStrike">
              <a:solidFill>
                <a:srgbClr val="000000"/>
              </a:solidFill>
              <a:latin typeface="Verizon NHG TX"/>
              <a:ea typeface="Verizon NHG TX"/>
              <a:cs typeface="Verizon NHG TX"/>
              <a:sym typeface="Verizon NHG TX"/>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_Slide_Primary Cover - White">
  <p:cSld name="Primary Cover - White">
    <p:bg>
      <p:bgPr>
        <a:solidFill>
          <a:schemeClr val="lt1"/>
        </a:solidFill>
      </p:bgPr>
    </p:bg>
    <p:spTree>
      <p:nvGrpSpPr>
        <p:cNvPr id="36" name="Shape 36"/>
        <p:cNvGrpSpPr/>
        <p:nvPr/>
      </p:nvGrpSpPr>
      <p:grpSpPr>
        <a:xfrm>
          <a:off x="0" y="0"/>
          <a:ext cx="0" cy="0"/>
          <a:chOff x="0" y="0"/>
          <a:chExt cx="0" cy="0"/>
        </a:xfrm>
      </p:grpSpPr>
      <p:sp>
        <p:nvSpPr>
          <p:cNvPr id="37" name="Google Shape;37;p7"/>
          <p:cNvSpPr/>
          <p:nvPr/>
        </p:nvSpPr>
        <p:spPr>
          <a:xfrm>
            <a:off x="178044" y="4668716"/>
            <a:ext cx="6554700" cy="3099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8" name="Google Shape;38;p7"/>
          <p:cNvSpPr txBox="1"/>
          <p:nvPr>
            <p:ph idx="1" type="body"/>
          </p:nvPr>
        </p:nvSpPr>
        <p:spPr>
          <a:xfrm>
            <a:off x="473869" y="2628900"/>
            <a:ext cx="6801000" cy="606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chemeClr val="dk1"/>
              </a:buClr>
              <a:buSzPts val="1800"/>
              <a:buNone/>
              <a:defRPr i="0" sz="1800">
                <a:solidFill>
                  <a:schemeClr val="dk1"/>
                </a:solidFill>
              </a:defRPr>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Clr>
                <a:schemeClr val="dk1"/>
              </a:buClr>
              <a:buSzPts val="900"/>
              <a:buChar char="•"/>
              <a:defRPr sz="900"/>
            </a:lvl6pPr>
            <a:lvl7pPr indent="-285750" lvl="6" marL="3200400" algn="l">
              <a:lnSpc>
                <a:spcPct val="90000"/>
              </a:lnSpc>
              <a:spcBef>
                <a:spcPts val="400"/>
              </a:spcBef>
              <a:spcAft>
                <a:spcPts val="0"/>
              </a:spcAft>
              <a:buClr>
                <a:schemeClr val="dk1"/>
              </a:buClr>
              <a:buSzPts val="900"/>
              <a:buChar char="•"/>
              <a:defRPr sz="900"/>
            </a:lvl7pPr>
            <a:lvl8pPr indent="-285750" lvl="7" marL="3657600" algn="l">
              <a:lnSpc>
                <a:spcPct val="90000"/>
              </a:lnSpc>
              <a:spcBef>
                <a:spcPts val="400"/>
              </a:spcBef>
              <a:spcAft>
                <a:spcPts val="0"/>
              </a:spcAft>
              <a:buClr>
                <a:schemeClr val="dk1"/>
              </a:buClr>
              <a:buSzPts val="900"/>
              <a:buChar char="•"/>
              <a:defRPr sz="900"/>
            </a:lvl8pPr>
            <a:lvl9pPr indent="-285750" lvl="8" marL="4114800" algn="l">
              <a:lnSpc>
                <a:spcPct val="90000"/>
              </a:lnSpc>
              <a:spcBef>
                <a:spcPts val="400"/>
              </a:spcBef>
              <a:spcAft>
                <a:spcPts val="0"/>
              </a:spcAft>
              <a:buClr>
                <a:schemeClr val="dk1"/>
              </a:buClr>
              <a:buSzPts val="900"/>
              <a:buChar char="•"/>
              <a:defRPr sz="900"/>
            </a:lvl9pPr>
          </a:lstStyle>
          <a:p/>
        </p:txBody>
      </p:sp>
      <p:sp>
        <p:nvSpPr>
          <p:cNvPr id="39" name="Google Shape;39;p7"/>
          <p:cNvSpPr txBox="1"/>
          <p:nvPr>
            <p:ph type="title"/>
          </p:nvPr>
        </p:nvSpPr>
        <p:spPr>
          <a:xfrm>
            <a:off x="473870" y="469106"/>
            <a:ext cx="6115200" cy="13251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5000"/>
              <a:buFont typeface="Arial"/>
              <a:buNone/>
              <a:defRPr sz="50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pic>
        <p:nvPicPr>
          <p:cNvPr id="40" name="Google Shape;40;p7"/>
          <p:cNvPicPr preferRelativeResize="0"/>
          <p:nvPr/>
        </p:nvPicPr>
        <p:blipFill rotWithShape="1">
          <a:blip r:embed="rId2">
            <a:alphaModFix/>
          </a:blip>
          <a:srcRect b="0" l="0" r="0" t="0"/>
          <a:stretch/>
        </p:blipFill>
        <p:spPr>
          <a:xfrm>
            <a:off x="283380" y="3639800"/>
            <a:ext cx="1289149" cy="1205773"/>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_Slide_Secondary Cover - White">
  <p:cSld name="Secondary Cover - White">
    <p:bg>
      <p:bgPr>
        <a:solidFill>
          <a:schemeClr val="lt1"/>
        </a:solidFill>
      </p:bgPr>
    </p:bg>
    <p:spTree>
      <p:nvGrpSpPr>
        <p:cNvPr id="41" name="Shape 41"/>
        <p:cNvGrpSpPr/>
        <p:nvPr/>
      </p:nvGrpSpPr>
      <p:grpSpPr>
        <a:xfrm>
          <a:off x="0" y="0"/>
          <a:ext cx="0" cy="0"/>
          <a:chOff x="0" y="0"/>
          <a:chExt cx="0" cy="0"/>
        </a:xfrm>
      </p:grpSpPr>
      <p:sp>
        <p:nvSpPr>
          <p:cNvPr id="42" name="Google Shape;42;p8"/>
          <p:cNvSpPr/>
          <p:nvPr/>
        </p:nvSpPr>
        <p:spPr>
          <a:xfrm>
            <a:off x="178044" y="4668716"/>
            <a:ext cx="6554700" cy="3099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43" name="Google Shape;43;p8"/>
          <p:cNvPicPr preferRelativeResize="0"/>
          <p:nvPr/>
        </p:nvPicPr>
        <p:blipFill rotWithShape="1">
          <a:blip r:embed="rId2">
            <a:alphaModFix/>
          </a:blip>
          <a:srcRect b="0" l="0" r="0" t="0"/>
          <a:stretch/>
        </p:blipFill>
        <p:spPr>
          <a:xfrm>
            <a:off x="184928" y="187277"/>
            <a:ext cx="2028098" cy="1896925"/>
          </a:xfrm>
          <a:prstGeom prst="rect">
            <a:avLst/>
          </a:prstGeom>
          <a:noFill/>
          <a:ln>
            <a:noFill/>
          </a:ln>
        </p:spPr>
      </p:pic>
      <p:sp>
        <p:nvSpPr>
          <p:cNvPr id="44" name="Google Shape;44;p8"/>
          <p:cNvSpPr txBox="1"/>
          <p:nvPr>
            <p:ph idx="1" type="body"/>
          </p:nvPr>
        </p:nvSpPr>
        <p:spPr>
          <a:xfrm>
            <a:off x="6703219" y="3356087"/>
            <a:ext cx="1966800" cy="5874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800"/>
              <a:buNone/>
              <a:defRPr i="0" sz="1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45" name="Google Shape;45;p8"/>
          <p:cNvSpPr txBox="1"/>
          <p:nvPr>
            <p:ph type="title"/>
          </p:nvPr>
        </p:nvSpPr>
        <p:spPr>
          <a:xfrm>
            <a:off x="473870" y="3349229"/>
            <a:ext cx="5424600" cy="13146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5000"/>
              <a:buFont typeface="Arial"/>
              <a:buNone/>
              <a:defRPr sz="50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6" name="Google Shape;46;p8"/>
          <p:cNvSpPr/>
          <p:nvPr>
            <p:ph idx="2" type="pic"/>
          </p:nvPr>
        </p:nvSpPr>
        <p:spPr>
          <a:xfrm>
            <a:off x="7394972" y="469106"/>
            <a:ext cx="1275300" cy="1325100"/>
          </a:xfrm>
          <a:prstGeom prst="rect">
            <a:avLst/>
          </a:prstGeom>
          <a:no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_Slide_Secondary Cover - Black">
  <p:cSld name="Secondary Cover - Black">
    <p:bg>
      <p:bgPr>
        <a:solidFill>
          <a:schemeClr val="dk1"/>
        </a:solidFill>
      </p:bgPr>
    </p:bg>
    <p:spTree>
      <p:nvGrpSpPr>
        <p:cNvPr id="47" name="Shape 47"/>
        <p:cNvGrpSpPr/>
        <p:nvPr/>
      </p:nvGrpSpPr>
      <p:grpSpPr>
        <a:xfrm>
          <a:off x="0" y="0"/>
          <a:ext cx="0" cy="0"/>
          <a:chOff x="0" y="0"/>
          <a:chExt cx="0" cy="0"/>
        </a:xfrm>
      </p:grpSpPr>
      <p:sp>
        <p:nvSpPr>
          <p:cNvPr id="48" name="Google Shape;48;p9"/>
          <p:cNvSpPr/>
          <p:nvPr/>
        </p:nvSpPr>
        <p:spPr>
          <a:xfrm>
            <a:off x="178044" y="4668716"/>
            <a:ext cx="6284400" cy="3099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49" name="Google Shape;49;p9"/>
          <p:cNvPicPr preferRelativeResize="0"/>
          <p:nvPr/>
        </p:nvPicPr>
        <p:blipFill rotWithShape="1">
          <a:blip r:embed="rId2">
            <a:alphaModFix/>
          </a:blip>
          <a:srcRect b="0" l="0" r="0" t="0"/>
          <a:stretch/>
        </p:blipFill>
        <p:spPr>
          <a:xfrm>
            <a:off x="184928" y="187277"/>
            <a:ext cx="2028098" cy="1896925"/>
          </a:xfrm>
          <a:prstGeom prst="rect">
            <a:avLst/>
          </a:prstGeom>
          <a:noFill/>
          <a:ln>
            <a:noFill/>
          </a:ln>
        </p:spPr>
      </p:pic>
      <p:sp>
        <p:nvSpPr>
          <p:cNvPr id="50" name="Google Shape;50;p9"/>
          <p:cNvSpPr txBox="1"/>
          <p:nvPr>
            <p:ph idx="1" type="body"/>
          </p:nvPr>
        </p:nvSpPr>
        <p:spPr>
          <a:xfrm>
            <a:off x="6703219" y="3356087"/>
            <a:ext cx="1966800" cy="5874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chemeClr val="lt1"/>
              </a:buClr>
              <a:buSzPts val="1800"/>
              <a:buNone/>
              <a:defRPr i="0" sz="1800">
                <a:solidFill>
                  <a:schemeClr val="lt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lt1"/>
              </a:buClr>
              <a:buSzPts val="1400"/>
              <a:buChar char="•"/>
              <a:defRPr>
                <a:solidFill>
                  <a:schemeClr val="lt1"/>
                </a:solidFill>
              </a:defRPr>
            </a:lvl6pPr>
            <a:lvl7pPr indent="-317500" lvl="6" marL="3200400" algn="l">
              <a:lnSpc>
                <a:spcPct val="90000"/>
              </a:lnSpc>
              <a:spcBef>
                <a:spcPts val="400"/>
              </a:spcBef>
              <a:spcAft>
                <a:spcPts val="0"/>
              </a:spcAft>
              <a:buClr>
                <a:schemeClr val="lt1"/>
              </a:buClr>
              <a:buSzPts val="1400"/>
              <a:buChar char="•"/>
              <a:defRPr>
                <a:solidFill>
                  <a:schemeClr val="lt1"/>
                </a:solidFill>
              </a:defRPr>
            </a:lvl7pPr>
            <a:lvl8pPr indent="-317500" lvl="7" marL="3657600" algn="l">
              <a:lnSpc>
                <a:spcPct val="90000"/>
              </a:lnSpc>
              <a:spcBef>
                <a:spcPts val="400"/>
              </a:spcBef>
              <a:spcAft>
                <a:spcPts val="0"/>
              </a:spcAft>
              <a:buClr>
                <a:schemeClr val="lt1"/>
              </a:buClr>
              <a:buSzPts val="1400"/>
              <a:buChar char="•"/>
              <a:defRPr>
                <a:solidFill>
                  <a:schemeClr val="lt1"/>
                </a:solidFill>
              </a:defRPr>
            </a:lvl8pPr>
            <a:lvl9pPr indent="-317500" lvl="8" marL="4114800" algn="l">
              <a:lnSpc>
                <a:spcPct val="90000"/>
              </a:lnSpc>
              <a:spcBef>
                <a:spcPts val="400"/>
              </a:spcBef>
              <a:spcAft>
                <a:spcPts val="0"/>
              </a:spcAft>
              <a:buClr>
                <a:schemeClr val="lt1"/>
              </a:buClr>
              <a:buSzPts val="1400"/>
              <a:buChar char="•"/>
              <a:defRPr>
                <a:solidFill>
                  <a:schemeClr val="lt1"/>
                </a:solidFill>
              </a:defRPr>
            </a:lvl9pPr>
          </a:lstStyle>
          <a:p/>
        </p:txBody>
      </p:sp>
      <p:sp>
        <p:nvSpPr>
          <p:cNvPr id="51" name="Google Shape;51;p9"/>
          <p:cNvSpPr txBox="1"/>
          <p:nvPr>
            <p:ph type="title"/>
          </p:nvPr>
        </p:nvSpPr>
        <p:spPr>
          <a:xfrm>
            <a:off x="473870" y="3349229"/>
            <a:ext cx="5424600" cy="13146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lt1"/>
              </a:buClr>
              <a:buSzPts val="5000"/>
              <a:buFont typeface="Arial"/>
              <a:buNone/>
              <a:defRPr sz="5000">
                <a:solidFill>
                  <a:schemeClr val="l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2" name="Google Shape;52;p9"/>
          <p:cNvSpPr/>
          <p:nvPr>
            <p:ph idx="2" type="pic"/>
          </p:nvPr>
        </p:nvSpPr>
        <p:spPr>
          <a:xfrm>
            <a:off x="7394972" y="469106"/>
            <a:ext cx="1275300" cy="1325100"/>
          </a:xfrm>
          <a:prstGeom prst="rect">
            <a:avLst/>
          </a:prstGeom>
          <a:noFill/>
          <a:ln>
            <a:no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_Slide_Divider - White">
  <p:cSld name="Divider - White">
    <p:bg>
      <p:bgPr>
        <a:solidFill>
          <a:schemeClr val="lt1"/>
        </a:solidFill>
      </p:bgPr>
    </p:bg>
    <p:spTree>
      <p:nvGrpSpPr>
        <p:cNvPr id="53" name="Shape 53"/>
        <p:cNvGrpSpPr/>
        <p:nvPr/>
      </p:nvGrpSpPr>
      <p:grpSpPr>
        <a:xfrm>
          <a:off x="0" y="0"/>
          <a:ext cx="0" cy="0"/>
          <a:chOff x="0" y="0"/>
          <a:chExt cx="0" cy="0"/>
        </a:xfrm>
      </p:grpSpPr>
      <p:sp>
        <p:nvSpPr>
          <p:cNvPr id="54" name="Google Shape;54;p10"/>
          <p:cNvSpPr txBox="1"/>
          <p:nvPr>
            <p:ph idx="1" type="body"/>
          </p:nvPr>
        </p:nvSpPr>
        <p:spPr>
          <a:xfrm>
            <a:off x="473869" y="2628900"/>
            <a:ext cx="4047000" cy="1314600"/>
          </a:xfrm>
          <a:prstGeom prst="rect">
            <a:avLst/>
          </a:prstGeom>
          <a:noFill/>
          <a:ln>
            <a:noFill/>
          </a:ln>
        </p:spPr>
        <p:txBody>
          <a:bodyPr anchorCtr="0" anchor="t" bIns="0" lIns="0" spcFirstLastPara="1" rIns="0" wrap="square" tIns="0">
            <a:normAutofit/>
          </a:bodyPr>
          <a:lstStyle>
            <a:lvl1pPr indent="-228600" lvl="0" marL="457200" algn="l">
              <a:lnSpc>
                <a:spcPct val="98125"/>
              </a:lnSpc>
              <a:spcBef>
                <a:spcPts val="0"/>
              </a:spcBef>
              <a:spcAft>
                <a:spcPts val="0"/>
              </a:spcAft>
              <a:buSzPts val="2400"/>
              <a:buNone/>
              <a:defRPr i="0" sz="24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55" name="Google Shape;55;p10"/>
          <p:cNvSpPr txBox="1"/>
          <p:nvPr>
            <p:ph type="title"/>
          </p:nvPr>
        </p:nvSpPr>
        <p:spPr>
          <a:xfrm>
            <a:off x="473869" y="469107"/>
            <a:ext cx="6801000" cy="13251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accent6"/>
              </a:buClr>
              <a:buSzPts val="5000"/>
              <a:buFont typeface="Arial"/>
              <a:buNone/>
              <a:defRPr sz="5000">
                <a:solidFill>
                  <a:schemeClr val="accent6"/>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6" name="Google Shape;56;p10"/>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_Slide_Large statement or Divider - White">
  <p:cSld name="Large statement or Divider - White">
    <p:bg>
      <p:bgPr>
        <a:solidFill>
          <a:schemeClr val="dk2"/>
        </a:solidFill>
      </p:bgPr>
    </p:bg>
    <p:spTree>
      <p:nvGrpSpPr>
        <p:cNvPr id="57" name="Shape 57"/>
        <p:cNvGrpSpPr/>
        <p:nvPr/>
      </p:nvGrpSpPr>
      <p:grpSpPr>
        <a:xfrm>
          <a:off x="0" y="0"/>
          <a:ext cx="0" cy="0"/>
          <a:chOff x="0" y="0"/>
          <a:chExt cx="0" cy="0"/>
        </a:xfrm>
      </p:grpSpPr>
      <p:sp>
        <p:nvSpPr>
          <p:cNvPr id="58" name="Google Shape;58;p11"/>
          <p:cNvSpPr/>
          <p:nvPr/>
        </p:nvSpPr>
        <p:spPr>
          <a:xfrm>
            <a:off x="498022" y="522350"/>
            <a:ext cx="8131500" cy="4074000"/>
          </a:xfrm>
          <a:prstGeom prst="rect">
            <a:avLst/>
          </a:prstGeom>
          <a:solidFill>
            <a:schemeClr val="lt2"/>
          </a:solidFill>
          <a:ln cap="flat" cmpd="sng" w="63500">
            <a:solidFill>
              <a:srgbClr val="F5FF1E"/>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9" name="Google Shape;59;p11"/>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60" name="Google Shape;60;p11"/>
          <p:cNvSpPr txBox="1"/>
          <p:nvPr>
            <p:ph type="title"/>
          </p:nvPr>
        </p:nvSpPr>
        <p:spPr>
          <a:xfrm>
            <a:off x="726935" y="742322"/>
            <a:ext cx="5767800" cy="15036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accent6"/>
              </a:buClr>
              <a:buSzPts val="5000"/>
              <a:buFont typeface="Arial"/>
              <a:buNone/>
              <a:defRPr sz="5000">
                <a:solidFill>
                  <a:schemeClr val="accent6"/>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_Slide_Large statement or Divider - Black">
  <p:cSld name="Large statement or Divider - Black">
    <p:bg>
      <p:bgPr>
        <a:solidFill>
          <a:schemeClr val="lt1"/>
        </a:solidFill>
      </p:bgPr>
    </p:bg>
    <p:spTree>
      <p:nvGrpSpPr>
        <p:cNvPr id="61" name="Shape 61"/>
        <p:cNvGrpSpPr/>
        <p:nvPr/>
      </p:nvGrpSpPr>
      <p:grpSpPr>
        <a:xfrm>
          <a:off x="0" y="0"/>
          <a:ext cx="0" cy="0"/>
          <a:chOff x="0" y="0"/>
          <a:chExt cx="0" cy="0"/>
        </a:xfrm>
      </p:grpSpPr>
      <p:sp>
        <p:nvSpPr>
          <p:cNvPr id="62" name="Google Shape;62;p12"/>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63" name="Google Shape;63;p12"/>
          <p:cNvSpPr/>
          <p:nvPr/>
        </p:nvSpPr>
        <p:spPr>
          <a:xfrm>
            <a:off x="498022" y="522350"/>
            <a:ext cx="8131500" cy="4074000"/>
          </a:xfrm>
          <a:prstGeom prst="rect">
            <a:avLst/>
          </a:prstGeom>
          <a:solidFill>
            <a:schemeClr val="dk1"/>
          </a:solidFill>
          <a:ln cap="flat" cmpd="sng" w="63500">
            <a:solidFill>
              <a:srgbClr val="F5FF1E"/>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4" name="Google Shape;64;p12"/>
          <p:cNvSpPr txBox="1"/>
          <p:nvPr>
            <p:ph type="title"/>
          </p:nvPr>
        </p:nvSpPr>
        <p:spPr>
          <a:xfrm>
            <a:off x="726935" y="742322"/>
            <a:ext cx="5767800" cy="15036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1"/>
              </a:buClr>
              <a:buSzPts val="5000"/>
              <a:buFont typeface="Arial"/>
              <a:buNone/>
              <a:defRPr sz="5000">
                <a:solidFill>
                  <a:schemeClr val="l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_Slide_Divider w/ Copy - Yellow">
  <p:cSld name="Divider w/ Copy - Yellow">
    <p:bg>
      <p:bgPr>
        <a:solidFill>
          <a:schemeClr val="lt2"/>
        </a:solidFill>
      </p:bgPr>
    </p:bg>
    <p:spTree>
      <p:nvGrpSpPr>
        <p:cNvPr id="65" name="Shape 65"/>
        <p:cNvGrpSpPr/>
        <p:nvPr/>
      </p:nvGrpSpPr>
      <p:grpSpPr>
        <a:xfrm>
          <a:off x="0" y="0"/>
          <a:ext cx="0" cy="0"/>
          <a:chOff x="0" y="0"/>
          <a:chExt cx="0" cy="0"/>
        </a:xfrm>
      </p:grpSpPr>
      <p:sp>
        <p:nvSpPr>
          <p:cNvPr id="66" name="Google Shape;66;p13"/>
          <p:cNvSpPr/>
          <p:nvPr/>
        </p:nvSpPr>
        <p:spPr>
          <a:xfrm>
            <a:off x="0" y="0"/>
            <a:ext cx="5053500" cy="51435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7" name="Google Shape;67;p13"/>
          <p:cNvSpPr/>
          <p:nvPr/>
        </p:nvSpPr>
        <p:spPr>
          <a:xfrm>
            <a:off x="2716823" y="4728064"/>
            <a:ext cx="2017800" cy="1977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8" name="Google Shape;68;p13"/>
          <p:cNvSpPr/>
          <p:nvPr/>
        </p:nvSpPr>
        <p:spPr>
          <a:xfrm>
            <a:off x="4567428" y="0"/>
            <a:ext cx="4576500" cy="5143500"/>
          </a:xfrm>
          <a:prstGeom prst="rect">
            <a:avLst/>
          </a:prstGeom>
          <a:solidFill>
            <a:schemeClr val="lt2"/>
          </a:solidFill>
          <a:ln cap="flat" cmpd="sng" w="82550">
            <a:solidFill>
              <a:srgbClr val="F5FF1E"/>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9" name="Google Shape;69;p13"/>
          <p:cNvSpPr txBox="1"/>
          <p:nvPr>
            <p:ph idx="1" type="body"/>
          </p:nvPr>
        </p:nvSpPr>
        <p:spPr>
          <a:xfrm>
            <a:off x="5360194" y="2628900"/>
            <a:ext cx="3552900" cy="1483500"/>
          </a:xfrm>
          <a:prstGeom prst="rect">
            <a:avLst/>
          </a:prstGeom>
          <a:noFill/>
          <a:ln>
            <a:noFill/>
          </a:ln>
        </p:spPr>
        <p:txBody>
          <a:bodyPr anchorCtr="0" anchor="t" bIns="0" lIns="0" spcFirstLastPara="1" rIns="0" wrap="square" tIns="0">
            <a:normAutofit/>
          </a:bodyPr>
          <a:lstStyle>
            <a:lvl1pPr indent="-228600" lvl="0" marL="457200" algn="l">
              <a:lnSpc>
                <a:spcPct val="98125"/>
              </a:lnSpc>
              <a:spcBef>
                <a:spcPts val="0"/>
              </a:spcBef>
              <a:spcAft>
                <a:spcPts val="0"/>
              </a:spcAft>
              <a:buSzPts val="2400"/>
              <a:buNone/>
              <a:defRPr b="0" i="0" sz="24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70" name="Google Shape;70;p13"/>
          <p:cNvSpPr txBox="1"/>
          <p:nvPr>
            <p:ph type="title"/>
          </p:nvPr>
        </p:nvSpPr>
        <p:spPr>
          <a:xfrm>
            <a:off x="473869" y="469106"/>
            <a:ext cx="3571800" cy="38937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accent6"/>
              </a:buClr>
              <a:buSzPts val="3600"/>
              <a:buFont typeface="Arial"/>
              <a:buNone/>
              <a:defRPr sz="3600">
                <a:solidFill>
                  <a:schemeClr val="accent6"/>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1" name="Google Shape;71;p13"/>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pic>
        <p:nvPicPr>
          <p:cNvPr id="72" name="Google Shape;72;p13"/>
          <p:cNvPicPr preferRelativeResize="0"/>
          <p:nvPr/>
        </p:nvPicPr>
        <p:blipFill rotWithShape="1">
          <a:blip r:embed="rId2">
            <a:alphaModFix/>
          </a:blip>
          <a:srcRect b="0" l="0" r="0" t="0"/>
          <a:stretch/>
        </p:blipFill>
        <p:spPr>
          <a:xfrm>
            <a:off x="372624" y="4632722"/>
            <a:ext cx="841577" cy="344233"/>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Slide_Divider w/ Copy - Red">
  <p:cSld name="Divider w/ Copy - Red">
    <p:bg>
      <p:bgPr>
        <a:solidFill>
          <a:srgbClr val="F3EDE0"/>
        </a:solidFill>
      </p:bgPr>
    </p:bg>
    <p:spTree>
      <p:nvGrpSpPr>
        <p:cNvPr id="73" name="Shape 73"/>
        <p:cNvGrpSpPr/>
        <p:nvPr/>
      </p:nvGrpSpPr>
      <p:grpSpPr>
        <a:xfrm>
          <a:off x="0" y="0"/>
          <a:ext cx="0" cy="0"/>
          <a:chOff x="0" y="0"/>
          <a:chExt cx="0" cy="0"/>
        </a:xfrm>
      </p:grpSpPr>
      <p:sp>
        <p:nvSpPr>
          <p:cNvPr id="74" name="Google Shape;74;p14"/>
          <p:cNvSpPr/>
          <p:nvPr/>
        </p:nvSpPr>
        <p:spPr>
          <a:xfrm>
            <a:off x="2716823" y="4728064"/>
            <a:ext cx="2017800" cy="1977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5" name="Google Shape;75;p14"/>
          <p:cNvSpPr/>
          <p:nvPr/>
        </p:nvSpPr>
        <p:spPr>
          <a:xfrm>
            <a:off x="4567428" y="0"/>
            <a:ext cx="4576500" cy="5143500"/>
          </a:xfrm>
          <a:prstGeom prst="rect">
            <a:avLst/>
          </a:prstGeom>
          <a:solidFill>
            <a:schemeClr val="accent6"/>
          </a:solidFill>
          <a:ln cap="flat" cmpd="sng" w="82550">
            <a:solidFill>
              <a:schemeClr val="accent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6" name="Google Shape;76;p14"/>
          <p:cNvSpPr txBox="1"/>
          <p:nvPr>
            <p:ph idx="1" type="body"/>
          </p:nvPr>
        </p:nvSpPr>
        <p:spPr>
          <a:xfrm>
            <a:off x="5360194" y="2628900"/>
            <a:ext cx="3552900" cy="1483500"/>
          </a:xfrm>
          <a:prstGeom prst="rect">
            <a:avLst/>
          </a:prstGeom>
          <a:noFill/>
          <a:ln>
            <a:noFill/>
          </a:ln>
        </p:spPr>
        <p:txBody>
          <a:bodyPr anchorCtr="0" anchor="t" bIns="0" lIns="0" spcFirstLastPara="1" rIns="0" wrap="square" tIns="0">
            <a:normAutofit/>
          </a:bodyPr>
          <a:lstStyle>
            <a:lvl1pPr indent="-228600" lvl="0" marL="457200" algn="l">
              <a:lnSpc>
                <a:spcPct val="98125"/>
              </a:lnSpc>
              <a:spcBef>
                <a:spcPts val="0"/>
              </a:spcBef>
              <a:spcAft>
                <a:spcPts val="0"/>
              </a:spcAft>
              <a:buClr>
                <a:schemeClr val="lt1"/>
              </a:buClr>
              <a:buSzPts val="2400"/>
              <a:buNone/>
              <a:defRPr b="0" i="0" sz="2400">
                <a:solidFill>
                  <a:schemeClr val="lt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285750" lvl="5" marL="2743200" algn="l">
              <a:lnSpc>
                <a:spcPct val="90000"/>
              </a:lnSpc>
              <a:spcBef>
                <a:spcPts val="400"/>
              </a:spcBef>
              <a:spcAft>
                <a:spcPts val="0"/>
              </a:spcAft>
              <a:buClr>
                <a:schemeClr val="lt1"/>
              </a:buClr>
              <a:buSzPts val="900"/>
              <a:buChar char="•"/>
              <a:defRPr sz="900">
                <a:solidFill>
                  <a:schemeClr val="lt1"/>
                </a:solidFill>
              </a:defRPr>
            </a:lvl6pPr>
            <a:lvl7pPr indent="-285750" lvl="6" marL="3200400" algn="l">
              <a:lnSpc>
                <a:spcPct val="90000"/>
              </a:lnSpc>
              <a:spcBef>
                <a:spcPts val="400"/>
              </a:spcBef>
              <a:spcAft>
                <a:spcPts val="0"/>
              </a:spcAft>
              <a:buClr>
                <a:schemeClr val="lt1"/>
              </a:buClr>
              <a:buSzPts val="900"/>
              <a:buChar char="•"/>
              <a:defRPr sz="900">
                <a:solidFill>
                  <a:schemeClr val="lt1"/>
                </a:solidFill>
              </a:defRPr>
            </a:lvl7pPr>
            <a:lvl8pPr indent="-285750" lvl="7" marL="3657600" algn="l">
              <a:lnSpc>
                <a:spcPct val="90000"/>
              </a:lnSpc>
              <a:spcBef>
                <a:spcPts val="400"/>
              </a:spcBef>
              <a:spcAft>
                <a:spcPts val="0"/>
              </a:spcAft>
              <a:buClr>
                <a:schemeClr val="lt1"/>
              </a:buClr>
              <a:buSzPts val="900"/>
              <a:buChar char="•"/>
              <a:defRPr sz="900">
                <a:solidFill>
                  <a:schemeClr val="lt1"/>
                </a:solidFill>
              </a:defRPr>
            </a:lvl8pPr>
            <a:lvl9pPr indent="-285750" lvl="8" marL="4114800" algn="l">
              <a:lnSpc>
                <a:spcPct val="90000"/>
              </a:lnSpc>
              <a:spcBef>
                <a:spcPts val="400"/>
              </a:spcBef>
              <a:spcAft>
                <a:spcPts val="0"/>
              </a:spcAft>
              <a:buClr>
                <a:schemeClr val="lt1"/>
              </a:buClr>
              <a:buSzPts val="900"/>
              <a:buChar char="•"/>
              <a:defRPr sz="900">
                <a:solidFill>
                  <a:schemeClr val="lt1"/>
                </a:solidFill>
              </a:defRPr>
            </a:lvl9pPr>
          </a:lstStyle>
          <a:p/>
        </p:txBody>
      </p:sp>
      <p:sp>
        <p:nvSpPr>
          <p:cNvPr id="77" name="Google Shape;77;p14"/>
          <p:cNvSpPr txBox="1"/>
          <p:nvPr>
            <p:ph type="title"/>
          </p:nvPr>
        </p:nvSpPr>
        <p:spPr>
          <a:xfrm>
            <a:off x="473869" y="469106"/>
            <a:ext cx="3571800" cy="38937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3600"/>
              <a:buFont typeface="Arial"/>
              <a:buNone/>
              <a:defRPr sz="3600">
                <a:solidFill>
                  <a:schemeClr val="dk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8" name="Google Shape;78;p14"/>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_Slide_Divider w/ Image - Stone">
  <p:cSld name="Divider w/ Image - Stone">
    <p:bg>
      <p:bgPr>
        <a:solidFill>
          <a:srgbClr val="F3EDE0"/>
        </a:solidFill>
      </p:bgPr>
    </p:bg>
    <p:spTree>
      <p:nvGrpSpPr>
        <p:cNvPr id="79" name="Shape 79"/>
        <p:cNvGrpSpPr/>
        <p:nvPr/>
      </p:nvGrpSpPr>
      <p:grpSpPr>
        <a:xfrm>
          <a:off x="0" y="0"/>
          <a:ext cx="0" cy="0"/>
          <a:chOff x="0" y="0"/>
          <a:chExt cx="0" cy="0"/>
        </a:xfrm>
      </p:grpSpPr>
      <p:sp>
        <p:nvSpPr>
          <p:cNvPr id="80" name="Google Shape;80;p15"/>
          <p:cNvSpPr/>
          <p:nvPr/>
        </p:nvSpPr>
        <p:spPr>
          <a:xfrm>
            <a:off x="2716823" y="4728064"/>
            <a:ext cx="2017800" cy="1977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1" name="Google Shape;81;p15"/>
          <p:cNvSpPr/>
          <p:nvPr>
            <p:ph idx="2" type="pic"/>
          </p:nvPr>
        </p:nvSpPr>
        <p:spPr>
          <a:xfrm>
            <a:off x="4510683" y="0"/>
            <a:ext cx="4632600" cy="5143500"/>
          </a:xfrm>
          <a:prstGeom prst="rect">
            <a:avLst/>
          </a:prstGeom>
          <a:solidFill>
            <a:schemeClr val="lt1"/>
          </a:solidFill>
          <a:ln cap="flat" cmpd="sng" w="82550">
            <a:solidFill>
              <a:srgbClr val="F5FF1E"/>
            </a:solidFill>
            <a:prstDash val="solid"/>
            <a:round/>
            <a:headEnd len="sm" w="sm" type="none"/>
            <a:tailEnd len="sm" w="sm" type="none"/>
          </a:ln>
        </p:spPr>
      </p:sp>
      <p:sp>
        <p:nvSpPr>
          <p:cNvPr id="82" name="Google Shape;82;p15"/>
          <p:cNvSpPr txBox="1"/>
          <p:nvPr>
            <p:ph type="title"/>
          </p:nvPr>
        </p:nvSpPr>
        <p:spPr>
          <a:xfrm>
            <a:off x="473869" y="1908572"/>
            <a:ext cx="3343200" cy="6060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3600"/>
              <a:buFont typeface="Arial"/>
              <a:buNone/>
              <a:defRPr sz="3600">
                <a:solidFill>
                  <a:schemeClr val="dk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3" name="Google Shape;83;p15"/>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84" name="Google Shape;84;p15"/>
          <p:cNvSpPr txBox="1"/>
          <p:nvPr>
            <p:ph idx="1" type="body"/>
          </p:nvPr>
        </p:nvSpPr>
        <p:spPr>
          <a:xfrm>
            <a:off x="473869" y="2628900"/>
            <a:ext cx="3343200" cy="694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dk1"/>
              </a:buClr>
              <a:buSzPts val="1400"/>
              <a:buNone/>
              <a:defRPr/>
            </a:lvl1pPr>
            <a:lvl2pPr indent="-228600" lvl="1" marL="914400" algn="l">
              <a:lnSpc>
                <a:spcPct val="100000"/>
              </a:lnSpc>
              <a:spcBef>
                <a:spcPts val="400"/>
              </a:spcBef>
              <a:spcAft>
                <a:spcPts val="0"/>
              </a:spcAft>
              <a:buClr>
                <a:schemeClr val="dk1"/>
              </a:buClr>
              <a:buSzPts val="1400"/>
              <a:buNone/>
              <a:defRPr/>
            </a:lvl2pPr>
            <a:lvl3pPr indent="-317500" lvl="2" marL="1371600" algn="l">
              <a:lnSpc>
                <a:spcPct val="100000"/>
              </a:lnSpc>
              <a:spcBef>
                <a:spcPts val="400"/>
              </a:spcBef>
              <a:spcAft>
                <a:spcPts val="0"/>
              </a:spcAft>
              <a:buClr>
                <a:schemeClr val="dk1"/>
              </a:buClr>
              <a:buSzPts val="1400"/>
              <a:buChar char="•"/>
              <a:defRPr/>
            </a:lvl3pPr>
            <a:lvl4pPr indent="-317500" lvl="3" marL="1828800" algn="l">
              <a:lnSpc>
                <a:spcPct val="100000"/>
              </a:lnSpc>
              <a:spcBef>
                <a:spcPts val="400"/>
              </a:spcBef>
              <a:spcAft>
                <a:spcPts val="0"/>
              </a:spcAft>
              <a:buClr>
                <a:schemeClr val="dk1"/>
              </a:buClr>
              <a:buSzPts val="1400"/>
              <a:buChar char="-"/>
              <a:defRPr/>
            </a:lvl4pPr>
            <a:lvl5pPr indent="-317500" lvl="4" marL="2286000" algn="l">
              <a:lnSpc>
                <a:spcPct val="100000"/>
              </a:lnSpc>
              <a:spcBef>
                <a:spcPts val="400"/>
              </a:spcBef>
              <a:spcAft>
                <a:spcPts val="0"/>
              </a:spcAft>
              <a:buClr>
                <a:schemeClr val="dk1"/>
              </a:buClr>
              <a:buSzPts val="1400"/>
              <a:buChar char="-"/>
              <a:defRPr/>
            </a:lvl5pPr>
            <a:lvl6pPr indent="-285750" lvl="5" marL="2743200" algn="l">
              <a:lnSpc>
                <a:spcPct val="90000"/>
              </a:lnSpc>
              <a:spcBef>
                <a:spcPts val="400"/>
              </a:spcBef>
              <a:spcAft>
                <a:spcPts val="0"/>
              </a:spcAft>
              <a:buClr>
                <a:schemeClr val="dk1"/>
              </a:buClr>
              <a:buSzPts val="900"/>
              <a:buChar char="•"/>
              <a:defRPr sz="900"/>
            </a:lvl6pPr>
            <a:lvl7pPr indent="-285750" lvl="6" marL="3200400" algn="l">
              <a:lnSpc>
                <a:spcPct val="90000"/>
              </a:lnSpc>
              <a:spcBef>
                <a:spcPts val="400"/>
              </a:spcBef>
              <a:spcAft>
                <a:spcPts val="0"/>
              </a:spcAft>
              <a:buClr>
                <a:schemeClr val="dk1"/>
              </a:buClr>
              <a:buSzPts val="900"/>
              <a:buChar char="•"/>
              <a:defRPr sz="900"/>
            </a:lvl7pPr>
            <a:lvl8pPr indent="-285750" lvl="7" marL="3657600" algn="l">
              <a:lnSpc>
                <a:spcPct val="90000"/>
              </a:lnSpc>
              <a:spcBef>
                <a:spcPts val="400"/>
              </a:spcBef>
              <a:spcAft>
                <a:spcPts val="0"/>
              </a:spcAft>
              <a:buClr>
                <a:schemeClr val="dk1"/>
              </a:buClr>
              <a:buSzPts val="900"/>
              <a:buChar char="•"/>
              <a:defRPr sz="900"/>
            </a:lvl8pPr>
            <a:lvl9pPr indent="-285750" lvl="8" marL="4114800" algn="l">
              <a:lnSpc>
                <a:spcPct val="90000"/>
              </a:lnSpc>
              <a:spcBef>
                <a:spcPts val="400"/>
              </a:spcBef>
              <a:spcAft>
                <a:spcPts val="0"/>
              </a:spcAft>
              <a:buClr>
                <a:schemeClr val="dk1"/>
              </a:buClr>
              <a:buSzPts val="900"/>
              <a:buChar char="•"/>
              <a:defRPr sz="9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Slide_Divider w/ Image - Red">
  <p:cSld name="Divider w/ Image - Red">
    <p:bg>
      <p:bgPr>
        <a:solidFill>
          <a:schemeClr val="accent6"/>
        </a:solidFill>
      </p:bgPr>
    </p:bg>
    <p:spTree>
      <p:nvGrpSpPr>
        <p:cNvPr id="85" name="Shape 85"/>
        <p:cNvGrpSpPr/>
        <p:nvPr/>
      </p:nvGrpSpPr>
      <p:grpSpPr>
        <a:xfrm>
          <a:off x="0" y="0"/>
          <a:ext cx="0" cy="0"/>
          <a:chOff x="0" y="0"/>
          <a:chExt cx="0" cy="0"/>
        </a:xfrm>
      </p:grpSpPr>
      <p:sp>
        <p:nvSpPr>
          <p:cNvPr id="86" name="Google Shape;86;p16"/>
          <p:cNvSpPr/>
          <p:nvPr/>
        </p:nvSpPr>
        <p:spPr>
          <a:xfrm>
            <a:off x="2716823" y="4728064"/>
            <a:ext cx="2017800" cy="197700"/>
          </a:xfrm>
          <a:prstGeom prst="rect">
            <a:avLst/>
          </a:prstGeom>
          <a:solidFill>
            <a:schemeClr val="accent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7" name="Google Shape;87;p16"/>
          <p:cNvSpPr/>
          <p:nvPr>
            <p:ph idx="2" type="pic"/>
          </p:nvPr>
        </p:nvSpPr>
        <p:spPr>
          <a:xfrm>
            <a:off x="4510683" y="0"/>
            <a:ext cx="4632600" cy="5143500"/>
          </a:xfrm>
          <a:prstGeom prst="rect">
            <a:avLst/>
          </a:prstGeom>
          <a:solidFill>
            <a:schemeClr val="lt1"/>
          </a:solidFill>
          <a:ln>
            <a:noFill/>
          </a:ln>
        </p:spPr>
      </p:sp>
      <p:sp>
        <p:nvSpPr>
          <p:cNvPr id="88" name="Google Shape;88;p16"/>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89" name="Google Shape;89;p16"/>
          <p:cNvSpPr txBox="1"/>
          <p:nvPr>
            <p:ph type="title"/>
          </p:nvPr>
        </p:nvSpPr>
        <p:spPr>
          <a:xfrm>
            <a:off x="473869" y="1908572"/>
            <a:ext cx="3343200" cy="6060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lt1"/>
              </a:buClr>
              <a:buSzPts val="3600"/>
              <a:buFont typeface="Arial"/>
              <a:buNone/>
              <a:defRPr sz="3600">
                <a:solidFill>
                  <a:schemeClr val="l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0" name="Google Shape;90;p16"/>
          <p:cNvSpPr txBox="1"/>
          <p:nvPr>
            <p:ph idx="1" type="body"/>
          </p:nvPr>
        </p:nvSpPr>
        <p:spPr>
          <a:xfrm>
            <a:off x="473869" y="2634095"/>
            <a:ext cx="3343200" cy="694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lt1"/>
              </a:buClr>
              <a:buSzPts val="900"/>
              <a:buNone/>
              <a:defRPr>
                <a:solidFill>
                  <a:schemeClr val="lt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85750" lvl="2" marL="1371600" algn="l">
              <a:lnSpc>
                <a:spcPct val="100000"/>
              </a:lnSpc>
              <a:spcBef>
                <a:spcPts val="400"/>
              </a:spcBef>
              <a:spcAft>
                <a:spcPts val="0"/>
              </a:spcAft>
              <a:buClr>
                <a:schemeClr val="lt1"/>
              </a:buClr>
              <a:buSzPts val="900"/>
              <a:buChar char="•"/>
              <a:defRPr>
                <a:solidFill>
                  <a:schemeClr val="lt1"/>
                </a:solidFill>
              </a:defRPr>
            </a:lvl3pPr>
            <a:lvl4pPr indent="-285750" lvl="3" marL="1828800" algn="l">
              <a:lnSpc>
                <a:spcPct val="100000"/>
              </a:lnSpc>
              <a:spcBef>
                <a:spcPts val="400"/>
              </a:spcBef>
              <a:spcAft>
                <a:spcPts val="0"/>
              </a:spcAft>
              <a:buClr>
                <a:schemeClr val="lt1"/>
              </a:buClr>
              <a:buSzPts val="900"/>
              <a:buChar char="-"/>
              <a:defRPr>
                <a:solidFill>
                  <a:schemeClr val="lt1"/>
                </a:solidFill>
              </a:defRPr>
            </a:lvl4pPr>
            <a:lvl5pPr indent="-285750" lvl="4" marL="2286000" algn="l">
              <a:lnSpc>
                <a:spcPct val="100000"/>
              </a:lnSpc>
              <a:spcBef>
                <a:spcPts val="400"/>
              </a:spcBef>
              <a:spcAft>
                <a:spcPts val="0"/>
              </a:spcAft>
              <a:buClr>
                <a:schemeClr val="lt1"/>
              </a:buClr>
              <a:buSzPts val="900"/>
              <a:buChar char="-"/>
              <a:defRPr>
                <a:solidFill>
                  <a:schemeClr val="lt1"/>
                </a:solidFill>
              </a:defRPr>
            </a:lvl5pPr>
            <a:lvl6pPr indent="-285750" lvl="5" marL="2743200" algn="l">
              <a:lnSpc>
                <a:spcPct val="90000"/>
              </a:lnSpc>
              <a:spcBef>
                <a:spcPts val="400"/>
              </a:spcBef>
              <a:spcAft>
                <a:spcPts val="0"/>
              </a:spcAft>
              <a:buClr>
                <a:schemeClr val="lt1"/>
              </a:buClr>
              <a:buSzPts val="900"/>
              <a:buChar char="•"/>
              <a:defRPr sz="900">
                <a:solidFill>
                  <a:schemeClr val="lt1"/>
                </a:solidFill>
              </a:defRPr>
            </a:lvl6pPr>
            <a:lvl7pPr indent="-285750" lvl="6" marL="3200400" algn="l">
              <a:lnSpc>
                <a:spcPct val="90000"/>
              </a:lnSpc>
              <a:spcBef>
                <a:spcPts val="400"/>
              </a:spcBef>
              <a:spcAft>
                <a:spcPts val="0"/>
              </a:spcAft>
              <a:buClr>
                <a:schemeClr val="lt1"/>
              </a:buClr>
              <a:buSzPts val="900"/>
              <a:buChar char="•"/>
              <a:defRPr sz="900">
                <a:solidFill>
                  <a:schemeClr val="lt1"/>
                </a:solidFill>
              </a:defRPr>
            </a:lvl7pPr>
            <a:lvl8pPr indent="-285750" lvl="7" marL="3657600" algn="l">
              <a:lnSpc>
                <a:spcPct val="90000"/>
              </a:lnSpc>
              <a:spcBef>
                <a:spcPts val="400"/>
              </a:spcBef>
              <a:spcAft>
                <a:spcPts val="0"/>
              </a:spcAft>
              <a:buClr>
                <a:schemeClr val="lt1"/>
              </a:buClr>
              <a:buSzPts val="900"/>
              <a:buChar char="•"/>
              <a:defRPr sz="900">
                <a:solidFill>
                  <a:schemeClr val="lt1"/>
                </a:solidFill>
              </a:defRPr>
            </a:lvl8pPr>
            <a:lvl9pPr indent="-285750" lvl="8" marL="4114800" algn="l">
              <a:lnSpc>
                <a:spcPct val="90000"/>
              </a:lnSpc>
              <a:spcBef>
                <a:spcPts val="400"/>
              </a:spcBef>
              <a:spcAft>
                <a:spcPts val="0"/>
              </a:spcAft>
              <a:buClr>
                <a:schemeClr val="lt1"/>
              </a:buClr>
              <a:buSzPts val="900"/>
              <a:buChar char="•"/>
              <a:defRPr sz="900">
                <a:solidFill>
                  <a:schemeClr val="lt1"/>
                </a:solidFill>
              </a:defRPr>
            </a:lvl9pPr>
          </a:lstStyle>
          <a:p/>
        </p:txBody>
      </p:sp>
      <p:pic>
        <p:nvPicPr>
          <p:cNvPr id="91" name="Google Shape;91;p16"/>
          <p:cNvPicPr preferRelativeResize="0"/>
          <p:nvPr/>
        </p:nvPicPr>
        <p:blipFill rotWithShape="1">
          <a:blip r:embed="rId2">
            <a:alphaModFix/>
          </a:blip>
          <a:srcRect b="0" l="0" r="0" t="0"/>
          <a:stretch/>
        </p:blipFill>
        <p:spPr>
          <a:xfrm>
            <a:off x="372692" y="4632722"/>
            <a:ext cx="841577" cy="344233"/>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_Slide_Agenda/TOC - White">
  <p:cSld name="Agenda/TOC - White">
    <p:spTree>
      <p:nvGrpSpPr>
        <p:cNvPr id="92" name="Shape 92"/>
        <p:cNvGrpSpPr/>
        <p:nvPr/>
      </p:nvGrpSpPr>
      <p:grpSpPr>
        <a:xfrm>
          <a:off x="0" y="0"/>
          <a:ext cx="0" cy="0"/>
          <a:chOff x="0" y="0"/>
          <a:chExt cx="0" cy="0"/>
        </a:xfrm>
      </p:grpSpPr>
      <p:sp>
        <p:nvSpPr>
          <p:cNvPr id="93" name="Google Shape;93;p17"/>
          <p:cNvSpPr txBox="1"/>
          <p:nvPr>
            <p:ph type="title"/>
          </p:nvPr>
        </p:nvSpPr>
        <p:spPr>
          <a:xfrm>
            <a:off x="473869" y="469106"/>
            <a:ext cx="7504500" cy="604800"/>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accent6"/>
              </a:buClr>
              <a:buSzPts val="3600"/>
              <a:buFont typeface="Arial"/>
              <a:buNone/>
              <a:defRPr sz="3600">
                <a:solidFill>
                  <a:schemeClr val="accent6"/>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4" name="Google Shape;94;p17"/>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95" name="Google Shape;95;p17"/>
          <p:cNvSpPr/>
          <p:nvPr>
            <p:ph idx="2" type="tbl"/>
          </p:nvPr>
        </p:nvSpPr>
        <p:spPr>
          <a:xfrm>
            <a:off x="473869" y="1301354"/>
            <a:ext cx="8196300" cy="3362400"/>
          </a:xfrm>
          <a:prstGeom prst="rect">
            <a:avLst/>
          </a:prstGeom>
          <a:noFill/>
          <a:ln>
            <a:noFill/>
          </a:ln>
        </p:spPr>
        <p:txBody>
          <a:bodyPr anchorCtr="0" anchor="t" bIns="34275" lIns="68575" spcFirstLastPara="1" rIns="68575" wrap="square" tIns="34275">
            <a:noAutofit/>
          </a:bodyPr>
          <a:lstStyle>
            <a:lvl1pPr lvl="0" marR="0" rtl="0" algn="l">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_Slide_Agenda/TOC Alt - White">
  <p:cSld name="Agenda/TOC Alt - White">
    <p:spTree>
      <p:nvGrpSpPr>
        <p:cNvPr id="96" name="Shape 96"/>
        <p:cNvGrpSpPr/>
        <p:nvPr/>
      </p:nvGrpSpPr>
      <p:grpSpPr>
        <a:xfrm>
          <a:off x="0" y="0"/>
          <a:ext cx="0" cy="0"/>
          <a:chOff x="0" y="0"/>
          <a:chExt cx="0" cy="0"/>
        </a:xfrm>
      </p:grpSpPr>
      <p:sp>
        <p:nvSpPr>
          <p:cNvPr id="97" name="Google Shape;97;p18"/>
          <p:cNvSpPr txBox="1"/>
          <p:nvPr>
            <p:ph idx="1" type="body"/>
          </p:nvPr>
        </p:nvSpPr>
        <p:spPr>
          <a:xfrm>
            <a:off x="473870" y="1908572"/>
            <a:ext cx="3343200" cy="2404800"/>
          </a:xfrm>
          <a:prstGeom prst="rect">
            <a:avLst/>
          </a:prstGeom>
          <a:noFill/>
          <a:ln>
            <a:noFill/>
          </a:ln>
        </p:spPr>
        <p:txBody>
          <a:bodyPr anchorCtr="0" anchor="t" bIns="0" lIns="0" spcFirstLastPara="1" rIns="0" wrap="square" tIns="0">
            <a:normAutofit/>
          </a:bodyPr>
          <a:lstStyle>
            <a:lvl1pPr indent="-228600" lvl="0" marL="457200" algn="l">
              <a:lnSpc>
                <a:spcPct val="101250"/>
              </a:lnSpc>
              <a:spcBef>
                <a:spcPts val="0"/>
              </a:spcBef>
              <a:spcAft>
                <a:spcPts val="0"/>
              </a:spcAft>
              <a:buSzPts val="3600"/>
              <a:buNone/>
              <a:defRPr i="0" sz="36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98" name="Google Shape;98;p18"/>
          <p:cNvSpPr txBox="1"/>
          <p:nvPr>
            <p:ph idx="2" type="body"/>
          </p:nvPr>
        </p:nvSpPr>
        <p:spPr>
          <a:xfrm>
            <a:off x="4626769" y="1908572"/>
            <a:ext cx="3351600" cy="2411400"/>
          </a:xfrm>
          <a:prstGeom prst="rect">
            <a:avLst/>
          </a:prstGeom>
          <a:noFill/>
          <a:ln>
            <a:noFill/>
          </a:ln>
        </p:spPr>
        <p:txBody>
          <a:bodyPr anchorCtr="0" anchor="t" bIns="0" lIns="0" spcFirstLastPara="1" rIns="0" wrap="square" tIns="0">
            <a:normAutofit/>
          </a:bodyPr>
          <a:lstStyle>
            <a:lvl1pPr indent="-228600" lvl="0" marL="457200" algn="l">
              <a:lnSpc>
                <a:spcPct val="101250"/>
              </a:lnSpc>
              <a:spcBef>
                <a:spcPts val="0"/>
              </a:spcBef>
              <a:spcAft>
                <a:spcPts val="0"/>
              </a:spcAft>
              <a:buSzPts val="3600"/>
              <a:buNone/>
              <a:defRPr i="0" sz="36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99" name="Google Shape;99;p18"/>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00" name="Google Shape;100;p18"/>
          <p:cNvSpPr txBox="1"/>
          <p:nvPr>
            <p:ph type="title"/>
          </p:nvPr>
        </p:nvSpPr>
        <p:spPr>
          <a:xfrm>
            <a:off x="473869" y="469106"/>
            <a:ext cx="7504500" cy="604800"/>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accent6"/>
              </a:buClr>
              <a:buSzPts val="3600"/>
              <a:buFont typeface="Arial"/>
              <a:buNone/>
              <a:defRPr sz="3600">
                <a:solidFill>
                  <a:schemeClr val="accent6"/>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_Slide_Ideals/Principles - White">
  <p:cSld name="Ideals/Principles - White">
    <p:bg>
      <p:bgPr>
        <a:solidFill>
          <a:srgbClr val="FFFFFF"/>
        </a:solidFill>
      </p:bgPr>
    </p:bg>
    <p:spTree>
      <p:nvGrpSpPr>
        <p:cNvPr id="101" name="Shape 101"/>
        <p:cNvGrpSpPr/>
        <p:nvPr/>
      </p:nvGrpSpPr>
      <p:grpSpPr>
        <a:xfrm>
          <a:off x="0" y="0"/>
          <a:ext cx="0" cy="0"/>
          <a:chOff x="0" y="0"/>
          <a:chExt cx="0" cy="0"/>
        </a:xfrm>
      </p:grpSpPr>
      <p:sp>
        <p:nvSpPr>
          <p:cNvPr id="102" name="Google Shape;102;p19"/>
          <p:cNvSpPr txBox="1"/>
          <p:nvPr>
            <p:ph idx="1" type="body"/>
          </p:nvPr>
        </p:nvSpPr>
        <p:spPr>
          <a:xfrm>
            <a:off x="473869" y="1912482"/>
            <a:ext cx="6115200" cy="2286000"/>
          </a:xfrm>
          <a:prstGeom prst="rect">
            <a:avLst/>
          </a:prstGeom>
          <a:noFill/>
          <a:ln>
            <a:noFill/>
          </a:ln>
        </p:spPr>
        <p:txBody>
          <a:bodyPr anchorCtr="0" anchor="t" bIns="0" lIns="0" spcFirstLastPara="1" rIns="0" wrap="square" tIns="0">
            <a:normAutofit/>
          </a:bodyPr>
          <a:lstStyle>
            <a:lvl1pPr indent="-228600" lvl="0" marL="457200" algn="l">
              <a:lnSpc>
                <a:spcPct val="101250"/>
              </a:lnSpc>
              <a:spcBef>
                <a:spcPts val="0"/>
              </a:spcBef>
              <a:spcAft>
                <a:spcPts val="0"/>
              </a:spcAft>
              <a:buSzPts val="3600"/>
              <a:buNone/>
              <a:defRPr i="0" sz="36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103" name="Google Shape;103;p19"/>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04" name="Google Shape;104;p19"/>
          <p:cNvSpPr txBox="1"/>
          <p:nvPr>
            <p:ph type="title"/>
          </p:nvPr>
        </p:nvSpPr>
        <p:spPr>
          <a:xfrm>
            <a:off x="473869" y="469106"/>
            <a:ext cx="7504500" cy="604800"/>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accent6"/>
              </a:buClr>
              <a:buSzPts val="3600"/>
              <a:buFont typeface="Arial"/>
              <a:buNone/>
              <a:defRPr sz="3600">
                <a:solidFill>
                  <a:schemeClr val="accent6"/>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_Slide_Three column picture - White">
  <p:cSld name="Three column picture - White">
    <p:bg>
      <p:bgPr>
        <a:solidFill>
          <a:schemeClr val="lt1"/>
        </a:solidFill>
      </p:bgPr>
    </p:bg>
    <p:spTree>
      <p:nvGrpSpPr>
        <p:cNvPr id="105" name="Shape 105"/>
        <p:cNvGrpSpPr/>
        <p:nvPr/>
      </p:nvGrpSpPr>
      <p:grpSpPr>
        <a:xfrm>
          <a:off x="0" y="0"/>
          <a:ext cx="0" cy="0"/>
          <a:chOff x="0" y="0"/>
          <a:chExt cx="0" cy="0"/>
        </a:xfrm>
      </p:grpSpPr>
      <p:sp>
        <p:nvSpPr>
          <p:cNvPr id="106" name="Google Shape;106;p20"/>
          <p:cNvSpPr txBox="1"/>
          <p:nvPr>
            <p:ph idx="1" type="body"/>
          </p:nvPr>
        </p:nvSpPr>
        <p:spPr>
          <a:xfrm>
            <a:off x="476251" y="469106"/>
            <a:ext cx="6112800" cy="136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chemeClr val="dk1"/>
              </a:buClr>
              <a:buSzPts val="800"/>
              <a:buNone/>
              <a:defRPr b="0" i="0" sz="800">
                <a:solidFill>
                  <a:schemeClr val="dk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07" name="Google Shape;107;p20"/>
          <p:cNvSpPr/>
          <p:nvPr>
            <p:ph idx="2" type="pic"/>
          </p:nvPr>
        </p:nvSpPr>
        <p:spPr>
          <a:xfrm>
            <a:off x="2555081" y="1188244"/>
            <a:ext cx="1965600" cy="2054100"/>
          </a:xfrm>
          <a:prstGeom prst="round2SameRect">
            <a:avLst>
              <a:gd fmla="val 0" name="adj1"/>
              <a:gd fmla="val 0" name="adj2"/>
            </a:avLst>
          </a:prstGeom>
          <a:solidFill>
            <a:schemeClr val="accent5"/>
          </a:solidFill>
          <a:ln>
            <a:noFill/>
          </a:ln>
        </p:spPr>
      </p:sp>
      <p:sp>
        <p:nvSpPr>
          <p:cNvPr id="108" name="Google Shape;108;p20"/>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09" name="Google Shape;109;p20"/>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0" name="Google Shape;110;p20"/>
          <p:cNvSpPr txBox="1"/>
          <p:nvPr>
            <p:ph idx="3" type="body"/>
          </p:nvPr>
        </p:nvSpPr>
        <p:spPr>
          <a:xfrm>
            <a:off x="473869" y="1188244"/>
            <a:ext cx="1955100" cy="2283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1100"/>
              <a:buNone/>
              <a:defRPr sz="1100"/>
            </a:lvl1pPr>
            <a:lvl2pPr indent="-228600" lvl="1" marL="914400" algn="l">
              <a:lnSpc>
                <a:spcPct val="100000"/>
              </a:lnSpc>
              <a:spcBef>
                <a:spcPts val="9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200"/>
              </a:spcBef>
              <a:spcAft>
                <a:spcPts val="0"/>
              </a:spcAft>
              <a:buClr>
                <a:schemeClr val="dk1"/>
              </a:buClr>
              <a:buSzPts val="1100"/>
              <a:buChar char="⁃"/>
              <a:defRPr sz="1100"/>
            </a:lvl4pPr>
            <a:lvl5pPr indent="-298450" lvl="4" marL="2286000" algn="l">
              <a:lnSpc>
                <a:spcPct val="100000"/>
              </a:lnSpc>
              <a:spcBef>
                <a:spcPts val="100"/>
              </a:spcBef>
              <a:spcAft>
                <a:spcPts val="0"/>
              </a:spcAft>
              <a:buClr>
                <a:schemeClr val="dk1"/>
              </a:buClr>
              <a:buSzPts val="1100"/>
              <a:buChar char="⁃"/>
              <a:defRPr sz="11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11" name="Google Shape;111;p20"/>
          <p:cNvSpPr txBox="1"/>
          <p:nvPr>
            <p:ph idx="4" type="body"/>
          </p:nvPr>
        </p:nvSpPr>
        <p:spPr>
          <a:xfrm>
            <a:off x="2555081" y="3349229"/>
            <a:ext cx="1965600" cy="1072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800"/>
              <a:buNone/>
              <a:defRPr sz="800"/>
            </a:lvl1pPr>
            <a:lvl2pPr indent="-228600" lvl="1" marL="914400" algn="l">
              <a:lnSpc>
                <a:spcPct val="100000"/>
              </a:lnSpc>
              <a:spcBef>
                <a:spcPts val="900"/>
              </a:spcBef>
              <a:spcAft>
                <a:spcPts val="0"/>
              </a:spcAft>
              <a:buClr>
                <a:schemeClr val="dk1"/>
              </a:buClr>
              <a:buSzPts val="800"/>
              <a:buNone/>
              <a:defRPr sz="800"/>
            </a:lvl2pPr>
            <a:lvl3pPr indent="-279400" lvl="2" marL="1371600" algn="l">
              <a:lnSpc>
                <a:spcPct val="100000"/>
              </a:lnSpc>
              <a:spcBef>
                <a:spcPts val="400"/>
              </a:spcBef>
              <a:spcAft>
                <a:spcPts val="0"/>
              </a:spcAft>
              <a:buClr>
                <a:schemeClr val="dk1"/>
              </a:buClr>
              <a:buSzPts val="800"/>
              <a:buChar char="•"/>
              <a:defRPr sz="800"/>
            </a:lvl3pPr>
            <a:lvl4pPr indent="-279400" lvl="3" marL="1828800" algn="l">
              <a:lnSpc>
                <a:spcPct val="100000"/>
              </a:lnSpc>
              <a:spcBef>
                <a:spcPts val="200"/>
              </a:spcBef>
              <a:spcAft>
                <a:spcPts val="0"/>
              </a:spcAft>
              <a:buClr>
                <a:schemeClr val="dk1"/>
              </a:buClr>
              <a:buSzPts val="800"/>
              <a:buChar char="⁃"/>
              <a:defRPr sz="800"/>
            </a:lvl4pPr>
            <a:lvl5pPr indent="-279400" lvl="4" marL="2286000" algn="l">
              <a:lnSpc>
                <a:spcPct val="100000"/>
              </a:lnSpc>
              <a:spcBef>
                <a:spcPts val="100"/>
              </a:spcBef>
              <a:spcAft>
                <a:spcPts val="0"/>
              </a:spcAft>
              <a:buClr>
                <a:schemeClr val="dk1"/>
              </a:buClr>
              <a:buSzPts val="800"/>
              <a:buChar char="⁃"/>
              <a:defRPr sz="8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12" name="Google Shape;112;p20"/>
          <p:cNvSpPr/>
          <p:nvPr>
            <p:ph idx="5" type="pic"/>
          </p:nvPr>
        </p:nvSpPr>
        <p:spPr>
          <a:xfrm>
            <a:off x="4626769" y="1188244"/>
            <a:ext cx="1965600" cy="2054100"/>
          </a:xfrm>
          <a:prstGeom prst="round2SameRect">
            <a:avLst>
              <a:gd fmla="val 0" name="adj1"/>
              <a:gd fmla="val 0" name="adj2"/>
            </a:avLst>
          </a:prstGeom>
          <a:solidFill>
            <a:schemeClr val="accent5"/>
          </a:solidFill>
          <a:ln>
            <a:noFill/>
          </a:ln>
        </p:spPr>
      </p:sp>
      <p:sp>
        <p:nvSpPr>
          <p:cNvPr id="113" name="Google Shape;113;p20"/>
          <p:cNvSpPr/>
          <p:nvPr>
            <p:ph idx="6" type="pic"/>
          </p:nvPr>
        </p:nvSpPr>
        <p:spPr>
          <a:xfrm>
            <a:off x="6704409" y="1188244"/>
            <a:ext cx="1965600" cy="2054100"/>
          </a:xfrm>
          <a:prstGeom prst="round2SameRect">
            <a:avLst>
              <a:gd fmla="val 0" name="adj1"/>
              <a:gd fmla="val 0" name="adj2"/>
            </a:avLst>
          </a:prstGeom>
          <a:solidFill>
            <a:schemeClr val="accent5"/>
          </a:solidFill>
          <a:ln>
            <a:noFill/>
          </a:ln>
        </p:spPr>
      </p:sp>
      <p:sp>
        <p:nvSpPr>
          <p:cNvPr id="114" name="Google Shape;114;p20"/>
          <p:cNvSpPr txBox="1"/>
          <p:nvPr>
            <p:ph idx="7" type="body"/>
          </p:nvPr>
        </p:nvSpPr>
        <p:spPr>
          <a:xfrm>
            <a:off x="4629150" y="3349229"/>
            <a:ext cx="1965600" cy="1072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800"/>
              <a:buNone/>
              <a:defRPr sz="800"/>
            </a:lvl1pPr>
            <a:lvl2pPr indent="-228600" lvl="1" marL="914400" algn="l">
              <a:lnSpc>
                <a:spcPct val="100000"/>
              </a:lnSpc>
              <a:spcBef>
                <a:spcPts val="900"/>
              </a:spcBef>
              <a:spcAft>
                <a:spcPts val="0"/>
              </a:spcAft>
              <a:buClr>
                <a:schemeClr val="dk1"/>
              </a:buClr>
              <a:buSzPts val="800"/>
              <a:buNone/>
              <a:defRPr sz="800"/>
            </a:lvl2pPr>
            <a:lvl3pPr indent="-279400" lvl="2" marL="1371600" algn="l">
              <a:lnSpc>
                <a:spcPct val="100000"/>
              </a:lnSpc>
              <a:spcBef>
                <a:spcPts val="400"/>
              </a:spcBef>
              <a:spcAft>
                <a:spcPts val="0"/>
              </a:spcAft>
              <a:buClr>
                <a:schemeClr val="dk1"/>
              </a:buClr>
              <a:buSzPts val="800"/>
              <a:buChar char="•"/>
              <a:defRPr sz="800"/>
            </a:lvl3pPr>
            <a:lvl4pPr indent="-279400" lvl="3" marL="1828800" algn="l">
              <a:lnSpc>
                <a:spcPct val="100000"/>
              </a:lnSpc>
              <a:spcBef>
                <a:spcPts val="200"/>
              </a:spcBef>
              <a:spcAft>
                <a:spcPts val="0"/>
              </a:spcAft>
              <a:buClr>
                <a:schemeClr val="dk1"/>
              </a:buClr>
              <a:buSzPts val="800"/>
              <a:buChar char="⁃"/>
              <a:defRPr sz="800"/>
            </a:lvl4pPr>
            <a:lvl5pPr indent="-279400" lvl="4" marL="2286000" algn="l">
              <a:lnSpc>
                <a:spcPct val="100000"/>
              </a:lnSpc>
              <a:spcBef>
                <a:spcPts val="100"/>
              </a:spcBef>
              <a:spcAft>
                <a:spcPts val="0"/>
              </a:spcAft>
              <a:buClr>
                <a:schemeClr val="dk1"/>
              </a:buClr>
              <a:buSzPts val="800"/>
              <a:buChar char="⁃"/>
              <a:defRPr sz="8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15" name="Google Shape;115;p20"/>
          <p:cNvSpPr txBox="1"/>
          <p:nvPr>
            <p:ph idx="8" type="body"/>
          </p:nvPr>
        </p:nvSpPr>
        <p:spPr>
          <a:xfrm>
            <a:off x="6704409" y="3349229"/>
            <a:ext cx="1965600" cy="1072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800"/>
              <a:buNone/>
              <a:defRPr sz="800"/>
            </a:lvl1pPr>
            <a:lvl2pPr indent="-228600" lvl="1" marL="914400" algn="l">
              <a:lnSpc>
                <a:spcPct val="100000"/>
              </a:lnSpc>
              <a:spcBef>
                <a:spcPts val="900"/>
              </a:spcBef>
              <a:spcAft>
                <a:spcPts val="0"/>
              </a:spcAft>
              <a:buClr>
                <a:schemeClr val="dk1"/>
              </a:buClr>
              <a:buSzPts val="800"/>
              <a:buNone/>
              <a:defRPr sz="800"/>
            </a:lvl2pPr>
            <a:lvl3pPr indent="-279400" lvl="2" marL="1371600" algn="l">
              <a:lnSpc>
                <a:spcPct val="100000"/>
              </a:lnSpc>
              <a:spcBef>
                <a:spcPts val="400"/>
              </a:spcBef>
              <a:spcAft>
                <a:spcPts val="0"/>
              </a:spcAft>
              <a:buClr>
                <a:schemeClr val="dk1"/>
              </a:buClr>
              <a:buSzPts val="800"/>
              <a:buChar char="•"/>
              <a:defRPr sz="800"/>
            </a:lvl3pPr>
            <a:lvl4pPr indent="-279400" lvl="3" marL="1828800" algn="l">
              <a:lnSpc>
                <a:spcPct val="100000"/>
              </a:lnSpc>
              <a:spcBef>
                <a:spcPts val="200"/>
              </a:spcBef>
              <a:spcAft>
                <a:spcPts val="0"/>
              </a:spcAft>
              <a:buClr>
                <a:schemeClr val="dk1"/>
              </a:buClr>
              <a:buSzPts val="800"/>
              <a:buChar char="⁃"/>
              <a:defRPr sz="800"/>
            </a:lvl4pPr>
            <a:lvl5pPr indent="-279400" lvl="4" marL="2286000" algn="l">
              <a:lnSpc>
                <a:spcPct val="100000"/>
              </a:lnSpc>
              <a:spcBef>
                <a:spcPts val="100"/>
              </a:spcBef>
              <a:spcAft>
                <a:spcPts val="0"/>
              </a:spcAft>
              <a:buClr>
                <a:schemeClr val="dk1"/>
              </a:buClr>
              <a:buSzPts val="800"/>
              <a:buChar char="⁃"/>
              <a:defRPr sz="8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_Slide_Text and right picture - White">
  <p:cSld name="Text and right picture - White">
    <p:bg>
      <p:bgPr>
        <a:solidFill>
          <a:schemeClr val="lt1"/>
        </a:solidFill>
      </p:bgPr>
    </p:bg>
    <p:spTree>
      <p:nvGrpSpPr>
        <p:cNvPr id="116" name="Shape 116"/>
        <p:cNvGrpSpPr/>
        <p:nvPr/>
      </p:nvGrpSpPr>
      <p:grpSpPr>
        <a:xfrm>
          <a:off x="0" y="0"/>
          <a:ext cx="0" cy="0"/>
          <a:chOff x="0" y="0"/>
          <a:chExt cx="0" cy="0"/>
        </a:xfrm>
      </p:grpSpPr>
      <p:sp>
        <p:nvSpPr>
          <p:cNvPr id="117" name="Google Shape;117;p21"/>
          <p:cNvSpPr/>
          <p:nvPr>
            <p:ph idx="2" type="pic"/>
          </p:nvPr>
        </p:nvSpPr>
        <p:spPr>
          <a:xfrm>
            <a:off x="4687458" y="1247185"/>
            <a:ext cx="3930600" cy="2675100"/>
          </a:xfrm>
          <a:prstGeom prst="rect">
            <a:avLst/>
          </a:prstGeom>
          <a:solidFill>
            <a:schemeClr val="accent5"/>
          </a:solidFill>
          <a:ln cap="flat" cmpd="sng" w="76200">
            <a:solidFill>
              <a:srgbClr val="F5FF1E"/>
            </a:solidFill>
            <a:prstDash val="solid"/>
            <a:round/>
            <a:headEnd len="sm" w="sm" type="none"/>
            <a:tailEnd len="sm" w="sm" type="none"/>
          </a:ln>
        </p:spPr>
      </p:sp>
      <p:sp>
        <p:nvSpPr>
          <p:cNvPr id="118" name="Google Shape;118;p21"/>
          <p:cNvSpPr txBox="1"/>
          <p:nvPr>
            <p:ph idx="1" type="body"/>
          </p:nvPr>
        </p:nvSpPr>
        <p:spPr>
          <a:xfrm>
            <a:off x="4630339" y="4063604"/>
            <a:ext cx="4039800" cy="207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600"/>
              <a:buNone/>
              <a:defRPr b="0" i="0" sz="6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19" name="Google Shape;119;p21"/>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20" name="Google Shape;120;p21"/>
          <p:cNvSpPr txBox="1"/>
          <p:nvPr>
            <p:ph idx="3" type="body"/>
          </p:nvPr>
        </p:nvSpPr>
        <p:spPr>
          <a:xfrm>
            <a:off x="473870" y="1188244"/>
            <a:ext cx="3343200" cy="2755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1100"/>
              <a:buNone/>
              <a:defRPr sz="1100"/>
            </a:lvl1pPr>
            <a:lvl2pPr indent="-228600" lvl="1" marL="914400" algn="l">
              <a:lnSpc>
                <a:spcPct val="100000"/>
              </a:lnSpc>
              <a:spcBef>
                <a:spcPts val="9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200"/>
              </a:spcBef>
              <a:spcAft>
                <a:spcPts val="0"/>
              </a:spcAft>
              <a:buClr>
                <a:schemeClr val="dk1"/>
              </a:buClr>
              <a:buSzPts val="1100"/>
              <a:buChar char="⁃"/>
              <a:defRPr sz="1100"/>
            </a:lvl4pPr>
            <a:lvl5pPr indent="-298450" lvl="4" marL="2286000" algn="l">
              <a:lnSpc>
                <a:spcPct val="100000"/>
              </a:lnSpc>
              <a:spcBef>
                <a:spcPts val="100"/>
              </a:spcBef>
              <a:spcAft>
                <a:spcPts val="0"/>
              </a:spcAft>
              <a:buClr>
                <a:schemeClr val="dk1"/>
              </a:buClr>
              <a:buSzPts val="1100"/>
              <a:buChar char="⁃"/>
              <a:defRPr sz="11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1" name="Google Shape;121;p21"/>
          <p:cNvSpPr txBox="1"/>
          <p:nvPr>
            <p:ph idx="4" type="body"/>
          </p:nvPr>
        </p:nvSpPr>
        <p:spPr>
          <a:xfrm>
            <a:off x="476251" y="469106"/>
            <a:ext cx="6112800" cy="136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chemeClr val="dk1"/>
              </a:buClr>
              <a:buSzPts val="800"/>
              <a:buNone/>
              <a:defRPr b="0" i="0" sz="800">
                <a:solidFill>
                  <a:schemeClr val="dk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2" name="Google Shape;122;p21"/>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_Slide_Text and right picture BIG - White">
  <p:cSld name="Text and right picture BIG - White">
    <p:bg>
      <p:bgPr>
        <a:solidFill>
          <a:schemeClr val="lt1"/>
        </a:solidFill>
      </p:bgPr>
    </p:bg>
    <p:spTree>
      <p:nvGrpSpPr>
        <p:cNvPr id="123" name="Shape 123"/>
        <p:cNvGrpSpPr/>
        <p:nvPr/>
      </p:nvGrpSpPr>
      <p:grpSpPr>
        <a:xfrm>
          <a:off x="0" y="0"/>
          <a:ext cx="0" cy="0"/>
          <a:chOff x="0" y="0"/>
          <a:chExt cx="0" cy="0"/>
        </a:xfrm>
      </p:grpSpPr>
      <p:sp>
        <p:nvSpPr>
          <p:cNvPr id="124" name="Google Shape;124;p22"/>
          <p:cNvSpPr/>
          <p:nvPr>
            <p:ph idx="2" type="pic"/>
          </p:nvPr>
        </p:nvSpPr>
        <p:spPr>
          <a:xfrm>
            <a:off x="3301550" y="512833"/>
            <a:ext cx="5339400" cy="4150800"/>
          </a:xfrm>
          <a:prstGeom prst="rect">
            <a:avLst/>
          </a:prstGeom>
          <a:solidFill>
            <a:schemeClr val="accent5"/>
          </a:solidFill>
          <a:ln cap="flat" cmpd="sng" w="76200">
            <a:solidFill>
              <a:srgbClr val="F5FF1E"/>
            </a:solidFill>
            <a:prstDash val="solid"/>
            <a:round/>
            <a:headEnd len="sm" w="sm" type="none"/>
            <a:tailEnd len="sm" w="sm" type="none"/>
          </a:ln>
        </p:spPr>
      </p:sp>
      <p:sp>
        <p:nvSpPr>
          <p:cNvPr id="125" name="Google Shape;125;p22"/>
          <p:cNvSpPr txBox="1"/>
          <p:nvPr>
            <p:ph idx="1" type="body"/>
          </p:nvPr>
        </p:nvSpPr>
        <p:spPr>
          <a:xfrm>
            <a:off x="3428672" y="4354043"/>
            <a:ext cx="4039800" cy="207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600"/>
              <a:buNone/>
              <a:defRPr b="0" i="0" sz="6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26" name="Google Shape;126;p22"/>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27" name="Google Shape;127;p22"/>
          <p:cNvSpPr txBox="1"/>
          <p:nvPr>
            <p:ph idx="3" type="body"/>
          </p:nvPr>
        </p:nvSpPr>
        <p:spPr>
          <a:xfrm>
            <a:off x="473870" y="1308497"/>
            <a:ext cx="2646900" cy="2755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1100"/>
              <a:buNone/>
              <a:defRPr sz="1100"/>
            </a:lvl1pPr>
            <a:lvl2pPr indent="-228600" lvl="1" marL="914400" algn="l">
              <a:lnSpc>
                <a:spcPct val="100000"/>
              </a:lnSpc>
              <a:spcBef>
                <a:spcPts val="900"/>
              </a:spcBef>
              <a:spcAft>
                <a:spcPts val="0"/>
              </a:spcAft>
              <a:buSzPts val="1100"/>
              <a:buNone/>
              <a:defRPr sz="1100"/>
            </a:lvl2pPr>
            <a:lvl3pPr indent="-298450" lvl="2" marL="1371600" algn="l">
              <a:lnSpc>
                <a:spcPct val="100000"/>
              </a:lnSpc>
              <a:spcBef>
                <a:spcPts val="400"/>
              </a:spcBef>
              <a:spcAft>
                <a:spcPts val="0"/>
              </a:spcAft>
              <a:buSzPts val="1100"/>
              <a:buChar char="•"/>
              <a:defRPr sz="1100"/>
            </a:lvl3pPr>
            <a:lvl4pPr indent="-298450" lvl="3" marL="1828800" algn="l">
              <a:lnSpc>
                <a:spcPct val="100000"/>
              </a:lnSpc>
              <a:spcBef>
                <a:spcPts val="200"/>
              </a:spcBef>
              <a:spcAft>
                <a:spcPts val="0"/>
              </a:spcAft>
              <a:buSzPts val="1100"/>
              <a:buChar char="⁃"/>
              <a:defRPr sz="1100"/>
            </a:lvl4pPr>
            <a:lvl5pPr indent="-298450" lvl="4" marL="2286000" algn="l">
              <a:lnSpc>
                <a:spcPct val="100000"/>
              </a:lnSpc>
              <a:spcBef>
                <a:spcPts val="100"/>
              </a:spcBef>
              <a:spcAft>
                <a:spcPts val="0"/>
              </a:spcAft>
              <a:buSzPts val="1100"/>
              <a:buChar char="⁃"/>
              <a:defRPr sz="11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28" name="Google Shape;128;p22"/>
          <p:cNvSpPr txBox="1"/>
          <p:nvPr>
            <p:ph idx="4" type="body"/>
          </p:nvPr>
        </p:nvSpPr>
        <p:spPr>
          <a:xfrm>
            <a:off x="476251" y="469106"/>
            <a:ext cx="2644500" cy="148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29" name="Google Shape;129;p22"/>
          <p:cNvSpPr txBox="1"/>
          <p:nvPr>
            <p:ph type="title"/>
          </p:nvPr>
        </p:nvSpPr>
        <p:spPr>
          <a:xfrm>
            <a:off x="473870" y="619857"/>
            <a:ext cx="26469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_Slide_Text and right picture 1/2 - Stone">
  <p:cSld name="Text and right picture 1/2 - Stone">
    <p:bg>
      <p:bgPr>
        <a:solidFill>
          <a:schemeClr val="lt1"/>
        </a:solidFill>
      </p:bgPr>
    </p:bg>
    <p:spTree>
      <p:nvGrpSpPr>
        <p:cNvPr id="130" name="Shape 130"/>
        <p:cNvGrpSpPr/>
        <p:nvPr/>
      </p:nvGrpSpPr>
      <p:grpSpPr>
        <a:xfrm>
          <a:off x="0" y="0"/>
          <a:ext cx="0" cy="0"/>
          <a:chOff x="0" y="0"/>
          <a:chExt cx="0" cy="0"/>
        </a:xfrm>
      </p:grpSpPr>
      <p:sp>
        <p:nvSpPr>
          <p:cNvPr id="131" name="Google Shape;131;p23"/>
          <p:cNvSpPr/>
          <p:nvPr/>
        </p:nvSpPr>
        <p:spPr>
          <a:xfrm>
            <a:off x="-1" y="2578298"/>
            <a:ext cx="9144000" cy="2565300"/>
          </a:xfrm>
          <a:prstGeom prst="rect">
            <a:avLst/>
          </a:prstGeom>
          <a:solidFill>
            <a:schemeClr val="accent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32" name="Google Shape;132;p23"/>
          <p:cNvSpPr/>
          <p:nvPr>
            <p:ph idx="2" type="pic"/>
          </p:nvPr>
        </p:nvSpPr>
        <p:spPr>
          <a:xfrm>
            <a:off x="4626769" y="1188245"/>
            <a:ext cx="4043400" cy="2755200"/>
          </a:xfrm>
          <a:prstGeom prst="rect">
            <a:avLst/>
          </a:prstGeom>
          <a:solidFill>
            <a:schemeClr val="dk1"/>
          </a:solidFill>
          <a:ln>
            <a:noFill/>
          </a:ln>
        </p:spPr>
      </p:sp>
      <p:sp>
        <p:nvSpPr>
          <p:cNvPr id="133" name="Google Shape;133;p23"/>
          <p:cNvSpPr txBox="1"/>
          <p:nvPr>
            <p:ph idx="1" type="body"/>
          </p:nvPr>
        </p:nvSpPr>
        <p:spPr>
          <a:xfrm>
            <a:off x="4626770" y="4063604"/>
            <a:ext cx="4043400" cy="207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600"/>
              <a:buNone/>
              <a:defRPr b="0" i="0" sz="6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34" name="Google Shape;134;p23"/>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35" name="Google Shape;135;p23"/>
          <p:cNvSpPr txBox="1"/>
          <p:nvPr>
            <p:ph idx="3" type="body"/>
          </p:nvPr>
        </p:nvSpPr>
        <p:spPr>
          <a:xfrm>
            <a:off x="473869" y="1188244"/>
            <a:ext cx="2831400" cy="1275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36" name="Google Shape;136;p23"/>
          <p:cNvSpPr txBox="1"/>
          <p:nvPr>
            <p:ph idx="4" type="body"/>
          </p:nvPr>
        </p:nvSpPr>
        <p:spPr>
          <a:xfrm>
            <a:off x="473869" y="2815016"/>
            <a:ext cx="2831400" cy="1485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37" name="Google Shape;137;p23"/>
          <p:cNvSpPr txBox="1"/>
          <p:nvPr/>
        </p:nvSpPr>
        <p:spPr>
          <a:xfrm>
            <a:off x="2625367" y="4761251"/>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Arial"/>
                <a:ea typeface="Arial"/>
                <a:cs typeface="Arial"/>
                <a:sym typeface="Arial"/>
              </a:rPr>
              <a:t>Verizon confidential and proprietary. Unauthorized disclosure, reproduction or other use prohibited.</a:t>
            </a:r>
            <a:endParaRPr b="0" i="0" sz="1100" u="none" cap="none" strike="noStrike">
              <a:solidFill>
                <a:srgbClr val="000000"/>
              </a:solidFill>
              <a:latin typeface="Arial"/>
              <a:ea typeface="Arial"/>
              <a:cs typeface="Arial"/>
              <a:sym typeface="Arial"/>
            </a:endParaRPr>
          </a:p>
        </p:txBody>
      </p:sp>
      <p:pic>
        <p:nvPicPr>
          <p:cNvPr id="138" name="Google Shape;138;p23"/>
          <p:cNvPicPr preferRelativeResize="0"/>
          <p:nvPr/>
        </p:nvPicPr>
        <p:blipFill rotWithShape="1">
          <a:blip r:embed="rId2">
            <a:alphaModFix/>
          </a:blip>
          <a:srcRect b="0" l="0" r="0" t="0"/>
          <a:stretch/>
        </p:blipFill>
        <p:spPr>
          <a:xfrm>
            <a:off x="372624" y="4632722"/>
            <a:ext cx="841577" cy="344233"/>
          </a:xfrm>
          <a:prstGeom prst="rect">
            <a:avLst/>
          </a:prstGeom>
          <a:noFill/>
          <a:ln>
            <a:noFill/>
          </a:ln>
        </p:spPr>
      </p:pic>
      <p:sp>
        <p:nvSpPr>
          <p:cNvPr id="139" name="Google Shape;139;p23"/>
          <p:cNvSpPr txBox="1"/>
          <p:nvPr>
            <p:ph idx="5" type="body"/>
          </p:nvPr>
        </p:nvSpPr>
        <p:spPr>
          <a:xfrm>
            <a:off x="476251" y="469106"/>
            <a:ext cx="6112800" cy="136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chemeClr val="dk1"/>
              </a:buClr>
              <a:buSzPts val="800"/>
              <a:buNone/>
              <a:defRPr b="0" i="0" sz="800">
                <a:solidFill>
                  <a:schemeClr val="dk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40" name="Google Shape;140;p23"/>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2_Slide_Six-piece information">
  <p:cSld name="Six-piece information">
    <p:spTree>
      <p:nvGrpSpPr>
        <p:cNvPr id="141" name="Shape 141"/>
        <p:cNvGrpSpPr/>
        <p:nvPr/>
      </p:nvGrpSpPr>
      <p:grpSpPr>
        <a:xfrm>
          <a:off x="0" y="0"/>
          <a:ext cx="0" cy="0"/>
          <a:chOff x="0" y="0"/>
          <a:chExt cx="0" cy="0"/>
        </a:xfrm>
      </p:grpSpPr>
      <p:sp>
        <p:nvSpPr>
          <p:cNvPr id="142" name="Google Shape;142;p24"/>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43" name="Google Shape;143;p24"/>
          <p:cNvSpPr txBox="1"/>
          <p:nvPr>
            <p:ph idx="1" type="body"/>
          </p:nvPr>
        </p:nvSpPr>
        <p:spPr>
          <a:xfrm>
            <a:off x="470297" y="1188244"/>
            <a:ext cx="2545500" cy="1263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accent6"/>
              </a:buClr>
              <a:buSzPts val="1100"/>
              <a:buNone/>
              <a:defRPr sz="1100">
                <a:solidFill>
                  <a:schemeClr val="accent6"/>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44" name="Google Shape;144;p24"/>
          <p:cNvSpPr txBox="1"/>
          <p:nvPr>
            <p:ph idx="2" type="body"/>
          </p:nvPr>
        </p:nvSpPr>
        <p:spPr>
          <a:xfrm>
            <a:off x="476251" y="469106"/>
            <a:ext cx="6112800" cy="136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45" name="Google Shape;145;p24"/>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46" name="Google Shape;146;p24"/>
          <p:cNvSpPr txBox="1"/>
          <p:nvPr>
            <p:ph idx="3" type="body"/>
          </p:nvPr>
        </p:nvSpPr>
        <p:spPr>
          <a:xfrm>
            <a:off x="3248025" y="1188244"/>
            <a:ext cx="2545500" cy="1263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accent6"/>
              </a:buClr>
              <a:buSzPts val="1100"/>
              <a:buNone/>
              <a:defRPr sz="1100">
                <a:solidFill>
                  <a:schemeClr val="accent6"/>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47" name="Google Shape;147;p24"/>
          <p:cNvSpPr txBox="1"/>
          <p:nvPr>
            <p:ph idx="4" type="body"/>
          </p:nvPr>
        </p:nvSpPr>
        <p:spPr>
          <a:xfrm>
            <a:off x="6012656" y="1188244"/>
            <a:ext cx="2545500" cy="1263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accent6"/>
              </a:buClr>
              <a:buSzPts val="1100"/>
              <a:buNone/>
              <a:defRPr sz="1100">
                <a:solidFill>
                  <a:schemeClr val="accent6"/>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48" name="Google Shape;148;p24"/>
          <p:cNvSpPr txBox="1"/>
          <p:nvPr>
            <p:ph idx="5" type="body"/>
          </p:nvPr>
        </p:nvSpPr>
        <p:spPr>
          <a:xfrm>
            <a:off x="470297" y="2636520"/>
            <a:ext cx="2545500" cy="1263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accent6"/>
              </a:buClr>
              <a:buSzPts val="1100"/>
              <a:buNone/>
              <a:defRPr sz="1100">
                <a:solidFill>
                  <a:schemeClr val="accent6"/>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49" name="Google Shape;149;p24"/>
          <p:cNvSpPr txBox="1"/>
          <p:nvPr>
            <p:ph idx="6" type="body"/>
          </p:nvPr>
        </p:nvSpPr>
        <p:spPr>
          <a:xfrm>
            <a:off x="3248025" y="2636520"/>
            <a:ext cx="2545500" cy="1263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accent6"/>
              </a:buClr>
              <a:buSzPts val="1100"/>
              <a:buNone/>
              <a:defRPr sz="1100">
                <a:solidFill>
                  <a:schemeClr val="accent6"/>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50" name="Google Shape;150;p24"/>
          <p:cNvSpPr txBox="1"/>
          <p:nvPr>
            <p:ph idx="7" type="body"/>
          </p:nvPr>
        </p:nvSpPr>
        <p:spPr>
          <a:xfrm>
            <a:off x="6012656" y="2636520"/>
            <a:ext cx="2545500" cy="1263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accent6"/>
              </a:buClr>
              <a:buSzPts val="1100"/>
              <a:buNone/>
              <a:defRPr sz="1100">
                <a:solidFill>
                  <a:schemeClr val="accent6"/>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_Slide_Six-image - Stone">
  <p:cSld name="Six-image - Stone">
    <p:bg>
      <p:bgPr>
        <a:solidFill>
          <a:schemeClr val="lt2"/>
        </a:solidFill>
      </p:bgPr>
    </p:bg>
    <p:spTree>
      <p:nvGrpSpPr>
        <p:cNvPr id="151" name="Shape 151"/>
        <p:cNvGrpSpPr/>
        <p:nvPr/>
      </p:nvGrpSpPr>
      <p:grpSpPr>
        <a:xfrm>
          <a:off x="0" y="0"/>
          <a:ext cx="0" cy="0"/>
          <a:chOff x="0" y="0"/>
          <a:chExt cx="0" cy="0"/>
        </a:xfrm>
      </p:grpSpPr>
      <p:sp>
        <p:nvSpPr>
          <p:cNvPr id="152" name="Google Shape;152;p25"/>
          <p:cNvSpPr/>
          <p:nvPr/>
        </p:nvSpPr>
        <p:spPr>
          <a:xfrm>
            <a:off x="2555081" y="0"/>
            <a:ext cx="6588900" cy="5143500"/>
          </a:xfrm>
          <a:prstGeom prst="rect">
            <a:avLst/>
          </a:prstGeom>
          <a:solidFill>
            <a:srgbClr val="FF3C2D"/>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53" name="Google Shape;153;p25"/>
          <p:cNvSpPr/>
          <p:nvPr>
            <p:ph idx="2" type="pic"/>
          </p:nvPr>
        </p:nvSpPr>
        <p:spPr>
          <a:xfrm>
            <a:off x="2555081" y="0"/>
            <a:ext cx="2186400" cy="2577000"/>
          </a:xfrm>
          <a:prstGeom prst="rect">
            <a:avLst/>
          </a:prstGeom>
          <a:solidFill>
            <a:schemeClr val="lt1"/>
          </a:solidFill>
          <a:ln>
            <a:noFill/>
          </a:ln>
        </p:spPr>
      </p:sp>
      <p:sp>
        <p:nvSpPr>
          <p:cNvPr id="154" name="Google Shape;154;p25"/>
          <p:cNvSpPr txBox="1"/>
          <p:nvPr>
            <p:ph idx="1" type="body"/>
          </p:nvPr>
        </p:nvSpPr>
        <p:spPr>
          <a:xfrm>
            <a:off x="2670803" y="1666851"/>
            <a:ext cx="1689600" cy="801600"/>
          </a:xfrm>
          <a:prstGeom prst="rect">
            <a:avLst/>
          </a:prstGeom>
          <a:noFill/>
          <a:ln>
            <a:noFill/>
          </a:ln>
        </p:spPr>
        <p:txBody>
          <a:bodyPr anchorCtr="0" anchor="b" bIns="0" lIns="0" spcFirstLastPara="1" rIns="0" wrap="square" tIns="0">
            <a:normAutofit/>
          </a:bodyPr>
          <a:lstStyle>
            <a:lvl1pPr indent="-228600" lvl="0" marL="457200" algn="l">
              <a:lnSpc>
                <a:spcPct val="100000"/>
              </a:lnSpc>
              <a:spcBef>
                <a:spcPts val="0"/>
              </a:spcBef>
              <a:spcAft>
                <a:spcPts val="0"/>
              </a:spcAft>
              <a:buSzPts val="900"/>
              <a:buNone/>
              <a:defRPr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55" name="Google Shape;155;p25"/>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56" name="Google Shape;156;p25"/>
          <p:cNvSpPr txBox="1"/>
          <p:nvPr>
            <p:ph idx="3" type="body"/>
          </p:nvPr>
        </p:nvSpPr>
        <p:spPr>
          <a:xfrm>
            <a:off x="473869" y="1188244"/>
            <a:ext cx="1955100" cy="2283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57" name="Google Shape;157;p25"/>
          <p:cNvSpPr txBox="1"/>
          <p:nvPr>
            <p:ph idx="4" type="body"/>
          </p:nvPr>
        </p:nvSpPr>
        <p:spPr>
          <a:xfrm>
            <a:off x="476251" y="469106"/>
            <a:ext cx="1952700" cy="148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58" name="Google Shape;158;p25"/>
          <p:cNvSpPr txBox="1"/>
          <p:nvPr>
            <p:ph type="title"/>
          </p:nvPr>
        </p:nvSpPr>
        <p:spPr>
          <a:xfrm>
            <a:off x="473870" y="619857"/>
            <a:ext cx="19551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59" name="Google Shape;159;p25"/>
          <p:cNvSpPr/>
          <p:nvPr>
            <p:ph idx="5" type="pic"/>
          </p:nvPr>
        </p:nvSpPr>
        <p:spPr>
          <a:xfrm>
            <a:off x="4746599" y="2571750"/>
            <a:ext cx="2222700" cy="2571900"/>
          </a:xfrm>
          <a:prstGeom prst="rect">
            <a:avLst/>
          </a:prstGeom>
          <a:solidFill>
            <a:schemeClr val="lt1"/>
          </a:solidFill>
          <a:ln>
            <a:noFill/>
          </a:ln>
        </p:spPr>
      </p:sp>
      <p:sp>
        <p:nvSpPr>
          <p:cNvPr id="160" name="Google Shape;160;p25"/>
          <p:cNvSpPr/>
          <p:nvPr>
            <p:ph idx="6" type="pic"/>
          </p:nvPr>
        </p:nvSpPr>
        <p:spPr>
          <a:xfrm>
            <a:off x="6972300" y="0"/>
            <a:ext cx="2186400" cy="2577000"/>
          </a:xfrm>
          <a:prstGeom prst="rect">
            <a:avLst/>
          </a:prstGeom>
          <a:solidFill>
            <a:schemeClr val="lt1"/>
          </a:solidFill>
          <a:ln>
            <a:noFill/>
          </a:ln>
        </p:spPr>
      </p:sp>
      <p:sp>
        <p:nvSpPr>
          <p:cNvPr id="161" name="Google Shape;161;p25"/>
          <p:cNvSpPr txBox="1"/>
          <p:nvPr>
            <p:ph idx="7" type="body"/>
          </p:nvPr>
        </p:nvSpPr>
        <p:spPr>
          <a:xfrm>
            <a:off x="7088021" y="1666851"/>
            <a:ext cx="1689600" cy="801600"/>
          </a:xfrm>
          <a:prstGeom prst="rect">
            <a:avLst/>
          </a:prstGeom>
          <a:noFill/>
          <a:ln>
            <a:noFill/>
          </a:ln>
        </p:spPr>
        <p:txBody>
          <a:bodyPr anchorCtr="0" anchor="b" bIns="0" lIns="0" spcFirstLastPara="1" rIns="0" wrap="square" tIns="0">
            <a:normAutofit/>
          </a:bodyPr>
          <a:lstStyle>
            <a:lvl1pPr indent="-228600" lvl="0" marL="457200" algn="l">
              <a:lnSpc>
                <a:spcPct val="100000"/>
              </a:lnSpc>
              <a:spcBef>
                <a:spcPts val="0"/>
              </a:spcBef>
              <a:spcAft>
                <a:spcPts val="0"/>
              </a:spcAft>
              <a:buSzPts val="900"/>
              <a:buNone/>
              <a:defRPr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62" name="Google Shape;162;p25"/>
          <p:cNvSpPr txBox="1"/>
          <p:nvPr>
            <p:ph idx="8" type="body"/>
          </p:nvPr>
        </p:nvSpPr>
        <p:spPr>
          <a:xfrm>
            <a:off x="4834293" y="2745043"/>
            <a:ext cx="1983600" cy="636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900"/>
              <a:buNone/>
              <a:defRPr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_Slide_Six-image - Yellow">
  <p:cSld name="Six-image - Yellow">
    <p:bg>
      <p:bgPr>
        <a:solidFill>
          <a:schemeClr val="lt2"/>
        </a:solidFill>
      </p:bgPr>
    </p:bg>
    <p:spTree>
      <p:nvGrpSpPr>
        <p:cNvPr id="163" name="Shape 163"/>
        <p:cNvGrpSpPr/>
        <p:nvPr/>
      </p:nvGrpSpPr>
      <p:grpSpPr>
        <a:xfrm>
          <a:off x="0" y="0"/>
          <a:ext cx="0" cy="0"/>
          <a:chOff x="0" y="0"/>
          <a:chExt cx="0" cy="0"/>
        </a:xfrm>
      </p:grpSpPr>
      <p:sp>
        <p:nvSpPr>
          <p:cNvPr id="164" name="Google Shape;164;p26"/>
          <p:cNvSpPr/>
          <p:nvPr/>
        </p:nvSpPr>
        <p:spPr>
          <a:xfrm>
            <a:off x="2555081" y="0"/>
            <a:ext cx="6588900" cy="5143500"/>
          </a:xfrm>
          <a:prstGeom prst="rect">
            <a:avLst/>
          </a:prstGeom>
          <a:solidFill>
            <a:srgbClr val="F5FF1E"/>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65" name="Google Shape;165;p26"/>
          <p:cNvSpPr/>
          <p:nvPr>
            <p:ph idx="2" type="pic"/>
          </p:nvPr>
        </p:nvSpPr>
        <p:spPr>
          <a:xfrm>
            <a:off x="4748405" y="0"/>
            <a:ext cx="2171400" cy="2577000"/>
          </a:xfrm>
          <a:prstGeom prst="rect">
            <a:avLst/>
          </a:prstGeom>
          <a:solidFill>
            <a:schemeClr val="dk2"/>
          </a:solidFill>
          <a:ln>
            <a:noFill/>
          </a:ln>
        </p:spPr>
      </p:sp>
      <p:sp>
        <p:nvSpPr>
          <p:cNvPr id="166" name="Google Shape;166;p26"/>
          <p:cNvSpPr txBox="1"/>
          <p:nvPr>
            <p:ph idx="1" type="body"/>
          </p:nvPr>
        </p:nvSpPr>
        <p:spPr>
          <a:xfrm>
            <a:off x="4864127" y="1666851"/>
            <a:ext cx="1689600" cy="801600"/>
          </a:xfrm>
          <a:prstGeom prst="rect">
            <a:avLst/>
          </a:prstGeom>
          <a:noFill/>
          <a:ln>
            <a:noFill/>
          </a:ln>
        </p:spPr>
        <p:txBody>
          <a:bodyPr anchorCtr="0" anchor="b" bIns="0" lIns="0" spcFirstLastPara="1" rIns="0" wrap="square" tIns="0">
            <a:normAutofit/>
          </a:bodyPr>
          <a:lstStyle>
            <a:lvl1pPr indent="-228600" lvl="0" marL="457200" algn="l">
              <a:lnSpc>
                <a:spcPct val="100000"/>
              </a:lnSpc>
              <a:spcBef>
                <a:spcPts val="0"/>
              </a:spcBef>
              <a:spcAft>
                <a:spcPts val="0"/>
              </a:spcAft>
              <a:buSzPts val="900"/>
              <a:buNone/>
              <a:defRPr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67" name="Google Shape;167;p26"/>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68" name="Google Shape;168;p26"/>
          <p:cNvSpPr txBox="1"/>
          <p:nvPr>
            <p:ph idx="3" type="body"/>
          </p:nvPr>
        </p:nvSpPr>
        <p:spPr>
          <a:xfrm>
            <a:off x="473869" y="1188244"/>
            <a:ext cx="1955100" cy="2283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69" name="Google Shape;169;p26"/>
          <p:cNvSpPr txBox="1"/>
          <p:nvPr>
            <p:ph idx="4" type="body"/>
          </p:nvPr>
        </p:nvSpPr>
        <p:spPr>
          <a:xfrm>
            <a:off x="476251" y="469106"/>
            <a:ext cx="1952700" cy="148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70" name="Google Shape;170;p26"/>
          <p:cNvSpPr txBox="1"/>
          <p:nvPr>
            <p:ph type="title"/>
          </p:nvPr>
        </p:nvSpPr>
        <p:spPr>
          <a:xfrm>
            <a:off x="473870" y="619857"/>
            <a:ext cx="19551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71" name="Google Shape;171;p26"/>
          <p:cNvSpPr/>
          <p:nvPr>
            <p:ph idx="5" type="pic"/>
          </p:nvPr>
        </p:nvSpPr>
        <p:spPr>
          <a:xfrm>
            <a:off x="6921268" y="2571750"/>
            <a:ext cx="2222700" cy="2571900"/>
          </a:xfrm>
          <a:prstGeom prst="rect">
            <a:avLst/>
          </a:prstGeom>
          <a:solidFill>
            <a:schemeClr val="dk2"/>
          </a:solidFill>
          <a:ln>
            <a:noFill/>
          </a:ln>
        </p:spPr>
      </p:sp>
      <p:sp>
        <p:nvSpPr>
          <p:cNvPr id="172" name="Google Shape;172;p26"/>
          <p:cNvSpPr txBox="1"/>
          <p:nvPr>
            <p:ph idx="6" type="body"/>
          </p:nvPr>
        </p:nvSpPr>
        <p:spPr>
          <a:xfrm>
            <a:off x="7008962" y="2745043"/>
            <a:ext cx="1983600" cy="636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900"/>
              <a:buNone/>
              <a:defRPr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73" name="Google Shape;173;p26"/>
          <p:cNvSpPr/>
          <p:nvPr>
            <p:ph idx="7" type="pic"/>
          </p:nvPr>
        </p:nvSpPr>
        <p:spPr>
          <a:xfrm>
            <a:off x="2555082" y="2571750"/>
            <a:ext cx="2190000" cy="2571900"/>
          </a:xfrm>
          <a:prstGeom prst="rect">
            <a:avLst/>
          </a:prstGeom>
          <a:solidFill>
            <a:schemeClr val="dk2"/>
          </a:solidFill>
          <a:ln>
            <a:noFill/>
          </a:ln>
        </p:spPr>
      </p:sp>
      <p:sp>
        <p:nvSpPr>
          <p:cNvPr id="174" name="Google Shape;174;p26"/>
          <p:cNvSpPr txBox="1"/>
          <p:nvPr>
            <p:ph idx="8" type="body"/>
          </p:nvPr>
        </p:nvSpPr>
        <p:spPr>
          <a:xfrm>
            <a:off x="2642775" y="2745043"/>
            <a:ext cx="1983600" cy="636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900"/>
              <a:buNone/>
              <a:defRPr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_Slide_4-image w/ description - White">
  <p:cSld name="4-image w/ description - White">
    <p:bg>
      <p:bgPr>
        <a:solidFill>
          <a:schemeClr val="lt1"/>
        </a:solidFill>
      </p:bgPr>
    </p:bg>
    <p:spTree>
      <p:nvGrpSpPr>
        <p:cNvPr id="175" name="Shape 175"/>
        <p:cNvGrpSpPr/>
        <p:nvPr/>
      </p:nvGrpSpPr>
      <p:grpSpPr>
        <a:xfrm>
          <a:off x="0" y="0"/>
          <a:ext cx="0" cy="0"/>
          <a:chOff x="0" y="0"/>
          <a:chExt cx="0" cy="0"/>
        </a:xfrm>
      </p:grpSpPr>
      <p:sp>
        <p:nvSpPr>
          <p:cNvPr id="176" name="Google Shape;176;p27"/>
          <p:cNvSpPr/>
          <p:nvPr>
            <p:ph idx="2" type="pic"/>
          </p:nvPr>
        </p:nvSpPr>
        <p:spPr>
          <a:xfrm>
            <a:off x="473869" y="1188244"/>
            <a:ext cx="1955100" cy="2045700"/>
          </a:xfrm>
          <a:prstGeom prst="rect">
            <a:avLst/>
          </a:prstGeom>
          <a:solidFill>
            <a:schemeClr val="dk2"/>
          </a:solidFill>
          <a:ln>
            <a:noFill/>
          </a:ln>
        </p:spPr>
      </p:sp>
      <p:sp>
        <p:nvSpPr>
          <p:cNvPr id="177" name="Google Shape;177;p27"/>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78" name="Google Shape;178;p27"/>
          <p:cNvSpPr txBox="1"/>
          <p:nvPr>
            <p:ph idx="1" type="body"/>
          </p:nvPr>
        </p:nvSpPr>
        <p:spPr>
          <a:xfrm>
            <a:off x="473869" y="3349229"/>
            <a:ext cx="1955100" cy="1135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79" name="Google Shape;179;p27"/>
          <p:cNvSpPr txBox="1"/>
          <p:nvPr>
            <p:ph idx="3" type="body"/>
          </p:nvPr>
        </p:nvSpPr>
        <p:spPr>
          <a:xfrm>
            <a:off x="476251" y="469106"/>
            <a:ext cx="6112800" cy="136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80" name="Google Shape;180;p27"/>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81" name="Google Shape;181;p27"/>
          <p:cNvSpPr/>
          <p:nvPr>
            <p:ph idx="4" type="pic"/>
          </p:nvPr>
        </p:nvSpPr>
        <p:spPr>
          <a:xfrm>
            <a:off x="2571750" y="1188244"/>
            <a:ext cx="1955100" cy="2045700"/>
          </a:xfrm>
          <a:prstGeom prst="rect">
            <a:avLst/>
          </a:prstGeom>
          <a:solidFill>
            <a:schemeClr val="dk2"/>
          </a:solidFill>
          <a:ln>
            <a:noFill/>
          </a:ln>
        </p:spPr>
      </p:sp>
      <p:sp>
        <p:nvSpPr>
          <p:cNvPr id="182" name="Google Shape;182;p27"/>
          <p:cNvSpPr txBox="1"/>
          <p:nvPr>
            <p:ph idx="5" type="body"/>
          </p:nvPr>
        </p:nvSpPr>
        <p:spPr>
          <a:xfrm>
            <a:off x="2571750" y="3349229"/>
            <a:ext cx="1955100" cy="1135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83" name="Google Shape;183;p27"/>
          <p:cNvSpPr/>
          <p:nvPr>
            <p:ph idx="6" type="pic"/>
          </p:nvPr>
        </p:nvSpPr>
        <p:spPr>
          <a:xfrm>
            <a:off x="4633913" y="1188244"/>
            <a:ext cx="1955100" cy="2045700"/>
          </a:xfrm>
          <a:prstGeom prst="rect">
            <a:avLst/>
          </a:prstGeom>
          <a:solidFill>
            <a:schemeClr val="dk2"/>
          </a:solidFill>
          <a:ln>
            <a:noFill/>
          </a:ln>
        </p:spPr>
      </p:sp>
      <p:sp>
        <p:nvSpPr>
          <p:cNvPr id="184" name="Google Shape;184;p27"/>
          <p:cNvSpPr txBox="1"/>
          <p:nvPr>
            <p:ph idx="7" type="body"/>
          </p:nvPr>
        </p:nvSpPr>
        <p:spPr>
          <a:xfrm>
            <a:off x="4633913" y="3349229"/>
            <a:ext cx="1955100" cy="1135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85" name="Google Shape;185;p27"/>
          <p:cNvSpPr/>
          <p:nvPr>
            <p:ph idx="8" type="pic"/>
          </p:nvPr>
        </p:nvSpPr>
        <p:spPr>
          <a:xfrm>
            <a:off x="6715125" y="1188244"/>
            <a:ext cx="1955100" cy="2045700"/>
          </a:xfrm>
          <a:prstGeom prst="rect">
            <a:avLst/>
          </a:prstGeom>
          <a:solidFill>
            <a:schemeClr val="dk2"/>
          </a:solidFill>
          <a:ln>
            <a:noFill/>
          </a:ln>
        </p:spPr>
      </p:sp>
      <p:sp>
        <p:nvSpPr>
          <p:cNvPr id="186" name="Google Shape;186;p27"/>
          <p:cNvSpPr txBox="1"/>
          <p:nvPr>
            <p:ph idx="9" type="body"/>
          </p:nvPr>
        </p:nvSpPr>
        <p:spPr>
          <a:xfrm>
            <a:off x="6715125" y="3349229"/>
            <a:ext cx="1955100" cy="1135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5_Slide_Org structure - White">
  <p:cSld name="Org structure - White">
    <p:bg>
      <p:bgPr>
        <a:solidFill>
          <a:schemeClr val="lt1"/>
        </a:solidFill>
      </p:bgPr>
    </p:bg>
    <p:spTree>
      <p:nvGrpSpPr>
        <p:cNvPr id="187" name="Shape 187"/>
        <p:cNvGrpSpPr/>
        <p:nvPr/>
      </p:nvGrpSpPr>
      <p:grpSpPr>
        <a:xfrm>
          <a:off x="0" y="0"/>
          <a:ext cx="0" cy="0"/>
          <a:chOff x="0" y="0"/>
          <a:chExt cx="0" cy="0"/>
        </a:xfrm>
      </p:grpSpPr>
      <p:sp>
        <p:nvSpPr>
          <p:cNvPr id="188" name="Google Shape;188;p28"/>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89" name="Google Shape;189;p28"/>
          <p:cNvSpPr txBox="1"/>
          <p:nvPr>
            <p:ph idx="1" type="body"/>
          </p:nvPr>
        </p:nvSpPr>
        <p:spPr>
          <a:xfrm>
            <a:off x="473869" y="1188244"/>
            <a:ext cx="1955100" cy="3083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90" name="Google Shape;190;p28"/>
          <p:cNvSpPr txBox="1"/>
          <p:nvPr>
            <p:ph idx="2" type="body"/>
          </p:nvPr>
        </p:nvSpPr>
        <p:spPr>
          <a:xfrm>
            <a:off x="476251" y="469106"/>
            <a:ext cx="6112800" cy="136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91" name="Google Shape;191;p28"/>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9_Slide_Basic table slide">
  <p:cSld name="Basic table slide">
    <p:bg>
      <p:bgPr>
        <a:solidFill>
          <a:schemeClr val="lt2"/>
        </a:solidFill>
      </p:bgPr>
    </p:bg>
    <p:spTree>
      <p:nvGrpSpPr>
        <p:cNvPr id="192" name="Shape 192"/>
        <p:cNvGrpSpPr/>
        <p:nvPr/>
      </p:nvGrpSpPr>
      <p:grpSpPr>
        <a:xfrm>
          <a:off x="0" y="0"/>
          <a:ext cx="0" cy="0"/>
          <a:chOff x="0" y="0"/>
          <a:chExt cx="0" cy="0"/>
        </a:xfrm>
      </p:grpSpPr>
      <p:sp>
        <p:nvSpPr>
          <p:cNvPr id="193" name="Google Shape;193;p29"/>
          <p:cNvSpPr txBox="1"/>
          <p:nvPr>
            <p:ph idx="1" type="body"/>
          </p:nvPr>
        </p:nvSpPr>
        <p:spPr>
          <a:xfrm>
            <a:off x="4626770" y="469107"/>
            <a:ext cx="4043400" cy="604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900"/>
              <a:buNone/>
              <a:defRPr b="0"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94" name="Google Shape;194;p29"/>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95" name="Google Shape;195;p29"/>
          <p:cNvSpPr txBox="1"/>
          <p:nvPr>
            <p:ph idx="2" type="body"/>
          </p:nvPr>
        </p:nvSpPr>
        <p:spPr>
          <a:xfrm>
            <a:off x="473869" y="1794272"/>
            <a:ext cx="1955100" cy="2279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96" name="Google Shape;196;p29"/>
          <p:cNvSpPr txBox="1"/>
          <p:nvPr>
            <p:ph idx="3" type="body"/>
          </p:nvPr>
        </p:nvSpPr>
        <p:spPr>
          <a:xfrm>
            <a:off x="476251" y="469106"/>
            <a:ext cx="4044600" cy="130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97" name="Google Shape;197;p29"/>
          <p:cNvSpPr txBox="1"/>
          <p:nvPr>
            <p:ph type="title"/>
          </p:nvPr>
        </p:nvSpPr>
        <p:spPr>
          <a:xfrm>
            <a:off x="473870" y="619857"/>
            <a:ext cx="40470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98" name="Google Shape;198;p29"/>
          <p:cNvSpPr txBox="1"/>
          <p:nvPr>
            <p:ph idx="4" type="body"/>
          </p:nvPr>
        </p:nvSpPr>
        <p:spPr>
          <a:xfrm>
            <a:off x="2571750" y="1794272"/>
            <a:ext cx="1955100" cy="2279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99" name="Google Shape;199;p29"/>
          <p:cNvSpPr txBox="1"/>
          <p:nvPr>
            <p:ph idx="5" type="body"/>
          </p:nvPr>
        </p:nvSpPr>
        <p:spPr>
          <a:xfrm>
            <a:off x="4629150" y="1794272"/>
            <a:ext cx="1955100" cy="2279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00" name="Google Shape;200;p29"/>
          <p:cNvSpPr txBox="1"/>
          <p:nvPr>
            <p:ph idx="6" type="body"/>
          </p:nvPr>
        </p:nvSpPr>
        <p:spPr>
          <a:xfrm>
            <a:off x="6715125" y="1794272"/>
            <a:ext cx="1955100" cy="2279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7_Slide_Left content slide">
  <p:cSld name="Left content slide">
    <p:bg>
      <p:bgPr>
        <a:solidFill>
          <a:schemeClr val="lt1"/>
        </a:solidFill>
      </p:bgPr>
    </p:bg>
    <p:spTree>
      <p:nvGrpSpPr>
        <p:cNvPr id="201" name="Shape 201"/>
        <p:cNvGrpSpPr/>
        <p:nvPr/>
      </p:nvGrpSpPr>
      <p:grpSpPr>
        <a:xfrm>
          <a:off x="0" y="0"/>
          <a:ext cx="0" cy="0"/>
          <a:chOff x="0" y="0"/>
          <a:chExt cx="0" cy="0"/>
        </a:xfrm>
      </p:grpSpPr>
      <p:sp>
        <p:nvSpPr>
          <p:cNvPr id="202" name="Google Shape;202;p30"/>
          <p:cNvSpPr txBox="1"/>
          <p:nvPr>
            <p:ph idx="1" type="body"/>
          </p:nvPr>
        </p:nvSpPr>
        <p:spPr>
          <a:xfrm>
            <a:off x="476251" y="469106"/>
            <a:ext cx="6112800" cy="136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03" name="Google Shape;203;p30"/>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204" name="Google Shape;204;p30"/>
          <p:cNvSpPr txBox="1"/>
          <p:nvPr>
            <p:ph idx="2" type="body"/>
          </p:nvPr>
        </p:nvSpPr>
        <p:spPr>
          <a:xfrm>
            <a:off x="488156" y="1188244"/>
            <a:ext cx="1354800" cy="3083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05" name="Google Shape;205;p30"/>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8_Slide_Title + Content with Description">
  <p:cSld name="Title + Content with Description">
    <p:bg>
      <p:bgPr>
        <a:solidFill>
          <a:schemeClr val="lt2"/>
        </a:solidFill>
      </p:bgPr>
    </p:bg>
    <p:spTree>
      <p:nvGrpSpPr>
        <p:cNvPr id="206" name="Shape 206"/>
        <p:cNvGrpSpPr/>
        <p:nvPr/>
      </p:nvGrpSpPr>
      <p:grpSpPr>
        <a:xfrm>
          <a:off x="0" y="0"/>
          <a:ext cx="0" cy="0"/>
          <a:chOff x="0" y="0"/>
          <a:chExt cx="0" cy="0"/>
        </a:xfrm>
      </p:grpSpPr>
      <p:sp>
        <p:nvSpPr>
          <p:cNvPr id="207" name="Google Shape;207;p31"/>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208" name="Google Shape;208;p31"/>
          <p:cNvSpPr txBox="1"/>
          <p:nvPr>
            <p:ph idx="1" type="body"/>
          </p:nvPr>
        </p:nvSpPr>
        <p:spPr>
          <a:xfrm>
            <a:off x="473868" y="1188244"/>
            <a:ext cx="8196300" cy="3447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SzPts val="900"/>
              <a:buNone/>
              <a:defRPr/>
            </a:lvl1pPr>
            <a:lvl2pPr indent="-228600" lvl="1" marL="914400" algn="l">
              <a:lnSpc>
                <a:spcPct val="100000"/>
              </a:lnSpc>
              <a:spcBef>
                <a:spcPts val="400"/>
              </a:spcBef>
              <a:spcAft>
                <a:spcPts val="0"/>
              </a:spcAft>
              <a:buSzPts val="900"/>
              <a:buNone/>
              <a:defRPr/>
            </a:lvl2pPr>
            <a:lvl3pPr indent="-285750" lvl="2" marL="1371600" algn="l">
              <a:lnSpc>
                <a:spcPct val="100000"/>
              </a:lnSpc>
              <a:spcBef>
                <a:spcPts val="400"/>
              </a:spcBef>
              <a:spcAft>
                <a:spcPts val="0"/>
              </a:spcAft>
              <a:buSzPts val="900"/>
              <a:buChar char="•"/>
              <a:defRPr/>
            </a:lvl3pPr>
            <a:lvl4pPr indent="-285750" lvl="3" marL="1828800" algn="l">
              <a:lnSpc>
                <a:spcPct val="100000"/>
              </a:lnSpc>
              <a:spcBef>
                <a:spcPts val="400"/>
              </a:spcBef>
              <a:spcAft>
                <a:spcPts val="0"/>
              </a:spcAft>
              <a:buSzPts val="900"/>
              <a:buChar char="-"/>
              <a:defRPr/>
            </a:lvl4pPr>
            <a:lvl5pPr indent="-285750" lvl="4" marL="2286000" algn="l">
              <a:lnSpc>
                <a:spcPct val="100000"/>
              </a:lnSpc>
              <a:spcBef>
                <a:spcPts val="400"/>
              </a:spcBef>
              <a:spcAft>
                <a:spcPts val="0"/>
              </a:spcAft>
              <a:buSzPts val="900"/>
              <a:buChar char="-"/>
              <a:defRPr/>
            </a:lvl5pPr>
            <a:lvl6pPr indent="-285750" lvl="5" marL="2743200" algn="l">
              <a:lnSpc>
                <a:spcPct val="90000"/>
              </a:lnSpc>
              <a:spcBef>
                <a:spcPts val="400"/>
              </a:spcBef>
              <a:spcAft>
                <a:spcPts val="0"/>
              </a:spcAft>
              <a:buSzPts val="900"/>
              <a:buChar char="-"/>
              <a:defRPr sz="900"/>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09" name="Google Shape;209;p31"/>
          <p:cNvSpPr txBox="1"/>
          <p:nvPr>
            <p:ph idx="2" type="body"/>
          </p:nvPr>
        </p:nvSpPr>
        <p:spPr>
          <a:xfrm>
            <a:off x="4626770" y="469107"/>
            <a:ext cx="4043400" cy="604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900"/>
              <a:buNone/>
              <a:defRPr b="0"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10" name="Google Shape;210;p31"/>
          <p:cNvSpPr txBox="1"/>
          <p:nvPr>
            <p:ph idx="3" type="body"/>
          </p:nvPr>
        </p:nvSpPr>
        <p:spPr>
          <a:xfrm>
            <a:off x="476251" y="469106"/>
            <a:ext cx="4044600" cy="130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11" name="Google Shape;211;p31"/>
          <p:cNvSpPr txBox="1"/>
          <p:nvPr>
            <p:ph type="title"/>
          </p:nvPr>
        </p:nvSpPr>
        <p:spPr>
          <a:xfrm>
            <a:off x="473870" y="619857"/>
            <a:ext cx="40470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_Slide_Title, Content, Chart">
  <p:cSld name="Title, Content, Chart">
    <p:bg>
      <p:bgPr>
        <a:solidFill>
          <a:schemeClr val="lt1"/>
        </a:solidFill>
      </p:bgPr>
    </p:bg>
    <p:spTree>
      <p:nvGrpSpPr>
        <p:cNvPr id="212" name="Shape 212"/>
        <p:cNvGrpSpPr/>
        <p:nvPr/>
      </p:nvGrpSpPr>
      <p:grpSpPr>
        <a:xfrm>
          <a:off x="0" y="0"/>
          <a:ext cx="0" cy="0"/>
          <a:chOff x="0" y="0"/>
          <a:chExt cx="0" cy="0"/>
        </a:xfrm>
      </p:grpSpPr>
      <p:sp>
        <p:nvSpPr>
          <p:cNvPr id="213" name="Google Shape;213;p32"/>
          <p:cNvSpPr txBox="1"/>
          <p:nvPr>
            <p:ph idx="1" type="body"/>
          </p:nvPr>
        </p:nvSpPr>
        <p:spPr>
          <a:xfrm>
            <a:off x="473869" y="4161138"/>
            <a:ext cx="2817000" cy="422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600"/>
              <a:buNone/>
              <a:defRPr b="0" i="0" sz="6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cxnSp>
        <p:nvCxnSpPr>
          <p:cNvPr id="214" name="Google Shape;214;p32"/>
          <p:cNvCxnSpPr/>
          <p:nvPr/>
        </p:nvCxnSpPr>
        <p:spPr>
          <a:xfrm>
            <a:off x="471488" y="4074512"/>
            <a:ext cx="1704900" cy="0"/>
          </a:xfrm>
          <a:prstGeom prst="straightConnector1">
            <a:avLst/>
          </a:prstGeom>
          <a:noFill/>
          <a:ln cap="flat" cmpd="sng" w="9525">
            <a:solidFill>
              <a:srgbClr val="7F7F7F"/>
            </a:solidFill>
            <a:prstDash val="solid"/>
            <a:miter lim="800000"/>
            <a:headEnd len="sm" w="sm" type="none"/>
            <a:tailEnd len="sm" w="sm" type="none"/>
          </a:ln>
        </p:spPr>
      </p:cxnSp>
      <p:sp>
        <p:nvSpPr>
          <p:cNvPr id="215" name="Google Shape;215;p32"/>
          <p:cNvSpPr/>
          <p:nvPr>
            <p:ph idx="2" type="chart"/>
          </p:nvPr>
        </p:nvSpPr>
        <p:spPr>
          <a:xfrm>
            <a:off x="4480322" y="1013937"/>
            <a:ext cx="4189800" cy="3642000"/>
          </a:xfrm>
          <a:prstGeom prst="rect">
            <a:avLst/>
          </a:prstGeom>
          <a:noFill/>
          <a:ln>
            <a:noFill/>
          </a:ln>
        </p:spPr>
        <p:txBody>
          <a:bodyPr anchorCtr="0" anchor="t" bIns="0" lIns="0" spcFirstLastPara="1" rIns="0" wrap="square" tIns="0">
            <a:noAutofit/>
          </a:bodyPr>
          <a:lstStyle>
            <a:lvl1pPr lvl="0" marR="0" rtl="0" algn="l">
              <a:lnSpc>
                <a:spcPct val="100000"/>
              </a:lnSpc>
              <a:spcBef>
                <a:spcPts val="800"/>
              </a:spcBef>
              <a:spcAft>
                <a:spcPts val="0"/>
              </a:spcAft>
              <a:buClr>
                <a:schemeClr val="dk1"/>
              </a:buClr>
              <a:buSzPts val="900"/>
              <a:buFont typeface="Arial"/>
              <a:buNone/>
              <a:defRPr b="1" i="0" sz="900" u="none" cap="none" strike="noStrike">
                <a:solidFill>
                  <a:schemeClr val="dk1"/>
                </a:solidFill>
                <a:latin typeface="Arial"/>
                <a:ea typeface="Arial"/>
                <a:cs typeface="Arial"/>
                <a:sym typeface="Arial"/>
              </a:defRPr>
            </a:lvl1pPr>
            <a:lvl2pPr lvl="1" marR="0" rtl="0" algn="l">
              <a:lnSpc>
                <a:spcPct val="100000"/>
              </a:lnSpc>
              <a:spcBef>
                <a:spcPts val="40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2pPr>
            <a:lvl3pPr lvl="2" marR="0" rtl="0" algn="l">
              <a:lnSpc>
                <a:spcPct val="100000"/>
              </a:lnSpc>
              <a:spcBef>
                <a:spcPts val="4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3pPr>
            <a:lvl4pPr lvl="3" marR="0" rtl="0" algn="l">
              <a:lnSpc>
                <a:spcPct val="100000"/>
              </a:lnSpc>
              <a:spcBef>
                <a:spcPts val="400"/>
              </a:spcBef>
              <a:spcAft>
                <a:spcPts val="0"/>
              </a:spcAft>
              <a:buClr>
                <a:schemeClr val="dk1"/>
              </a:buClr>
              <a:buSzPts val="900"/>
              <a:buFont typeface="NTR"/>
              <a:buChar char="-"/>
              <a:defRPr b="0" i="0" sz="900" u="none" cap="none" strike="noStrike">
                <a:solidFill>
                  <a:schemeClr val="dk1"/>
                </a:solidFill>
                <a:latin typeface="Arial"/>
                <a:ea typeface="Arial"/>
                <a:cs typeface="Arial"/>
                <a:sym typeface="Arial"/>
              </a:defRPr>
            </a:lvl4pPr>
            <a:lvl5pPr lvl="4" marR="0" rtl="0" algn="l">
              <a:lnSpc>
                <a:spcPct val="100000"/>
              </a:lnSpc>
              <a:spcBef>
                <a:spcPts val="400"/>
              </a:spcBef>
              <a:spcAft>
                <a:spcPts val="0"/>
              </a:spcAft>
              <a:buClr>
                <a:schemeClr val="dk1"/>
              </a:buClr>
              <a:buSzPts val="900"/>
              <a:buFont typeface="NTR"/>
              <a:buChar char="-"/>
              <a:defRPr b="0" i="0" sz="900" u="none" cap="none" strike="noStrike">
                <a:solidFill>
                  <a:schemeClr val="dk1"/>
                </a:solidFill>
                <a:latin typeface="Arial"/>
                <a:ea typeface="Arial"/>
                <a:cs typeface="Arial"/>
                <a:sym typeface="Arial"/>
              </a:defRPr>
            </a:lvl5pPr>
            <a:lvl6pPr lvl="5"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lvl="6"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lvl="7"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lvl="8"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216" name="Google Shape;216;p32"/>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217" name="Google Shape;217;p32"/>
          <p:cNvSpPr txBox="1"/>
          <p:nvPr>
            <p:ph idx="3" type="body"/>
          </p:nvPr>
        </p:nvSpPr>
        <p:spPr>
          <a:xfrm>
            <a:off x="488156" y="1188244"/>
            <a:ext cx="3329100" cy="2755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18" name="Google Shape;218;p32"/>
          <p:cNvSpPr txBox="1"/>
          <p:nvPr>
            <p:ph idx="4" type="body"/>
          </p:nvPr>
        </p:nvSpPr>
        <p:spPr>
          <a:xfrm>
            <a:off x="476251" y="469106"/>
            <a:ext cx="4044600" cy="142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19" name="Google Shape;219;p32"/>
          <p:cNvSpPr txBox="1"/>
          <p:nvPr>
            <p:ph type="title"/>
          </p:nvPr>
        </p:nvSpPr>
        <p:spPr>
          <a:xfrm>
            <a:off x="473870" y="619857"/>
            <a:ext cx="40470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1_Slide_Numbers graphic slide">
  <p:cSld name="Numbers graphic slide">
    <p:spTree>
      <p:nvGrpSpPr>
        <p:cNvPr id="220" name="Shape 220"/>
        <p:cNvGrpSpPr/>
        <p:nvPr/>
      </p:nvGrpSpPr>
      <p:grpSpPr>
        <a:xfrm>
          <a:off x="0" y="0"/>
          <a:ext cx="0" cy="0"/>
          <a:chOff x="0" y="0"/>
          <a:chExt cx="0" cy="0"/>
        </a:xfrm>
      </p:grpSpPr>
      <p:sp>
        <p:nvSpPr>
          <p:cNvPr id="221" name="Google Shape;221;p33"/>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222" name="Google Shape;222;p33"/>
          <p:cNvSpPr txBox="1"/>
          <p:nvPr>
            <p:ph idx="1" type="body"/>
          </p:nvPr>
        </p:nvSpPr>
        <p:spPr>
          <a:xfrm>
            <a:off x="473870" y="1143000"/>
            <a:ext cx="2646900" cy="1022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accent6"/>
              </a:buClr>
              <a:buSzPts val="7500"/>
              <a:buNone/>
              <a:defRPr i="0" sz="7500">
                <a:solidFill>
                  <a:schemeClr val="accent6"/>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23" name="Google Shape;223;p33"/>
          <p:cNvSpPr txBox="1"/>
          <p:nvPr>
            <p:ph idx="2" type="body"/>
          </p:nvPr>
        </p:nvSpPr>
        <p:spPr>
          <a:xfrm>
            <a:off x="473869" y="2244222"/>
            <a:ext cx="2448300" cy="384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24" name="Google Shape;224;p33"/>
          <p:cNvSpPr txBox="1"/>
          <p:nvPr>
            <p:ph idx="3" type="body"/>
          </p:nvPr>
        </p:nvSpPr>
        <p:spPr>
          <a:xfrm>
            <a:off x="476251" y="469106"/>
            <a:ext cx="6112800" cy="136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25" name="Google Shape;225;p33"/>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26" name="Google Shape;226;p33"/>
          <p:cNvSpPr txBox="1"/>
          <p:nvPr>
            <p:ph idx="4" type="body"/>
          </p:nvPr>
        </p:nvSpPr>
        <p:spPr>
          <a:xfrm>
            <a:off x="3257550" y="1143000"/>
            <a:ext cx="2646900" cy="1022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accent6"/>
              </a:buClr>
              <a:buSzPts val="7500"/>
              <a:buNone/>
              <a:defRPr i="0" sz="7500">
                <a:solidFill>
                  <a:schemeClr val="accent6"/>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27" name="Google Shape;227;p33"/>
          <p:cNvSpPr txBox="1"/>
          <p:nvPr>
            <p:ph idx="5" type="body"/>
          </p:nvPr>
        </p:nvSpPr>
        <p:spPr>
          <a:xfrm>
            <a:off x="3257549" y="2244222"/>
            <a:ext cx="2448300" cy="384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28" name="Google Shape;228;p33"/>
          <p:cNvSpPr txBox="1"/>
          <p:nvPr>
            <p:ph idx="6" type="body"/>
          </p:nvPr>
        </p:nvSpPr>
        <p:spPr>
          <a:xfrm>
            <a:off x="6013107" y="1143000"/>
            <a:ext cx="2646900" cy="1022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accent6"/>
              </a:buClr>
              <a:buSzPts val="7500"/>
              <a:buNone/>
              <a:defRPr i="0" sz="7500">
                <a:solidFill>
                  <a:schemeClr val="accent6"/>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29" name="Google Shape;229;p33"/>
          <p:cNvSpPr txBox="1"/>
          <p:nvPr>
            <p:ph idx="7" type="body"/>
          </p:nvPr>
        </p:nvSpPr>
        <p:spPr>
          <a:xfrm>
            <a:off x="6013106" y="2244222"/>
            <a:ext cx="2448300" cy="384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30" name="Google Shape;230;p33"/>
          <p:cNvSpPr txBox="1"/>
          <p:nvPr>
            <p:ph idx="8" type="body"/>
          </p:nvPr>
        </p:nvSpPr>
        <p:spPr>
          <a:xfrm>
            <a:off x="473870" y="2857500"/>
            <a:ext cx="2646900" cy="1022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accent6"/>
              </a:buClr>
              <a:buSzPts val="7500"/>
              <a:buNone/>
              <a:defRPr i="0" sz="7500">
                <a:solidFill>
                  <a:schemeClr val="accent6"/>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31" name="Google Shape;231;p33"/>
          <p:cNvSpPr txBox="1"/>
          <p:nvPr>
            <p:ph idx="9" type="body"/>
          </p:nvPr>
        </p:nvSpPr>
        <p:spPr>
          <a:xfrm>
            <a:off x="473869" y="3958722"/>
            <a:ext cx="2448300" cy="384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32" name="Google Shape;232;p33"/>
          <p:cNvSpPr txBox="1"/>
          <p:nvPr>
            <p:ph idx="13" type="body"/>
          </p:nvPr>
        </p:nvSpPr>
        <p:spPr>
          <a:xfrm>
            <a:off x="3257550" y="2857500"/>
            <a:ext cx="2646900" cy="1022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accent6"/>
              </a:buClr>
              <a:buSzPts val="7500"/>
              <a:buNone/>
              <a:defRPr i="0" sz="7500">
                <a:solidFill>
                  <a:schemeClr val="accent6"/>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33" name="Google Shape;233;p33"/>
          <p:cNvSpPr txBox="1"/>
          <p:nvPr>
            <p:ph idx="14" type="body"/>
          </p:nvPr>
        </p:nvSpPr>
        <p:spPr>
          <a:xfrm>
            <a:off x="3257549" y="3958722"/>
            <a:ext cx="2448300" cy="384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34" name="Google Shape;234;p33"/>
          <p:cNvSpPr txBox="1"/>
          <p:nvPr>
            <p:ph idx="15" type="body"/>
          </p:nvPr>
        </p:nvSpPr>
        <p:spPr>
          <a:xfrm>
            <a:off x="6013107" y="2857500"/>
            <a:ext cx="2646900" cy="1022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accent6"/>
              </a:buClr>
              <a:buSzPts val="7500"/>
              <a:buNone/>
              <a:defRPr i="0" sz="7500">
                <a:solidFill>
                  <a:schemeClr val="accent6"/>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35" name="Google Shape;235;p33"/>
          <p:cNvSpPr txBox="1"/>
          <p:nvPr>
            <p:ph idx="16" type="body"/>
          </p:nvPr>
        </p:nvSpPr>
        <p:spPr>
          <a:xfrm>
            <a:off x="6013106" y="3958722"/>
            <a:ext cx="2448300" cy="384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4_Slide_Ender 1 - White">
  <p:cSld name="Ender 1 - White">
    <p:bg>
      <p:bgPr>
        <a:solidFill>
          <a:srgbClr val="FFFFFF"/>
        </a:solidFill>
      </p:bgPr>
    </p:bg>
    <p:spTree>
      <p:nvGrpSpPr>
        <p:cNvPr id="236" name="Shape 236"/>
        <p:cNvGrpSpPr/>
        <p:nvPr/>
      </p:nvGrpSpPr>
      <p:grpSpPr>
        <a:xfrm>
          <a:off x="0" y="0"/>
          <a:ext cx="0" cy="0"/>
          <a:chOff x="0" y="0"/>
          <a:chExt cx="0" cy="0"/>
        </a:xfrm>
      </p:grpSpPr>
      <p:sp>
        <p:nvSpPr>
          <p:cNvPr id="237" name="Google Shape;237;p34"/>
          <p:cNvSpPr/>
          <p:nvPr/>
        </p:nvSpPr>
        <p:spPr>
          <a:xfrm>
            <a:off x="217609" y="4741252"/>
            <a:ext cx="6185400" cy="2241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238" name="Google Shape;238;p34"/>
          <p:cNvPicPr preferRelativeResize="0"/>
          <p:nvPr/>
        </p:nvPicPr>
        <p:blipFill rotWithShape="1">
          <a:blip r:embed="rId2">
            <a:alphaModFix/>
          </a:blip>
          <a:srcRect b="0" l="0" r="0" t="0"/>
          <a:stretch/>
        </p:blipFill>
        <p:spPr>
          <a:xfrm>
            <a:off x="-847885" y="1531620"/>
            <a:ext cx="10842227" cy="4434839"/>
          </a:xfrm>
          <a:prstGeom prst="rect">
            <a:avLst/>
          </a:prstGeom>
          <a:noFill/>
          <a:ln>
            <a:noFill/>
          </a:ln>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5_Slide_Ender 1 - Black">
  <p:cSld name="Ender 1 - Black">
    <p:bg>
      <p:bgPr>
        <a:solidFill>
          <a:srgbClr val="000000"/>
        </a:solidFill>
      </p:bgPr>
    </p:bg>
    <p:spTree>
      <p:nvGrpSpPr>
        <p:cNvPr id="239" name="Shape 239"/>
        <p:cNvGrpSpPr/>
        <p:nvPr/>
      </p:nvGrpSpPr>
      <p:grpSpPr>
        <a:xfrm>
          <a:off x="0" y="0"/>
          <a:ext cx="0" cy="0"/>
          <a:chOff x="0" y="0"/>
          <a:chExt cx="0" cy="0"/>
        </a:xfrm>
      </p:grpSpPr>
      <p:sp>
        <p:nvSpPr>
          <p:cNvPr id="240" name="Google Shape;240;p35"/>
          <p:cNvSpPr/>
          <p:nvPr/>
        </p:nvSpPr>
        <p:spPr>
          <a:xfrm>
            <a:off x="217609" y="4741252"/>
            <a:ext cx="6185400" cy="2241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41" name="Google Shape;241;p35"/>
          <p:cNvSpPr/>
          <p:nvPr/>
        </p:nvSpPr>
        <p:spPr>
          <a:xfrm>
            <a:off x="178044" y="4668716"/>
            <a:ext cx="824400" cy="3099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242" name="Google Shape;242;p35"/>
          <p:cNvPicPr preferRelativeResize="0"/>
          <p:nvPr/>
        </p:nvPicPr>
        <p:blipFill rotWithShape="1">
          <a:blip r:embed="rId2">
            <a:alphaModFix/>
          </a:blip>
          <a:srcRect b="0" l="0" r="0" t="0"/>
          <a:stretch/>
        </p:blipFill>
        <p:spPr>
          <a:xfrm>
            <a:off x="-847885" y="1531620"/>
            <a:ext cx="10842227" cy="4434839"/>
          </a:xfrm>
          <a:prstGeom prst="rect">
            <a:avLst/>
          </a:prstGeom>
          <a:noFill/>
          <a:ln>
            <a:noFill/>
          </a:ln>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6_Slide_Ender 2 - White">
  <p:cSld name="Ender 2 - White">
    <p:bg>
      <p:bgPr>
        <a:solidFill>
          <a:srgbClr val="FFFFFF"/>
        </a:solidFill>
      </p:bgPr>
    </p:bg>
    <p:spTree>
      <p:nvGrpSpPr>
        <p:cNvPr id="243" name="Shape 243"/>
        <p:cNvGrpSpPr/>
        <p:nvPr/>
      </p:nvGrpSpPr>
      <p:grpSpPr>
        <a:xfrm>
          <a:off x="0" y="0"/>
          <a:ext cx="0" cy="0"/>
          <a:chOff x="0" y="0"/>
          <a:chExt cx="0" cy="0"/>
        </a:xfrm>
      </p:grpSpPr>
      <p:sp>
        <p:nvSpPr>
          <p:cNvPr id="244" name="Google Shape;244;p36"/>
          <p:cNvSpPr/>
          <p:nvPr/>
        </p:nvSpPr>
        <p:spPr>
          <a:xfrm>
            <a:off x="217609" y="4741252"/>
            <a:ext cx="6185400" cy="2241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245" name="Google Shape;245;p36"/>
          <p:cNvPicPr preferRelativeResize="0"/>
          <p:nvPr/>
        </p:nvPicPr>
        <p:blipFill rotWithShape="1">
          <a:blip r:embed="rId2">
            <a:alphaModFix/>
          </a:blip>
          <a:srcRect b="0" l="0" r="0" t="0"/>
          <a:stretch/>
        </p:blipFill>
        <p:spPr>
          <a:xfrm>
            <a:off x="3045619" y="1140198"/>
            <a:ext cx="3063717" cy="2865567"/>
          </a:xfrm>
          <a:prstGeom prst="rect">
            <a:avLst/>
          </a:prstGeom>
          <a:noFill/>
          <a:ln>
            <a:noFill/>
          </a:ln>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7_Slide_Ender 2 - Black">
  <p:cSld name="Ender 2 - Black">
    <p:bg>
      <p:bgPr>
        <a:solidFill>
          <a:srgbClr val="000000"/>
        </a:solidFill>
      </p:bgPr>
    </p:bg>
    <p:spTree>
      <p:nvGrpSpPr>
        <p:cNvPr id="246" name="Shape 246"/>
        <p:cNvGrpSpPr/>
        <p:nvPr/>
      </p:nvGrpSpPr>
      <p:grpSpPr>
        <a:xfrm>
          <a:off x="0" y="0"/>
          <a:ext cx="0" cy="0"/>
          <a:chOff x="0" y="0"/>
          <a:chExt cx="0" cy="0"/>
        </a:xfrm>
      </p:grpSpPr>
      <p:sp>
        <p:nvSpPr>
          <p:cNvPr id="247" name="Google Shape;247;p37"/>
          <p:cNvSpPr/>
          <p:nvPr/>
        </p:nvSpPr>
        <p:spPr>
          <a:xfrm>
            <a:off x="178044" y="4668716"/>
            <a:ext cx="987600" cy="3099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248" name="Google Shape;248;p37"/>
          <p:cNvPicPr preferRelativeResize="0"/>
          <p:nvPr/>
        </p:nvPicPr>
        <p:blipFill rotWithShape="1">
          <a:blip r:embed="rId2">
            <a:alphaModFix/>
          </a:blip>
          <a:srcRect b="0" l="0" r="0" t="0"/>
          <a:stretch/>
        </p:blipFill>
        <p:spPr>
          <a:xfrm>
            <a:off x="3045619" y="1140198"/>
            <a:ext cx="3063717" cy="2865567"/>
          </a:xfrm>
          <a:prstGeom prst="rect">
            <a:avLst/>
          </a:prstGeom>
          <a:noFill/>
          <a:ln>
            <a:noFill/>
          </a:ln>
        </p:spPr>
      </p:pic>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6_Slide_Content slide">
  <p:cSld name="Content slide">
    <p:bg>
      <p:bgPr>
        <a:solidFill>
          <a:schemeClr val="lt1"/>
        </a:solidFill>
      </p:bgPr>
    </p:bg>
    <p:spTree>
      <p:nvGrpSpPr>
        <p:cNvPr id="249" name="Shape 249"/>
        <p:cNvGrpSpPr/>
        <p:nvPr/>
      </p:nvGrpSpPr>
      <p:grpSpPr>
        <a:xfrm>
          <a:off x="0" y="0"/>
          <a:ext cx="0" cy="0"/>
          <a:chOff x="0" y="0"/>
          <a:chExt cx="0" cy="0"/>
        </a:xfrm>
      </p:grpSpPr>
      <p:sp>
        <p:nvSpPr>
          <p:cNvPr id="250" name="Google Shape;250;p38"/>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251" name="Google Shape;251;p38"/>
          <p:cNvSpPr txBox="1"/>
          <p:nvPr>
            <p:ph idx="1" type="body"/>
          </p:nvPr>
        </p:nvSpPr>
        <p:spPr>
          <a:xfrm>
            <a:off x="473868" y="1188244"/>
            <a:ext cx="8196300" cy="3447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dk1"/>
              </a:buClr>
              <a:buSzPts val="900"/>
              <a:buNone/>
              <a:defRPr/>
            </a:lvl1pPr>
            <a:lvl2pPr indent="-228600" lvl="1" marL="914400" algn="l">
              <a:lnSpc>
                <a:spcPct val="100000"/>
              </a:lnSpc>
              <a:spcBef>
                <a:spcPts val="400"/>
              </a:spcBef>
              <a:spcAft>
                <a:spcPts val="0"/>
              </a:spcAft>
              <a:buClr>
                <a:schemeClr val="dk1"/>
              </a:buClr>
              <a:buSzPts val="900"/>
              <a:buNone/>
              <a:defRPr/>
            </a:lvl2pPr>
            <a:lvl3pPr indent="-285750" lvl="2" marL="1371600" algn="l">
              <a:lnSpc>
                <a:spcPct val="100000"/>
              </a:lnSpc>
              <a:spcBef>
                <a:spcPts val="400"/>
              </a:spcBef>
              <a:spcAft>
                <a:spcPts val="0"/>
              </a:spcAft>
              <a:buClr>
                <a:schemeClr val="dk1"/>
              </a:buClr>
              <a:buSzPts val="900"/>
              <a:buChar char="•"/>
              <a:defRPr/>
            </a:lvl3pPr>
            <a:lvl4pPr indent="-285750" lvl="3" marL="1828800" algn="l">
              <a:lnSpc>
                <a:spcPct val="100000"/>
              </a:lnSpc>
              <a:spcBef>
                <a:spcPts val="400"/>
              </a:spcBef>
              <a:spcAft>
                <a:spcPts val="0"/>
              </a:spcAft>
              <a:buClr>
                <a:schemeClr val="dk1"/>
              </a:buClr>
              <a:buSzPts val="900"/>
              <a:buChar char="-"/>
              <a:defRPr/>
            </a:lvl4pPr>
            <a:lvl5pPr indent="-285750" lvl="4" marL="2286000" algn="l">
              <a:lnSpc>
                <a:spcPct val="100000"/>
              </a:lnSpc>
              <a:spcBef>
                <a:spcPts val="400"/>
              </a:spcBef>
              <a:spcAft>
                <a:spcPts val="0"/>
              </a:spcAft>
              <a:buClr>
                <a:schemeClr val="dk1"/>
              </a:buClr>
              <a:buSzPts val="900"/>
              <a:buChar char="-"/>
              <a:defRPr/>
            </a:lvl5pPr>
            <a:lvl6pPr indent="-285750" lvl="5" marL="2743200" algn="l">
              <a:lnSpc>
                <a:spcPct val="90000"/>
              </a:lnSpc>
              <a:spcBef>
                <a:spcPts val="400"/>
              </a:spcBef>
              <a:spcAft>
                <a:spcPts val="0"/>
              </a:spcAft>
              <a:buClr>
                <a:schemeClr val="dk1"/>
              </a:buClr>
              <a:buSzPts val="900"/>
              <a:buChar char="-"/>
              <a:defRPr sz="900"/>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52" name="Google Shape;252;p38"/>
          <p:cNvSpPr txBox="1"/>
          <p:nvPr>
            <p:ph idx="2" type="body"/>
          </p:nvPr>
        </p:nvSpPr>
        <p:spPr>
          <a:xfrm>
            <a:off x="476251" y="469106"/>
            <a:ext cx="6112800" cy="136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chemeClr val="dk1"/>
              </a:buClr>
              <a:buSzPts val="800"/>
              <a:buNone/>
              <a:defRPr b="0" i="0" sz="800">
                <a:solidFill>
                  <a:schemeClr val="dk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53" name="Google Shape;253;p38"/>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_Slide_Safe Harbor statement 1">
  <p:cSld name="Safe Harbor statement_1">
    <p:spTree>
      <p:nvGrpSpPr>
        <p:cNvPr id="254" name="Shape 254"/>
        <p:cNvGrpSpPr/>
        <p:nvPr/>
      </p:nvGrpSpPr>
      <p:grpSpPr>
        <a:xfrm>
          <a:off x="0" y="0"/>
          <a:ext cx="0" cy="0"/>
          <a:chOff x="0" y="0"/>
          <a:chExt cx="0" cy="0"/>
        </a:xfrm>
      </p:grpSpPr>
      <p:sp>
        <p:nvSpPr>
          <p:cNvPr id="255" name="Google Shape;255;p39"/>
          <p:cNvSpPr/>
          <p:nvPr/>
        </p:nvSpPr>
        <p:spPr>
          <a:xfrm>
            <a:off x="473869" y="4267200"/>
            <a:ext cx="8196300" cy="3966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56" name="Google Shape;256;p39"/>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257" name="Google Shape;257;p39"/>
          <p:cNvSpPr txBox="1"/>
          <p:nvPr/>
        </p:nvSpPr>
        <p:spPr>
          <a:xfrm>
            <a:off x="406114" y="414516"/>
            <a:ext cx="3411000" cy="3924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2100"/>
              <a:buFont typeface="Arial"/>
              <a:buNone/>
            </a:pPr>
            <a:r>
              <a:rPr b="1" i="0" lang="en" sz="2100" u="none" cap="none" strike="noStrike">
                <a:solidFill>
                  <a:schemeClr val="accent6"/>
                </a:solidFill>
                <a:latin typeface="Verizon NHG TX"/>
                <a:ea typeface="Verizon NHG TX"/>
                <a:cs typeface="Verizon NHG TX"/>
                <a:sym typeface="Verizon NHG TX"/>
              </a:rPr>
              <a:t>“Safe Harbor” Statement</a:t>
            </a:r>
            <a:endParaRPr b="0" i="0" sz="1400" u="none" cap="none" strike="noStrike">
              <a:solidFill>
                <a:schemeClr val="accent6"/>
              </a:solidFill>
              <a:latin typeface="Verizon NHG TX"/>
              <a:ea typeface="Verizon NHG TX"/>
              <a:cs typeface="Verizon NHG TX"/>
              <a:sym typeface="Verizon NHG TX"/>
            </a:endParaRPr>
          </a:p>
        </p:txBody>
      </p:sp>
      <p:sp>
        <p:nvSpPr>
          <p:cNvPr id="258" name="Google Shape;258;p39"/>
          <p:cNvSpPr txBox="1"/>
          <p:nvPr>
            <p:ph idx="1" type="body"/>
          </p:nvPr>
        </p:nvSpPr>
        <p:spPr>
          <a:xfrm>
            <a:off x="473869" y="1188244"/>
            <a:ext cx="8196300" cy="3012300"/>
          </a:xfrm>
          <a:prstGeom prst="rect">
            <a:avLst/>
          </a:prstGeom>
          <a:noFill/>
          <a:ln>
            <a:noFill/>
          </a:ln>
        </p:spPr>
        <p:txBody>
          <a:bodyPr anchorCtr="0" anchor="t" bIns="0" lIns="0" spcFirstLastPara="1" rIns="0" wrap="square" tIns="0">
            <a:noAutofit/>
          </a:bodyPr>
          <a:lstStyle>
            <a:lvl1pPr indent="-228600" lvl="0" marL="457200" algn="l">
              <a:lnSpc>
                <a:spcPct val="140000"/>
              </a:lnSpc>
              <a:spcBef>
                <a:spcPts val="0"/>
              </a:spcBef>
              <a:spcAft>
                <a:spcPts val="0"/>
              </a:spcAft>
              <a:buClr>
                <a:schemeClr val="dk1"/>
              </a:buClr>
              <a:buSzPts val="800"/>
              <a:buNone/>
              <a:defRPr b="0" sz="800"/>
            </a:lvl1pPr>
            <a:lvl2pPr indent="-228600" lvl="1" marL="914400" algn="l">
              <a:lnSpc>
                <a:spcPct val="100000"/>
              </a:lnSpc>
              <a:spcBef>
                <a:spcPts val="400"/>
              </a:spcBef>
              <a:spcAft>
                <a:spcPts val="0"/>
              </a:spcAft>
              <a:buClr>
                <a:schemeClr val="dk1"/>
              </a:buClr>
              <a:buSzPts val="1400"/>
              <a:buNone/>
              <a:defRPr/>
            </a:lvl2pPr>
            <a:lvl3pPr indent="-317500" lvl="2" marL="1371600" algn="l">
              <a:lnSpc>
                <a:spcPct val="100000"/>
              </a:lnSpc>
              <a:spcBef>
                <a:spcPts val="400"/>
              </a:spcBef>
              <a:spcAft>
                <a:spcPts val="0"/>
              </a:spcAft>
              <a:buClr>
                <a:schemeClr val="dk1"/>
              </a:buClr>
              <a:buSzPts val="1400"/>
              <a:buChar char="•"/>
              <a:defRPr/>
            </a:lvl3pPr>
            <a:lvl4pPr indent="-317500" lvl="3" marL="1828800" algn="l">
              <a:lnSpc>
                <a:spcPct val="100000"/>
              </a:lnSpc>
              <a:spcBef>
                <a:spcPts val="400"/>
              </a:spcBef>
              <a:spcAft>
                <a:spcPts val="0"/>
              </a:spcAft>
              <a:buClr>
                <a:schemeClr val="dk1"/>
              </a:buClr>
              <a:buSzPts val="1400"/>
              <a:buChar char="-"/>
              <a:defRPr/>
            </a:lvl4pPr>
            <a:lvl5pPr indent="-317500" lvl="4" marL="2286000" algn="l">
              <a:lnSpc>
                <a:spcPct val="10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59" name="Google Shape;259;p39"/>
          <p:cNvSpPr txBox="1"/>
          <p:nvPr>
            <p:ph idx="2" type="body"/>
          </p:nvPr>
        </p:nvSpPr>
        <p:spPr>
          <a:xfrm>
            <a:off x="473869" y="4343401"/>
            <a:ext cx="8196300" cy="320100"/>
          </a:xfrm>
          <a:prstGeom prst="rect">
            <a:avLst/>
          </a:prstGeom>
          <a:noFill/>
          <a:ln>
            <a:noFill/>
          </a:ln>
        </p:spPr>
        <p:txBody>
          <a:bodyPr anchorCtr="0" anchor="t" bIns="0" lIns="0" spcFirstLastPara="1" rIns="0" wrap="square" tIns="0">
            <a:noAutofit/>
          </a:bodyPr>
          <a:lstStyle>
            <a:lvl1pPr indent="-228600" lvl="0" marL="457200" algn="ctr">
              <a:lnSpc>
                <a:spcPct val="116666"/>
              </a:lnSpc>
              <a:spcBef>
                <a:spcPts val="0"/>
              </a:spcBef>
              <a:spcAft>
                <a:spcPts val="0"/>
              </a:spcAft>
              <a:buClr>
                <a:schemeClr val="dk1"/>
              </a:buClr>
              <a:buSzPts val="900"/>
              <a:buNone/>
              <a:defRPr b="0" sz="900"/>
            </a:lvl1pPr>
            <a:lvl2pPr indent="-228600" lvl="1" marL="914400" algn="l">
              <a:lnSpc>
                <a:spcPct val="100000"/>
              </a:lnSpc>
              <a:spcBef>
                <a:spcPts val="400"/>
              </a:spcBef>
              <a:spcAft>
                <a:spcPts val="0"/>
              </a:spcAft>
              <a:buClr>
                <a:schemeClr val="dk1"/>
              </a:buClr>
              <a:buSzPts val="1400"/>
              <a:buNone/>
              <a:defRPr/>
            </a:lvl2pPr>
            <a:lvl3pPr indent="-317500" lvl="2" marL="1371600" algn="l">
              <a:lnSpc>
                <a:spcPct val="100000"/>
              </a:lnSpc>
              <a:spcBef>
                <a:spcPts val="400"/>
              </a:spcBef>
              <a:spcAft>
                <a:spcPts val="0"/>
              </a:spcAft>
              <a:buClr>
                <a:schemeClr val="dk1"/>
              </a:buClr>
              <a:buSzPts val="1400"/>
              <a:buChar char="•"/>
              <a:defRPr/>
            </a:lvl3pPr>
            <a:lvl4pPr indent="-317500" lvl="3" marL="1828800" algn="l">
              <a:lnSpc>
                <a:spcPct val="100000"/>
              </a:lnSpc>
              <a:spcBef>
                <a:spcPts val="400"/>
              </a:spcBef>
              <a:spcAft>
                <a:spcPts val="0"/>
              </a:spcAft>
              <a:buClr>
                <a:schemeClr val="dk1"/>
              </a:buClr>
              <a:buSzPts val="1400"/>
              <a:buChar char="-"/>
              <a:defRPr/>
            </a:lvl4pPr>
            <a:lvl5pPr indent="-317500" lvl="4" marL="2286000" algn="l">
              <a:lnSpc>
                <a:spcPct val="10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9_Slide_Blank Layout">
  <p:cSld name="CUSTOM">
    <p:spTree>
      <p:nvGrpSpPr>
        <p:cNvPr id="260" name="Shape 260"/>
        <p:cNvGrpSpPr/>
        <p:nvPr/>
      </p:nvGrpSpPr>
      <p:grpSpPr>
        <a:xfrm>
          <a:off x="0" y="0"/>
          <a:ext cx="0" cy="0"/>
          <a:chOff x="0" y="0"/>
          <a:chExt cx="0" cy="0"/>
        </a:xfrm>
      </p:grpSpPr>
      <p:sp>
        <p:nvSpPr>
          <p:cNvPr id="261" name="Google Shape;261;p40"/>
          <p:cNvSpPr txBox="1"/>
          <p:nvPr>
            <p:ph type="title"/>
          </p:nvPr>
        </p:nvSpPr>
        <p:spPr>
          <a:xfrm>
            <a:off x="473869" y="469106"/>
            <a:ext cx="7951200" cy="5319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SzPts val="2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62" name="Google Shape;262;p40"/>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Section Header">
  <p:cSld name="Section Header">
    <p:bg>
      <p:bgPr>
        <a:solidFill>
          <a:schemeClr val="dk1"/>
        </a:solidFill>
      </p:bgPr>
    </p:bg>
    <p:spTree>
      <p:nvGrpSpPr>
        <p:cNvPr id="263" name="Shape 263"/>
        <p:cNvGrpSpPr/>
        <p:nvPr/>
      </p:nvGrpSpPr>
      <p:grpSpPr>
        <a:xfrm>
          <a:off x="0" y="0"/>
          <a:ext cx="0" cy="0"/>
          <a:chOff x="0" y="0"/>
          <a:chExt cx="0" cy="0"/>
        </a:xfrm>
      </p:grpSpPr>
      <p:sp>
        <p:nvSpPr>
          <p:cNvPr id="264" name="Google Shape;264;p41"/>
          <p:cNvSpPr txBox="1"/>
          <p:nvPr>
            <p:ph type="title"/>
          </p:nvPr>
        </p:nvSpPr>
        <p:spPr>
          <a:xfrm>
            <a:off x="457200" y="594359"/>
            <a:ext cx="7086600" cy="1413600"/>
          </a:xfrm>
          <a:prstGeom prst="rect">
            <a:avLst/>
          </a:prstGeom>
          <a:noFill/>
          <a:ln>
            <a:noFill/>
          </a:ln>
        </p:spPr>
        <p:txBody>
          <a:bodyPr anchorCtr="0" anchor="t" bIns="0" lIns="0" spcFirstLastPara="1" rIns="0" wrap="square" tIns="0">
            <a:normAutofit/>
          </a:bodyPr>
          <a:lstStyle>
            <a:lvl1pPr lvl="0" algn="l">
              <a:lnSpc>
                <a:spcPct val="80000"/>
              </a:lnSpc>
              <a:spcBef>
                <a:spcPts val="0"/>
              </a:spcBef>
              <a:spcAft>
                <a:spcPts val="0"/>
              </a:spcAft>
              <a:buClr>
                <a:schemeClr val="lt1"/>
              </a:buClr>
              <a:buSzPts val="4000"/>
              <a:buFont typeface="Verizon NHG DS"/>
              <a:buNone/>
              <a:defRPr b="1" sz="4000" cap="none">
                <a:solidFill>
                  <a:schemeClr val="l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65" name="Google Shape;265;p41"/>
          <p:cNvSpPr txBox="1"/>
          <p:nvPr>
            <p:ph idx="1" type="body"/>
          </p:nvPr>
        </p:nvSpPr>
        <p:spPr>
          <a:xfrm>
            <a:off x="457200" y="2057400"/>
            <a:ext cx="7086600" cy="23811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900"/>
              </a:spcBef>
              <a:spcAft>
                <a:spcPts val="0"/>
              </a:spcAft>
              <a:buClr>
                <a:schemeClr val="lt1"/>
              </a:buClr>
              <a:buSzPts val="1800"/>
              <a:buFont typeface="Verizon NHG TX"/>
              <a:buNone/>
              <a:defRPr b="0" i="0" sz="1800">
                <a:solidFill>
                  <a:schemeClr val="lt1"/>
                </a:solidFill>
                <a:latin typeface="Verizon NHG TX"/>
                <a:ea typeface="Verizon NHG TX"/>
                <a:cs typeface="Verizon NHG TX"/>
                <a:sym typeface="Verizon NHG TX"/>
              </a:defRPr>
            </a:lvl1pPr>
            <a:lvl2pPr indent="-228600" lvl="1" marL="914400" algn="l">
              <a:lnSpc>
                <a:spcPct val="100000"/>
              </a:lnSpc>
              <a:spcBef>
                <a:spcPts val="900"/>
              </a:spcBef>
              <a:spcAft>
                <a:spcPts val="0"/>
              </a:spcAft>
              <a:buClr>
                <a:schemeClr val="lt1"/>
              </a:buClr>
              <a:buSzPts val="1800"/>
              <a:buFont typeface="Verizon NHG TX"/>
              <a:buNone/>
              <a:defRPr b="0" i="0" sz="1800">
                <a:solidFill>
                  <a:schemeClr val="lt1"/>
                </a:solidFill>
                <a:latin typeface="Verizon NHG TX"/>
                <a:ea typeface="Verizon NHG TX"/>
                <a:cs typeface="Verizon NHG TX"/>
                <a:sym typeface="Verizon NHG TX"/>
              </a:defRPr>
            </a:lvl2pPr>
            <a:lvl3pPr indent="-342900" lvl="2" marL="1371600" algn="l">
              <a:lnSpc>
                <a:spcPct val="100000"/>
              </a:lnSpc>
              <a:spcBef>
                <a:spcPts val="600"/>
              </a:spcBef>
              <a:spcAft>
                <a:spcPts val="0"/>
              </a:spcAft>
              <a:buClr>
                <a:schemeClr val="lt1"/>
              </a:buClr>
              <a:buSzPts val="1800"/>
              <a:buChar char="•"/>
              <a:defRPr b="0" i="0" sz="1800">
                <a:solidFill>
                  <a:schemeClr val="lt1"/>
                </a:solidFill>
                <a:latin typeface="Verizon NHG TX"/>
                <a:ea typeface="Verizon NHG TX"/>
                <a:cs typeface="Verizon NHG TX"/>
                <a:sym typeface="Verizon NHG TX"/>
              </a:defRPr>
            </a:lvl3pPr>
            <a:lvl4pPr indent="-342900" lvl="3" marL="1828800" algn="l">
              <a:lnSpc>
                <a:spcPct val="100000"/>
              </a:lnSpc>
              <a:spcBef>
                <a:spcPts val="600"/>
              </a:spcBef>
              <a:spcAft>
                <a:spcPts val="0"/>
              </a:spcAft>
              <a:buClr>
                <a:schemeClr val="lt1"/>
              </a:buClr>
              <a:buSzPts val="1800"/>
              <a:buChar char="-"/>
              <a:defRPr b="0" i="0" sz="1800">
                <a:solidFill>
                  <a:schemeClr val="lt1"/>
                </a:solidFill>
                <a:latin typeface="Verizon NHG TX"/>
                <a:ea typeface="Verizon NHG TX"/>
                <a:cs typeface="Verizon NHG TX"/>
                <a:sym typeface="Verizon NHG TX"/>
              </a:defRPr>
            </a:lvl4pPr>
            <a:lvl5pPr indent="-342900" lvl="4" marL="2286000" algn="l">
              <a:lnSpc>
                <a:spcPct val="100000"/>
              </a:lnSpc>
              <a:spcBef>
                <a:spcPts val="600"/>
              </a:spcBef>
              <a:spcAft>
                <a:spcPts val="0"/>
              </a:spcAft>
              <a:buClr>
                <a:schemeClr val="lt1"/>
              </a:buClr>
              <a:buSzPts val="1800"/>
              <a:buChar char="-"/>
              <a:defRPr b="0" i="0" sz="1800">
                <a:solidFill>
                  <a:schemeClr val="lt1"/>
                </a:solidFill>
                <a:latin typeface="Verizon NHG TX"/>
                <a:ea typeface="Verizon NHG TX"/>
                <a:cs typeface="Verizon NHG TX"/>
                <a:sym typeface="Verizon NHG TX"/>
              </a:defRPr>
            </a:lvl5pPr>
            <a:lvl6pPr indent="-342900" lvl="5" marL="2743200" algn="l">
              <a:lnSpc>
                <a:spcPct val="100000"/>
              </a:lnSpc>
              <a:spcBef>
                <a:spcPts val="600"/>
              </a:spcBef>
              <a:spcAft>
                <a:spcPts val="0"/>
              </a:spcAft>
              <a:buClr>
                <a:schemeClr val="dk1"/>
              </a:buClr>
              <a:buSzPts val="1800"/>
              <a:buChar char="•"/>
              <a:defRPr sz="1800"/>
            </a:lvl6pPr>
            <a:lvl7pPr indent="-342900" lvl="6" marL="3200400" algn="l">
              <a:lnSpc>
                <a:spcPct val="100000"/>
              </a:lnSpc>
              <a:spcBef>
                <a:spcPts val="600"/>
              </a:spcBef>
              <a:spcAft>
                <a:spcPts val="0"/>
              </a:spcAft>
              <a:buClr>
                <a:schemeClr val="dk1"/>
              </a:buClr>
              <a:buSzPts val="1800"/>
              <a:buChar char="•"/>
              <a:defRPr sz="1800"/>
            </a:lvl7pPr>
            <a:lvl8pPr indent="-342900" lvl="7" marL="3657600" algn="l">
              <a:lnSpc>
                <a:spcPct val="100000"/>
              </a:lnSpc>
              <a:spcBef>
                <a:spcPts val="600"/>
              </a:spcBef>
              <a:spcAft>
                <a:spcPts val="0"/>
              </a:spcAft>
              <a:buClr>
                <a:schemeClr val="dk1"/>
              </a:buClr>
              <a:buSzPts val="1800"/>
              <a:buChar char="•"/>
              <a:defRPr sz="1800"/>
            </a:lvl8pPr>
            <a:lvl9pPr indent="-342900" lvl="8" marL="4114800" algn="l">
              <a:lnSpc>
                <a:spcPct val="100000"/>
              </a:lnSpc>
              <a:spcBef>
                <a:spcPts val="600"/>
              </a:spcBef>
              <a:spcAft>
                <a:spcPts val="0"/>
              </a:spcAft>
              <a:buClr>
                <a:schemeClr val="dk1"/>
              </a:buClr>
              <a:buSzPts val="1800"/>
              <a:buChar char="•"/>
              <a:defRPr sz="1800"/>
            </a:lvl9pPr>
          </a:lstStyle>
          <a:p/>
        </p:txBody>
      </p:sp>
      <p:cxnSp>
        <p:nvCxnSpPr>
          <p:cNvPr id="266" name="Google Shape;266;p41"/>
          <p:cNvCxnSpPr/>
          <p:nvPr/>
        </p:nvCxnSpPr>
        <p:spPr>
          <a:xfrm>
            <a:off x="457200" y="457200"/>
            <a:ext cx="8229600" cy="0"/>
          </a:xfrm>
          <a:prstGeom prst="straightConnector1">
            <a:avLst/>
          </a:prstGeom>
          <a:noFill/>
          <a:ln cap="flat" cmpd="sng" w="47625">
            <a:solidFill>
              <a:schemeClr val="lt1"/>
            </a:solidFill>
            <a:prstDash val="solid"/>
            <a:round/>
            <a:headEnd len="sm" w="sm" type="none"/>
            <a:tailEnd len="sm" w="sm" type="none"/>
          </a:ln>
        </p:spPr>
      </p:cxnSp>
      <p:sp>
        <p:nvSpPr>
          <p:cNvPr id="267" name="Google Shape;267;p41"/>
          <p:cNvSpPr txBox="1"/>
          <p:nvPr>
            <p:ph idx="12" type="sldNum"/>
          </p:nvPr>
        </p:nvSpPr>
        <p:spPr>
          <a:xfrm>
            <a:off x="8458200" y="4700016"/>
            <a:ext cx="228600" cy="1077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700"/>
              <a:buFont typeface="Arial"/>
              <a:buNone/>
              <a:defRPr b="1" i="0" sz="700" u="none" cap="none" strike="noStrike">
                <a:solidFill>
                  <a:schemeClr val="lt2"/>
                </a:solidFill>
                <a:latin typeface="Verizon NHG DS"/>
                <a:ea typeface="Verizon NHG DS"/>
                <a:cs typeface="Verizon NHG DS"/>
                <a:sym typeface="Verizon NHG DS"/>
              </a:defRPr>
            </a:lvl1pPr>
            <a:lvl2pPr indent="0" lvl="1" marL="0" marR="0" algn="r">
              <a:lnSpc>
                <a:spcPct val="100000"/>
              </a:lnSpc>
              <a:spcBef>
                <a:spcPts val="0"/>
              </a:spcBef>
              <a:spcAft>
                <a:spcPts val="0"/>
              </a:spcAft>
              <a:buClr>
                <a:srgbClr val="000000"/>
              </a:buClr>
              <a:buSzPts val="700"/>
              <a:buFont typeface="Arial"/>
              <a:buNone/>
              <a:defRPr b="1" i="0" sz="700" u="none" cap="none" strike="noStrike">
                <a:solidFill>
                  <a:schemeClr val="lt2"/>
                </a:solidFill>
                <a:latin typeface="Verizon NHG DS"/>
                <a:ea typeface="Verizon NHG DS"/>
                <a:cs typeface="Verizon NHG DS"/>
                <a:sym typeface="Verizon NHG DS"/>
              </a:defRPr>
            </a:lvl2pPr>
            <a:lvl3pPr indent="0" lvl="2" marL="0" marR="0" algn="r">
              <a:lnSpc>
                <a:spcPct val="100000"/>
              </a:lnSpc>
              <a:spcBef>
                <a:spcPts val="0"/>
              </a:spcBef>
              <a:spcAft>
                <a:spcPts val="0"/>
              </a:spcAft>
              <a:buClr>
                <a:srgbClr val="000000"/>
              </a:buClr>
              <a:buSzPts val="700"/>
              <a:buFont typeface="Arial"/>
              <a:buNone/>
              <a:defRPr b="1" i="0" sz="700" u="none" cap="none" strike="noStrike">
                <a:solidFill>
                  <a:schemeClr val="lt2"/>
                </a:solidFill>
                <a:latin typeface="Verizon NHG DS"/>
                <a:ea typeface="Verizon NHG DS"/>
                <a:cs typeface="Verizon NHG DS"/>
                <a:sym typeface="Verizon NHG DS"/>
              </a:defRPr>
            </a:lvl3pPr>
            <a:lvl4pPr indent="0" lvl="3" marL="0" marR="0" algn="r">
              <a:lnSpc>
                <a:spcPct val="100000"/>
              </a:lnSpc>
              <a:spcBef>
                <a:spcPts val="0"/>
              </a:spcBef>
              <a:spcAft>
                <a:spcPts val="0"/>
              </a:spcAft>
              <a:buClr>
                <a:srgbClr val="000000"/>
              </a:buClr>
              <a:buSzPts val="700"/>
              <a:buFont typeface="Arial"/>
              <a:buNone/>
              <a:defRPr b="1" i="0" sz="700" u="none" cap="none" strike="noStrike">
                <a:solidFill>
                  <a:schemeClr val="lt2"/>
                </a:solidFill>
                <a:latin typeface="Verizon NHG DS"/>
                <a:ea typeface="Verizon NHG DS"/>
                <a:cs typeface="Verizon NHG DS"/>
                <a:sym typeface="Verizon NHG DS"/>
              </a:defRPr>
            </a:lvl4pPr>
            <a:lvl5pPr indent="0" lvl="4" marL="0" marR="0" algn="r">
              <a:lnSpc>
                <a:spcPct val="100000"/>
              </a:lnSpc>
              <a:spcBef>
                <a:spcPts val="0"/>
              </a:spcBef>
              <a:spcAft>
                <a:spcPts val="0"/>
              </a:spcAft>
              <a:buClr>
                <a:srgbClr val="000000"/>
              </a:buClr>
              <a:buSzPts val="700"/>
              <a:buFont typeface="Arial"/>
              <a:buNone/>
              <a:defRPr b="1" i="0" sz="700" u="none" cap="none" strike="noStrike">
                <a:solidFill>
                  <a:schemeClr val="lt2"/>
                </a:solidFill>
                <a:latin typeface="Verizon NHG DS"/>
                <a:ea typeface="Verizon NHG DS"/>
                <a:cs typeface="Verizon NHG DS"/>
                <a:sym typeface="Verizon NHG DS"/>
              </a:defRPr>
            </a:lvl5pPr>
            <a:lvl6pPr indent="0" lvl="5" marL="0" marR="0" algn="r">
              <a:lnSpc>
                <a:spcPct val="100000"/>
              </a:lnSpc>
              <a:spcBef>
                <a:spcPts val="0"/>
              </a:spcBef>
              <a:spcAft>
                <a:spcPts val="0"/>
              </a:spcAft>
              <a:buClr>
                <a:srgbClr val="000000"/>
              </a:buClr>
              <a:buSzPts val="700"/>
              <a:buFont typeface="Arial"/>
              <a:buNone/>
              <a:defRPr b="1" i="0" sz="700" u="none" cap="none" strike="noStrike">
                <a:solidFill>
                  <a:schemeClr val="lt2"/>
                </a:solidFill>
                <a:latin typeface="Verizon NHG DS"/>
                <a:ea typeface="Verizon NHG DS"/>
                <a:cs typeface="Verizon NHG DS"/>
                <a:sym typeface="Verizon NHG DS"/>
              </a:defRPr>
            </a:lvl6pPr>
            <a:lvl7pPr indent="0" lvl="6" marL="0" marR="0" algn="r">
              <a:lnSpc>
                <a:spcPct val="100000"/>
              </a:lnSpc>
              <a:spcBef>
                <a:spcPts val="0"/>
              </a:spcBef>
              <a:spcAft>
                <a:spcPts val="0"/>
              </a:spcAft>
              <a:buClr>
                <a:srgbClr val="000000"/>
              </a:buClr>
              <a:buSzPts val="700"/>
              <a:buFont typeface="Arial"/>
              <a:buNone/>
              <a:defRPr b="1" i="0" sz="700" u="none" cap="none" strike="noStrike">
                <a:solidFill>
                  <a:schemeClr val="lt2"/>
                </a:solidFill>
                <a:latin typeface="Verizon NHG DS"/>
                <a:ea typeface="Verizon NHG DS"/>
                <a:cs typeface="Verizon NHG DS"/>
                <a:sym typeface="Verizon NHG DS"/>
              </a:defRPr>
            </a:lvl7pPr>
            <a:lvl8pPr indent="0" lvl="7" marL="0" marR="0" algn="r">
              <a:lnSpc>
                <a:spcPct val="100000"/>
              </a:lnSpc>
              <a:spcBef>
                <a:spcPts val="0"/>
              </a:spcBef>
              <a:spcAft>
                <a:spcPts val="0"/>
              </a:spcAft>
              <a:buClr>
                <a:srgbClr val="000000"/>
              </a:buClr>
              <a:buSzPts val="700"/>
              <a:buFont typeface="Arial"/>
              <a:buNone/>
              <a:defRPr b="1" i="0" sz="700" u="none" cap="none" strike="noStrike">
                <a:solidFill>
                  <a:schemeClr val="lt2"/>
                </a:solidFill>
                <a:latin typeface="Verizon NHG DS"/>
                <a:ea typeface="Verizon NHG DS"/>
                <a:cs typeface="Verizon NHG DS"/>
                <a:sym typeface="Verizon NHG DS"/>
              </a:defRPr>
            </a:lvl8pPr>
            <a:lvl9pPr indent="0" lvl="8" marL="0" marR="0" algn="r">
              <a:lnSpc>
                <a:spcPct val="100000"/>
              </a:lnSpc>
              <a:spcBef>
                <a:spcPts val="0"/>
              </a:spcBef>
              <a:spcAft>
                <a:spcPts val="0"/>
              </a:spcAft>
              <a:buClr>
                <a:srgbClr val="000000"/>
              </a:buClr>
              <a:buSzPts val="700"/>
              <a:buFont typeface="Arial"/>
              <a:buNone/>
              <a:defRPr b="1" i="0" sz="700" u="none" cap="none" strike="noStrike">
                <a:solidFill>
                  <a:schemeClr val="lt2"/>
                </a:solidFill>
                <a:latin typeface="Verizon NHG DS"/>
                <a:ea typeface="Verizon NHG DS"/>
                <a:cs typeface="Verizon NHG DS"/>
                <a:sym typeface="Verizon NHG DS"/>
              </a:defRPr>
            </a:lvl9pPr>
          </a:lstStyle>
          <a:p>
            <a:pPr indent="0" lvl="0" marL="0" rtl="0" algn="r">
              <a:spcBef>
                <a:spcPts val="0"/>
              </a:spcBef>
              <a:spcAft>
                <a:spcPts val="0"/>
              </a:spcAft>
              <a:buNone/>
            </a:pPr>
            <a:fld id="{00000000-1234-1234-1234-123412341234}" type="slidenum">
              <a:rPr lang="en"/>
              <a:t>‹#›</a:t>
            </a:fld>
            <a:endParaRPr/>
          </a:p>
        </p:txBody>
      </p:sp>
      <p:sp>
        <p:nvSpPr>
          <p:cNvPr id="268" name="Google Shape;268;p41"/>
          <p:cNvSpPr txBox="1"/>
          <p:nvPr/>
        </p:nvSpPr>
        <p:spPr>
          <a:xfrm>
            <a:off x="1012342" y="4700016"/>
            <a:ext cx="7124700" cy="213300"/>
          </a:xfrm>
          <a:prstGeom prst="rect">
            <a:avLst/>
          </a:prstGeom>
          <a:noFill/>
          <a:ln>
            <a:noFill/>
          </a:ln>
        </p:spPr>
        <p:txBody>
          <a:bodyPr anchorCtr="0" anchor="b" bIns="0" lIns="0" spcFirstLastPara="1" rIns="0" wrap="square" tIns="0">
            <a:noAutofit/>
          </a:bodyPr>
          <a:lstStyle/>
          <a:p>
            <a:pPr indent="0" lvl="0" marL="0" marR="0" rtl="0" algn="ctr">
              <a:lnSpc>
                <a:spcPct val="113846"/>
              </a:lnSpc>
              <a:spcBef>
                <a:spcPts val="0"/>
              </a:spcBef>
              <a:spcAft>
                <a:spcPts val="0"/>
              </a:spcAft>
              <a:buClr>
                <a:srgbClr val="000000"/>
              </a:buClr>
              <a:buSzPts val="650"/>
              <a:buFont typeface="Arial"/>
              <a:buNone/>
            </a:pPr>
            <a:r>
              <a:rPr b="0" i="0" lang="en" sz="650" u="none" cap="none" strike="noStrike">
                <a:solidFill>
                  <a:schemeClr val="lt1"/>
                </a:solidFill>
                <a:latin typeface="Verizon NHG DS"/>
                <a:ea typeface="Verizon NHG DS"/>
                <a:cs typeface="Verizon NHG DS"/>
                <a:sym typeface="Verizon NHG DS"/>
              </a:rPr>
              <a:t>Verizon confidential and proprietary. Unauthorized disclosure, reproduction or other use prohibited.</a:t>
            </a:r>
            <a:endParaRPr b="0" i="0" sz="650" u="none" cap="none" strike="noStrike">
              <a:solidFill>
                <a:schemeClr val="lt1"/>
              </a:solidFill>
              <a:latin typeface="Verizon NHG DS"/>
              <a:ea typeface="Verizon NHG DS"/>
              <a:cs typeface="Verizon NHG DS"/>
              <a:sym typeface="Verizon NHG DS"/>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 Title and Content">
  <p:cSld name="Title and Content_1">
    <p:spTree>
      <p:nvGrpSpPr>
        <p:cNvPr id="269" name="Shape 269"/>
        <p:cNvGrpSpPr/>
        <p:nvPr/>
      </p:nvGrpSpPr>
      <p:grpSpPr>
        <a:xfrm>
          <a:off x="0" y="0"/>
          <a:ext cx="0" cy="0"/>
          <a:chOff x="0" y="0"/>
          <a:chExt cx="0" cy="0"/>
        </a:xfrm>
      </p:grpSpPr>
      <p:cxnSp>
        <p:nvCxnSpPr>
          <p:cNvPr id="270" name="Google Shape;270;p42"/>
          <p:cNvCxnSpPr/>
          <p:nvPr/>
        </p:nvCxnSpPr>
        <p:spPr>
          <a:xfrm>
            <a:off x="457200" y="457200"/>
            <a:ext cx="8229600" cy="0"/>
          </a:xfrm>
          <a:prstGeom prst="straightConnector1">
            <a:avLst/>
          </a:prstGeom>
          <a:noFill/>
          <a:ln cap="flat" cmpd="sng" w="47625">
            <a:solidFill>
              <a:schemeClr val="dk1"/>
            </a:solidFill>
            <a:prstDash val="solid"/>
            <a:round/>
            <a:headEnd len="sm" w="sm" type="none"/>
            <a:tailEnd len="sm" w="sm" type="none"/>
          </a:ln>
        </p:spPr>
      </p:cxnSp>
      <p:sp>
        <p:nvSpPr>
          <p:cNvPr id="271" name="Google Shape;271;p42"/>
          <p:cNvSpPr txBox="1"/>
          <p:nvPr>
            <p:ph type="title"/>
          </p:nvPr>
        </p:nvSpPr>
        <p:spPr>
          <a:xfrm>
            <a:off x="457200" y="590550"/>
            <a:ext cx="7086600" cy="571500"/>
          </a:xfrm>
          <a:prstGeom prst="rect">
            <a:avLst/>
          </a:prstGeom>
          <a:noFill/>
          <a:ln>
            <a:noFill/>
          </a:ln>
        </p:spPr>
        <p:txBody>
          <a:bodyPr anchorCtr="0" anchor="t" bIns="0" lIns="0" spcFirstLastPara="1" rIns="0" wrap="square" tIns="0">
            <a:normAutofit/>
          </a:bodyPr>
          <a:lstStyle>
            <a:lvl1pPr lvl="0" algn="l">
              <a:lnSpc>
                <a:spcPct val="80000"/>
              </a:lnSpc>
              <a:spcBef>
                <a:spcPts val="0"/>
              </a:spcBef>
              <a:spcAft>
                <a:spcPts val="0"/>
              </a:spcAft>
              <a:buClr>
                <a:schemeClr val="dk1"/>
              </a:buClr>
              <a:buSzPts val="18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72" name="Google Shape;272;p42"/>
          <p:cNvSpPr txBox="1"/>
          <p:nvPr>
            <p:ph idx="1" type="body"/>
          </p:nvPr>
        </p:nvSpPr>
        <p:spPr>
          <a:xfrm>
            <a:off x="457200" y="1352550"/>
            <a:ext cx="7086600" cy="30861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900"/>
              </a:spcBef>
              <a:spcAft>
                <a:spcPts val="0"/>
              </a:spcAft>
              <a:buClr>
                <a:schemeClr val="dk1"/>
              </a:buClr>
              <a:buSzPts val="1800"/>
              <a:buNone/>
              <a:defRPr/>
            </a:lvl1pPr>
            <a:lvl2pPr indent="-228600" lvl="1" marL="914400" algn="l">
              <a:lnSpc>
                <a:spcPct val="100000"/>
              </a:lnSpc>
              <a:spcBef>
                <a:spcPts val="900"/>
              </a:spcBef>
              <a:spcAft>
                <a:spcPts val="0"/>
              </a:spcAft>
              <a:buClr>
                <a:schemeClr val="dk1"/>
              </a:buClr>
              <a:buSzPts val="1800"/>
              <a:buNone/>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600"/>
              </a:spcBef>
              <a:spcAft>
                <a:spcPts val="0"/>
              </a:spcAft>
              <a:buClr>
                <a:schemeClr val="dk1"/>
              </a:buClr>
              <a:buSzPts val="1800"/>
              <a:buChar char="-"/>
              <a:defRPr/>
            </a:lvl4pPr>
            <a:lvl5pPr indent="-342900" lvl="4" marL="2286000" algn="l">
              <a:lnSpc>
                <a:spcPct val="100000"/>
              </a:lnSpc>
              <a:spcBef>
                <a:spcPts val="600"/>
              </a:spcBef>
              <a:spcAft>
                <a:spcPts val="0"/>
              </a:spcAft>
              <a:buClr>
                <a:schemeClr val="dk1"/>
              </a:buClr>
              <a:buSzPts val="1800"/>
              <a:buChar char="-"/>
              <a:defRPr/>
            </a:lvl5pPr>
            <a:lvl6pPr indent="-342900" lvl="5" marL="2743200" algn="l">
              <a:lnSpc>
                <a:spcPct val="100000"/>
              </a:lnSpc>
              <a:spcBef>
                <a:spcPts val="600"/>
              </a:spcBef>
              <a:spcAft>
                <a:spcPts val="0"/>
              </a:spcAft>
              <a:buClr>
                <a:schemeClr val="dk1"/>
              </a:buClr>
              <a:buSzPts val="1800"/>
              <a:buChar char="•"/>
              <a:defRPr/>
            </a:lvl6pPr>
            <a:lvl7pPr indent="-342900" lvl="6" marL="3200400" algn="l">
              <a:lnSpc>
                <a:spcPct val="100000"/>
              </a:lnSpc>
              <a:spcBef>
                <a:spcPts val="600"/>
              </a:spcBef>
              <a:spcAft>
                <a:spcPts val="0"/>
              </a:spcAft>
              <a:buClr>
                <a:schemeClr val="dk1"/>
              </a:buClr>
              <a:buSzPts val="1800"/>
              <a:buChar char="•"/>
              <a:defRPr/>
            </a:lvl7pPr>
            <a:lvl8pPr indent="-342900" lvl="7" marL="3657600" algn="l">
              <a:lnSpc>
                <a:spcPct val="100000"/>
              </a:lnSpc>
              <a:spcBef>
                <a:spcPts val="600"/>
              </a:spcBef>
              <a:spcAft>
                <a:spcPts val="0"/>
              </a:spcAft>
              <a:buClr>
                <a:schemeClr val="dk1"/>
              </a:buClr>
              <a:buSzPts val="1800"/>
              <a:buChar char="•"/>
              <a:defRPr/>
            </a:lvl8pPr>
            <a:lvl9pPr indent="-342900" lvl="8" marL="4114800" algn="l">
              <a:lnSpc>
                <a:spcPct val="100000"/>
              </a:lnSpc>
              <a:spcBef>
                <a:spcPts val="600"/>
              </a:spcBef>
              <a:spcAft>
                <a:spcPts val="0"/>
              </a:spcAft>
              <a:buClr>
                <a:schemeClr val="dk1"/>
              </a:buClr>
              <a:buSzPts val="1800"/>
              <a:buChar char="•"/>
              <a:defRPr/>
            </a:lvl9pPr>
          </a:lstStyle>
          <a:p/>
        </p:txBody>
      </p:sp>
      <p:sp>
        <p:nvSpPr>
          <p:cNvPr id="273" name="Google Shape;273;p42"/>
          <p:cNvSpPr txBox="1"/>
          <p:nvPr>
            <p:ph idx="12" type="sldNum"/>
          </p:nvPr>
        </p:nvSpPr>
        <p:spPr>
          <a:xfrm>
            <a:off x="8458200" y="4700016"/>
            <a:ext cx="228600" cy="1077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1pPr>
            <a:lvl2pPr indent="0" lvl="1"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2pPr>
            <a:lvl3pPr indent="0" lvl="2"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3pPr>
            <a:lvl4pPr indent="0" lvl="3"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4pPr>
            <a:lvl5pPr indent="0" lvl="4"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5pPr>
            <a:lvl6pPr indent="0" lvl="5"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6pPr>
            <a:lvl7pPr indent="0" lvl="6"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7pPr>
            <a:lvl8pPr indent="0" lvl="7"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8pPr>
            <a:lvl9pPr indent="0" lvl="8"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 Title and Content 1">
  <p:cSld name="Title and Content_2">
    <p:spTree>
      <p:nvGrpSpPr>
        <p:cNvPr id="274" name="Shape 274"/>
        <p:cNvGrpSpPr/>
        <p:nvPr/>
      </p:nvGrpSpPr>
      <p:grpSpPr>
        <a:xfrm>
          <a:off x="0" y="0"/>
          <a:ext cx="0" cy="0"/>
          <a:chOff x="0" y="0"/>
          <a:chExt cx="0" cy="0"/>
        </a:xfrm>
      </p:grpSpPr>
      <p:cxnSp>
        <p:nvCxnSpPr>
          <p:cNvPr id="275" name="Google Shape;275;p43"/>
          <p:cNvCxnSpPr/>
          <p:nvPr/>
        </p:nvCxnSpPr>
        <p:spPr>
          <a:xfrm>
            <a:off x="457200" y="457200"/>
            <a:ext cx="8229600" cy="0"/>
          </a:xfrm>
          <a:prstGeom prst="straightConnector1">
            <a:avLst/>
          </a:prstGeom>
          <a:noFill/>
          <a:ln cap="flat" cmpd="sng" w="47625">
            <a:solidFill>
              <a:schemeClr val="dk1"/>
            </a:solidFill>
            <a:prstDash val="solid"/>
            <a:round/>
            <a:headEnd len="sm" w="sm" type="none"/>
            <a:tailEnd len="sm" w="sm" type="none"/>
          </a:ln>
        </p:spPr>
      </p:cxnSp>
      <p:sp>
        <p:nvSpPr>
          <p:cNvPr id="276" name="Google Shape;276;p43"/>
          <p:cNvSpPr txBox="1"/>
          <p:nvPr>
            <p:ph type="title"/>
          </p:nvPr>
        </p:nvSpPr>
        <p:spPr>
          <a:xfrm>
            <a:off x="457200" y="590550"/>
            <a:ext cx="7086600" cy="571500"/>
          </a:xfrm>
          <a:prstGeom prst="rect">
            <a:avLst/>
          </a:prstGeom>
          <a:noFill/>
          <a:ln>
            <a:noFill/>
          </a:ln>
        </p:spPr>
        <p:txBody>
          <a:bodyPr anchorCtr="0" anchor="t" bIns="0" lIns="0" spcFirstLastPara="1" rIns="0" wrap="square" tIns="0">
            <a:normAutofit/>
          </a:bodyPr>
          <a:lstStyle>
            <a:lvl1pPr lvl="0" algn="l">
              <a:lnSpc>
                <a:spcPct val="80000"/>
              </a:lnSpc>
              <a:spcBef>
                <a:spcPts val="0"/>
              </a:spcBef>
              <a:spcAft>
                <a:spcPts val="0"/>
              </a:spcAft>
              <a:buClr>
                <a:schemeClr val="dk1"/>
              </a:buClr>
              <a:buSzPts val="18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77" name="Google Shape;277;p43"/>
          <p:cNvSpPr txBox="1"/>
          <p:nvPr>
            <p:ph idx="1" type="body"/>
          </p:nvPr>
        </p:nvSpPr>
        <p:spPr>
          <a:xfrm>
            <a:off x="457200" y="1352550"/>
            <a:ext cx="7086600" cy="30861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900"/>
              </a:spcBef>
              <a:spcAft>
                <a:spcPts val="0"/>
              </a:spcAft>
              <a:buClr>
                <a:schemeClr val="dk1"/>
              </a:buClr>
              <a:buSzPts val="1800"/>
              <a:buNone/>
              <a:defRPr/>
            </a:lvl1pPr>
            <a:lvl2pPr indent="-228600" lvl="1" marL="914400" algn="l">
              <a:lnSpc>
                <a:spcPct val="100000"/>
              </a:lnSpc>
              <a:spcBef>
                <a:spcPts val="900"/>
              </a:spcBef>
              <a:spcAft>
                <a:spcPts val="0"/>
              </a:spcAft>
              <a:buClr>
                <a:schemeClr val="dk1"/>
              </a:buClr>
              <a:buSzPts val="1800"/>
              <a:buNone/>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600"/>
              </a:spcBef>
              <a:spcAft>
                <a:spcPts val="0"/>
              </a:spcAft>
              <a:buClr>
                <a:schemeClr val="dk1"/>
              </a:buClr>
              <a:buSzPts val="1800"/>
              <a:buChar char="-"/>
              <a:defRPr/>
            </a:lvl4pPr>
            <a:lvl5pPr indent="-342900" lvl="4" marL="2286000" algn="l">
              <a:lnSpc>
                <a:spcPct val="100000"/>
              </a:lnSpc>
              <a:spcBef>
                <a:spcPts val="600"/>
              </a:spcBef>
              <a:spcAft>
                <a:spcPts val="0"/>
              </a:spcAft>
              <a:buClr>
                <a:schemeClr val="dk1"/>
              </a:buClr>
              <a:buSzPts val="1800"/>
              <a:buChar char="-"/>
              <a:defRPr/>
            </a:lvl5pPr>
            <a:lvl6pPr indent="-342900" lvl="5" marL="2743200" algn="l">
              <a:lnSpc>
                <a:spcPct val="100000"/>
              </a:lnSpc>
              <a:spcBef>
                <a:spcPts val="600"/>
              </a:spcBef>
              <a:spcAft>
                <a:spcPts val="0"/>
              </a:spcAft>
              <a:buClr>
                <a:schemeClr val="dk1"/>
              </a:buClr>
              <a:buSzPts val="1800"/>
              <a:buChar char="•"/>
              <a:defRPr/>
            </a:lvl6pPr>
            <a:lvl7pPr indent="-342900" lvl="6" marL="3200400" algn="l">
              <a:lnSpc>
                <a:spcPct val="100000"/>
              </a:lnSpc>
              <a:spcBef>
                <a:spcPts val="600"/>
              </a:spcBef>
              <a:spcAft>
                <a:spcPts val="0"/>
              </a:spcAft>
              <a:buClr>
                <a:schemeClr val="dk1"/>
              </a:buClr>
              <a:buSzPts val="1800"/>
              <a:buChar char="•"/>
              <a:defRPr/>
            </a:lvl7pPr>
            <a:lvl8pPr indent="-342900" lvl="7" marL="3657600" algn="l">
              <a:lnSpc>
                <a:spcPct val="100000"/>
              </a:lnSpc>
              <a:spcBef>
                <a:spcPts val="600"/>
              </a:spcBef>
              <a:spcAft>
                <a:spcPts val="0"/>
              </a:spcAft>
              <a:buClr>
                <a:schemeClr val="dk1"/>
              </a:buClr>
              <a:buSzPts val="1800"/>
              <a:buChar char="•"/>
              <a:defRPr/>
            </a:lvl8pPr>
            <a:lvl9pPr indent="-342900" lvl="8" marL="4114800" algn="l">
              <a:lnSpc>
                <a:spcPct val="100000"/>
              </a:lnSpc>
              <a:spcBef>
                <a:spcPts val="600"/>
              </a:spcBef>
              <a:spcAft>
                <a:spcPts val="0"/>
              </a:spcAft>
              <a:buClr>
                <a:schemeClr val="dk1"/>
              </a:buClr>
              <a:buSzPts val="1800"/>
              <a:buChar char="•"/>
              <a:defRPr/>
            </a:lvl9pPr>
          </a:lstStyle>
          <a:p/>
        </p:txBody>
      </p:sp>
      <p:sp>
        <p:nvSpPr>
          <p:cNvPr id="278" name="Google Shape;278;p43"/>
          <p:cNvSpPr txBox="1"/>
          <p:nvPr>
            <p:ph idx="12" type="sldNum"/>
          </p:nvPr>
        </p:nvSpPr>
        <p:spPr>
          <a:xfrm>
            <a:off x="8458200" y="4700016"/>
            <a:ext cx="228600" cy="1077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1pPr>
            <a:lvl2pPr indent="0" lvl="1"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2pPr>
            <a:lvl3pPr indent="0" lvl="2"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3pPr>
            <a:lvl4pPr indent="0" lvl="3"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4pPr>
            <a:lvl5pPr indent="0" lvl="4"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5pPr>
            <a:lvl6pPr indent="0" lvl="5"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6pPr>
            <a:lvl7pPr indent="0" lvl="6"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7pPr>
            <a:lvl8pPr indent="0" lvl="7"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8pPr>
            <a:lvl9pPr indent="0" lvl="8"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 Agenda">
  <p:cSld name="Agenda">
    <p:spTree>
      <p:nvGrpSpPr>
        <p:cNvPr id="279" name="Shape 279"/>
        <p:cNvGrpSpPr/>
        <p:nvPr/>
      </p:nvGrpSpPr>
      <p:grpSpPr>
        <a:xfrm>
          <a:off x="0" y="0"/>
          <a:ext cx="0" cy="0"/>
          <a:chOff x="0" y="0"/>
          <a:chExt cx="0" cy="0"/>
        </a:xfrm>
      </p:grpSpPr>
      <p:sp>
        <p:nvSpPr>
          <p:cNvPr id="280" name="Google Shape;280;p44"/>
          <p:cNvSpPr txBox="1"/>
          <p:nvPr>
            <p:ph type="title"/>
          </p:nvPr>
        </p:nvSpPr>
        <p:spPr>
          <a:xfrm>
            <a:off x="457200" y="594360"/>
            <a:ext cx="7086600" cy="567600"/>
          </a:xfrm>
          <a:prstGeom prst="rect">
            <a:avLst/>
          </a:prstGeom>
          <a:noFill/>
          <a:ln>
            <a:noFill/>
          </a:ln>
        </p:spPr>
        <p:txBody>
          <a:bodyPr anchorCtr="0" anchor="t" bIns="0" lIns="0" spcFirstLastPara="1" rIns="0" wrap="square" tIns="0">
            <a:normAutofit/>
          </a:bodyPr>
          <a:lstStyle>
            <a:lvl1pPr lvl="0" algn="l">
              <a:lnSpc>
                <a:spcPct val="80000"/>
              </a:lnSpc>
              <a:spcBef>
                <a:spcPts val="0"/>
              </a:spcBef>
              <a:spcAft>
                <a:spcPts val="0"/>
              </a:spcAft>
              <a:buClr>
                <a:schemeClr val="dk1"/>
              </a:buClr>
              <a:buSzPts val="2000"/>
              <a:buFont typeface="Verizon NHG DS"/>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81" name="Google Shape;281;p44"/>
          <p:cNvSpPr txBox="1"/>
          <p:nvPr>
            <p:ph idx="1" type="body"/>
          </p:nvPr>
        </p:nvSpPr>
        <p:spPr>
          <a:xfrm>
            <a:off x="457200" y="1352550"/>
            <a:ext cx="7086600" cy="3086100"/>
          </a:xfrm>
          <a:prstGeom prst="rect">
            <a:avLst/>
          </a:prstGeom>
          <a:noFill/>
          <a:ln>
            <a:noFill/>
          </a:ln>
        </p:spPr>
        <p:txBody>
          <a:bodyPr anchorCtr="0" anchor="t" bIns="0" lIns="0" spcFirstLastPara="1" rIns="0" wrap="square" tIns="0">
            <a:normAutofit/>
          </a:bodyPr>
          <a:lstStyle>
            <a:lvl1pPr indent="-330200" lvl="0" marL="457200" algn="l">
              <a:lnSpc>
                <a:spcPct val="100000"/>
              </a:lnSpc>
              <a:spcBef>
                <a:spcPts val="900"/>
              </a:spcBef>
              <a:spcAft>
                <a:spcPts val="0"/>
              </a:spcAft>
              <a:buClr>
                <a:schemeClr val="dk1"/>
              </a:buClr>
              <a:buSzPts val="1600"/>
              <a:buFont typeface="Verizon NHG DS"/>
              <a:buAutoNum type="arabicPeriod"/>
              <a:defRPr sz="1600"/>
            </a:lvl1pPr>
            <a:lvl2pPr indent="-228600" lvl="1" marL="914400" algn="l">
              <a:lnSpc>
                <a:spcPct val="100000"/>
              </a:lnSpc>
              <a:spcBef>
                <a:spcPts val="900"/>
              </a:spcBef>
              <a:spcAft>
                <a:spcPts val="0"/>
              </a:spcAft>
              <a:buClr>
                <a:schemeClr val="dk1"/>
              </a:buClr>
              <a:buSzPts val="1800"/>
              <a:buNone/>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600"/>
              </a:spcBef>
              <a:spcAft>
                <a:spcPts val="0"/>
              </a:spcAft>
              <a:buClr>
                <a:schemeClr val="dk1"/>
              </a:buClr>
              <a:buSzPts val="1800"/>
              <a:buChar char="-"/>
              <a:defRPr/>
            </a:lvl4pPr>
            <a:lvl5pPr indent="-342900" lvl="4" marL="2286000" algn="l">
              <a:lnSpc>
                <a:spcPct val="100000"/>
              </a:lnSpc>
              <a:spcBef>
                <a:spcPts val="600"/>
              </a:spcBef>
              <a:spcAft>
                <a:spcPts val="0"/>
              </a:spcAft>
              <a:buClr>
                <a:schemeClr val="dk1"/>
              </a:buClr>
              <a:buSzPts val="1800"/>
              <a:buChar char="-"/>
              <a:defRPr/>
            </a:lvl5pPr>
            <a:lvl6pPr indent="-342900" lvl="5" marL="2743200" algn="l">
              <a:lnSpc>
                <a:spcPct val="100000"/>
              </a:lnSpc>
              <a:spcBef>
                <a:spcPts val="600"/>
              </a:spcBef>
              <a:spcAft>
                <a:spcPts val="0"/>
              </a:spcAft>
              <a:buClr>
                <a:schemeClr val="dk1"/>
              </a:buClr>
              <a:buSzPts val="1800"/>
              <a:buChar char="•"/>
              <a:defRPr/>
            </a:lvl6pPr>
            <a:lvl7pPr indent="-342900" lvl="6" marL="3200400" algn="l">
              <a:lnSpc>
                <a:spcPct val="100000"/>
              </a:lnSpc>
              <a:spcBef>
                <a:spcPts val="600"/>
              </a:spcBef>
              <a:spcAft>
                <a:spcPts val="0"/>
              </a:spcAft>
              <a:buClr>
                <a:schemeClr val="dk1"/>
              </a:buClr>
              <a:buSzPts val="1800"/>
              <a:buChar char="•"/>
              <a:defRPr/>
            </a:lvl7pPr>
            <a:lvl8pPr indent="-342900" lvl="7" marL="3657600" algn="l">
              <a:lnSpc>
                <a:spcPct val="100000"/>
              </a:lnSpc>
              <a:spcBef>
                <a:spcPts val="600"/>
              </a:spcBef>
              <a:spcAft>
                <a:spcPts val="0"/>
              </a:spcAft>
              <a:buClr>
                <a:schemeClr val="dk1"/>
              </a:buClr>
              <a:buSzPts val="1800"/>
              <a:buChar char="•"/>
              <a:defRPr/>
            </a:lvl8pPr>
            <a:lvl9pPr indent="-304800" lvl="8" marL="4114800" algn="l">
              <a:lnSpc>
                <a:spcPct val="100000"/>
              </a:lnSpc>
              <a:spcBef>
                <a:spcPts val="600"/>
              </a:spcBef>
              <a:spcAft>
                <a:spcPts val="0"/>
              </a:spcAft>
              <a:buClr>
                <a:schemeClr val="dk1"/>
              </a:buClr>
              <a:buSzPts val="1200"/>
              <a:buChar char="•"/>
              <a:defRPr/>
            </a:lvl9pPr>
          </a:lstStyle>
          <a:p/>
        </p:txBody>
      </p:sp>
      <p:sp>
        <p:nvSpPr>
          <p:cNvPr id="282" name="Google Shape;282;p44"/>
          <p:cNvSpPr txBox="1"/>
          <p:nvPr>
            <p:ph idx="12" type="sldNum"/>
          </p:nvPr>
        </p:nvSpPr>
        <p:spPr>
          <a:xfrm>
            <a:off x="8458200" y="4700016"/>
            <a:ext cx="228600" cy="1077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1pPr>
            <a:lvl2pPr indent="0" lvl="1"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2pPr>
            <a:lvl3pPr indent="0" lvl="2"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3pPr>
            <a:lvl4pPr indent="0" lvl="3"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4pPr>
            <a:lvl5pPr indent="0" lvl="4"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5pPr>
            <a:lvl6pPr indent="0" lvl="5"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6pPr>
            <a:lvl7pPr indent="0" lvl="6"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7pPr>
            <a:lvl8pPr indent="0" lvl="7"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8pPr>
            <a:lvl9pPr indent="0" lvl="8"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9pPr>
          </a:lstStyle>
          <a:p>
            <a:pPr indent="0" lvl="0" marL="0" rtl="0" algn="r">
              <a:spcBef>
                <a:spcPts val="0"/>
              </a:spcBef>
              <a:spcAft>
                <a:spcPts val="0"/>
              </a:spcAft>
              <a:buNone/>
            </a:pPr>
            <a:fld id="{00000000-1234-1234-1234-123412341234}" type="slidenum">
              <a:rPr lang="en"/>
              <a:t>‹#›</a:t>
            </a:fld>
            <a:endParaRPr/>
          </a:p>
        </p:txBody>
      </p:sp>
      <p:cxnSp>
        <p:nvCxnSpPr>
          <p:cNvPr id="283" name="Google Shape;283;p44"/>
          <p:cNvCxnSpPr/>
          <p:nvPr/>
        </p:nvCxnSpPr>
        <p:spPr>
          <a:xfrm>
            <a:off x="457200" y="457200"/>
            <a:ext cx="8229600" cy="0"/>
          </a:xfrm>
          <a:prstGeom prst="straightConnector1">
            <a:avLst/>
          </a:prstGeom>
          <a:noFill/>
          <a:ln cap="flat" cmpd="sng" w="47625">
            <a:solidFill>
              <a:schemeClr val="dk1"/>
            </a:solidFill>
            <a:prstDash val="solid"/>
            <a:round/>
            <a:headEnd len="sm" w="sm" type="none"/>
            <a:tailEnd len="sm" w="sm" type="none"/>
          </a:ln>
        </p:spPr>
      </p:cxn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No Overline">
  <p:cSld name="Complex Chart">
    <p:spTree>
      <p:nvGrpSpPr>
        <p:cNvPr id="284" name="Shape 284"/>
        <p:cNvGrpSpPr/>
        <p:nvPr/>
      </p:nvGrpSpPr>
      <p:grpSpPr>
        <a:xfrm>
          <a:off x="0" y="0"/>
          <a:ext cx="0" cy="0"/>
          <a:chOff x="0" y="0"/>
          <a:chExt cx="0" cy="0"/>
        </a:xfrm>
      </p:grpSpPr>
      <p:sp>
        <p:nvSpPr>
          <p:cNvPr id="285" name="Google Shape;285;p45"/>
          <p:cNvSpPr txBox="1"/>
          <p:nvPr>
            <p:ph idx="12" type="sldNum"/>
          </p:nvPr>
        </p:nvSpPr>
        <p:spPr>
          <a:xfrm>
            <a:off x="8458200" y="4700016"/>
            <a:ext cx="228600" cy="1077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1pPr>
            <a:lvl2pPr indent="0" lvl="1"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2pPr>
            <a:lvl3pPr indent="0" lvl="2"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3pPr>
            <a:lvl4pPr indent="0" lvl="3"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4pPr>
            <a:lvl5pPr indent="0" lvl="4"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5pPr>
            <a:lvl6pPr indent="0" lvl="5"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6pPr>
            <a:lvl7pPr indent="0" lvl="6"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7pPr>
            <a:lvl8pPr indent="0" lvl="7"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8pPr>
            <a:lvl9pPr indent="0" lvl="8"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9pPr>
          </a:lstStyle>
          <a:p>
            <a:pPr indent="0" lvl="0" marL="0" rtl="0" algn="r">
              <a:spcBef>
                <a:spcPts val="0"/>
              </a:spcBef>
              <a:spcAft>
                <a:spcPts val="0"/>
              </a:spcAft>
              <a:buNone/>
            </a:pPr>
            <a:fld id="{00000000-1234-1234-1234-123412341234}" type="slidenum">
              <a:rPr lang="en"/>
              <a:t>‹#›</a:t>
            </a:fld>
            <a:endParaRPr/>
          </a:p>
        </p:txBody>
      </p:sp>
      <p:sp>
        <p:nvSpPr>
          <p:cNvPr id="286" name="Google Shape;286;p45"/>
          <p:cNvSpPr txBox="1"/>
          <p:nvPr>
            <p:ph type="title"/>
          </p:nvPr>
        </p:nvSpPr>
        <p:spPr>
          <a:xfrm>
            <a:off x="457200" y="247650"/>
            <a:ext cx="7086600" cy="685800"/>
          </a:xfrm>
          <a:prstGeom prst="rect">
            <a:avLst/>
          </a:prstGeom>
          <a:noFill/>
          <a:ln>
            <a:noFill/>
          </a:ln>
        </p:spPr>
        <p:txBody>
          <a:bodyPr anchorCtr="0" anchor="t" bIns="0" lIns="0" spcFirstLastPara="1" rIns="0" wrap="square" tIns="0">
            <a:normAutofit/>
          </a:bodyPr>
          <a:lstStyle>
            <a:lvl1pPr lvl="0" algn="l">
              <a:lnSpc>
                <a:spcPct val="80000"/>
              </a:lnSpc>
              <a:spcBef>
                <a:spcPts val="0"/>
              </a:spcBef>
              <a:spcAft>
                <a:spcPts val="0"/>
              </a:spcAft>
              <a:buClr>
                <a:schemeClr val="dk1"/>
              </a:buClr>
              <a:buSzPts val="18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87" name="Google Shape;287;p45"/>
          <p:cNvSpPr txBox="1"/>
          <p:nvPr>
            <p:ph idx="1" type="body"/>
          </p:nvPr>
        </p:nvSpPr>
        <p:spPr>
          <a:xfrm>
            <a:off x="457200" y="590550"/>
            <a:ext cx="8229600" cy="38481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900"/>
              </a:spcBef>
              <a:spcAft>
                <a:spcPts val="0"/>
              </a:spcAft>
              <a:buClr>
                <a:schemeClr val="dk1"/>
              </a:buClr>
              <a:buSzPts val="1800"/>
              <a:buNone/>
              <a:defRPr/>
            </a:lvl1pPr>
            <a:lvl2pPr indent="-228600" lvl="1" marL="914400" algn="l">
              <a:lnSpc>
                <a:spcPct val="100000"/>
              </a:lnSpc>
              <a:spcBef>
                <a:spcPts val="900"/>
              </a:spcBef>
              <a:spcAft>
                <a:spcPts val="0"/>
              </a:spcAft>
              <a:buClr>
                <a:schemeClr val="dk1"/>
              </a:buClr>
              <a:buSzPts val="1800"/>
              <a:buNone/>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600"/>
              </a:spcBef>
              <a:spcAft>
                <a:spcPts val="0"/>
              </a:spcAft>
              <a:buClr>
                <a:schemeClr val="dk1"/>
              </a:buClr>
              <a:buSzPts val="1800"/>
              <a:buChar char="-"/>
              <a:defRPr/>
            </a:lvl4pPr>
            <a:lvl5pPr indent="-342900" lvl="4" marL="2286000" algn="l">
              <a:lnSpc>
                <a:spcPct val="100000"/>
              </a:lnSpc>
              <a:spcBef>
                <a:spcPts val="600"/>
              </a:spcBef>
              <a:spcAft>
                <a:spcPts val="0"/>
              </a:spcAft>
              <a:buClr>
                <a:schemeClr val="dk1"/>
              </a:buClr>
              <a:buSzPts val="1800"/>
              <a:buChar char="-"/>
              <a:defRPr/>
            </a:lvl5pPr>
            <a:lvl6pPr indent="-342900" lvl="5" marL="2743200" algn="l">
              <a:lnSpc>
                <a:spcPct val="100000"/>
              </a:lnSpc>
              <a:spcBef>
                <a:spcPts val="600"/>
              </a:spcBef>
              <a:spcAft>
                <a:spcPts val="0"/>
              </a:spcAft>
              <a:buClr>
                <a:schemeClr val="dk1"/>
              </a:buClr>
              <a:buSzPts val="1800"/>
              <a:buChar char="•"/>
              <a:defRPr/>
            </a:lvl6pPr>
            <a:lvl7pPr indent="-342900" lvl="6" marL="3200400" algn="l">
              <a:lnSpc>
                <a:spcPct val="100000"/>
              </a:lnSpc>
              <a:spcBef>
                <a:spcPts val="600"/>
              </a:spcBef>
              <a:spcAft>
                <a:spcPts val="0"/>
              </a:spcAft>
              <a:buClr>
                <a:schemeClr val="dk1"/>
              </a:buClr>
              <a:buSzPts val="1800"/>
              <a:buChar char="•"/>
              <a:defRPr/>
            </a:lvl7pPr>
            <a:lvl8pPr indent="-342900" lvl="7" marL="3657600" algn="l">
              <a:lnSpc>
                <a:spcPct val="100000"/>
              </a:lnSpc>
              <a:spcBef>
                <a:spcPts val="600"/>
              </a:spcBef>
              <a:spcAft>
                <a:spcPts val="0"/>
              </a:spcAft>
              <a:buClr>
                <a:schemeClr val="dk1"/>
              </a:buClr>
              <a:buSzPts val="1800"/>
              <a:buChar char="•"/>
              <a:defRPr/>
            </a:lvl8pPr>
            <a:lvl9pPr indent="-342900" lvl="8" marL="4114800" algn="l">
              <a:lnSpc>
                <a:spcPct val="100000"/>
              </a:lnSpc>
              <a:spcBef>
                <a:spcPts val="600"/>
              </a:spcBef>
              <a:spcAft>
                <a:spcPts val="0"/>
              </a:spcAft>
              <a:buClr>
                <a:schemeClr val="dk1"/>
              </a:buClr>
              <a:buSzPts val="1800"/>
              <a:buChar char="•"/>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Cover">
  <p:cSld name="Cover slide - wht">
    <p:spTree>
      <p:nvGrpSpPr>
        <p:cNvPr id="288" name="Shape 288"/>
        <p:cNvGrpSpPr/>
        <p:nvPr/>
      </p:nvGrpSpPr>
      <p:grpSpPr>
        <a:xfrm>
          <a:off x="0" y="0"/>
          <a:ext cx="0" cy="0"/>
          <a:chOff x="0" y="0"/>
          <a:chExt cx="0" cy="0"/>
        </a:xfrm>
      </p:grpSpPr>
      <p:sp>
        <p:nvSpPr>
          <p:cNvPr id="289" name="Google Shape;289;p46"/>
          <p:cNvSpPr txBox="1"/>
          <p:nvPr>
            <p:ph type="ctrTitle"/>
          </p:nvPr>
        </p:nvSpPr>
        <p:spPr>
          <a:xfrm>
            <a:off x="457200" y="463073"/>
            <a:ext cx="6271800" cy="1737300"/>
          </a:xfrm>
          <a:prstGeom prst="rect">
            <a:avLst/>
          </a:prstGeom>
          <a:noFill/>
          <a:ln>
            <a:noFill/>
          </a:ln>
        </p:spPr>
        <p:txBody>
          <a:bodyPr anchorCtr="0" anchor="t" bIns="0" lIns="0" spcFirstLastPara="1" rIns="0" wrap="square" tIns="0">
            <a:noAutofit/>
          </a:bodyPr>
          <a:lstStyle>
            <a:lvl1pPr lvl="0" algn="l">
              <a:lnSpc>
                <a:spcPct val="80000"/>
              </a:lnSpc>
              <a:spcBef>
                <a:spcPts val="0"/>
              </a:spcBef>
              <a:spcAft>
                <a:spcPts val="0"/>
              </a:spcAft>
              <a:buClr>
                <a:schemeClr val="dk1"/>
              </a:buClr>
              <a:buSzPts val="6000"/>
              <a:buFont typeface="Verizon NHG DS"/>
              <a:buNone/>
              <a:defRPr b="1" i="0" sz="6000">
                <a:latin typeface="Verizon NHG DS"/>
                <a:ea typeface="Verizon NHG DS"/>
                <a:cs typeface="Verizon NHG DS"/>
                <a:sym typeface="Verizon NHG DS"/>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90" name="Google Shape;290;p46"/>
          <p:cNvSpPr txBox="1"/>
          <p:nvPr>
            <p:ph idx="1" type="subTitle"/>
          </p:nvPr>
        </p:nvSpPr>
        <p:spPr>
          <a:xfrm>
            <a:off x="457200" y="2291873"/>
            <a:ext cx="4114800" cy="1371600"/>
          </a:xfrm>
          <a:prstGeom prst="rect">
            <a:avLst/>
          </a:prstGeom>
          <a:noFill/>
          <a:ln>
            <a:noFill/>
          </a:ln>
        </p:spPr>
        <p:txBody>
          <a:bodyPr anchorCtr="0" anchor="t" bIns="0" lIns="0" spcFirstLastPara="1" rIns="0" wrap="square" tIns="0">
            <a:noAutofit/>
          </a:bodyPr>
          <a:lstStyle>
            <a:lvl1pPr lvl="0" algn="l">
              <a:lnSpc>
                <a:spcPct val="80000"/>
              </a:lnSpc>
              <a:spcBef>
                <a:spcPts val="900"/>
              </a:spcBef>
              <a:spcAft>
                <a:spcPts val="0"/>
              </a:spcAft>
              <a:buClr>
                <a:schemeClr val="dk1"/>
              </a:buClr>
              <a:buSzPts val="2400"/>
              <a:buFont typeface="Verizon NHG TX"/>
              <a:buNone/>
              <a:defRPr b="0" i="0" sz="2400">
                <a:solidFill>
                  <a:schemeClr val="dk1"/>
                </a:solidFill>
                <a:latin typeface="Verizon NHG TX"/>
                <a:ea typeface="Verizon NHG TX"/>
                <a:cs typeface="Verizon NHG TX"/>
                <a:sym typeface="Verizon NHG TX"/>
              </a:defRPr>
            </a:lvl1pPr>
            <a:lvl2pPr lvl="1" algn="l">
              <a:lnSpc>
                <a:spcPct val="80000"/>
              </a:lnSpc>
              <a:spcBef>
                <a:spcPts val="900"/>
              </a:spcBef>
              <a:spcAft>
                <a:spcPts val="0"/>
              </a:spcAft>
              <a:buClr>
                <a:schemeClr val="dk1"/>
              </a:buClr>
              <a:buSzPts val="2000"/>
              <a:buFont typeface="Verizon NHG TX"/>
              <a:buNone/>
              <a:defRPr b="1" sz="2000">
                <a:solidFill>
                  <a:schemeClr val="dk1"/>
                </a:solidFill>
              </a:defRPr>
            </a:lvl2pPr>
            <a:lvl3pPr lvl="2" algn="l">
              <a:lnSpc>
                <a:spcPct val="80000"/>
              </a:lnSpc>
              <a:spcBef>
                <a:spcPts val="900"/>
              </a:spcBef>
              <a:spcAft>
                <a:spcPts val="0"/>
              </a:spcAft>
              <a:buClr>
                <a:schemeClr val="dk1"/>
              </a:buClr>
              <a:buSzPts val="2000"/>
              <a:buNone/>
              <a:defRPr b="1" sz="2000">
                <a:solidFill>
                  <a:schemeClr val="dk1"/>
                </a:solidFill>
              </a:defRPr>
            </a:lvl3pPr>
            <a:lvl4pPr lvl="3" algn="l">
              <a:lnSpc>
                <a:spcPct val="80000"/>
              </a:lnSpc>
              <a:spcBef>
                <a:spcPts val="900"/>
              </a:spcBef>
              <a:spcAft>
                <a:spcPts val="0"/>
              </a:spcAft>
              <a:buClr>
                <a:schemeClr val="dk1"/>
              </a:buClr>
              <a:buSzPts val="2000"/>
              <a:buNone/>
              <a:defRPr b="1" sz="2000">
                <a:solidFill>
                  <a:schemeClr val="dk1"/>
                </a:solidFill>
              </a:defRPr>
            </a:lvl4pPr>
            <a:lvl5pPr lvl="4" algn="l">
              <a:lnSpc>
                <a:spcPct val="80000"/>
              </a:lnSpc>
              <a:spcBef>
                <a:spcPts val="900"/>
              </a:spcBef>
              <a:spcAft>
                <a:spcPts val="0"/>
              </a:spcAft>
              <a:buClr>
                <a:schemeClr val="dk1"/>
              </a:buClr>
              <a:buSzPts val="2000"/>
              <a:buNone/>
              <a:defRPr b="1" sz="2000">
                <a:solidFill>
                  <a:schemeClr val="dk1"/>
                </a:solidFill>
              </a:defRPr>
            </a:lvl5pPr>
            <a:lvl6pPr lvl="5" algn="l">
              <a:lnSpc>
                <a:spcPct val="80000"/>
              </a:lnSpc>
              <a:spcBef>
                <a:spcPts val="900"/>
              </a:spcBef>
              <a:spcAft>
                <a:spcPts val="0"/>
              </a:spcAft>
              <a:buClr>
                <a:schemeClr val="dk1"/>
              </a:buClr>
              <a:buSzPts val="2000"/>
              <a:buNone/>
              <a:defRPr b="1" sz="2000">
                <a:solidFill>
                  <a:schemeClr val="dk1"/>
                </a:solidFill>
              </a:defRPr>
            </a:lvl6pPr>
            <a:lvl7pPr lvl="6" algn="l">
              <a:lnSpc>
                <a:spcPct val="80000"/>
              </a:lnSpc>
              <a:spcBef>
                <a:spcPts val="900"/>
              </a:spcBef>
              <a:spcAft>
                <a:spcPts val="0"/>
              </a:spcAft>
              <a:buClr>
                <a:schemeClr val="dk1"/>
              </a:buClr>
              <a:buSzPts val="2000"/>
              <a:buNone/>
              <a:defRPr b="1" sz="2000">
                <a:solidFill>
                  <a:schemeClr val="dk1"/>
                </a:solidFill>
              </a:defRPr>
            </a:lvl7pPr>
            <a:lvl8pPr lvl="7" algn="l">
              <a:lnSpc>
                <a:spcPct val="80000"/>
              </a:lnSpc>
              <a:spcBef>
                <a:spcPts val="900"/>
              </a:spcBef>
              <a:spcAft>
                <a:spcPts val="0"/>
              </a:spcAft>
              <a:buClr>
                <a:schemeClr val="dk1"/>
              </a:buClr>
              <a:buSzPts val="2000"/>
              <a:buNone/>
              <a:defRPr b="1" sz="2000">
                <a:solidFill>
                  <a:schemeClr val="dk1"/>
                </a:solidFill>
              </a:defRPr>
            </a:lvl8pPr>
            <a:lvl9pPr lvl="8" algn="l">
              <a:lnSpc>
                <a:spcPct val="80000"/>
              </a:lnSpc>
              <a:spcBef>
                <a:spcPts val="900"/>
              </a:spcBef>
              <a:spcAft>
                <a:spcPts val="0"/>
              </a:spcAft>
              <a:buClr>
                <a:schemeClr val="dk1"/>
              </a:buClr>
              <a:buSzPts val="2000"/>
              <a:buNone/>
              <a:defRPr b="1" sz="2000">
                <a:solidFill>
                  <a:schemeClr val="dk1"/>
                </a:solidFill>
              </a:defRPr>
            </a:lvl9pPr>
          </a:lstStyle>
          <a:p/>
        </p:txBody>
      </p:sp>
      <p:sp>
        <p:nvSpPr>
          <p:cNvPr id="291" name="Google Shape;291;p46"/>
          <p:cNvSpPr/>
          <p:nvPr/>
        </p:nvSpPr>
        <p:spPr>
          <a:xfrm>
            <a:off x="44181" y="4572318"/>
            <a:ext cx="8513100" cy="5712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Verizon NHG TX"/>
              <a:ea typeface="Verizon NHG TX"/>
              <a:cs typeface="Verizon NHG TX"/>
              <a:sym typeface="Verizon NHG TX"/>
            </a:endParaRPr>
          </a:p>
        </p:txBody>
      </p:sp>
      <p:pic>
        <p:nvPicPr>
          <p:cNvPr id="292" name="Google Shape;292;p46"/>
          <p:cNvPicPr preferRelativeResize="0"/>
          <p:nvPr/>
        </p:nvPicPr>
        <p:blipFill rotWithShape="1">
          <a:blip r:embed="rId2">
            <a:alphaModFix/>
          </a:blip>
          <a:srcRect b="0" l="0" r="0" t="0"/>
          <a:stretch/>
        </p:blipFill>
        <p:spPr>
          <a:xfrm>
            <a:off x="7240137" y="3106187"/>
            <a:ext cx="1981181" cy="2137963"/>
          </a:xfrm>
          <a:prstGeom prst="rect">
            <a:avLst/>
          </a:prstGeom>
          <a:noFill/>
          <a:ln>
            <a:noFill/>
          </a:ln>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293" name="Shape 293"/>
        <p:cNvGrpSpPr/>
        <p:nvPr/>
      </p:nvGrpSpPr>
      <p:grpSpPr>
        <a:xfrm>
          <a:off x="0" y="0"/>
          <a:ext cx="0" cy="0"/>
          <a:chOff x="0" y="0"/>
          <a:chExt cx="0" cy="0"/>
        </a:xfrm>
      </p:grpSpPr>
      <p:pic>
        <p:nvPicPr>
          <p:cNvPr id="294" name="Google Shape;294;p47"/>
          <p:cNvPicPr preferRelativeResize="0"/>
          <p:nvPr/>
        </p:nvPicPr>
        <p:blipFill rotWithShape="1">
          <a:blip r:embed="rId2">
            <a:alphaModFix/>
          </a:blip>
          <a:srcRect b="0" l="0" r="0" t="0"/>
          <a:stretch/>
        </p:blipFill>
        <p:spPr>
          <a:xfrm>
            <a:off x="229133" y="4768923"/>
            <a:ext cx="637643" cy="142756"/>
          </a:xfrm>
          <a:prstGeom prst="rect">
            <a:avLst/>
          </a:prstGeom>
          <a:noFill/>
          <a:ln>
            <a:noFill/>
          </a:ln>
        </p:spPr>
      </p:pic>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ondary Cover - Black">
  <p:cSld name="Secondary Cover - Black_1">
    <p:bg>
      <p:bgPr>
        <a:solidFill>
          <a:schemeClr val="dk1"/>
        </a:solidFill>
      </p:bgPr>
    </p:bg>
    <p:spTree>
      <p:nvGrpSpPr>
        <p:cNvPr id="295" name="Shape 295"/>
        <p:cNvGrpSpPr/>
        <p:nvPr/>
      </p:nvGrpSpPr>
      <p:grpSpPr>
        <a:xfrm>
          <a:off x="0" y="0"/>
          <a:ext cx="0" cy="0"/>
          <a:chOff x="0" y="0"/>
          <a:chExt cx="0" cy="0"/>
        </a:xfrm>
      </p:grpSpPr>
      <p:sp>
        <p:nvSpPr>
          <p:cNvPr id="296" name="Google Shape;296;p48"/>
          <p:cNvSpPr txBox="1"/>
          <p:nvPr/>
        </p:nvSpPr>
        <p:spPr>
          <a:xfrm>
            <a:off x="8656820" y="4759509"/>
            <a:ext cx="258000" cy="1692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1" i="0" lang="en" sz="1100" u="none" cap="none" strike="noStrike">
                <a:solidFill>
                  <a:schemeClr val="accent6"/>
                </a:solidFill>
                <a:latin typeface="Verizon NHG TX"/>
                <a:ea typeface="Verizon NHG TX"/>
                <a:cs typeface="Verizon NHG TX"/>
                <a:sym typeface="Verizon NHG TX"/>
              </a:rPr>
              <a:t>‹#›</a:t>
            </a:fld>
            <a:endParaRPr b="1" i="0" sz="1100" u="none" cap="none" strike="noStrike">
              <a:solidFill>
                <a:schemeClr val="accent6"/>
              </a:solidFill>
              <a:latin typeface="Verizon NHG TX"/>
              <a:ea typeface="Verizon NHG TX"/>
              <a:cs typeface="Verizon NHG TX"/>
              <a:sym typeface="Verizon NHG TX"/>
            </a:endParaRPr>
          </a:p>
        </p:txBody>
      </p:sp>
      <p:pic>
        <p:nvPicPr>
          <p:cNvPr id="297" name="Google Shape;297;p48"/>
          <p:cNvPicPr preferRelativeResize="0"/>
          <p:nvPr/>
        </p:nvPicPr>
        <p:blipFill rotWithShape="1">
          <a:blip r:embed="rId2">
            <a:alphaModFix/>
          </a:blip>
          <a:srcRect b="0" l="0" r="0" t="0"/>
          <a:stretch/>
        </p:blipFill>
        <p:spPr>
          <a:xfrm>
            <a:off x="228600" y="228600"/>
            <a:ext cx="628650" cy="142875"/>
          </a:xfrm>
          <a:prstGeom prst="rect">
            <a:avLst/>
          </a:prstGeom>
          <a:noFill/>
          <a:ln>
            <a:noFill/>
          </a:ln>
        </p:spPr>
      </p:pic>
      <p:sp>
        <p:nvSpPr>
          <p:cNvPr id="298" name="Google Shape;298;p48"/>
          <p:cNvSpPr txBox="1"/>
          <p:nvPr>
            <p:ph idx="1" type="body"/>
          </p:nvPr>
        </p:nvSpPr>
        <p:spPr>
          <a:xfrm>
            <a:off x="226219" y="3429000"/>
            <a:ext cx="5751900" cy="1571100"/>
          </a:xfrm>
          <a:prstGeom prst="rect">
            <a:avLst/>
          </a:prstGeom>
          <a:noFill/>
          <a:ln>
            <a:noFill/>
          </a:ln>
        </p:spPr>
        <p:txBody>
          <a:bodyPr anchorCtr="0" anchor="b" bIns="0" lIns="0" spcFirstLastPara="1" rIns="0" wrap="square" tIns="0">
            <a:normAutofit/>
          </a:bodyPr>
          <a:lstStyle>
            <a:lvl1pPr indent="-228600" lvl="0" marL="457200" marR="0" algn="l">
              <a:lnSpc>
                <a:spcPct val="101250"/>
              </a:lnSpc>
              <a:spcBef>
                <a:spcPts val="0"/>
              </a:spcBef>
              <a:spcAft>
                <a:spcPts val="0"/>
              </a:spcAft>
              <a:buClr>
                <a:schemeClr val="lt1"/>
              </a:buClr>
              <a:buSzPts val="3600"/>
              <a:buFont typeface="Verizon NHG TX"/>
              <a:buNone/>
              <a:defRPr b="1" i="0" sz="3600" u="none" cap="none" strike="noStrike">
                <a:solidFill>
                  <a:schemeClr val="l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299" name="Google Shape;299;p48"/>
          <p:cNvSpPr txBox="1"/>
          <p:nvPr>
            <p:ph idx="2" type="body"/>
          </p:nvPr>
        </p:nvSpPr>
        <p:spPr>
          <a:xfrm>
            <a:off x="226219" y="2633614"/>
            <a:ext cx="5751900" cy="685800"/>
          </a:xfrm>
          <a:prstGeom prst="rect">
            <a:avLst/>
          </a:prstGeom>
          <a:noFill/>
          <a:ln>
            <a:noFill/>
          </a:ln>
        </p:spPr>
        <p:txBody>
          <a:bodyPr anchorCtr="0" anchor="t" bIns="0" lIns="0" spcFirstLastPara="1" rIns="0" wrap="square" tIns="0">
            <a:normAutofit/>
          </a:bodyPr>
          <a:lstStyle>
            <a:lvl1pPr indent="-228600" lvl="0" marL="457200" marR="0" algn="l">
              <a:lnSpc>
                <a:spcPct val="105161"/>
              </a:lnSpc>
              <a:spcBef>
                <a:spcPts val="0"/>
              </a:spcBef>
              <a:spcAft>
                <a:spcPts val="0"/>
              </a:spcAft>
              <a:buClr>
                <a:schemeClr val="lt1"/>
              </a:buClr>
              <a:buSzPts val="2300"/>
              <a:buFont typeface="Verizon NHG TX"/>
              <a:buNone/>
              <a:defRPr b="1" i="0" sz="2300" u="none" cap="none" strike="noStrike">
                <a:solidFill>
                  <a:schemeClr val="l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300" name="Google Shape;300;p48"/>
          <p:cNvPicPr preferRelativeResize="0"/>
          <p:nvPr/>
        </p:nvPicPr>
        <p:blipFill rotWithShape="1">
          <a:blip r:embed="rId3">
            <a:alphaModFix/>
          </a:blip>
          <a:srcRect b="0" l="0" r="0" t="0"/>
          <a:stretch/>
        </p:blipFill>
        <p:spPr>
          <a:xfrm>
            <a:off x="6413157" y="2629904"/>
            <a:ext cx="2502241" cy="2288250"/>
          </a:xfrm>
          <a:prstGeom prst="rect">
            <a:avLst/>
          </a:prstGeom>
          <a:noFill/>
          <a:ln>
            <a:noFill/>
          </a:ln>
        </p:spPr>
      </p:pic>
      <p:sp>
        <p:nvSpPr>
          <p:cNvPr id="301" name="Google Shape;301;p48"/>
          <p:cNvSpPr txBox="1"/>
          <p:nvPr>
            <p:ph idx="12" type="sldNum"/>
          </p:nvPr>
        </p:nvSpPr>
        <p:spPr>
          <a:xfrm>
            <a:off x="8556784" y="4749851"/>
            <a:ext cx="5487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Stone">
  <p:cSld name="Divider - Stone">
    <p:bg>
      <p:bgPr>
        <a:solidFill>
          <a:srgbClr val="F3EDE0"/>
        </a:solidFill>
      </p:bgPr>
    </p:bg>
    <p:spTree>
      <p:nvGrpSpPr>
        <p:cNvPr id="302" name="Shape 302"/>
        <p:cNvGrpSpPr/>
        <p:nvPr/>
      </p:nvGrpSpPr>
      <p:grpSpPr>
        <a:xfrm>
          <a:off x="0" y="0"/>
          <a:ext cx="0" cy="0"/>
          <a:chOff x="0" y="0"/>
          <a:chExt cx="0" cy="0"/>
        </a:xfrm>
      </p:grpSpPr>
      <p:sp>
        <p:nvSpPr>
          <p:cNvPr id="303" name="Google Shape;303;p49"/>
          <p:cNvSpPr txBox="1"/>
          <p:nvPr>
            <p:ph idx="1" type="body"/>
          </p:nvPr>
        </p:nvSpPr>
        <p:spPr>
          <a:xfrm>
            <a:off x="226219" y="228600"/>
            <a:ext cx="6487800" cy="1485900"/>
          </a:xfrm>
          <a:prstGeom prst="rect">
            <a:avLst/>
          </a:prstGeom>
          <a:noFill/>
          <a:ln>
            <a:noFill/>
          </a:ln>
        </p:spPr>
        <p:txBody>
          <a:bodyPr anchorCtr="0" anchor="t" bIns="0" lIns="0" spcFirstLastPara="1" rIns="0" wrap="square" tIns="0">
            <a:normAutofit/>
          </a:bodyPr>
          <a:lstStyle>
            <a:lvl1pPr indent="-228600" lvl="0" marL="457200" marR="0" algn="l">
              <a:lnSpc>
                <a:spcPct val="99090"/>
              </a:lnSpc>
              <a:spcBef>
                <a:spcPts val="0"/>
              </a:spcBef>
              <a:spcAft>
                <a:spcPts val="0"/>
              </a:spcAft>
              <a:buClr>
                <a:srgbClr val="F50A23"/>
              </a:buClr>
              <a:buSzPts val="5000"/>
              <a:buFont typeface="Verizon NHG TX"/>
              <a:buNone/>
              <a:defRPr b="1" i="0" sz="5000" u="none" cap="none" strike="noStrike">
                <a:solidFill>
                  <a:srgbClr val="F50A23"/>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304" name="Google Shape;304;p49"/>
          <p:cNvSpPr txBox="1"/>
          <p:nvPr>
            <p:ph idx="2" type="body"/>
          </p:nvPr>
        </p:nvSpPr>
        <p:spPr>
          <a:xfrm>
            <a:off x="226219" y="2638020"/>
            <a:ext cx="6487800" cy="1476600"/>
          </a:xfrm>
          <a:prstGeom prst="rect">
            <a:avLst/>
          </a:prstGeom>
          <a:noFill/>
          <a:ln>
            <a:noFill/>
          </a:ln>
        </p:spPr>
        <p:txBody>
          <a:bodyPr anchorCtr="0" anchor="t" bIns="0" lIns="0" spcFirstLastPara="1" rIns="0" wrap="square" tIns="0">
            <a:normAutofit/>
          </a:bodyPr>
          <a:lstStyle>
            <a:lvl1pPr indent="-228600" lvl="0" marL="457200" marR="0" algn="l">
              <a:lnSpc>
                <a:spcPct val="98125"/>
              </a:lnSpc>
              <a:spcBef>
                <a:spcPts val="0"/>
              </a:spcBef>
              <a:spcAft>
                <a:spcPts val="0"/>
              </a:spcAft>
              <a:buClr>
                <a:schemeClr val="dk1"/>
              </a:buClr>
              <a:buSzPts val="2400"/>
              <a:buFont typeface="Verizon NHG TX"/>
              <a:buNone/>
              <a:defRPr b="1" i="0" sz="24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305" name="Google Shape;305;p49"/>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b="0" i="0" sz="1100" u="none" cap="none" strike="noStrike">
              <a:solidFill>
                <a:srgbClr val="000000"/>
              </a:solidFill>
              <a:latin typeface="Verizon NHG TX"/>
              <a:ea typeface="Verizon NHG TX"/>
              <a:cs typeface="Verizon NHG TX"/>
              <a:sym typeface="Verizon NHG TX"/>
            </a:endParaRPr>
          </a:p>
        </p:txBody>
      </p:sp>
      <p:sp>
        <p:nvSpPr>
          <p:cNvPr id="306" name="Google Shape;306;p49"/>
          <p:cNvSpPr txBox="1"/>
          <p:nvPr/>
        </p:nvSpPr>
        <p:spPr>
          <a:xfrm>
            <a:off x="8642255" y="4759509"/>
            <a:ext cx="272700" cy="1692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1" i="0" lang="en" sz="1100" u="none" cap="none" strike="noStrike">
                <a:solidFill>
                  <a:schemeClr val="accent1"/>
                </a:solidFill>
                <a:latin typeface="Verizon NHG TX"/>
                <a:ea typeface="Verizon NHG TX"/>
                <a:cs typeface="Verizon NHG TX"/>
                <a:sym typeface="Verizon NHG TX"/>
              </a:rPr>
              <a:t>‹#›</a:t>
            </a:fld>
            <a:endParaRPr b="1" i="0" sz="1100" u="none" cap="none" strike="noStrike">
              <a:solidFill>
                <a:schemeClr val="accent1"/>
              </a:solidFill>
              <a:latin typeface="Verizon NHG TX"/>
              <a:ea typeface="Verizon NHG TX"/>
              <a:cs typeface="Verizon NHG TX"/>
              <a:sym typeface="Verizon NHG TX"/>
            </a:endParaRPr>
          </a:p>
        </p:txBody>
      </p:sp>
      <p:pic>
        <p:nvPicPr>
          <p:cNvPr id="307" name="Google Shape;307;p49"/>
          <p:cNvPicPr preferRelativeResize="0"/>
          <p:nvPr/>
        </p:nvPicPr>
        <p:blipFill rotWithShape="1">
          <a:blip r:embed="rId2">
            <a:alphaModFix/>
          </a:blip>
          <a:srcRect b="0" l="0" r="0" t="0"/>
          <a:stretch/>
        </p:blipFill>
        <p:spPr>
          <a:xfrm>
            <a:off x="229133" y="4768923"/>
            <a:ext cx="637643" cy="142756"/>
          </a:xfrm>
          <a:prstGeom prst="rect">
            <a:avLst/>
          </a:prstGeom>
          <a:noFill/>
          <a:ln>
            <a:noFill/>
          </a:ln>
        </p:spPr>
      </p:pic>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TOC - White">
  <p:cSld name="Agenda/TOC - White_1">
    <p:spTree>
      <p:nvGrpSpPr>
        <p:cNvPr id="308" name="Shape 308"/>
        <p:cNvGrpSpPr/>
        <p:nvPr/>
      </p:nvGrpSpPr>
      <p:grpSpPr>
        <a:xfrm>
          <a:off x="0" y="0"/>
          <a:ext cx="0" cy="0"/>
          <a:chOff x="0" y="0"/>
          <a:chExt cx="0" cy="0"/>
        </a:xfrm>
      </p:grpSpPr>
      <p:sp>
        <p:nvSpPr>
          <p:cNvPr id="309" name="Google Shape;309;p50"/>
          <p:cNvSpPr txBox="1"/>
          <p:nvPr>
            <p:ph idx="1" type="body"/>
          </p:nvPr>
        </p:nvSpPr>
        <p:spPr>
          <a:xfrm>
            <a:off x="224370" y="230377"/>
            <a:ext cx="7953600" cy="676500"/>
          </a:xfrm>
          <a:prstGeom prst="rect">
            <a:avLst/>
          </a:prstGeom>
          <a:noFill/>
          <a:ln>
            <a:noFill/>
          </a:ln>
        </p:spPr>
        <p:txBody>
          <a:bodyPr anchorCtr="0" anchor="t" bIns="0" lIns="0" spcFirstLastPara="1" rIns="0" wrap="square" tIns="0">
            <a:normAutofit/>
          </a:bodyPr>
          <a:lstStyle>
            <a:lvl1pPr indent="-228600" lvl="0" marL="457200" marR="0" algn="l">
              <a:lnSpc>
                <a:spcPct val="136250"/>
              </a:lnSpc>
              <a:spcBef>
                <a:spcPts val="0"/>
              </a:spcBef>
              <a:spcAft>
                <a:spcPts val="0"/>
              </a:spcAft>
              <a:buClr>
                <a:srgbClr val="F50A23"/>
              </a:buClr>
              <a:buSzPts val="3600"/>
              <a:buFont typeface="Verizon NHG TX"/>
              <a:buNone/>
              <a:defRPr b="1" i="0" sz="3600" u="none" cap="none" strike="noStrike">
                <a:solidFill>
                  <a:srgbClr val="F50A23"/>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310" name="Google Shape;310;p50"/>
          <p:cNvPicPr preferRelativeResize="0"/>
          <p:nvPr/>
        </p:nvPicPr>
        <p:blipFill rotWithShape="1">
          <a:blip r:embed="rId2">
            <a:alphaModFix/>
          </a:blip>
          <a:srcRect b="0" l="0" r="0" t="0"/>
          <a:stretch/>
        </p:blipFill>
        <p:spPr>
          <a:xfrm>
            <a:off x="229133" y="4768923"/>
            <a:ext cx="637643" cy="142756"/>
          </a:xfrm>
          <a:prstGeom prst="rect">
            <a:avLst/>
          </a:prstGeom>
          <a:noFill/>
          <a:ln>
            <a:noFill/>
          </a:ln>
        </p:spPr>
      </p:pic>
      <p:sp>
        <p:nvSpPr>
          <p:cNvPr id="311" name="Google Shape;311;p50"/>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b="0" i="0" sz="1100" u="none" cap="none" strike="noStrike">
              <a:solidFill>
                <a:srgbClr val="000000"/>
              </a:solidFill>
              <a:latin typeface="Verizon NHG TX"/>
              <a:ea typeface="Verizon NHG TX"/>
              <a:cs typeface="Verizon NHG TX"/>
              <a:sym typeface="Verizon NHG TX"/>
            </a:endParaRPr>
          </a:p>
        </p:txBody>
      </p:sp>
      <p:sp>
        <p:nvSpPr>
          <p:cNvPr id="312" name="Google Shape;312;p50"/>
          <p:cNvSpPr txBox="1"/>
          <p:nvPr/>
        </p:nvSpPr>
        <p:spPr>
          <a:xfrm>
            <a:off x="8642255" y="4759509"/>
            <a:ext cx="272700" cy="1692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1" i="0" lang="en" sz="1100" u="none" cap="none" strike="noStrike">
                <a:solidFill>
                  <a:schemeClr val="accent1"/>
                </a:solidFill>
                <a:latin typeface="Verizon NHG TX"/>
                <a:ea typeface="Verizon NHG TX"/>
                <a:cs typeface="Verizon NHG TX"/>
                <a:sym typeface="Verizon NHG TX"/>
              </a:rPr>
              <a:t>‹#›</a:t>
            </a:fld>
            <a:endParaRPr b="1" i="0" sz="1100" u="none" cap="none" strike="noStrike">
              <a:solidFill>
                <a:schemeClr val="accent1"/>
              </a:solidFill>
              <a:latin typeface="Verizon NHG TX"/>
              <a:ea typeface="Verizon NHG TX"/>
              <a:cs typeface="Verizon NHG TX"/>
              <a:sym typeface="Verizon NHG TX"/>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statement or Divider - Black">
  <p:cSld name="Large statement or Divider - Black_1">
    <p:bg>
      <p:bgPr>
        <a:solidFill>
          <a:schemeClr val="lt1"/>
        </a:solidFill>
      </p:bgPr>
    </p:bg>
    <p:spTree>
      <p:nvGrpSpPr>
        <p:cNvPr id="313" name="Shape 313"/>
        <p:cNvGrpSpPr/>
        <p:nvPr/>
      </p:nvGrpSpPr>
      <p:grpSpPr>
        <a:xfrm>
          <a:off x="0" y="0"/>
          <a:ext cx="0" cy="0"/>
          <a:chOff x="0" y="0"/>
          <a:chExt cx="0" cy="0"/>
        </a:xfrm>
      </p:grpSpPr>
      <p:sp>
        <p:nvSpPr>
          <p:cNvPr id="314" name="Google Shape;314;p51"/>
          <p:cNvSpPr/>
          <p:nvPr/>
        </p:nvSpPr>
        <p:spPr>
          <a:xfrm>
            <a:off x="260001" y="436221"/>
            <a:ext cx="8621700" cy="3984600"/>
          </a:xfrm>
          <a:prstGeom prst="rect">
            <a:avLst/>
          </a:prstGeom>
          <a:solidFill>
            <a:schemeClr val="dk1"/>
          </a:solidFill>
          <a:ln cap="flat" cmpd="sng" w="82550">
            <a:solidFill>
              <a:schemeClr val="accent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315" name="Google Shape;315;p51"/>
          <p:cNvSpPr txBox="1"/>
          <p:nvPr>
            <p:ph idx="1" type="body"/>
          </p:nvPr>
        </p:nvSpPr>
        <p:spPr>
          <a:xfrm>
            <a:off x="1693069" y="1828800"/>
            <a:ext cx="5753100" cy="1483500"/>
          </a:xfrm>
          <a:prstGeom prst="rect">
            <a:avLst/>
          </a:prstGeom>
          <a:noFill/>
          <a:ln>
            <a:noFill/>
          </a:ln>
        </p:spPr>
        <p:txBody>
          <a:bodyPr anchorCtr="0" anchor="t" bIns="0" lIns="0" spcFirstLastPara="1" rIns="0" wrap="square" tIns="0">
            <a:normAutofit/>
          </a:bodyPr>
          <a:lstStyle>
            <a:lvl1pPr indent="-228600" lvl="0" marL="457200" marR="0" algn="l">
              <a:lnSpc>
                <a:spcPct val="106666"/>
              </a:lnSpc>
              <a:spcBef>
                <a:spcPts val="0"/>
              </a:spcBef>
              <a:spcAft>
                <a:spcPts val="0"/>
              </a:spcAft>
              <a:buClr>
                <a:schemeClr val="lt1"/>
              </a:buClr>
              <a:buSzPts val="5000"/>
              <a:buFont typeface="Verizon NHG TX"/>
              <a:buNone/>
              <a:defRPr b="1" i="0" sz="5000" u="none" cap="none" strike="noStrike">
                <a:solidFill>
                  <a:schemeClr val="l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316" name="Google Shape;316;p51"/>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b="0" i="0" sz="1100" u="none" cap="none" strike="noStrike">
              <a:solidFill>
                <a:srgbClr val="000000"/>
              </a:solidFill>
              <a:latin typeface="Verizon NHG TX"/>
              <a:ea typeface="Verizon NHG TX"/>
              <a:cs typeface="Verizon NHG TX"/>
              <a:sym typeface="Verizon NHG TX"/>
            </a:endParaRPr>
          </a:p>
        </p:txBody>
      </p:sp>
      <p:sp>
        <p:nvSpPr>
          <p:cNvPr id="317" name="Google Shape;317;p51"/>
          <p:cNvSpPr txBox="1"/>
          <p:nvPr/>
        </p:nvSpPr>
        <p:spPr>
          <a:xfrm>
            <a:off x="8642255" y="4759509"/>
            <a:ext cx="272700" cy="1692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1" i="0" lang="en" sz="1100" u="none" cap="none" strike="noStrike">
                <a:solidFill>
                  <a:schemeClr val="accent1"/>
                </a:solidFill>
                <a:latin typeface="Verizon NHG TX"/>
                <a:ea typeface="Verizon NHG TX"/>
                <a:cs typeface="Verizon NHG TX"/>
                <a:sym typeface="Verizon NHG TX"/>
              </a:rPr>
              <a:t>‹#›</a:t>
            </a:fld>
            <a:endParaRPr b="1" i="0" sz="1100" u="none" cap="none" strike="noStrike">
              <a:solidFill>
                <a:schemeClr val="accent1"/>
              </a:solidFill>
              <a:latin typeface="Verizon NHG TX"/>
              <a:ea typeface="Verizon NHG TX"/>
              <a:cs typeface="Verizon NHG TX"/>
              <a:sym typeface="Verizon NHG TX"/>
            </a:endParaRPr>
          </a:p>
        </p:txBody>
      </p:sp>
      <p:pic>
        <p:nvPicPr>
          <p:cNvPr id="318" name="Google Shape;318;p51"/>
          <p:cNvPicPr preferRelativeResize="0"/>
          <p:nvPr/>
        </p:nvPicPr>
        <p:blipFill rotWithShape="1">
          <a:blip r:embed="rId2">
            <a:alphaModFix/>
          </a:blip>
          <a:srcRect b="0" l="0" r="0" t="0"/>
          <a:stretch/>
        </p:blipFill>
        <p:spPr>
          <a:xfrm>
            <a:off x="229133" y="4768923"/>
            <a:ext cx="637643" cy="142756"/>
          </a:xfrm>
          <a:prstGeom prst="rect">
            <a:avLst/>
          </a:prstGeom>
          <a:noFill/>
          <a:ln>
            <a:noFill/>
          </a:ln>
        </p:spPr>
      </p:pic>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list - White">
  <p:cSld name="Big number list - White">
    <p:bg>
      <p:bgPr>
        <a:solidFill>
          <a:schemeClr val="lt1"/>
        </a:solidFill>
      </p:bgPr>
    </p:bg>
    <p:spTree>
      <p:nvGrpSpPr>
        <p:cNvPr id="319" name="Shape 319"/>
        <p:cNvGrpSpPr/>
        <p:nvPr/>
      </p:nvGrpSpPr>
      <p:grpSpPr>
        <a:xfrm>
          <a:off x="0" y="0"/>
          <a:ext cx="0" cy="0"/>
          <a:chOff x="0" y="0"/>
          <a:chExt cx="0" cy="0"/>
        </a:xfrm>
      </p:grpSpPr>
      <p:sp>
        <p:nvSpPr>
          <p:cNvPr id="320" name="Google Shape;320;p52"/>
          <p:cNvSpPr txBox="1"/>
          <p:nvPr>
            <p:ph idx="1" type="body"/>
          </p:nvPr>
        </p:nvSpPr>
        <p:spPr>
          <a:xfrm>
            <a:off x="228601" y="228600"/>
            <a:ext cx="42828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321" name="Google Shape;321;p52"/>
          <p:cNvPicPr preferRelativeResize="0"/>
          <p:nvPr/>
        </p:nvPicPr>
        <p:blipFill rotWithShape="1">
          <a:blip r:embed="rId2">
            <a:alphaModFix/>
          </a:blip>
          <a:srcRect b="0" l="0" r="0" t="0"/>
          <a:stretch/>
        </p:blipFill>
        <p:spPr>
          <a:xfrm>
            <a:off x="229133" y="4768923"/>
            <a:ext cx="637643" cy="142756"/>
          </a:xfrm>
          <a:prstGeom prst="rect">
            <a:avLst/>
          </a:prstGeom>
          <a:noFill/>
          <a:ln>
            <a:noFill/>
          </a:ln>
        </p:spPr>
      </p:pic>
      <p:sp>
        <p:nvSpPr>
          <p:cNvPr id="322" name="Google Shape;322;p52"/>
          <p:cNvSpPr txBox="1"/>
          <p:nvPr>
            <p:ph idx="2" type="body"/>
          </p:nvPr>
        </p:nvSpPr>
        <p:spPr>
          <a:xfrm>
            <a:off x="228599" y="359209"/>
            <a:ext cx="42828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323" name="Google Shape;323;p52"/>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b="0" i="0" sz="1100" u="none" cap="none" strike="noStrike">
              <a:solidFill>
                <a:srgbClr val="000000"/>
              </a:solidFill>
              <a:latin typeface="Verizon NHG TX"/>
              <a:ea typeface="Verizon NHG TX"/>
              <a:cs typeface="Verizon NHG TX"/>
              <a:sym typeface="Verizon NHG TX"/>
            </a:endParaRPr>
          </a:p>
        </p:txBody>
      </p:sp>
      <p:sp>
        <p:nvSpPr>
          <p:cNvPr id="324" name="Google Shape;324;p52"/>
          <p:cNvSpPr txBox="1"/>
          <p:nvPr/>
        </p:nvSpPr>
        <p:spPr>
          <a:xfrm>
            <a:off x="8642255" y="4759509"/>
            <a:ext cx="272700" cy="1692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1" i="0" lang="en" sz="1100" u="none" cap="none" strike="noStrike">
                <a:solidFill>
                  <a:schemeClr val="accent1"/>
                </a:solidFill>
                <a:latin typeface="Verizon NHG TX"/>
                <a:ea typeface="Verizon NHG TX"/>
                <a:cs typeface="Verizon NHG TX"/>
                <a:sym typeface="Verizon NHG TX"/>
              </a:rPr>
              <a:t>‹#›</a:t>
            </a:fld>
            <a:endParaRPr b="1" i="0" sz="1100" u="none" cap="none" strike="noStrike">
              <a:solidFill>
                <a:schemeClr val="accent1"/>
              </a:solidFill>
              <a:latin typeface="Verizon NHG TX"/>
              <a:ea typeface="Verizon NHG TX"/>
              <a:cs typeface="Verizon NHG TX"/>
              <a:sym typeface="Verizon NHG TX"/>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ic table slide - White">
  <p:cSld name="Basic table slide - White">
    <p:bg>
      <p:bgPr>
        <a:solidFill>
          <a:schemeClr val="lt1"/>
        </a:solidFill>
      </p:bgPr>
    </p:bg>
    <p:spTree>
      <p:nvGrpSpPr>
        <p:cNvPr id="325" name="Shape 325"/>
        <p:cNvGrpSpPr/>
        <p:nvPr/>
      </p:nvGrpSpPr>
      <p:grpSpPr>
        <a:xfrm>
          <a:off x="0" y="0"/>
          <a:ext cx="0" cy="0"/>
          <a:chOff x="0" y="0"/>
          <a:chExt cx="0" cy="0"/>
        </a:xfrm>
      </p:grpSpPr>
      <p:pic>
        <p:nvPicPr>
          <p:cNvPr id="326" name="Google Shape;326;p53"/>
          <p:cNvPicPr preferRelativeResize="0"/>
          <p:nvPr/>
        </p:nvPicPr>
        <p:blipFill rotWithShape="1">
          <a:blip r:embed="rId2">
            <a:alphaModFix/>
          </a:blip>
          <a:srcRect b="0" l="0" r="0" t="0"/>
          <a:stretch/>
        </p:blipFill>
        <p:spPr>
          <a:xfrm>
            <a:off x="229133" y="4768923"/>
            <a:ext cx="637643" cy="142756"/>
          </a:xfrm>
          <a:prstGeom prst="rect">
            <a:avLst/>
          </a:prstGeom>
          <a:noFill/>
          <a:ln>
            <a:noFill/>
          </a:ln>
        </p:spPr>
      </p:pic>
      <p:sp>
        <p:nvSpPr>
          <p:cNvPr id="327" name="Google Shape;327;p53"/>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b="0" i="0" sz="1100" u="none" cap="none" strike="noStrike">
              <a:solidFill>
                <a:srgbClr val="000000"/>
              </a:solidFill>
              <a:latin typeface="Verizon NHG TX"/>
              <a:ea typeface="Verizon NHG TX"/>
              <a:cs typeface="Verizon NHG TX"/>
              <a:sym typeface="Verizon NHG TX"/>
            </a:endParaRPr>
          </a:p>
        </p:txBody>
      </p:sp>
      <p:sp>
        <p:nvSpPr>
          <p:cNvPr id="328" name="Google Shape;328;p53"/>
          <p:cNvSpPr txBox="1"/>
          <p:nvPr/>
        </p:nvSpPr>
        <p:spPr>
          <a:xfrm>
            <a:off x="8642255" y="4759509"/>
            <a:ext cx="272700" cy="1692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1" i="0" lang="en" sz="1100" u="none" cap="none" strike="noStrike">
                <a:solidFill>
                  <a:schemeClr val="accent1"/>
                </a:solidFill>
                <a:latin typeface="Verizon NHG TX"/>
                <a:ea typeface="Verizon NHG TX"/>
                <a:cs typeface="Verizon NHG TX"/>
                <a:sym typeface="Verizon NHG TX"/>
              </a:rPr>
              <a:t>‹#›</a:t>
            </a:fld>
            <a:endParaRPr b="1" i="0" sz="1100" u="none" cap="none" strike="noStrike">
              <a:solidFill>
                <a:schemeClr val="accent1"/>
              </a:solidFill>
              <a:latin typeface="Verizon NHG TX"/>
              <a:ea typeface="Verizon NHG TX"/>
              <a:cs typeface="Verizon NHG TX"/>
              <a:sym typeface="Verizon NHG TX"/>
            </a:endParaRPr>
          </a:p>
        </p:txBody>
      </p:sp>
      <p:sp>
        <p:nvSpPr>
          <p:cNvPr id="329" name="Google Shape;329;p53"/>
          <p:cNvSpPr txBox="1"/>
          <p:nvPr>
            <p:ph idx="1" type="body"/>
          </p:nvPr>
        </p:nvSpPr>
        <p:spPr>
          <a:xfrm>
            <a:off x="228601" y="228600"/>
            <a:ext cx="42828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330" name="Google Shape;330;p53"/>
          <p:cNvSpPr txBox="1"/>
          <p:nvPr>
            <p:ph idx="2" type="body"/>
          </p:nvPr>
        </p:nvSpPr>
        <p:spPr>
          <a:xfrm>
            <a:off x="228599" y="359209"/>
            <a:ext cx="4282800" cy="466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331" name="Google Shape;331;p53"/>
          <p:cNvSpPr txBox="1"/>
          <p:nvPr>
            <p:ph idx="3" type="body"/>
          </p:nvPr>
        </p:nvSpPr>
        <p:spPr>
          <a:xfrm>
            <a:off x="228600" y="2132075"/>
            <a:ext cx="2083500" cy="2123700"/>
          </a:xfrm>
          <a:prstGeom prst="rect">
            <a:avLst/>
          </a:prstGeom>
          <a:noFill/>
          <a:ln>
            <a:noFill/>
          </a:ln>
        </p:spPr>
        <p:txBody>
          <a:bodyPr anchorCtr="0" anchor="t" bIns="0" lIns="0" spcFirstLastPara="1" rIns="0" wrap="square" tIns="0">
            <a:normAutofit/>
          </a:bodyPr>
          <a:lstStyle>
            <a:lvl1pPr indent="-285750" lvl="0" marL="457200" marR="0" algn="l">
              <a:lnSpc>
                <a:spcPct val="100000"/>
              </a:lnSpc>
              <a:spcBef>
                <a:spcPts val="0"/>
              </a:spcBef>
              <a:spcAft>
                <a:spcPts val="0"/>
              </a:spcAft>
              <a:buClr>
                <a:schemeClr val="accent5"/>
              </a:buClr>
              <a:buSzPts val="900"/>
              <a:buFont typeface="Verizon NHG TX"/>
              <a:buChar char="•"/>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9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332" name="Google Shape;332;p53"/>
          <p:cNvSpPr txBox="1"/>
          <p:nvPr>
            <p:ph idx="4" type="body"/>
          </p:nvPr>
        </p:nvSpPr>
        <p:spPr>
          <a:xfrm>
            <a:off x="228600" y="1828800"/>
            <a:ext cx="2083500" cy="2076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1"/>
              </a:buClr>
              <a:buSzPts val="1200"/>
              <a:buFont typeface="Verizon NHG TX"/>
              <a:buNone/>
              <a:defRPr b="1" i="0" sz="1200" u="none" cap="none" strike="noStrike">
                <a:solidFill>
                  <a:schemeClr val="accen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333" name="Google Shape;333;p53"/>
          <p:cNvSpPr txBox="1"/>
          <p:nvPr>
            <p:ph idx="5" type="body"/>
          </p:nvPr>
        </p:nvSpPr>
        <p:spPr>
          <a:xfrm>
            <a:off x="2426494" y="2132075"/>
            <a:ext cx="2085000" cy="2123700"/>
          </a:xfrm>
          <a:prstGeom prst="rect">
            <a:avLst/>
          </a:prstGeom>
          <a:noFill/>
          <a:ln>
            <a:noFill/>
          </a:ln>
        </p:spPr>
        <p:txBody>
          <a:bodyPr anchorCtr="0" anchor="t" bIns="0" lIns="0" spcFirstLastPara="1" rIns="0" wrap="square" tIns="0">
            <a:normAutofit/>
          </a:bodyPr>
          <a:lstStyle>
            <a:lvl1pPr indent="-285750" lvl="0" marL="457200" marR="0" algn="l">
              <a:lnSpc>
                <a:spcPct val="100000"/>
              </a:lnSpc>
              <a:spcBef>
                <a:spcPts val="0"/>
              </a:spcBef>
              <a:spcAft>
                <a:spcPts val="0"/>
              </a:spcAft>
              <a:buClr>
                <a:schemeClr val="accent5"/>
              </a:buClr>
              <a:buSzPts val="900"/>
              <a:buFont typeface="Verizon NHG TX"/>
              <a:buChar char="•"/>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9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334" name="Google Shape;334;p53"/>
          <p:cNvSpPr txBox="1"/>
          <p:nvPr>
            <p:ph idx="6" type="body"/>
          </p:nvPr>
        </p:nvSpPr>
        <p:spPr>
          <a:xfrm>
            <a:off x="2426494" y="1828800"/>
            <a:ext cx="2085000" cy="2076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1200"/>
              <a:buFont typeface="Verizon NHG TX"/>
              <a:buNone/>
              <a:defRPr b="1" i="0" sz="12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335" name="Google Shape;335;p53"/>
          <p:cNvSpPr txBox="1"/>
          <p:nvPr>
            <p:ph idx="7" type="body"/>
          </p:nvPr>
        </p:nvSpPr>
        <p:spPr>
          <a:xfrm>
            <a:off x="4626769" y="2132075"/>
            <a:ext cx="2087100" cy="2123700"/>
          </a:xfrm>
          <a:prstGeom prst="rect">
            <a:avLst/>
          </a:prstGeom>
          <a:noFill/>
          <a:ln>
            <a:noFill/>
          </a:ln>
        </p:spPr>
        <p:txBody>
          <a:bodyPr anchorCtr="0" anchor="t" bIns="0" lIns="0" spcFirstLastPara="1" rIns="0" wrap="square" tIns="0">
            <a:normAutofit/>
          </a:bodyPr>
          <a:lstStyle>
            <a:lvl1pPr indent="-285750" lvl="0" marL="457200" marR="0" algn="l">
              <a:lnSpc>
                <a:spcPct val="100000"/>
              </a:lnSpc>
              <a:spcBef>
                <a:spcPts val="0"/>
              </a:spcBef>
              <a:spcAft>
                <a:spcPts val="0"/>
              </a:spcAft>
              <a:buClr>
                <a:schemeClr val="accent5"/>
              </a:buClr>
              <a:buSzPts val="900"/>
              <a:buFont typeface="Verizon NHG TX"/>
              <a:buChar char="•"/>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9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336" name="Google Shape;336;p53"/>
          <p:cNvSpPr txBox="1"/>
          <p:nvPr>
            <p:ph idx="8" type="body"/>
          </p:nvPr>
        </p:nvSpPr>
        <p:spPr>
          <a:xfrm>
            <a:off x="4626769" y="1828800"/>
            <a:ext cx="2087100" cy="2076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1"/>
              </a:buClr>
              <a:buSzPts val="1200"/>
              <a:buFont typeface="Verizon NHG TX"/>
              <a:buNone/>
              <a:defRPr b="1" i="0" sz="1200" u="none" cap="none" strike="noStrike">
                <a:solidFill>
                  <a:schemeClr val="accen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337" name="Google Shape;337;p53"/>
          <p:cNvSpPr txBox="1"/>
          <p:nvPr>
            <p:ph idx="9" type="body"/>
          </p:nvPr>
        </p:nvSpPr>
        <p:spPr>
          <a:xfrm>
            <a:off x="6827044" y="2132075"/>
            <a:ext cx="2085900" cy="2123700"/>
          </a:xfrm>
          <a:prstGeom prst="rect">
            <a:avLst/>
          </a:prstGeom>
          <a:noFill/>
          <a:ln>
            <a:noFill/>
          </a:ln>
        </p:spPr>
        <p:txBody>
          <a:bodyPr anchorCtr="0" anchor="t" bIns="0" lIns="0" spcFirstLastPara="1" rIns="0" wrap="square" tIns="0">
            <a:normAutofit/>
          </a:bodyPr>
          <a:lstStyle>
            <a:lvl1pPr indent="-285750" lvl="0" marL="457200" marR="0" algn="l">
              <a:lnSpc>
                <a:spcPct val="100000"/>
              </a:lnSpc>
              <a:spcBef>
                <a:spcPts val="0"/>
              </a:spcBef>
              <a:spcAft>
                <a:spcPts val="0"/>
              </a:spcAft>
              <a:buClr>
                <a:schemeClr val="accent5"/>
              </a:buClr>
              <a:buSzPts val="900"/>
              <a:buFont typeface="Verizon NHG TX"/>
              <a:buChar char="•"/>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9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338" name="Google Shape;338;p53"/>
          <p:cNvSpPr txBox="1"/>
          <p:nvPr>
            <p:ph idx="13" type="body"/>
          </p:nvPr>
        </p:nvSpPr>
        <p:spPr>
          <a:xfrm>
            <a:off x="6827044" y="1828800"/>
            <a:ext cx="2085900" cy="2076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1200"/>
              <a:buFont typeface="Verizon NHG TX"/>
              <a:buNone/>
              <a:defRPr b="1" i="0" sz="12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339" name="Google Shape;339;p53"/>
          <p:cNvSpPr txBox="1"/>
          <p:nvPr>
            <p:ph idx="14" type="body"/>
          </p:nvPr>
        </p:nvSpPr>
        <p:spPr>
          <a:xfrm>
            <a:off x="4623562" y="242633"/>
            <a:ext cx="4289400" cy="6720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er 2 - Stone">
  <p:cSld name="Ender 2 - Stone">
    <p:bg>
      <p:bgPr>
        <a:solidFill>
          <a:srgbClr val="F3EDE0"/>
        </a:solidFill>
      </p:bgPr>
    </p:bg>
    <p:spTree>
      <p:nvGrpSpPr>
        <p:cNvPr id="340" name="Shape 340"/>
        <p:cNvGrpSpPr/>
        <p:nvPr/>
      </p:nvGrpSpPr>
      <p:grpSpPr>
        <a:xfrm>
          <a:off x="0" y="0"/>
          <a:ext cx="0" cy="0"/>
          <a:chOff x="0" y="0"/>
          <a:chExt cx="0" cy="0"/>
        </a:xfrm>
      </p:grpSpPr>
      <p:pic>
        <p:nvPicPr>
          <p:cNvPr id="341" name="Google Shape;341;p54"/>
          <p:cNvPicPr preferRelativeResize="0"/>
          <p:nvPr/>
        </p:nvPicPr>
        <p:blipFill rotWithShape="1">
          <a:blip r:embed="rId2">
            <a:alphaModFix/>
          </a:blip>
          <a:srcRect b="0" l="0" r="0" t="0"/>
          <a:stretch/>
        </p:blipFill>
        <p:spPr>
          <a:xfrm>
            <a:off x="3494556" y="1582535"/>
            <a:ext cx="2163294" cy="1978285"/>
          </a:xfrm>
          <a:prstGeom prst="rect">
            <a:avLst/>
          </a:prstGeom>
          <a:noFill/>
          <a:ln>
            <a:noFill/>
          </a:ln>
        </p:spPr>
      </p:pic>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type="blank">
  <p:cSld name="BLANK">
    <p:spTree>
      <p:nvGrpSpPr>
        <p:cNvPr id="342" name="Shape 342"/>
        <p:cNvGrpSpPr/>
        <p:nvPr/>
      </p:nvGrpSpPr>
      <p:grpSpPr>
        <a:xfrm>
          <a:off x="0" y="0"/>
          <a:ext cx="0" cy="0"/>
          <a:chOff x="0" y="0"/>
          <a:chExt cx="0" cy="0"/>
        </a:xfrm>
      </p:grpSpPr>
      <p:sp>
        <p:nvSpPr>
          <p:cNvPr id="343" name="Google Shape;343;p55"/>
          <p:cNvSpPr txBox="1"/>
          <p:nvPr>
            <p:ph idx="10" type="dt"/>
          </p:nvPr>
        </p:nvSpPr>
        <p:spPr>
          <a:xfrm>
            <a:off x="228600" y="3178175"/>
            <a:ext cx="1066800" cy="182400"/>
          </a:xfrm>
          <a:prstGeom prst="rect">
            <a:avLst/>
          </a:prstGeom>
          <a:noFill/>
          <a:ln>
            <a:noFill/>
          </a:ln>
        </p:spPr>
        <p:txBody>
          <a:bodyPr anchorCtr="0" anchor="ctr" bIns="22850" lIns="45725" spcFirstLastPara="1" rIns="45725" wrap="square" tIns="22850">
            <a:noAutofit/>
          </a:bodyPr>
          <a:lstStyle>
            <a:lvl1pPr lvl="0" marR="0" rtl="0" algn="l">
              <a:lnSpc>
                <a:spcPct val="100000"/>
              </a:lnSpc>
              <a:spcBef>
                <a:spcPts val="0"/>
              </a:spcBef>
              <a:spcAft>
                <a:spcPts val="0"/>
              </a:spcAft>
              <a:buClr>
                <a:srgbClr val="000000"/>
              </a:buClr>
              <a:buSzPts val="700"/>
              <a:buFont typeface="Arial"/>
              <a:buNone/>
              <a:defRPr b="0" i="0" sz="7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700"/>
              <a:buFont typeface="Arial"/>
              <a:buNone/>
              <a:defRPr b="0" i="0" sz="7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700"/>
              <a:buFont typeface="Arial"/>
              <a:buNone/>
              <a:defRPr b="0" i="0" sz="7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700"/>
              <a:buFont typeface="Arial"/>
              <a:buNone/>
              <a:defRPr b="0" i="0" sz="7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700"/>
              <a:buFont typeface="Arial"/>
              <a:buNone/>
              <a:defRPr b="0" i="0" sz="7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700"/>
              <a:buFont typeface="Arial"/>
              <a:buNone/>
              <a:defRPr b="0" i="0" sz="7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700"/>
              <a:buFont typeface="Arial"/>
              <a:buNone/>
              <a:defRPr b="0" i="0" sz="7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700"/>
              <a:buFont typeface="Arial"/>
              <a:buNone/>
              <a:defRPr b="0" i="0" sz="7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700"/>
              <a:buFont typeface="Arial"/>
              <a:buNone/>
              <a:defRPr b="0" i="0" sz="700" u="none" cap="none" strike="noStrike">
                <a:solidFill>
                  <a:srgbClr val="000000"/>
                </a:solidFill>
                <a:latin typeface="Arial"/>
                <a:ea typeface="Arial"/>
                <a:cs typeface="Arial"/>
                <a:sym typeface="Arial"/>
              </a:defRPr>
            </a:lvl9pPr>
          </a:lstStyle>
          <a:p/>
        </p:txBody>
      </p:sp>
      <p:sp>
        <p:nvSpPr>
          <p:cNvPr id="344" name="Google Shape;344;p55"/>
          <p:cNvSpPr txBox="1"/>
          <p:nvPr>
            <p:ph idx="11" type="ftr"/>
          </p:nvPr>
        </p:nvSpPr>
        <p:spPr>
          <a:xfrm>
            <a:off x="1562100" y="3178175"/>
            <a:ext cx="1447800" cy="182400"/>
          </a:xfrm>
          <a:prstGeom prst="rect">
            <a:avLst/>
          </a:prstGeom>
          <a:noFill/>
          <a:ln>
            <a:noFill/>
          </a:ln>
        </p:spPr>
        <p:txBody>
          <a:bodyPr anchorCtr="0" anchor="ctr" bIns="22850" lIns="45725" spcFirstLastPara="1" rIns="45725" wrap="square" tIns="22850">
            <a:noAutofit/>
          </a:bodyPr>
          <a:lstStyle>
            <a:lvl1pPr lvl="0" marR="0" rtl="0" algn="ctr">
              <a:lnSpc>
                <a:spcPct val="100000"/>
              </a:lnSpc>
              <a:spcBef>
                <a:spcPts val="0"/>
              </a:spcBef>
              <a:spcAft>
                <a:spcPts val="0"/>
              </a:spcAft>
              <a:buClr>
                <a:srgbClr val="000000"/>
              </a:buClr>
              <a:buSzPts val="700"/>
              <a:buFont typeface="Arial"/>
              <a:buNone/>
              <a:defRPr b="0" i="0" sz="7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700"/>
              <a:buFont typeface="Arial"/>
              <a:buNone/>
              <a:defRPr b="0" i="0" sz="7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700"/>
              <a:buFont typeface="Arial"/>
              <a:buNone/>
              <a:defRPr b="0" i="0" sz="7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700"/>
              <a:buFont typeface="Arial"/>
              <a:buNone/>
              <a:defRPr b="0" i="0" sz="7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700"/>
              <a:buFont typeface="Arial"/>
              <a:buNone/>
              <a:defRPr b="0" i="0" sz="7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700"/>
              <a:buFont typeface="Arial"/>
              <a:buNone/>
              <a:defRPr b="0" i="0" sz="7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700"/>
              <a:buFont typeface="Arial"/>
              <a:buNone/>
              <a:defRPr b="0" i="0" sz="7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700"/>
              <a:buFont typeface="Arial"/>
              <a:buNone/>
              <a:defRPr b="0" i="0" sz="7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700"/>
              <a:buFont typeface="Arial"/>
              <a:buNone/>
              <a:defRPr b="0" i="0" sz="700" u="none" cap="none" strike="noStrike">
                <a:solidFill>
                  <a:srgbClr val="000000"/>
                </a:solidFill>
                <a:latin typeface="Arial"/>
                <a:ea typeface="Arial"/>
                <a:cs typeface="Arial"/>
                <a:sym typeface="Arial"/>
              </a:defRPr>
            </a:lvl9pPr>
          </a:lstStyle>
          <a:p/>
        </p:txBody>
      </p:sp>
      <p:sp>
        <p:nvSpPr>
          <p:cNvPr id="345" name="Google Shape;345;p55"/>
          <p:cNvSpPr txBox="1"/>
          <p:nvPr>
            <p:ph idx="12" type="sldNum"/>
          </p:nvPr>
        </p:nvSpPr>
        <p:spPr>
          <a:xfrm>
            <a:off x="3276600" y="3178175"/>
            <a:ext cx="1066800" cy="215400"/>
          </a:xfrm>
          <a:prstGeom prst="rect">
            <a:avLst/>
          </a:prstGeom>
          <a:noFill/>
          <a:ln>
            <a:noFill/>
          </a:ln>
        </p:spPr>
        <p:txBody>
          <a:bodyPr anchorCtr="0" anchor="ctr" bIns="22850" lIns="45725" spcFirstLastPara="1" rIns="45725" wrap="square" tIns="2285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llet point and optional partner 2 - White">
  <p:cSld name="Bullet point and optional partner 2 - White">
    <p:bg>
      <p:bgPr>
        <a:solidFill>
          <a:schemeClr val="lt1"/>
        </a:solidFill>
      </p:bgPr>
    </p:bg>
    <p:spTree>
      <p:nvGrpSpPr>
        <p:cNvPr id="347" name="Shape 347"/>
        <p:cNvGrpSpPr/>
        <p:nvPr/>
      </p:nvGrpSpPr>
      <p:grpSpPr>
        <a:xfrm>
          <a:off x="0" y="0"/>
          <a:ext cx="0" cy="0"/>
          <a:chOff x="0" y="0"/>
          <a:chExt cx="0" cy="0"/>
        </a:xfrm>
      </p:grpSpPr>
      <p:sp>
        <p:nvSpPr>
          <p:cNvPr id="348" name="Google Shape;348;p57"/>
          <p:cNvSpPr txBox="1"/>
          <p:nvPr>
            <p:ph idx="1" type="body"/>
          </p:nvPr>
        </p:nvSpPr>
        <p:spPr>
          <a:xfrm>
            <a:off x="228600" y="228600"/>
            <a:ext cx="6485400" cy="1158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pic>
        <p:nvPicPr>
          <p:cNvPr id="349" name="Google Shape;349;p57"/>
          <p:cNvPicPr preferRelativeResize="0"/>
          <p:nvPr/>
        </p:nvPicPr>
        <p:blipFill rotWithShape="1">
          <a:blip r:embed="rId2">
            <a:alphaModFix/>
          </a:blip>
          <a:srcRect b="0" l="0" r="0" t="0"/>
          <a:stretch/>
        </p:blipFill>
        <p:spPr>
          <a:xfrm>
            <a:off x="229133" y="4768923"/>
            <a:ext cx="637643" cy="142756"/>
          </a:xfrm>
          <a:prstGeom prst="rect">
            <a:avLst/>
          </a:prstGeom>
          <a:noFill/>
          <a:ln>
            <a:noFill/>
          </a:ln>
        </p:spPr>
      </p:pic>
      <p:sp>
        <p:nvSpPr>
          <p:cNvPr id="350" name="Google Shape;350;p57"/>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b="0" i="0" sz="1100" u="none" cap="none" strike="noStrike">
              <a:solidFill>
                <a:srgbClr val="000000"/>
              </a:solidFill>
              <a:latin typeface="Verizon NHG TX"/>
              <a:ea typeface="Verizon NHG TX"/>
              <a:cs typeface="Verizon NHG TX"/>
              <a:sym typeface="Verizon NHG TX"/>
            </a:endParaRPr>
          </a:p>
        </p:txBody>
      </p:sp>
      <p:sp>
        <p:nvSpPr>
          <p:cNvPr id="351" name="Google Shape;351;p57"/>
          <p:cNvSpPr txBox="1"/>
          <p:nvPr/>
        </p:nvSpPr>
        <p:spPr>
          <a:xfrm>
            <a:off x="8642255" y="4759509"/>
            <a:ext cx="272700" cy="1692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1" i="0" lang="en" sz="1100" u="none" cap="none" strike="noStrike">
                <a:solidFill>
                  <a:schemeClr val="accent1"/>
                </a:solidFill>
                <a:latin typeface="Verizon NHG TX"/>
                <a:ea typeface="Verizon NHG TX"/>
                <a:cs typeface="Verizon NHG TX"/>
                <a:sym typeface="Verizon NHG TX"/>
              </a:rPr>
              <a:t>‹#›</a:t>
            </a:fld>
            <a:endParaRPr b="1" i="0" sz="1100" u="none" cap="none" strike="noStrike">
              <a:solidFill>
                <a:schemeClr val="accent1"/>
              </a:solidFill>
              <a:latin typeface="Verizon NHG TX"/>
              <a:ea typeface="Verizon NHG TX"/>
              <a:cs typeface="Verizon NHG TX"/>
              <a:sym typeface="Verizon NHG TX"/>
            </a:endParaRPr>
          </a:p>
        </p:txBody>
      </p:sp>
      <p:sp>
        <p:nvSpPr>
          <p:cNvPr id="352" name="Google Shape;352;p57"/>
          <p:cNvSpPr/>
          <p:nvPr>
            <p:ph idx="2" type="pic"/>
          </p:nvPr>
        </p:nvSpPr>
        <p:spPr>
          <a:xfrm>
            <a:off x="7446169" y="228600"/>
            <a:ext cx="1473600" cy="685800"/>
          </a:xfrm>
          <a:prstGeom prst="rect">
            <a:avLst/>
          </a:prstGeom>
          <a:noFill/>
          <a:ln>
            <a:noFill/>
          </a:ln>
        </p:spPr>
      </p:sp>
      <p:sp>
        <p:nvSpPr>
          <p:cNvPr id="353" name="Google Shape;353;p57"/>
          <p:cNvSpPr txBox="1"/>
          <p:nvPr>
            <p:ph idx="3" type="body"/>
          </p:nvPr>
        </p:nvSpPr>
        <p:spPr>
          <a:xfrm>
            <a:off x="228599" y="359209"/>
            <a:ext cx="6485400" cy="5553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354" name="Google Shape;354;p57"/>
          <p:cNvSpPr txBox="1"/>
          <p:nvPr>
            <p:ph idx="4" type="body"/>
          </p:nvPr>
        </p:nvSpPr>
        <p:spPr>
          <a:xfrm>
            <a:off x="228144" y="1828799"/>
            <a:ext cx="7218000" cy="2283600"/>
          </a:xfrm>
          <a:prstGeom prst="rect">
            <a:avLst/>
          </a:prstGeom>
          <a:noFill/>
          <a:ln>
            <a:noFill/>
          </a:ln>
        </p:spPr>
        <p:txBody>
          <a:bodyPr anchorCtr="0" anchor="t" bIns="0" lIns="0" spcFirstLastPara="1" rIns="0" wrap="square" tIns="0">
            <a:normAutofit/>
          </a:bodyPr>
          <a:lstStyle>
            <a:lvl1pPr indent="-228600" lvl="0" marL="457200" marR="0" rtl="0" algn="l">
              <a:lnSpc>
                <a:spcPct val="90000"/>
              </a:lnSpc>
              <a:spcBef>
                <a:spcPts val="800"/>
              </a:spcBef>
              <a:spcAft>
                <a:spcPts val="0"/>
              </a:spcAft>
              <a:buClr>
                <a:schemeClr val="dk1"/>
              </a:buClr>
              <a:buSzPts val="1100"/>
              <a:buFont typeface="Verizon NHG TX"/>
              <a:buNone/>
              <a:defRPr b="1" i="0" sz="11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500"/>
              </a:spcBef>
              <a:spcAft>
                <a:spcPts val="0"/>
              </a:spcAft>
              <a:buClr>
                <a:schemeClr val="dk1"/>
              </a:buClr>
              <a:buSzPts val="900"/>
              <a:buFont typeface="Verizon NHG TX"/>
              <a:buNone/>
              <a:defRPr b="0" i="0" sz="900" u="none" cap="none" strike="noStrike">
                <a:solidFill>
                  <a:schemeClr val="dk1"/>
                </a:solidFill>
                <a:latin typeface="Verizon NHG TX"/>
                <a:ea typeface="Verizon NHG TX"/>
                <a:cs typeface="Verizon NHG TX"/>
                <a:sym typeface="Verizon NHG TX"/>
              </a:defRPr>
            </a:lvl2pPr>
            <a:lvl3pPr indent="-285750" lvl="2" marL="1371600" marR="0" rtl="0" algn="l">
              <a:lnSpc>
                <a:spcPct val="90000"/>
              </a:lnSpc>
              <a:spcBef>
                <a:spcPts val="9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3pPr>
            <a:lvl4pPr indent="-285750" lvl="3" marL="1828800" marR="0" rtl="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4pPr>
            <a:lvl5pPr indent="-285750" lvl="4" marL="2286000" marR="0" rtl="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TOC - White">
  <p:cSld name="Agenda/TOC - White">
    <p:spTree>
      <p:nvGrpSpPr>
        <p:cNvPr id="355" name="Shape 355"/>
        <p:cNvGrpSpPr/>
        <p:nvPr/>
      </p:nvGrpSpPr>
      <p:grpSpPr>
        <a:xfrm>
          <a:off x="0" y="0"/>
          <a:ext cx="0" cy="0"/>
          <a:chOff x="0" y="0"/>
          <a:chExt cx="0" cy="0"/>
        </a:xfrm>
      </p:grpSpPr>
      <p:sp>
        <p:nvSpPr>
          <p:cNvPr id="356" name="Google Shape;356;p58"/>
          <p:cNvSpPr txBox="1"/>
          <p:nvPr>
            <p:ph idx="1" type="body"/>
          </p:nvPr>
        </p:nvSpPr>
        <p:spPr>
          <a:xfrm>
            <a:off x="224370" y="230377"/>
            <a:ext cx="7953600" cy="676500"/>
          </a:xfrm>
          <a:prstGeom prst="rect">
            <a:avLst/>
          </a:prstGeom>
          <a:noFill/>
          <a:ln>
            <a:noFill/>
          </a:ln>
        </p:spPr>
        <p:txBody>
          <a:bodyPr anchorCtr="0" anchor="t" bIns="0" lIns="0" spcFirstLastPara="1" rIns="0" wrap="square" tIns="0">
            <a:normAutofit/>
          </a:bodyPr>
          <a:lstStyle>
            <a:lvl1pPr indent="-228600" lvl="0" marL="457200" marR="0" rtl="0" algn="l">
              <a:lnSpc>
                <a:spcPct val="136250"/>
              </a:lnSpc>
              <a:spcBef>
                <a:spcPts val="0"/>
              </a:spcBef>
              <a:spcAft>
                <a:spcPts val="0"/>
              </a:spcAft>
              <a:buClr>
                <a:srgbClr val="F50A23"/>
              </a:buClr>
              <a:buSzPts val="3600"/>
              <a:buFont typeface="Verizon NHG TX"/>
              <a:buNone/>
              <a:defRPr b="1" i="0" sz="3600" u="none" cap="none" strike="noStrike">
                <a:solidFill>
                  <a:srgbClr val="F50A23"/>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pic>
        <p:nvPicPr>
          <p:cNvPr id="357" name="Google Shape;357;p58"/>
          <p:cNvPicPr preferRelativeResize="0"/>
          <p:nvPr/>
        </p:nvPicPr>
        <p:blipFill rotWithShape="1">
          <a:blip r:embed="rId2">
            <a:alphaModFix/>
          </a:blip>
          <a:srcRect b="0" l="0" r="0" t="0"/>
          <a:stretch/>
        </p:blipFill>
        <p:spPr>
          <a:xfrm>
            <a:off x="229133" y="4768923"/>
            <a:ext cx="637643" cy="142756"/>
          </a:xfrm>
          <a:prstGeom prst="rect">
            <a:avLst/>
          </a:prstGeom>
          <a:noFill/>
          <a:ln>
            <a:noFill/>
          </a:ln>
        </p:spPr>
      </p:pic>
      <p:sp>
        <p:nvSpPr>
          <p:cNvPr id="358" name="Google Shape;358;p58"/>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b="0" i="0" sz="1100" u="none" cap="none" strike="noStrike">
              <a:solidFill>
                <a:srgbClr val="000000"/>
              </a:solidFill>
              <a:latin typeface="Verizon NHG TX"/>
              <a:ea typeface="Verizon NHG TX"/>
              <a:cs typeface="Verizon NHG TX"/>
              <a:sym typeface="Verizon NHG TX"/>
            </a:endParaRPr>
          </a:p>
        </p:txBody>
      </p:sp>
      <p:sp>
        <p:nvSpPr>
          <p:cNvPr id="359" name="Google Shape;359;p58"/>
          <p:cNvSpPr txBox="1"/>
          <p:nvPr/>
        </p:nvSpPr>
        <p:spPr>
          <a:xfrm>
            <a:off x="8642255" y="4759509"/>
            <a:ext cx="272700" cy="1692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1" i="0" lang="en" sz="1100" u="none" cap="none" strike="noStrike">
                <a:solidFill>
                  <a:schemeClr val="accent1"/>
                </a:solidFill>
                <a:latin typeface="Verizon NHG TX"/>
                <a:ea typeface="Verizon NHG TX"/>
                <a:cs typeface="Verizon NHG TX"/>
                <a:sym typeface="Verizon NHG TX"/>
              </a:rPr>
              <a:t>‹#›</a:t>
            </a:fld>
            <a:endParaRPr b="1" i="0" sz="1100" u="none" cap="none" strike="noStrike">
              <a:solidFill>
                <a:schemeClr val="accent1"/>
              </a:solidFill>
              <a:latin typeface="Verizon NHG TX"/>
              <a:ea typeface="Verizon NHG TX"/>
              <a:cs typeface="Verizon NHG TX"/>
              <a:sym typeface="Verizon NHG TX"/>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60" name="Shape 360"/>
        <p:cNvGrpSpPr/>
        <p:nvPr/>
      </p:nvGrpSpPr>
      <p:grpSpPr>
        <a:xfrm>
          <a:off x="0" y="0"/>
          <a:ext cx="0" cy="0"/>
          <a:chOff x="0" y="0"/>
          <a:chExt cx="0" cy="0"/>
        </a:xfrm>
      </p:grpSpPr>
      <p:pic>
        <p:nvPicPr>
          <p:cNvPr id="361" name="Google Shape;361;p59"/>
          <p:cNvPicPr preferRelativeResize="0"/>
          <p:nvPr/>
        </p:nvPicPr>
        <p:blipFill rotWithShape="1">
          <a:blip r:embed="rId2">
            <a:alphaModFix/>
          </a:blip>
          <a:srcRect b="0" l="0" r="0" t="0"/>
          <a:stretch/>
        </p:blipFill>
        <p:spPr>
          <a:xfrm>
            <a:off x="229133" y="4768923"/>
            <a:ext cx="637643" cy="142756"/>
          </a:xfrm>
          <a:prstGeom prst="rect">
            <a:avLst/>
          </a:prstGeom>
          <a:noFill/>
          <a:ln>
            <a:noFill/>
          </a:ln>
        </p:spPr>
      </p:pic>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imary Cover - Stone">
  <p:cSld name="Primary Cover - Stone">
    <p:bg>
      <p:bgPr>
        <a:solidFill>
          <a:srgbClr val="F3EDE0"/>
        </a:solidFill>
      </p:bgPr>
    </p:bg>
    <p:spTree>
      <p:nvGrpSpPr>
        <p:cNvPr id="362" name="Shape 362"/>
        <p:cNvGrpSpPr/>
        <p:nvPr/>
      </p:nvGrpSpPr>
      <p:grpSpPr>
        <a:xfrm>
          <a:off x="0" y="0"/>
          <a:ext cx="0" cy="0"/>
          <a:chOff x="0" y="0"/>
          <a:chExt cx="0" cy="0"/>
        </a:xfrm>
      </p:grpSpPr>
      <p:sp>
        <p:nvSpPr>
          <p:cNvPr id="363" name="Google Shape;363;p60"/>
          <p:cNvSpPr txBox="1"/>
          <p:nvPr/>
        </p:nvSpPr>
        <p:spPr>
          <a:xfrm>
            <a:off x="8656820" y="4759509"/>
            <a:ext cx="258000" cy="1692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1" i="0" lang="en" sz="1100" u="none" cap="none" strike="noStrike">
                <a:solidFill>
                  <a:schemeClr val="accent1"/>
                </a:solidFill>
                <a:latin typeface="Verizon NHG TX"/>
                <a:ea typeface="Verizon NHG TX"/>
                <a:cs typeface="Verizon NHG TX"/>
                <a:sym typeface="Verizon NHG TX"/>
              </a:rPr>
              <a:t>‹#›</a:t>
            </a:fld>
            <a:endParaRPr b="1" i="0" sz="1100" u="none" cap="none" strike="noStrike">
              <a:solidFill>
                <a:schemeClr val="accent1"/>
              </a:solidFill>
              <a:latin typeface="Verizon NHG TX"/>
              <a:ea typeface="Verizon NHG TX"/>
              <a:cs typeface="Verizon NHG TX"/>
              <a:sym typeface="Verizon NHG TX"/>
            </a:endParaRPr>
          </a:p>
        </p:txBody>
      </p:sp>
      <p:sp>
        <p:nvSpPr>
          <p:cNvPr id="364" name="Google Shape;364;p60"/>
          <p:cNvSpPr/>
          <p:nvPr>
            <p:ph idx="2" type="pic"/>
          </p:nvPr>
        </p:nvSpPr>
        <p:spPr>
          <a:xfrm>
            <a:off x="7441595" y="228600"/>
            <a:ext cx="1478100" cy="800100"/>
          </a:xfrm>
          <a:prstGeom prst="rect">
            <a:avLst/>
          </a:prstGeom>
          <a:noFill/>
          <a:ln>
            <a:noFill/>
          </a:ln>
        </p:spPr>
      </p:sp>
      <p:sp>
        <p:nvSpPr>
          <p:cNvPr id="365" name="Google Shape;365;p60"/>
          <p:cNvSpPr txBox="1"/>
          <p:nvPr>
            <p:ph idx="1" type="body"/>
          </p:nvPr>
        </p:nvSpPr>
        <p:spPr>
          <a:xfrm>
            <a:off x="226219" y="3429000"/>
            <a:ext cx="7208700" cy="1571100"/>
          </a:xfrm>
          <a:prstGeom prst="rect">
            <a:avLst/>
          </a:prstGeom>
          <a:noFill/>
          <a:ln>
            <a:noFill/>
          </a:ln>
        </p:spPr>
        <p:txBody>
          <a:bodyPr anchorCtr="0" anchor="b" bIns="0" lIns="0" spcFirstLastPara="1" rIns="0" wrap="square" tIns="0">
            <a:normAutofit/>
          </a:bodyPr>
          <a:lstStyle>
            <a:lvl1pPr indent="-228600" lvl="0" marL="457200" marR="0" rtl="0" algn="l">
              <a:lnSpc>
                <a:spcPct val="101250"/>
              </a:lnSpc>
              <a:spcBef>
                <a:spcPts val="0"/>
              </a:spcBef>
              <a:spcAft>
                <a:spcPts val="0"/>
              </a:spcAft>
              <a:buClr>
                <a:schemeClr val="accent5"/>
              </a:buClr>
              <a:buSzPts val="3600"/>
              <a:buFont typeface="Verizon NHG TX"/>
              <a:buNone/>
              <a:defRPr b="1" i="0" sz="36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366" name="Google Shape;366;p60"/>
          <p:cNvSpPr txBox="1"/>
          <p:nvPr>
            <p:ph idx="3" type="body"/>
          </p:nvPr>
        </p:nvSpPr>
        <p:spPr>
          <a:xfrm>
            <a:off x="226219" y="2633614"/>
            <a:ext cx="7220100" cy="685800"/>
          </a:xfrm>
          <a:prstGeom prst="rect">
            <a:avLst/>
          </a:prstGeom>
          <a:noFill/>
          <a:ln>
            <a:noFill/>
          </a:ln>
        </p:spPr>
        <p:txBody>
          <a:bodyPr anchorCtr="0" anchor="t" bIns="0" lIns="0" spcFirstLastPara="1" rIns="0" wrap="square" tIns="0">
            <a:normAutofit/>
          </a:bodyPr>
          <a:lstStyle>
            <a:lvl1pPr indent="-228600" lvl="0" marL="457200" marR="0" rtl="0" algn="l">
              <a:lnSpc>
                <a:spcPct val="105161"/>
              </a:lnSpc>
              <a:spcBef>
                <a:spcPts val="0"/>
              </a:spcBef>
              <a:spcAft>
                <a:spcPts val="0"/>
              </a:spcAft>
              <a:buClr>
                <a:schemeClr val="accent5"/>
              </a:buClr>
              <a:buSzPts val="2300"/>
              <a:buFont typeface="Verizon NHG TX"/>
              <a:buNone/>
              <a:defRPr b="1" i="0" sz="23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pic>
        <p:nvPicPr>
          <p:cNvPr id="367" name="Google Shape;367;p60"/>
          <p:cNvPicPr preferRelativeResize="0"/>
          <p:nvPr/>
        </p:nvPicPr>
        <p:blipFill rotWithShape="1">
          <a:blip r:embed="rId2">
            <a:alphaModFix/>
          </a:blip>
          <a:srcRect b="6567" l="8341" r="-618" t="19718"/>
          <a:stretch/>
        </p:blipFill>
        <p:spPr>
          <a:xfrm>
            <a:off x="-1" y="1"/>
            <a:ext cx="5247083" cy="1714500"/>
          </a:xfrm>
          <a:prstGeom prst="rect">
            <a:avLst/>
          </a:prstGeom>
          <a:noFill/>
          <a:ln>
            <a:noFill/>
          </a:ln>
        </p:spPr>
      </p:pic>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imary Cover - White">
  <p:cSld name="Primary Cover - White">
    <p:bg>
      <p:bgPr>
        <a:solidFill>
          <a:schemeClr val="lt1"/>
        </a:solidFill>
      </p:bgPr>
    </p:bg>
    <p:spTree>
      <p:nvGrpSpPr>
        <p:cNvPr id="368" name="Shape 368"/>
        <p:cNvGrpSpPr/>
        <p:nvPr/>
      </p:nvGrpSpPr>
      <p:grpSpPr>
        <a:xfrm>
          <a:off x="0" y="0"/>
          <a:ext cx="0" cy="0"/>
          <a:chOff x="0" y="0"/>
          <a:chExt cx="0" cy="0"/>
        </a:xfrm>
      </p:grpSpPr>
      <p:sp>
        <p:nvSpPr>
          <p:cNvPr id="369" name="Google Shape;369;p61"/>
          <p:cNvSpPr txBox="1"/>
          <p:nvPr/>
        </p:nvSpPr>
        <p:spPr>
          <a:xfrm>
            <a:off x="8656820" y="4759509"/>
            <a:ext cx="258000" cy="1692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1" i="0" lang="en" sz="1100" u="none" cap="none" strike="noStrike">
                <a:solidFill>
                  <a:schemeClr val="accent1"/>
                </a:solidFill>
                <a:latin typeface="Verizon NHG TX"/>
                <a:ea typeface="Verizon NHG TX"/>
                <a:cs typeface="Verizon NHG TX"/>
                <a:sym typeface="Verizon NHG TX"/>
              </a:rPr>
              <a:t>‹#›</a:t>
            </a:fld>
            <a:endParaRPr b="1" i="0" sz="1100" u="none" cap="none" strike="noStrike">
              <a:solidFill>
                <a:schemeClr val="accent1"/>
              </a:solidFill>
              <a:latin typeface="Verizon NHG TX"/>
              <a:ea typeface="Verizon NHG TX"/>
              <a:cs typeface="Verizon NHG TX"/>
              <a:sym typeface="Verizon NHG TX"/>
            </a:endParaRPr>
          </a:p>
        </p:txBody>
      </p:sp>
      <p:sp>
        <p:nvSpPr>
          <p:cNvPr id="370" name="Google Shape;370;p61"/>
          <p:cNvSpPr/>
          <p:nvPr>
            <p:ph idx="2" type="pic"/>
          </p:nvPr>
        </p:nvSpPr>
        <p:spPr>
          <a:xfrm>
            <a:off x="7441595" y="228600"/>
            <a:ext cx="1478100" cy="800100"/>
          </a:xfrm>
          <a:prstGeom prst="rect">
            <a:avLst/>
          </a:prstGeom>
          <a:noFill/>
          <a:ln>
            <a:noFill/>
          </a:ln>
        </p:spPr>
      </p:sp>
      <p:sp>
        <p:nvSpPr>
          <p:cNvPr id="371" name="Google Shape;371;p61"/>
          <p:cNvSpPr txBox="1"/>
          <p:nvPr>
            <p:ph idx="1" type="body"/>
          </p:nvPr>
        </p:nvSpPr>
        <p:spPr>
          <a:xfrm>
            <a:off x="226219" y="3429000"/>
            <a:ext cx="7208700" cy="1571100"/>
          </a:xfrm>
          <a:prstGeom prst="rect">
            <a:avLst/>
          </a:prstGeom>
          <a:noFill/>
          <a:ln>
            <a:noFill/>
          </a:ln>
        </p:spPr>
        <p:txBody>
          <a:bodyPr anchorCtr="0" anchor="b" bIns="0" lIns="0" spcFirstLastPara="1" rIns="0" wrap="square" tIns="0">
            <a:normAutofit/>
          </a:bodyPr>
          <a:lstStyle>
            <a:lvl1pPr indent="-228600" lvl="0" marL="457200" marR="0" rtl="0" algn="l">
              <a:lnSpc>
                <a:spcPct val="101250"/>
              </a:lnSpc>
              <a:spcBef>
                <a:spcPts val="0"/>
              </a:spcBef>
              <a:spcAft>
                <a:spcPts val="0"/>
              </a:spcAft>
              <a:buClr>
                <a:schemeClr val="accent5"/>
              </a:buClr>
              <a:buSzPts val="3600"/>
              <a:buFont typeface="Verizon NHG TX"/>
              <a:buNone/>
              <a:defRPr b="1" i="0" sz="36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372" name="Google Shape;372;p61"/>
          <p:cNvSpPr txBox="1"/>
          <p:nvPr>
            <p:ph idx="3" type="body"/>
          </p:nvPr>
        </p:nvSpPr>
        <p:spPr>
          <a:xfrm>
            <a:off x="226219" y="2633614"/>
            <a:ext cx="7220100" cy="685800"/>
          </a:xfrm>
          <a:prstGeom prst="rect">
            <a:avLst/>
          </a:prstGeom>
          <a:noFill/>
          <a:ln>
            <a:noFill/>
          </a:ln>
        </p:spPr>
        <p:txBody>
          <a:bodyPr anchorCtr="0" anchor="t" bIns="0" lIns="0" spcFirstLastPara="1" rIns="0" wrap="square" tIns="0">
            <a:normAutofit/>
          </a:bodyPr>
          <a:lstStyle>
            <a:lvl1pPr indent="-228600" lvl="0" marL="457200" marR="0" rtl="0" algn="l">
              <a:lnSpc>
                <a:spcPct val="105161"/>
              </a:lnSpc>
              <a:spcBef>
                <a:spcPts val="0"/>
              </a:spcBef>
              <a:spcAft>
                <a:spcPts val="0"/>
              </a:spcAft>
              <a:buClr>
                <a:schemeClr val="accent5"/>
              </a:buClr>
              <a:buSzPts val="2300"/>
              <a:buFont typeface="Verizon NHG TX"/>
              <a:buNone/>
              <a:defRPr b="1" i="0" sz="23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pic>
        <p:nvPicPr>
          <p:cNvPr id="373" name="Google Shape;373;p61"/>
          <p:cNvPicPr preferRelativeResize="0"/>
          <p:nvPr/>
        </p:nvPicPr>
        <p:blipFill rotWithShape="1">
          <a:blip r:embed="rId2">
            <a:alphaModFix/>
          </a:blip>
          <a:srcRect b="6567" l="8341" r="-618" t="19718"/>
          <a:stretch/>
        </p:blipFill>
        <p:spPr>
          <a:xfrm>
            <a:off x="-1" y="1"/>
            <a:ext cx="5247083" cy="1714500"/>
          </a:xfrm>
          <a:prstGeom prst="rect">
            <a:avLst/>
          </a:prstGeom>
          <a:noFill/>
          <a:ln>
            <a:noFill/>
          </a:ln>
        </p:spPr>
      </p:pic>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imary Cover - Black">
  <p:cSld name="Primary Cover - Black">
    <p:bg>
      <p:bgPr>
        <a:solidFill>
          <a:schemeClr val="dk1"/>
        </a:solidFill>
      </p:bgPr>
    </p:bg>
    <p:spTree>
      <p:nvGrpSpPr>
        <p:cNvPr id="374" name="Shape 374"/>
        <p:cNvGrpSpPr/>
        <p:nvPr/>
      </p:nvGrpSpPr>
      <p:grpSpPr>
        <a:xfrm>
          <a:off x="0" y="0"/>
          <a:ext cx="0" cy="0"/>
          <a:chOff x="0" y="0"/>
          <a:chExt cx="0" cy="0"/>
        </a:xfrm>
      </p:grpSpPr>
      <p:sp>
        <p:nvSpPr>
          <p:cNvPr id="375" name="Google Shape;375;p62"/>
          <p:cNvSpPr txBox="1"/>
          <p:nvPr/>
        </p:nvSpPr>
        <p:spPr>
          <a:xfrm>
            <a:off x="8656820" y="4759509"/>
            <a:ext cx="258000" cy="1692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1" i="0" lang="en" sz="1100" u="none" cap="none" strike="noStrike">
                <a:solidFill>
                  <a:schemeClr val="accent1"/>
                </a:solidFill>
                <a:latin typeface="Verizon NHG TX"/>
                <a:ea typeface="Verizon NHG TX"/>
                <a:cs typeface="Verizon NHG TX"/>
                <a:sym typeface="Verizon NHG TX"/>
              </a:rPr>
              <a:t>‹#›</a:t>
            </a:fld>
            <a:endParaRPr b="1" i="0" sz="1100" u="none" cap="none" strike="noStrike">
              <a:solidFill>
                <a:schemeClr val="accent1"/>
              </a:solidFill>
              <a:latin typeface="Verizon NHG TX"/>
              <a:ea typeface="Verizon NHG TX"/>
              <a:cs typeface="Verizon NHG TX"/>
              <a:sym typeface="Verizon NHG TX"/>
            </a:endParaRPr>
          </a:p>
        </p:txBody>
      </p:sp>
      <p:sp>
        <p:nvSpPr>
          <p:cNvPr id="376" name="Google Shape;376;p62"/>
          <p:cNvSpPr/>
          <p:nvPr>
            <p:ph idx="2" type="pic"/>
          </p:nvPr>
        </p:nvSpPr>
        <p:spPr>
          <a:xfrm>
            <a:off x="7441595" y="228600"/>
            <a:ext cx="1478100" cy="800100"/>
          </a:xfrm>
          <a:prstGeom prst="rect">
            <a:avLst/>
          </a:prstGeom>
          <a:noFill/>
          <a:ln>
            <a:noFill/>
          </a:ln>
        </p:spPr>
      </p:sp>
      <p:sp>
        <p:nvSpPr>
          <p:cNvPr id="377" name="Google Shape;377;p62"/>
          <p:cNvSpPr txBox="1"/>
          <p:nvPr>
            <p:ph idx="1" type="body"/>
          </p:nvPr>
        </p:nvSpPr>
        <p:spPr>
          <a:xfrm>
            <a:off x="226219" y="3429000"/>
            <a:ext cx="7208700" cy="1571100"/>
          </a:xfrm>
          <a:prstGeom prst="rect">
            <a:avLst/>
          </a:prstGeom>
          <a:noFill/>
          <a:ln>
            <a:noFill/>
          </a:ln>
        </p:spPr>
        <p:txBody>
          <a:bodyPr anchorCtr="0" anchor="b" bIns="0" lIns="0" spcFirstLastPara="1" rIns="0" wrap="square" tIns="0">
            <a:normAutofit/>
          </a:bodyPr>
          <a:lstStyle>
            <a:lvl1pPr indent="-228600" lvl="0" marL="457200" marR="0" rtl="0" algn="l">
              <a:lnSpc>
                <a:spcPct val="101250"/>
              </a:lnSpc>
              <a:spcBef>
                <a:spcPts val="0"/>
              </a:spcBef>
              <a:spcAft>
                <a:spcPts val="0"/>
              </a:spcAft>
              <a:buClr>
                <a:schemeClr val="lt1"/>
              </a:buClr>
              <a:buSzPts val="3600"/>
              <a:buFont typeface="Verizon NHG TX"/>
              <a:buNone/>
              <a:defRPr b="1" i="0" sz="3600" u="none" cap="none" strike="noStrike">
                <a:solidFill>
                  <a:schemeClr val="lt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378" name="Google Shape;378;p62"/>
          <p:cNvSpPr txBox="1"/>
          <p:nvPr>
            <p:ph idx="3" type="body"/>
          </p:nvPr>
        </p:nvSpPr>
        <p:spPr>
          <a:xfrm>
            <a:off x="226219" y="2633614"/>
            <a:ext cx="7220100" cy="685800"/>
          </a:xfrm>
          <a:prstGeom prst="rect">
            <a:avLst/>
          </a:prstGeom>
          <a:noFill/>
          <a:ln>
            <a:noFill/>
          </a:ln>
        </p:spPr>
        <p:txBody>
          <a:bodyPr anchorCtr="0" anchor="t" bIns="0" lIns="0" spcFirstLastPara="1" rIns="0" wrap="square" tIns="0">
            <a:normAutofit/>
          </a:bodyPr>
          <a:lstStyle>
            <a:lvl1pPr indent="-228600" lvl="0" marL="457200" marR="0" rtl="0" algn="l">
              <a:lnSpc>
                <a:spcPct val="105161"/>
              </a:lnSpc>
              <a:spcBef>
                <a:spcPts val="0"/>
              </a:spcBef>
              <a:spcAft>
                <a:spcPts val="0"/>
              </a:spcAft>
              <a:buClr>
                <a:schemeClr val="lt1"/>
              </a:buClr>
              <a:buSzPts val="2300"/>
              <a:buFont typeface="Verizon NHG TX"/>
              <a:buNone/>
              <a:defRPr b="1" i="0" sz="2300" u="none" cap="none" strike="noStrike">
                <a:solidFill>
                  <a:schemeClr val="lt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pic>
        <p:nvPicPr>
          <p:cNvPr id="379" name="Google Shape;379;p62"/>
          <p:cNvPicPr preferRelativeResize="0"/>
          <p:nvPr/>
        </p:nvPicPr>
        <p:blipFill rotWithShape="1">
          <a:blip r:embed="rId2">
            <a:alphaModFix/>
          </a:blip>
          <a:srcRect b="6567" l="8341" r="-618" t="19718"/>
          <a:stretch/>
        </p:blipFill>
        <p:spPr>
          <a:xfrm>
            <a:off x="-1" y="1"/>
            <a:ext cx="5247083" cy="1714500"/>
          </a:xfrm>
          <a:prstGeom prst="rect">
            <a:avLst/>
          </a:prstGeom>
          <a:noFill/>
          <a:ln>
            <a:noFill/>
          </a:ln>
        </p:spPr>
      </p:pic>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ondary Cover - Stone">
  <p:cSld name="Secondary Cover - Stone">
    <p:bg>
      <p:bgPr>
        <a:solidFill>
          <a:srgbClr val="F3EDE0"/>
        </a:solidFill>
      </p:bgPr>
    </p:bg>
    <p:spTree>
      <p:nvGrpSpPr>
        <p:cNvPr id="380" name="Shape 380"/>
        <p:cNvGrpSpPr/>
        <p:nvPr/>
      </p:nvGrpSpPr>
      <p:grpSpPr>
        <a:xfrm>
          <a:off x="0" y="0"/>
          <a:ext cx="0" cy="0"/>
          <a:chOff x="0" y="0"/>
          <a:chExt cx="0" cy="0"/>
        </a:xfrm>
      </p:grpSpPr>
      <p:pic>
        <p:nvPicPr>
          <p:cNvPr id="381" name="Google Shape;381;p63"/>
          <p:cNvPicPr preferRelativeResize="0"/>
          <p:nvPr/>
        </p:nvPicPr>
        <p:blipFill rotWithShape="1">
          <a:blip r:embed="rId2">
            <a:alphaModFix/>
          </a:blip>
          <a:srcRect b="0" l="0" r="0" t="0"/>
          <a:stretch/>
        </p:blipFill>
        <p:spPr>
          <a:xfrm>
            <a:off x="6413157" y="2629904"/>
            <a:ext cx="2502241" cy="2288250"/>
          </a:xfrm>
          <a:prstGeom prst="rect">
            <a:avLst/>
          </a:prstGeom>
          <a:noFill/>
          <a:ln>
            <a:noFill/>
          </a:ln>
        </p:spPr>
      </p:pic>
      <p:sp>
        <p:nvSpPr>
          <p:cNvPr id="382" name="Google Shape;382;p63"/>
          <p:cNvSpPr txBox="1"/>
          <p:nvPr/>
        </p:nvSpPr>
        <p:spPr>
          <a:xfrm>
            <a:off x="8656820" y="4759509"/>
            <a:ext cx="258000" cy="1692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1" i="0" lang="en" sz="1100" u="none" cap="none" strike="noStrike">
                <a:solidFill>
                  <a:schemeClr val="accent1"/>
                </a:solidFill>
                <a:latin typeface="Verizon NHG TX"/>
                <a:ea typeface="Verizon NHG TX"/>
                <a:cs typeface="Verizon NHG TX"/>
                <a:sym typeface="Verizon NHG TX"/>
              </a:rPr>
              <a:t>‹#›</a:t>
            </a:fld>
            <a:endParaRPr b="1" i="0" sz="1100" u="none" cap="none" strike="noStrike">
              <a:solidFill>
                <a:schemeClr val="accent1"/>
              </a:solidFill>
              <a:latin typeface="Verizon NHG TX"/>
              <a:ea typeface="Verizon NHG TX"/>
              <a:cs typeface="Verizon NHG TX"/>
              <a:sym typeface="Verizon NHG TX"/>
            </a:endParaRPr>
          </a:p>
        </p:txBody>
      </p:sp>
      <p:pic>
        <p:nvPicPr>
          <p:cNvPr id="383" name="Google Shape;383;p63"/>
          <p:cNvPicPr preferRelativeResize="0"/>
          <p:nvPr/>
        </p:nvPicPr>
        <p:blipFill rotWithShape="1">
          <a:blip r:embed="rId3">
            <a:alphaModFix/>
          </a:blip>
          <a:srcRect b="0" l="0" r="0" t="0"/>
          <a:stretch/>
        </p:blipFill>
        <p:spPr>
          <a:xfrm>
            <a:off x="228600" y="228600"/>
            <a:ext cx="628650" cy="142875"/>
          </a:xfrm>
          <a:prstGeom prst="rect">
            <a:avLst/>
          </a:prstGeom>
          <a:noFill/>
          <a:ln>
            <a:noFill/>
          </a:ln>
        </p:spPr>
      </p:pic>
      <p:sp>
        <p:nvSpPr>
          <p:cNvPr id="384" name="Google Shape;384;p63"/>
          <p:cNvSpPr txBox="1"/>
          <p:nvPr>
            <p:ph idx="1" type="body"/>
          </p:nvPr>
        </p:nvSpPr>
        <p:spPr>
          <a:xfrm>
            <a:off x="226219" y="3429000"/>
            <a:ext cx="5751900" cy="1571100"/>
          </a:xfrm>
          <a:prstGeom prst="rect">
            <a:avLst/>
          </a:prstGeom>
          <a:noFill/>
          <a:ln>
            <a:noFill/>
          </a:ln>
        </p:spPr>
        <p:txBody>
          <a:bodyPr anchorCtr="0" anchor="b" bIns="0" lIns="0" spcFirstLastPara="1" rIns="0" wrap="square" tIns="0">
            <a:normAutofit/>
          </a:bodyPr>
          <a:lstStyle>
            <a:lvl1pPr indent="-228600" lvl="0" marL="457200" marR="0" rtl="0" algn="l">
              <a:lnSpc>
                <a:spcPct val="101250"/>
              </a:lnSpc>
              <a:spcBef>
                <a:spcPts val="0"/>
              </a:spcBef>
              <a:spcAft>
                <a:spcPts val="0"/>
              </a:spcAft>
              <a:buClr>
                <a:schemeClr val="accent5"/>
              </a:buClr>
              <a:buSzPts val="3600"/>
              <a:buFont typeface="Verizon NHG TX"/>
              <a:buNone/>
              <a:defRPr b="1" i="0" sz="36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385" name="Google Shape;385;p63"/>
          <p:cNvSpPr txBox="1"/>
          <p:nvPr>
            <p:ph idx="2" type="body"/>
          </p:nvPr>
        </p:nvSpPr>
        <p:spPr>
          <a:xfrm>
            <a:off x="226219" y="2633614"/>
            <a:ext cx="5751900" cy="685800"/>
          </a:xfrm>
          <a:prstGeom prst="rect">
            <a:avLst/>
          </a:prstGeom>
          <a:noFill/>
          <a:ln>
            <a:noFill/>
          </a:ln>
        </p:spPr>
        <p:txBody>
          <a:bodyPr anchorCtr="0" anchor="t" bIns="0" lIns="0" spcFirstLastPara="1" rIns="0" wrap="square" tIns="0">
            <a:normAutofit/>
          </a:bodyPr>
          <a:lstStyle>
            <a:lvl1pPr indent="-228600" lvl="0" marL="457200" marR="0" rtl="0" algn="l">
              <a:lnSpc>
                <a:spcPct val="105161"/>
              </a:lnSpc>
              <a:spcBef>
                <a:spcPts val="0"/>
              </a:spcBef>
              <a:spcAft>
                <a:spcPts val="0"/>
              </a:spcAft>
              <a:buClr>
                <a:schemeClr val="accent5"/>
              </a:buClr>
              <a:buSzPts val="2300"/>
              <a:buFont typeface="Verizon NHG TX"/>
              <a:buNone/>
              <a:defRPr b="1" i="0" sz="23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ondary Cover - White">
  <p:cSld name="Secondary Cover - White">
    <p:bg>
      <p:bgPr>
        <a:solidFill>
          <a:schemeClr val="lt1"/>
        </a:solidFill>
      </p:bgPr>
    </p:bg>
    <p:spTree>
      <p:nvGrpSpPr>
        <p:cNvPr id="386" name="Shape 386"/>
        <p:cNvGrpSpPr/>
        <p:nvPr/>
      </p:nvGrpSpPr>
      <p:grpSpPr>
        <a:xfrm>
          <a:off x="0" y="0"/>
          <a:ext cx="0" cy="0"/>
          <a:chOff x="0" y="0"/>
          <a:chExt cx="0" cy="0"/>
        </a:xfrm>
      </p:grpSpPr>
      <p:sp>
        <p:nvSpPr>
          <p:cNvPr id="387" name="Google Shape;387;p64"/>
          <p:cNvSpPr txBox="1"/>
          <p:nvPr/>
        </p:nvSpPr>
        <p:spPr>
          <a:xfrm>
            <a:off x="8656820" y="4759509"/>
            <a:ext cx="258000" cy="1692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1" i="0" lang="en" sz="1100" u="none" cap="none" strike="noStrike">
                <a:solidFill>
                  <a:schemeClr val="accent1"/>
                </a:solidFill>
                <a:latin typeface="Verizon NHG TX"/>
                <a:ea typeface="Verizon NHG TX"/>
                <a:cs typeface="Verizon NHG TX"/>
                <a:sym typeface="Verizon NHG TX"/>
              </a:rPr>
              <a:t>‹#›</a:t>
            </a:fld>
            <a:endParaRPr b="1" i="0" sz="1100" u="none" cap="none" strike="noStrike">
              <a:solidFill>
                <a:schemeClr val="accent1"/>
              </a:solidFill>
              <a:latin typeface="Verizon NHG TX"/>
              <a:ea typeface="Verizon NHG TX"/>
              <a:cs typeface="Verizon NHG TX"/>
              <a:sym typeface="Verizon NHG TX"/>
            </a:endParaRPr>
          </a:p>
        </p:txBody>
      </p:sp>
      <p:pic>
        <p:nvPicPr>
          <p:cNvPr id="388" name="Google Shape;388;p64"/>
          <p:cNvPicPr preferRelativeResize="0"/>
          <p:nvPr/>
        </p:nvPicPr>
        <p:blipFill rotWithShape="1">
          <a:blip r:embed="rId2">
            <a:alphaModFix/>
          </a:blip>
          <a:srcRect b="0" l="0" r="0" t="0"/>
          <a:stretch/>
        </p:blipFill>
        <p:spPr>
          <a:xfrm>
            <a:off x="228600" y="228600"/>
            <a:ext cx="628650" cy="142875"/>
          </a:xfrm>
          <a:prstGeom prst="rect">
            <a:avLst/>
          </a:prstGeom>
          <a:noFill/>
          <a:ln>
            <a:noFill/>
          </a:ln>
        </p:spPr>
      </p:pic>
      <p:sp>
        <p:nvSpPr>
          <p:cNvPr id="389" name="Google Shape;389;p64"/>
          <p:cNvSpPr txBox="1"/>
          <p:nvPr>
            <p:ph idx="1" type="body"/>
          </p:nvPr>
        </p:nvSpPr>
        <p:spPr>
          <a:xfrm>
            <a:off x="226219" y="3429000"/>
            <a:ext cx="5751900" cy="1571100"/>
          </a:xfrm>
          <a:prstGeom prst="rect">
            <a:avLst/>
          </a:prstGeom>
          <a:noFill/>
          <a:ln>
            <a:noFill/>
          </a:ln>
        </p:spPr>
        <p:txBody>
          <a:bodyPr anchorCtr="0" anchor="b" bIns="0" lIns="0" spcFirstLastPara="1" rIns="0" wrap="square" tIns="0">
            <a:normAutofit/>
          </a:bodyPr>
          <a:lstStyle>
            <a:lvl1pPr indent="-228600" lvl="0" marL="457200" marR="0" rtl="0" algn="l">
              <a:lnSpc>
                <a:spcPct val="101250"/>
              </a:lnSpc>
              <a:spcBef>
                <a:spcPts val="0"/>
              </a:spcBef>
              <a:spcAft>
                <a:spcPts val="0"/>
              </a:spcAft>
              <a:buClr>
                <a:schemeClr val="accent5"/>
              </a:buClr>
              <a:buSzPts val="3600"/>
              <a:buFont typeface="Verizon NHG TX"/>
              <a:buNone/>
              <a:defRPr b="1" i="0" sz="36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390" name="Google Shape;390;p64"/>
          <p:cNvSpPr txBox="1"/>
          <p:nvPr>
            <p:ph idx="2" type="body"/>
          </p:nvPr>
        </p:nvSpPr>
        <p:spPr>
          <a:xfrm>
            <a:off x="226219" y="2633614"/>
            <a:ext cx="5751900" cy="685800"/>
          </a:xfrm>
          <a:prstGeom prst="rect">
            <a:avLst/>
          </a:prstGeom>
          <a:noFill/>
          <a:ln>
            <a:noFill/>
          </a:ln>
        </p:spPr>
        <p:txBody>
          <a:bodyPr anchorCtr="0" anchor="t" bIns="0" lIns="0" spcFirstLastPara="1" rIns="0" wrap="square" tIns="0">
            <a:normAutofit/>
          </a:bodyPr>
          <a:lstStyle>
            <a:lvl1pPr indent="-228600" lvl="0" marL="457200" marR="0" rtl="0" algn="l">
              <a:lnSpc>
                <a:spcPct val="105161"/>
              </a:lnSpc>
              <a:spcBef>
                <a:spcPts val="0"/>
              </a:spcBef>
              <a:spcAft>
                <a:spcPts val="0"/>
              </a:spcAft>
              <a:buClr>
                <a:schemeClr val="accent5"/>
              </a:buClr>
              <a:buSzPts val="2300"/>
              <a:buFont typeface="Verizon NHG TX"/>
              <a:buNone/>
              <a:defRPr b="1" i="0" sz="23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pic>
        <p:nvPicPr>
          <p:cNvPr id="391" name="Google Shape;391;p64"/>
          <p:cNvPicPr preferRelativeResize="0"/>
          <p:nvPr/>
        </p:nvPicPr>
        <p:blipFill rotWithShape="1">
          <a:blip r:embed="rId3">
            <a:alphaModFix/>
          </a:blip>
          <a:srcRect b="0" l="0" r="0" t="0"/>
          <a:stretch/>
        </p:blipFill>
        <p:spPr>
          <a:xfrm>
            <a:off x="6413157" y="2629904"/>
            <a:ext cx="2502241" cy="2288250"/>
          </a:xfrm>
          <a:prstGeom prst="rect">
            <a:avLst/>
          </a:prstGeom>
          <a:noFill/>
          <a:ln>
            <a:noFill/>
          </a:ln>
        </p:spPr>
      </p:pic>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ondary Cover - Black">
  <p:cSld name="Secondary Cover - Black">
    <p:bg>
      <p:bgPr>
        <a:solidFill>
          <a:schemeClr val="dk1"/>
        </a:solidFill>
      </p:bgPr>
    </p:bg>
    <p:spTree>
      <p:nvGrpSpPr>
        <p:cNvPr id="392" name="Shape 392"/>
        <p:cNvGrpSpPr/>
        <p:nvPr/>
      </p:nvGrpSpPr>
      <p:grpSpPr>
        <a:xfrm>
          <a:off x="0" y="0"/>
          <a:ext cx="0" cy="0"/>
          <a:chOff x="0" y="0"/>
          <a:chExt cx="0" cy="0"/>
        </a:xfrm>
      </p:grpSpPr>
      <p:sp>
        <p:nvSpPr>
          <p:cNvPr id="393" name="Google Shape;393;p65"/>
          <p:cNvSpPr txBox="1"/>
          <p:nvPr/>
        </p:nvSpPr>
        <p:spPr>
          <a:xfrm>
            <a:off x="8656820" y="4759509"/>
            <a:ext cx="258000" cy="1692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1" i="0" lang="en" sz="1100" u="none" cap="none" strike="noStrike">
                <a:solidFill>
                  <a:schemeClr val="accent6"/>
                </a:solidFill>
                <a:latin typeface="Verizon NHG TX"/>
                <a:ea typeface="Verizon NHG TX"/>
                <a:cs typeface="Verizon NHG TX"/>
                <a:sym typeface="Verizon NHG TX"/>
              </a:rPr>
              <a:t>‹#›</a:t>
            </a:fld>
            <a:endParaRPr b="1" i="0" sz="1100" u="none" cap="none" strike="noStrike">
              <a:solidFill>
                <a:schemeClr val="accent6"/>
              </a:solidFill>
              <a:latin typeface="Verizon NHG TX"/>
              <a:ea typeface="Verizon NHG TX"/>
              <a:cs typeface="Verizon NHG TX"/>
              <a:sym typeface="Verizon NHG TX"/>
            </a:endParaRPr>
          </a:p>
        </p:txBody>
      </p:sp>
      <p:pic>
        <p:nvPicPr>
          <p:cNvPr id="394" name="Google Shape;394;p65"/>
          <p:cNvPicPr preferRelativeResize="0"/>
          <p:nvPr/>
        </p:nvPicPr>
        <p:blipFill rotWithShape="1">
          <a:blip r:embed="rId2">
            <a:alphaModFix/>
          </a:blip>
          <a:srcRect b="0" l="0" r="0" t="0"/>
          <a:stretch/>
        </p:blipFill>
        <p:spPr>
          <a:xfrm>
            <a:off x="228600" y="228600"/>
            <a:ext cx="628650" cy="142875"/>
          </a:xfrm>
          <a:prstGeom prst="rect">
            <a:avLst/>
          </a:prstGeom>
          <a:noFill/>
          <a:ln>
            <a:noFill/>
          </a:ln>
        </p:spPr>
      </p:pic>
      <p:sp>
        <p:nvSpPr>
          <p:cNvPr id="395" name="Google Shape;395;p65"/>
          <p:cNvSpPr txBox="1"/>
          <p:nvPr>
            <p:ph idx="1" type="body"/>
          </p:nvPr>
        </p:nvSpPr>
        <p:spPr>
          <a:xfrm>
            <a:off x="226219" y="3429000"/>
            <a:ext cx="5751900" cy="1571100"/>
          </a:xfrm>
          <a:prstGeom prst="rect">
            <a:avLst/>
          </a:prstGeom>
          <a:noFill/>
          <a:ln>
            <a:noFill/>
          </a:ln>
        </p:spPr>
        <p:txBody>
          <a:bodyPr anchorCtr="0" anchor="b" bIns="0" lIns="0" spcFirstLastPara="1" rIns="0" wrap="square" tIns="0">
            <a:normAutofit/>
          </a:bodyPr>
          <a:lstStyle>
            <a:lvl1pPr indent="-228600" lvl="0" marL="457200" marR="0" rtl="0" algn="l">
              <a:lnSpc>
                <a:spcPct val="101250"/>
              </a:lnSpc>
              <a:spcBef>
                <a:spcPts val="0"/>
              </a:spcBef>
              <a:spcAft>
                <a:spcPts val="0"/>
              </a:spcAft>
              <a:buClr>
                <a:schemeClr val="lt1"/>
              </a:buClr>
              <a:buSzPts val="3600"/>
              <a:buFont typeface="Verizon NHG TX"/>
              <a:buNone/>
              <a:defRPr b="1" i="0" sz="3600" u="none" cap="none" strike="noStrike">
                <a:solidFill>
                  <a:schemeClr val="lt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396" name="Google Shape;396;p65"/>
          <p:cNvSpPr txBox="1"/>
          <p:nvPr>
            <p:ph idx="2" type="body"/>
          </p:nvPr>
        </p:nvSpPr>
        <p:spPr>
          <a:xfrm>
            <a:off x="226219" y="2633614"/>
            <a:ext cx="5751900" cy="685800"/>
          </a:xfrm>
          <a:prstGeom prst="rect">
            <a:avLst/>
          </a:prstGeom>
          <a:noFill/>
          <a:ln>
            <a:noFill/>
          </a:ln>
        </p:spPr>
        <p:txBody>
          <a:bodyPr anchorCtr="0" anchor="t" bIns="0" lIns="0" spcFirstLastPara="1" rIns="0" wrap="square" tIns="0">
            <a:normAutofit/>
          </a:bodyPr>
          <a:lstStyle>
            <a:lvl1pPr indent="-228600" lvl="0" marL="457200" marR="0" rtl="0" algn="l">
              <a:lnSpc>
                <a:spcPct val="105161"/>
              </a:lnSpc>
              <a:spcBef>
                <a:spcPts val="0"/>
              </a:spcBef>
              <a:spcAft>
                <a:spcPts val="0"/>
              </a:spcAft>
              <a:buClr>
                <a:schemeClr val="lt1"/>
              </a:buClr>
              <a:buSzPts val="2300"/>
              <a:buFont typeface="Verizon NHG TX"/>
              <a:buNone/>
              <a:defRPr b="1" i="0" sz="2300" u="none" cap="none" strike="noStrike">
                <a:solidFill>
                  <a:schemeClr val="lt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pic>
        <p:nvPicPr>
          <p:cNvPr id="397" name="Google Shape;397;p65"/>
          <p:cNvPicPr preferRelativeResize="0"/>
          <p:nvPr/>
        </p:nvPicPr>
        <p:blipFill rotWithShape="1">
          <a:blip r:embed="rId3">
            <a:alphaModFix/>
          </a:blip>
          <a:srcRect b="0" l="0" r="0" t="0"/>
          <a:stretch/>
        </p:blipFill>
        <p:spPr>
          <a:xfrm>
            <a:off x="6413157" y="2629904"/>
            <a:ext cx="2502241" cy="2288250"/>
          </a:xfrm>
          <a:prstGeom prst="rect">
            <a:avLst/>
          </a:prstGeom>
          <a:noFill/>
          <a:ln>
            <a:noFill/>
          </a:ln>
        </p:spPr>
      </p:pic>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Stone">
  <p:cSld name="Divider - Stone">
    <p:bg>
      <p:bgPr>
        <a:solidFill>
          <a:srgbClr val="F3EDE0"/>
        </a:solidFill>
      </p:bgPr>
    </p:bg>
    <p:spTree>
      <p:nvGrpSpPr>
        <p:cNvPr id="398" name="Shape 398"/>
        <p:cNvGrpSpPr/>
        <p:nvPr/>
      </p:nvGrpSpPr>
      <p:grpSpPr>
        <a:xfrm>
          <a:off x="0" y="0"/>
          <a:ext cx="0" cy="0"/>
          <a:chOff x="0" y="0"/>
          <a:chExt cx="0" cy="0"/>
        </a:xfrm>
      </p:grpSpPr>
      <p:sp>
        <p:nvSpPr>
          <p:cNvPr id="399" name="Google Shape;399;p66"/>
          <p:cNvSpPr txBox="1"/>
          <p:nvPr>
            <p:ph idx="1" type="body"/>
          </p:nvPr>
        </p:nvSpPr>
        <p:spPr>
          <a:xfrm>
            <a:off x="226219" y="228600"/>
            <a:ext cx="6487800" cy="1485900"/>
          </a:xfrm>
          <a:prstGeom prst="rect">
            <a:avLst/>
          </a:prstGeom>
          <a:noFill/>
          <a:ln>
            <a:noFill/>
          </a:ln>
        </p:spPr>
        <p:txBody>
          <a:bodyPr anchorCtr="0" anchor="t" bIns="0" lIns="0" spcFirstLastPara="1" rIns="0" wrap="square" tIns="0">
            <a:normAutofit/>
          </a:bodyPr>
          <a:lstStyle>
            <a:lvl1pPr indent="-228600" lvl="0" marL="457200" marR="0" rtl="0" algn="l">
              <a:lnSpc>
                <a:spcPct val="99090"/>
              </a:lnSpc>
              <a:spcBef>
                <a:spcPts val="0"/>
              </a:spcBef>
              <a:spcAft>
                <a:spcPts val="0"/>
              </a:spcAft>
              <a:buClr>
                <a:srgbClr val="F50A23"/>
              </a:buClr>
              <a:buSzPts val="5000"/>
              <a:buFont typeface="Verizon NHG TX"/>
              <a:buNone/>
              <a:defRPr b="1" i="0" sz="5000" u="none" cap="none" strike="noStrike">
                <a:solidFill>
                  <a:srgbClr val="F50A23"/>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400" name="Google Shape;400;p66"/>
          <p:cNvSpPr txBox="1"/>
          <p:nvPr>
            <p:ph idx="2" type="body"/>
          </p:nvPr>
        </p:nvSpPr>
        <p:spPr>
          <a:xfrm>
            <a:off x="226219" y="2638020"/>
            <a:ext cx="6487800" cy="1476600"/>
          </a:xfrm>
          <a:prstGeom prst="rect">
            <a:avLst/>
          </a:prstGeom>
          <a:noFill/>
          <a:ln>
            <a:noFill/>
          </a:ln>
        </p:spPr>
        <p:txBody>
          <a:bodyPr anchorCtr="0" anchor="t" bIns="0" lIns="0" spcFirstLastPara="1" rIns="0" wrap="square" tIns="0">
            <a:normAutofit/>
          </a:bodyPr>
          <a:lstStyle>
            <a:lvl1pPr indent="-228600" lvl="0" marL="457200" marR="0" rtl="0" algn="l">
              <a:lnSpc>
                <a:spcPct val="98125"/>
              </a:lnSpc>
              <a:spcBef>
                <a:spcPts val="0"/>
              </a:spcBef>
              <a:spcAft>
                <a:spcPts val="0"/>
              </a:spcAft>
              <a:buClr>
                <a:schemeClr val="dk1"/>
              </a:buClr>
              <a:buSzPts val="2400"/>
              <a:buFont typeface="Verizon NHG TX"/>
              <a:buNone/>
              <a:defRPr b="1" i="0" sz="24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401" name="Google Shape;401;p66"/>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b="0" i="0" sz="1100" u="none" cap="none" strike="noStrike">
              <a:solidFill>
                <a:srgbClr val="000000"/>
              </a:solidFill>
              <a:latin typeface="Verizon NHG TX"/>
              <a:ea typeface="Verizon NHG TX"/>
              <a:cs typeface="Verizon NHG TX"/>
              <a:sym typeface="Verizon NHG TX"/>
            </a:endParaRPr>
          </a:p>
        </p:txBody>
      </p:sp>
      <p:sp>
        <p:nvSpPr>
          <p:cNvPr id="402" name="Google Shape;402;p66"/>
          <p:cNvSpPr txBox="1"/>
          <p:nvPr/>
        </p:nvSpPr>
        <p:spPr>
          <a:xfrm>
            <a:off x="8642255" y="4759509"/>
            <a:ext cx="272700" cy="1692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1" i="0" lang="en" sz="1100" u="none" cap="none" strike="noStrike">
                <a:solidFill>
                  <a:schemeClr val="accent1"/>
                </a:solidFill>
                <a:latin typeface="Verizon NHG TX"/>
                <a:ea typeface="Verizon NHG TX"/>
                <a:cs typeface="Verizon NHG TX"/>
                <a:sym typeface="Verizon NHG TX"/>
              </a:rPr>
              <a:t>‹#›</a:t>
            </a:fld>
            <a:endParaRPr b="1" i="0" sz="1100" u="none" cap="none" strike="noStrike">
              <a:solidFill>
                <a:schemeClr val="accent1"/>
              </a:solidFill>
              <a:latin typeface="Verizon NHG TX"/>
              <a:ea typeface="Verizon NHG TX"/>
              <a:cs typeface="Verizon NHG TX"/>
              <a:sym typeface="Verizon NHG TX"/>
            </a:endParaRPr>
          </a:p>
        </p:txBody>
      </p:sp>
      <p:pic>
        <p:nvPicPr>
          <p:cNvPr id="403" name="Google Shape;403;p66"/>
          <p:cNvPicPr preferRelativeResize="0"/>
          <p:nvPr/>
        </p:nvPicPr>
        <p:blipFill rotWithShape="1">
          <a:blip r:embed="rId2">
            <a:alphaModFix/>
          </a:blip>
          <a:srcRect b="0" l="0" r="0" t="0"/>
          <a:stretch/>
        </p:blipFill>
        <p:spPr>
          <a:xfrm>
            <a:off x="229133" y="4768923"/>
            <a:ext cx="637643" cy="142756"/>
          </a:xfrm>
          <a:prstGeom prst="rect">
            <a:avLst/>
          </a:prstGeom>
          <a:noFill/>
          <a:ln>
            <a:noFill/>
          </a:ln>
        </p:spPr>
      </p:pic>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White">
  <p:cSld name="Divider - White">
    <p:bg>
      <p:bgPr>
        <a:solidFill>
          <a:schemeClr val="lt1"/>
        </a:solidFill>
      </p:bgPr>
    </p:bg>
    <p:spTree>
      <p:nvGrpSpPr>
        <p:cNvPr id="404" name="Shape 404"/>
        <p:cNvGrpSpPr/>
        <p:nvPr/>
      </p:nvGrpSpPr>
      <p:grpSpPr>
        <a:xfrm>
          <a:off x="0" y="0"/>
          <a:ext cx="0" cy="0"/>
          <a:chOff x="0" y="0"/>
          <a:chExt cx="0" cy="0"/>
        </a:xfrm>
      </p:grpSpPr>
      <p:sp>
        <p:nvSpPr>
          <p:cNvPr id="405" name="Google Shape;405;p67"/>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b="0" i="0" sz="1100" u="none" cap="none" strike="noStrike">
              <a:solidFill>
                <a:srgbClr val="000000"/>
              </a:solidFill>
              <a:latin typeface="Verizon NHG TX"/>
              <a:ea typeface="Verizon NHG TX"/>
              <a:cs typeface="Verizon NHG TX"/>
              <a:sym typeface="Verizon NHG TX"/>
            </a:endParaRPr>
          </a:p>
        </p:txBody>
      </p:sp>
      <p:sp>
        <p:nvSpPr>
          <p:cNvPr id="406" name="Google Shape;406;p67"/>
          <p:cNvSpPr txBox="1"/>
          <p:nvPr/>
        </p:nvSpPr>
        <p:spPr>
          <a:xfrm>
            <a:off x="8642255" y="4759509"/>
            <a:ext cx="272700" cy="1692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1" i="0" lang="en" sz="1100" u="none" cap="none" strike="noStrike">
                <a:solidFill>
                  <a:schemeClr val="accent1"/>
                </a:solidFill>
                <a:latin typeface="Verizon NHG TX"/>
                <a:ea typeface="Verizon NHG TX"/>
                <a:cs typeface="Verizon NHG TX"/>
                <a:sym typeface="Verizon NHG TX"/>
              </a:rPr>
              <a:t>‹#›</a:t>
            </a:fld>
            <a:endParaRPr b="1" i="0" sz="1100" u="none" cap="none" strike="noStrike">
              <a:solidFill>
                <a:schemeClr val="accent1"/>
              </a:solidFill>
              <a:latin typeface="Verizon NHG TX"/>
              <a:ea typeface="Verizon NHG TX"/>
              <a:cs typeface="Verizon NHG TX"/>
              <a:sym typeface="Verizon NHG TX"/>
            </a:endParaRPr>
          </a:p>
        </p:txBody>
      </p:sp>
      <p:pic>
        <p:nvPicPr>
          <p:cNvPr id="407" name="Google Shape;407;p67"/>
          <p:cNvPicPr preferRelativeResize="0"/>
          <p:nvPr/>
        </p:nvPicPr>
        <p:blipFill rotWithShape="1">
          <a:blip r:embed="rId2">
            <a:alphaModFix/>
          </a:blip>
          <a:srcRect b="0" l="0" r="0" t="0"/>
          <a:stretch/>
        </p:blipFill>
        <p:spPr>
          <a:xfrm>
            <a:off x="229133" y="4768923"/>
            <a:ext cx="637643" cy="142756"/>
          </a:xfrm>
          <a:prstGeom prst="rect">
            <a:avLst/>
          </a:prstGeom>
          <a:noFill/>
          <a:ln>
            <a:noFill/>
          </a:ln>
        </p:spPr>
      </p:pic>
      <p:sp>
        <p:nvSpPr>
          <p:cNvPr id="408" name="Google Shape;408;p67"/>
          <p:cNvSpPr txBox="1"/>
          <p:nvPr>
            <p:ph idx="1" type="body"/>
          </p:nvPr>
        </p:nvSpPr>
        <p:spPr>
          <a:xfrm>
            <a:off x="226219" y="228600"/>
            <a:ext cx="6487800" cy="1485900"/>
          </a:xfrm>
          <a:prstGeom prst="rect">
            <a:avLst/>
          </a:prstGeom>
          <a:noFill/>
          <a:ln>
            <a:noFill/>
          </a:ln>
        </p:spPr>
        <p:txBody>
          <a:bodyPr anchorCtr="0" anchor="t" bIns="0" lIns="0" spcFirstLastPara="1" rIns="0" wrap="square" tIns="0">
            <a:normAutofit/>
          </a:bodyPr>
          <a:lstStyle>
            <a:lvl1pPr indent="-228600" lvl="0" marL="457200" marR="0" rtl="0" algn="l">
              <a:lnSpc>
                <a:spcPct val="99090"/>
              </a:lnSpc>
              <a:spcBef>
                <a:spcPts val="0"/>
              </a:spcBef>
              <a:spcAft>
                <a:spcPts val="0"/>
              </a:spcAft>
              <a:buClr>
                <a:srgbClr val="F50A23"/>
              </a:buClr>
              <a:buSzPts val="5000"/>
              <a:buFont typeface="Verizon NHG TX"/>
              <a:buNone/>
              <a:defRPr b="1" i="0" sz="5000" u="none" cap="none" strike="noStrike">
                <a:solidFill>
                  <a:srgbClr val="F50A23"/>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409" name="Google Shape;409;p67"/>
          <p:cNvSpPr txBox="1"/>
          <p:nvPr>
            <p:ph idx="2" type="body"/>
          </p:nvPr>
        </p:nvSpPr>
        <p:spPr>
          <a:xfrm>
            <a:off x="226219" y="2638020"/>
            <a:ext cx="6487800" cy="1476600"/>
          </a:xfrm>
          <a:prstGeom prst="rect">
            <a:avLst/>
          </a:prstGeom>
          <a:noFill/>
          <a:ln>
            <a:noFill/>
          </a:ln>
        </p:spPr>
        <p:txBody>
          <a:bodyPr anchorCtr="0" anchor="t" bIns="0" lIns="0" spcFirstLastPara="1" rIns="0" wrap="square" tIns="0">
            <a:normAutofit/>
          </a:bodyPr>
          <a:lstStyle>
            <a:lvl1pPr indent="-228600" lvl="0" marL="457200" marR="0" rtl="0" algn="l">
              <a:lnSpc>
                <a:spcPct val="98125"/>
              </a:lnSpc>
              <a:spcBef>
                <a:spcPts val="0"/>
              </a:spcBef>
              <a:spcAft>
                <a:spcPts val="0"/>
              </a:spcAft>
              <a:buClr>
                <a:schemeClr val="dk1"/>
              </a:buClr>
              <a:buSzPts val="2400"/>
              <a:buFont typeface="Verizon NHG TX"/>
              <a:buNone/>
              <a:defRPr b="1" i="0" sz="24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Black">
  <p:cSld name="Divider - Black">
    <p:bg>
      <p:bgPr>
        <a:solidFill>
          <a:schemeClr val="dk1"/>
        </a:solidFill>
      </p:bgPr>
    </p:bg>
    <p:spTree>
      <p:nvGrpSpPr>
        <p:cNvPr id="410" name="Shape 410"/>
        <p:cNvGrpSpPr/>
        <p:nvPr/>
      </p:nvGrpSpPr>
      <p:grpSpPr>
        <a:xfrm>
          <a:off x="0" y="0"/>
          <a:ext cx="0" cy="0"/>
          <a:chOff x="0" y="0"/>
          <a:chExt cx="0" cy="0"/>
        </a:xfrm>
      </p:grpSpPr>
      <p:sp>
        <p:nvSpPr>
          <p:cNvPr id="411" name="Google Shape;411;p68"/>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accent6"/>
                </a:solidFill>
                <a:latin typeface="Verizon NHG TX"/>
                <a:ea typeface="Verizon NHG TX"/>
                <a:cs typeface="Verizon NHG TX"/>
                <a:sym typeface="Verizon NHG TX"/>
              </a:rPr>
              <a:t>Verizon confidential and proprietary. Unauthorized disclosure, reproduction or other use prohibited.</a:t>
            </a:r>
            <a:endParaRPr b="0" i="0" sz="1100" u="none" cap="none" strike="noStrike">
              <a:solidFill>
                <a:srgbClr val="000000"/>
              </a:solidFill>
              <a:latin typeface="Verizon NHG TX"/>
              <a:ea typeface="Verizon NHG TX"/>
              <a:cs typeface="Verizon NHG TX"/>
              <a:sym typeface="Verizon NHG TX"/>
            </a:endParaRPr>
          </a:p>
        </p:txBody>
      </p:sp>
      <p:sp>
        <p:nvSpPr>
          <p:cNvPr id="412" name="Google Shape;412;p68"/>
          <p:cNvSpPr txBox="1"/>
          <p:nvPr/>
        </p:nvSpPr>
        <p:spPr>
          <a:xfrm>
            <a:off x="8642255" y="4759509"/>
            <a:ext cx="272700" cy="1692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1" i="0" lang="en" sz="1100" u="none" cap="none" strike="noStrike">
                <a:solidFill>
                  <a:schemeClr val="accent6"/>
                </a:solidFill>
                <a:latin typeface="Verizon NHG TX"/>
                <a:ea typeface="Verizon NHG TX"/>
                <a:cs typeface="Verizon NHG TX"/>
                <a:sym typeface="Verizon NHG TX"/>
              </a:rPr>
              <a:t>‹#›</a:t>
            </a:fld>
            <a:endParaRPr b="1" i="0" sz="1100" u="none" cap="none" strike="noStrike">
              <a:solidFill>
                <a:schemeClr val="accent6"/>
              </a:solidFill>
              <a:latin typeface="Verizon NHG TX"/>
              <a:ea typeface="Verizon NHG TX"/>
              <a:cs typeface="Verizon NHG TX"/>
              <a:sym typeface="Verizon NHG TX"/>
            </a:endParaRPr>
          </a:p>
        </p:txBody>
      </p:sp>
      <p:pic>
        <p:nvPicPr>
          <p:cNvPr id="413" name="Google Shape;413;p68"/>
          <p:cNvPicPr preferRelativeResize="0"/>
          <p:nvPr/>
        </p:nvPicPr>
        <p:blipFill rotWithShape="1">
          <a:blip r:embed="rId2">
            <a:alphaModFix/>
          </a:blip>
          <a:srcRect b="0" l="0" r="0" t="0"/>
          <a:stretch/>
        </p:blipFill>
        <p:spPr>
          <a:xfrm>
            <a:off x="229133" y="4768923"/>
            <a:ext cx="637643" cy="142756"/>
          </a:xfrm>
          <a:prstGeom prst="rect">
            <a:avLst/>
          </a:prstGeom>
          <a:noFill/>
          <a:ln>
            <a:noFill/>
          </a:ln>
        </p:spPr>
      </p:pic>
      <p:sp>
        <p:nvSpPr>
          <p:cNvPr id="414" name="Google Shape;414;p68"/>
          <p:cNvSpPr txBox="1"/>
          <p:nvPr>
            <p:ph idx="1" type="body"/>
          </p:nvPr>
        </p:nvSpPr>
        <p:spPr>
          <a:xfrm>
            <a:off x="226219" y="228600"/>
            <a:ext cx="6487800" cy="1485900"/>
          </a:xfrm>
          <a:prstGeom prst="rect">
            <a:avLst/>
          </a:prstGeom>
          <a:noFill/>
          <a:ln>
            <a:noFill/>
          </a:ln>
        </p:spPr>
        <p:txBody>
          <a:bodyPr anchorCtr="0" anchor="t" bIns="0" lIns="0" spcFirstLastPara="1" rIns="0" wrap="square" tIns="0">
            <a:normAutofit/>
          </a:bodyPr>
          <a:lstStyle>
            <a:lvl1pPr indent="-228600" lvl="0" marL="457200" marR="0" rtl="0" algn="l">
              <a:lnSpc>
                <a:spcPct val="99090"/>
              </a:lnSpc>
              <a:spcBef>
                <a:spcPts val="0"/>
              </a:spcBef>
              <a:spcAft>
                <a:spcPts val="0"/>
              </a:spcAft>
              <a:buClr>
                <a:srgbClr val="F50A23"/>
              </a:buClr>
              <a:buSzPts val="5000"/>
              <a:buFont typeface="Verizon NHG TX"/>
              <a:buNone/>
              <a:defRPr b="1" i="0" sz="5000" u="none" cap="none" strike="noStrike">
                <a:solidFill>
                  <a:srgbClr val="F50A23"/>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415" name="Google Shape;415;p68"/>
          <p:cNvSpPr txBox="1"/>
          <p:nvPr>
            <p:ph idx="2" type="body"/>
          </p:nvPr>
        </p:nvSpPr>
        <p:spPr>
          <a:xfrm>
            <a:off x="226219" y="2638020"/>
            <a:ext cx="6487800" cy="1476600"/>
          </a:xfrm>
          <a:prstGeom prst="rect">
            <a:avLst/>
          </a:prstGeom>
          <a:noFill/>
          <a:ln>
            <a:noFill/>
          </a:ln>
        </p:spPr>
        <p:txBody>
          <a:bodyPr anchorCtr="0" anchor="t" bIns="0" lIns="0" spcFirstLastPara="1" rIns="0" wrap="square" tIns="0">
            <a:normAutofit/>
          </a:bodyPr>
          <a:lstStyle>
            <a:lvl1pPr indent="-228600" lvl="0" marL="457200" marR="0" rtl="0" algn="l">
              <a:lnSpc>
                <a:spcPct val="98125"/>
              </a:lnSpc>
              <a:spcBef>
                <a:spcPts val="0"/>
              </a:spcBef>
              <a:spcAft>
                <a:spcPts val="0"/>
              </a:spcAft>
              <a:buClr>
                <a:schemeClr val="lt1"/>
              </a:buClr>
              <a:buSzPts val="2400"/>
              <a:buFont typeface="Verizon NHG TX"/>
              <a:buNone/>
              <a:defRPr b="1" i="0" sz="2400" u="none" cap="none" strike="noStrike">
                <a:solidFill>
                  <a:schemeClr val="lt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statement or Divider - White">
  <p:cSld name="Large statement or Divider - White">
    <p:bg>
      <p:bgPr>
        <a:solidFill>
          <a:schemeClr val="lt1"/>
        </a:solidFill>
      </p:bgPr>
    </p:bg>
    <p:spTree>
      <p:nvGrpSpPr>
        <p:cNvPr id="416" name="Shape 416"/>
        <p:cNvGrpSpPr/>
        <p:nvPr/>
      </p:nvGrpSpPr>
      <p:grpSpPr>
        <a:xfrm>
          <a:off x="0" y="0"/>
          <a:ext cx="0" cy="0"/>
          <a:chOff x="0" y="0"/>
          <a:chExt cx="0" cy="0"/>
        </a:xfrm>
      </p:grpSpPr>
      <p:sp>
        <p:nvSpPr>
          <p:cNvPr id="417" name="Google Shape;417;p69"/>
          <p:cNvSpPr/>
          <p:nvPr/>
        </p:nvSpPr>
        <p:spPr>
          <a:xfrm>
            <a:off x="260001" y="436221"/>
            <a:ext cx="8621700" cy="3984600"/>
          </a:xfrm>
          <a:prstGeom prst="rect">
            <a:avLst/>
          </a:prstGeom>
          <a:solidFill>
            <a:schemeClr val="accent2"/>
          </a:solidFill>
          <a:ln cap="flat" cmpd="sng" w="82550">
            <a:solidFill>
              <a:schemeClr val="accent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418" name="Google Shape;418;p69"/>
          <p:cNvSpPr txBox="1"/>
          <p:nvPr>
            <p:ph idx="1" type="body"/>
          </p:nvPr>
        </p:nvSpPr>
        <p:spPr>
          <a:xfrm>
            <a:off x="1693069" y="1828800"/>
            <a:ext cx="5753100" cy="1483500"/>
          </a:xfrm>
          <a:prstGeom prst="rect">
            <a:avLst/>
          </a:prstGeom>
          <a:noFill/>
          <a:ln>
            <a:noFill/>
          </a:ln>
        </p:spPr>
        <p:txBody>
          <a:bodyPr anchorCtr="0" anchor="t" bIns="0" lIns="0" spcFirstLastPara="1" rIns="0" wrap="square" tIns="0">
            <a:normAutofit/>
          </a:bodyPr>
          <a:lstStyle>
            <a:lvl1pPr indent="-228600" lvl="0" marL="457200" marR="0" rtl="0" algn="l">
              <a:lnSpc>
                <a:spcPct val="106666"/>
              </a:lnSpc>
              <a:spcBef>
                <a:spcPts val="0"/>
              </a:spcBef>
              <a:spcAft>
                <a:spcPts val="0"/>
              </a:spcAft>
              <a:buClr>
                <a:srgbClr val="F50A23"/>
              </a:buClr>
              <a:buSzPts val="5000"/>
              <a:buFont typeface="Verizon NHG TX"/>
              <a:buNone/>
              <a:defRPr b="1" i="0" sz="5000" u="none" cap="none" strike="noStrike">
                <a:solidFill>
                  <a:srgbClr val="F50A23"/>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419" name="Google Shape;419;p69"/>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b="0" i="0" sz="1100" u="none" cap="none" strike="noStrike">
              <a:solidFill>
                <a:srgbClr val="000000"/>
              </a:solidFill>
              <a:latin typeface="Verizon NHG TX"/>
              <a:ea typeface="Verizon NHG TX"/>
              <a:cs typeface="Verizon NHG TX"/>
              <a:sym typeface="Verizon NHG TX"/>
            </a:endParaRPr>
          </a:p>
        </p:txBody>
      </p:sp>
      <p:sp>
        <p:nvSpPr>
          <p:cNvPr id="420" name="Google Shape;420;p69"/>
          <p:cNvSpPr txBox="1"/>
          <p:nvPr/>
        </p:nvSpPr>
        <p:spPr>
          <a:xfrm>
            <a:off x="8642255" y="4759509"/>
            <a:ext cx="272700" cy="1692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1" i="0" lang="en" sz="1100" u="none" cap="none" strike="noStrike">
                <a:solidFill>
                  <a:schemeClr val="accent1"/>
                </a:solidFill>
                <a:latin typeface="Verizon NHG TX"/>
                <a:ea typeface="Verizon NHG TX"/>
                <a:cs typeface="Verizon NHG TX"/>
                <a:sym typeface="Verizon NHG TX"/>
              </a:rPr>
              <a:t>‹#›</a:t>
            </a:fld>
            <a:endParaRPr b="1" i="0" sz="1100" u="none" cap="none" strike="noStrike">
              <a:solidFill>
                <a:schemeClr val="accent1"/>
              </a:solidFill>
              <a:latin typeface="Verizon NHG TX"/>
              <a:ea typeface="Verizon NHG TX"/>
              <a:cs typeface="Verizon NHG TX"/>
              <a:sym typeface="Verizon NHG TX"/>
            </a:endParaRPr>
          </a:p>
        </p:txBody>
      </p:sp>
      <p:pic>
        <p:nvPicPr>
          <p:cNvPr id="421" name="Google Shape;421;p69"/>
          <p:cNvPicPr preferRelativeResize="0"/>
          <p:nvPr/>
        </p:nvPicPr>
        <p:blipFill rotWithShape="1">
          <a:blip r:embed="rId2">
            <a:alphaModFix/>
          </a:blip>
          <a:srcRect b="0" l="0" r="0" t="0"/>
          <a:stretch/>
        </p:blipFill>
        <p:spPr>
          <a:xfrm>
            <a:off x="229133" y="4768923"/>
            <a:ext cx="637643" cy="142756"/>
          </a:xfrm>
          <a:prstGeom prst="rect">
            <a:avLst/>
          </a:prstGeom>
          <a:noFill/>
          <a:ln>
            <a:noFill/>
          </a:ln>
        </p:spPr>
      </p:pic>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statement or Divider - Stone">
  <p:cSld name="Large statement or Divider - Stone">
    <p:bg>
      <p:bgPr>
        <a:solidFill>
          <a:schemeClr val="accent2"/>
        </a:solidFill>
      </p:bgPr>
    </p:bg>
    <p:spTree>
      <p:nvGrpSpPr>
        <p:cNvPr id="422" name="Shape 422"/>
        <p:cNvGrpSpPr/>
        <p:nvPr/>
      </p:nvGrpSpPr>
      <p:grpSpPr>
        <a:xfrm>
          <a:off x="0" y="0"/>
          <a:ext cx="0" cy="0"/>
          <a:chOff x="0" y="0"/>
          <a:chExt cx="0" cy="0"/>
        </a:xfrm>
      </p:grpSpPr>
      <p:sp>
        <p:nvSpPr>
          <p:cNvPr id="423" name="Google Shape;423;p70"/>
          <p:cNvSpPr/>
          <p:nvPr/>
        </p:nvSpPr>
        <p:spPr>
          <a:xfrm>
            <a:off x="260001" y="436221"/>
            <a:ext cx="8621700" cy="3984600"/>
          </a:xfrm>
          <a:prstGeom prst="rect">
            <a:avLst/>
          </a:prstGeom>
          <a:solidFill>
            <a:schemeClr val="lt1"/>
          </a:solidFill>
          <a:ln cap="flat" cmpd="sng" w="82550">
            <a:solidFill>
              <a:schemeClr val="accent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424" name="Google Shape;424;p70"/>
          <p:cNvSpPr txBox="1"/>
          <p:nvPr>
            <p:ph idx="1" type="body"/>
          </p:nvPr>
        </p:nvSpPr>
        <p:spPr>
          <a:xfrm>
            <a:off x="1693069" y="1828800"/>
            <a:ext cx="5753100" cy="1483500"/>
          </a:xfrm>
          <a:prstGeom prst="rect">
            <a:avLst/>
          </a:prstGeom>
          <a:noFill/>
          <a:ln>
            <a:noFill/>
          </a:ln>
        </p:spPr>
        <p:txBody>
          <a:bodyPr anchorCtr="0" anchor="t" bIns="0" lIns="0" spcFirstLastPara="1" rIns="0" wrap="square" tIns="0">
            <a:normAutofit/>
          </a:bodyPr>
          <a:lstStyle>
            <a:lvl1pPr indent="-228600" lvl="0" marL="457200" marR="0" rtl="0" algn="l">
              <a:lnSpc>
                <a:spcPct val="106666"/>
              </a:lnSpc>
              <a:spcBef>
                <a:spcPts val="0"/>
              </a:spcBef>
              <a:spcAft>
                <a:spcPts val="0"/>
              </a:spcAft>
              <a:buClr>
                <a:srgbClr val="F50A23"/>
              </a:buClr>
              <a:buSzPts val="5000"/>
              <a:buFont typeface="Verizon NHG TX"/>
              <a:buNone/>
              <a:defRPr b="1" i="0" sz="5000" u="none" cap="none" strike="noStrike">
                <a:solidFill>
                  <a:srgbClr val="F50A23"/>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425" name="Google Shape;425;p70"/>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b="0" i="0" sz="1100" u="none" cap="none" strike="noStrike">
              <a:solidFill>
                <a:srgbClr val="000000"/>
              </a:solidFill>
              <a:latin typeface="Verizon NHG TX"/>
              <a:ea typeface="Verizon NHG TX"/>
              <a:cs typeface="Verizon NHG TX"/>
              <a:sym typeface="Verizon NHG TX"/>
            </a:endParaRPr>
          </a:p>
        </p:txBody>
      </p:sp>
      <p:sp>
        <p:nvSpPr>
          <p:cNvPr id="426" name="Google Shape;426;p70"/>
          <p:cNvSpPr txBox="1"/>
          <p:nvPr/>
        </p:nvSpPr>
        <p:spPr>
          <a:xfrm>
            <a:off x="8642255" y="4759509"/>
            <a:ext cx="272700" cy="1692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1" i="0" lang="en" sz="1100" u="none" cap="none" strike="noStrike">
                <a:solidFill>
                  <a:schemeClr val="accent1"/>
                </a:solidFill>
                <a:latin typeface="Verizon NHG TX"/>
                <a:ea typeface="Verizon NHG TX"/>
                <a:cs typeface="Verizon NHG TX"/>
                <a:sym typeface="Verizon NHG TX"/>
              </a:rPr>
              <a:t>‹#›</a:t>
            </a:fld>
            <a:endParaRPr b="1" i="0" sz="1100" u="none" cap="none" strike="noStrike">
              <a:solidFill>
                <a:schemeClr val="accent1"/>
              </a:solidFill>
              <a:latin typeface="Verizon NHG TX"/>
              <a:ea typeface="Verizon NHG TX"/>
              <a:cs typeface="Verizon NHG TX"/>
              <a:sym typeface="Verizon NHG TX"/>
            </a:endParaRPr>
          </a:p>
        </p:txBody>
      </p:sp>
      <p:pic>
        <p:nvPicPr>
          <p:cNvPr id="427" name="Google Shape;427;p70"/>
          <p:cNvPicPr preferRelativeResize="0"/>
          <p:nvPr/>
        </p:nvPicPr>
        <p:blipFill rotWithShape="1">
          <a:blip r:embed="rId2">
            <a:alphaModFix/>
          </a:blip>
          <a:srcRect b="0" l="0" r="0" t="0"/>
          <a:stretch/>
        </p:blipFill>
        <p:spPr>
          <a:xfrm>
            <a:off x="229133" y="4768923"/>
            <a:ext cx="637643" cy="142756"/>
          </a:xfrm>
          <a:prstGeom prst="rect">
            <a:avLst/>
          </a:prstGeom>
          <a:noFill/>
          <a:ln>
            <a:noFill/>
          </a:ln>
        </p:spPr>
      </p:pic>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statement or Divider - Black">
  <p:cSld name="Large statement or Divider - Black">
    <p:bg>
      <p:bgPr>
        <a:solidFill>
          <a:schemeClr val="lt1"/>
        </a:solidFill>
      </p:bgPr>
    </p:bg>
    <p:spTree>
      <p:nvGrpSpPr>
        <p:cNvPr id="428" name="Shape 428"/>
        <p:cNvGrpSpPr/>
        <p:nvPr/>
      </p:nvGrpSpPr>
      <p:grpSpPr>
        <a:xfrm>
          <a:off x="0" y="0"/>
          <a:ext cx="0" cy="0"/>
          <a:chOff x="0" y="0"/>
          <a:chExt cx="0" cy="0"/>
        </a:xfrm>
      </p:grpSpPr>
      <p:sp>
        <p:nvSpPr>
          <p:cNvPr id="429" name="Google Shape;429;p71"/>
          <p:cNvSpPr/>
          <p:nvPr/>
        </p:nvSpPr>
        <p:spPr>
          <a:xfrm>
            <a:off x="260001" y="436221"/>
            <a:ext cx="8621700" cy="3984600"/>
          </a:xfrm>
          <a:prstGeom prst="rect">
            <a:avLst/>
          </a:prstGeom>
          <a:solidFill>
            <a:schemeClr val="dk1"/>
          </a:solidFill>
          <a:ln cap="flat" cmpd="sng" w="82550">
            <a:solidFill>
              <a:schemeClr val="accent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430" name="Google Shape;430;p71"/>
          <p:cNvSpPr txBox="1"/>
          <p:nvPr>
            <p:ph idx="1" type="body"/>
          </p:nvPr>
        </p:nvSpPr>
        <p:spPr>
          <a:xfrm>
            <a:off x="1693069" y="1828800"/>
            <a:ext cx="5753100" cy="1483500"/>
          </a:xfrm>
          <a:prstGeom prst="rect">
            <a:avLst/>
          </a:prstGeom>
          <a:noFill/>
          <a:ln>
            <a:noFill/>
          </a:ln>
        </p:spPr>
        <p:txBody>
          <a:bodyPr anchorCtr="0" anchor="t" bIns="0" lIns="0" spcFirstLastPara="1" rIns="0" wrap="square" tIns="0">
            <a:normAutofit/>
          </a:bodyPr>
          <a:lstStyle>
            <a:lvl1pPr indent="-228600" lvl="0" marL="457200" marR="0" rtl="0" algn="l">
              <a:lnSpc>
                <a:spcPct val="106666"/>
              </a:lnSpc>
              <a:spcBef>
                <a:spcPts val="0"/>
              </a:spcBef>
              <a:spcAft>
                <a:spcPts val="0"/>
              </a:spcAft>
              <a:buClr>
                <a:schemeClr val="lt1"/>
              </a:buClr>
              <a:buSzPts val="5000"/>
              <a:buFont typeface="Verizon NHG TX"/>
              <a:buNone/>
              <a:defRPr b="1" i="0" sz="5000" u="none" cap="none" strike="noStrike">
                <a:solidFill>
                  <a:schemeClr val="lt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431" name="Google Shape;431;p71"/>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b="0" i="0" sz="1100" u="none" cap="none" strike="noStrike">
              <a:solidFill>
                <a:srgbClr val="000000"/>
              </a:solidFill>
              <a:latin typeface="Verizon NHG TX"/>
              <a:ea typeface="Verizon NHG TX"/>
              <a:cs typeface="Verizon NHG TX"/>
              <a:sym typeface="Verizon NHG TX"/>
            </a:endParaRPr>
          </a:p>
        </p:txBody>
      </p:sp>
      <p:sp>
        <p:nvSpPr>
          <p:cNvPr id="432" name="Google Shape;432;p71"/>
          <p:cNvSpPr txBox="1"/>
          <p:nvPr/>
        </p:nvSpPr>
        <p:spPr>
          <a:xfrm>
            <a:off x="8642255" y="4759509"/>
            <a:ext cx="272700" cy="1692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1" i="0" lang="en" sz="1100" u="none" cap="none" strike="noStrike">
                <a:solidFill>
                  <a:schemeClr val="accent1"/>
                </a:solidFill>
                <a:latin typeface="Verizon NHG TX"/>
                <a:ea typeface="Verizon NHG TX"/>
                <a:cs typeface="Verizon NHG TX"/>
                <a:sym typeface="Verizon NHG TX"/>
              </a:rPr>
              <a:t>‹#›</a:t>
            </a:fld>
            <a:endParaRPr b="1" i="0" sz="1100" u="none" cap="none" strike="noStrike">
              <a:solidFill>
                <a:schemeClr val="accent1"/>
              </a:solidFill>
              <a:latin typeface="Verizon NHG TX"/>
              <a:ea typeface="Verizon NHG TX"/>
              <a:cs typeface="Verizon NHG TX"/>
              <a:sym typeface="Verizon NHG TX"/>
            </a:endParaRPr>
          </a:p>
        </p:txBody>
      </p:sp>
      <p:pic>
        <p:nvPicPr>
          <p:cNvPr id="433" name="Google Shape;433;p71"/>
          <p:cNvPicPr preferRelativeResize="0"/>
          <p:nvPr/>
        </p:nvPicPr>
        <p:blipFill rotWithShape="1">
          <a:blip r:embed="rId2">
            <a:alphaModFix/>
          </a:blip>
          <a:srcRect b="0" l="0" r="0" t="0"/>
          <a:stretch/>
        </p:blipFill>
        <p:spPr>
          <a:xfrm>
            <a:off x="229133" y="4768923"/>
            <a:ext cx="637643" cy="142756"/>
          </a:xfrm>
          <a:prstGeom prst="rect">
            <a:avLst/>
          </a:prstGeom>
          <a:noFill/>
          <a:ln>
            <a:noFill/>
          </a:ln>
        </p:spPr>
      </p:pic>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w/ Copy - Yellow">
  <p:cSld name="Divider w/ Copy - Yellow">
    <p:bg>
      <p:bgPr>
        <a:solidFill>
          <a:srgbClr val="F3EDE0"/>
        </a:solidFill>
      </p:bgPr>
    </p:bg>
    <p:spTree>
      <p:nvGrpSpPr>
        <p:cNvPr id="434" name="Shape 434"/>
        <p:cNvGrpSpPr/>
        <p:nvPr/>
      </p:nvGrpSpPr>
      <p:grpSpPr>
        <a:xfrm>
          <a:off x="0" y="0"/>
          <a:ext cx="0" cy="0"/>
          <a:chOff x="0" y="0"/>
          <a:chExt cx="0" cy="0"/>
        </a:xfrm>
      </p:grpSpPr>
      <p:sp>
        <p:nvSpPr>
          <p:cNvPr id="435" name="Google Shape;435;p72"/>
          <p:cNvSpPr/>
          <p:nvPr/>
        </p:nvSpPr>
        <p:spPr>
          <a:xfrm>
            <a:off x="4567428" y="0"/>
            <a:ext cx="4576500" cy="5143500"/>
          </a:xfrm>
          <a:prstGeom prst="rect">
            <a:avLst/>
          </a:prstGeom>
          <a:solidFill>
            <a:schemeClr val="lt2"/>
          </a:solidFill>
          <a:ln cap="flat" cmpd="sng" w="82550">
            <a:solidFill>
              <a:schemeClr val="accent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436" name="Google Shape;436;p72"/>
          <p:cNvSpPr txBox="1"/>
          <p:nvPr>
            <p:ph idx="1" type="body"/>
          </p:nvPr>
        </p:nvSpPr>
        <p:spPr>
          <a:xfrm>
            <a:off x="226219" y="225879"/>
            <a:ext cx="3552900" cy="3886800"/>
          </a:xfrm>
          <a:prstGeom prst="rect">
            <a:avLst/>
          </a:prstGeom>
          <a:noFill/>
          <a:ln>
            <a:noFill/>
          </a:ln>
        </p:spPr>
        <p:txBody>
          <a:bodyPr anchorCtr="0" anchor="t" bIns="0" lIns="0" spcFirstLastPara="1" rIns="0" wrap="square" tIns="0">
            <a:normAutofit/>
          </a:bodyPr>
          <a:lstStyle>
            <a:lvl1pPr indent="-228600" lvl="0" marL="457200" marR="0" rtl="0" algn="l">
              <a:lnSpc>
                <a:spcPct val="105416"/>
              </a:lnSpc>
              <a:spcBef>
                <a:spcPts val="0"/>
              </a:spcBef>
              <a:spcAft>
                <a:spcPts val="0"/>
              </a:spcAft>
              <a:buClr>
                <a:srgbClr val="F50A23"/>
              </a:buClr>
              <a:buSzPts val="3600"/>
              <a:buFont typeface="Verizon NHG TX"/>
              <a:buNone/>
              <a:defRPr b="1" i="0" sz="3600" u="none" cap="none" strike="noStrike">
                <a:solidFill>
                  <a:srgbClr val="F50A23"/>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437" name="Google Shape;437;p72"/>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b="0" i="0" sz="1100" u="none" cap="none" strike="noStrike">
              <a:solidFill>
                <a:srgbClr val="000000"/>
              </a:solidFill>
              <a:latin typeface="Verizon NHG TX"/>
              <a:ea typeface="Verizon NHG TX"/>
              <a:cs typeface="Verizon NHG TX"/>
              <a:sym typeface="Verizon NHG TX"/>
            </a:endParaRPr>
          </a:p>
        </p:txBody>
      </p:sp>
      <p:sp>
        <p:nvSpPr>
          <p:cNvPr id="438" name="Google Shape;438;p72"/>
          <p:cNvSpPr txBox="1"/>
          <p:nvPr/>
        </p:nvSpPr>
        <p:spPr>
          <a:xfrm>
            <a:off x="8642255" y="4759509"/>
            <a:ext cx="272700" cy="1692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1" i="0" lang="en" sz="1100" u="none" cap="none" strike="noStrike">
                <a:solidFill>
                  <a:schemeClr val="accent1"/>
                </a:solidFill>
                <a:latin typeface="Verizon NHG TX"/>
                <a:ea typeface="Verizon NHG TX"/>
                <a:cs typeface="Verizon NHG TX"/>
                <a:sym typeface="Verizon NHG TX"/>
              </a:rPr>
              <a:t>‹#›</a:t>
            </a:fld>
            <a:endParaRPr b="1" i="0" sz="1100" u="none" cap="none" strike="noStrike">
              <a:solidFill>
                <a:schemeClr val="accent1"/>
              </a:solidFill>
              <a:latin typeface="Verizon NHG TX"/>
              <a:ea typeface="Verizon NHG TX"/>
              <a:cs typeface="Verizon NHG TX"/>
              <a:sym typeface="Verizon NHG TX"/>
            </a:endParaRPr>
          </a:p>
        </p:txBody>
      </p:sp>
      <p:pic>
        <p:nvPicPr>
          <p:cNvPr id="439" name="Google Shape;439;p72"/>
          <p:cNvPicPr preferRelativeResize="0"/>
          <p:nvPr/>
        </p:nvPicPr>
        <p:blipFill rotWithShape="1">
          <a:blip r:embed="rId2">
            <a:alphaModFix/>
          </a:blip>
          <a:srcRect b="0" l="0" r="0" t="0"/>
          <a:stretch/>
        </p:blipFill>
        <p:spPr>
          <a:xfrm>
            <a:off x="229133" y="4768923"/>
            <a:ext cx="637643" cy="142756"/>
          </a:xfrm>
          <a:prstGeom prst="rect">
            <a:avLst/>
          </a:prstGeom>
          <a:noFill/>
          <a:ln>
            <a:noFill/>
          </a:ln>
        </p:spPr>
      </p:pic>
      <p:sp>
        <p:nvSpPr>
          <p:cNvPr id="440" name="Google Shape;440;p72"/>
          <p:cNvSpPr txBox="1"/>
          <p:nvPr>
            <p:ph idx="2" type="body"/>
          </p:nvPr>
        </p:nvSpPr>
        <p:spPr>
          <a:xfrm>
            <a:off x="5360194" y="2628900"/>
            <a:ext cx="3552900" cy="1483500"/>
          </a:xfrm>
          <a:prstGeom prst="rect">
            <a:avLst/>
          </a:prstGeom>
          <a:noFill/>
          <a:ln>
            <a:noFill/>
          </a:ln>
        </p:spPr>
        <p:txBody>
          <a:bodyPr anchorCtr="0" anchor="t" bIns="0" lIns="0" spcFirstLastPara="1" rIns="0" wrap="square" tIns="0">
            <a:normAutofit/>
          </a:bodyPr>
          <a:lstStyle>
            <a:lvl1pPr indent="-228600" lvl="0" marL="457200" marR="0" rtl="0" algn="l">
              <a:lnSpc>
                <a:spcPct val="98125"/>
              </a:lnSpc>
              <a:spcBef>
                <a:spcPts val="0"/>
              </a:spcBef>
              <a:spcAft>
                <a:spcPts val="0"/>
              </a:spcAft>
              <a:buClr>
                <a:schemeClr val="dk1"/>
              </a:buClr>
              <a:buSzPts val="2400"/>
              <a:buFont typeface="Verizon NHG TX"/>
              <a:buNone/>
              <a:defRPr b="0" i="0" sz="24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w/ Copy - Red">
  <p:cSld name="Divider w/ Copy - Red">
    <p:bg>
      <p:bgPr>
        <a:solidFill>
          <a:srgbClr val="F3EDE0"/>
        </a:solidFill>
      </p:bgPr>
    </p:bg>
    <p:spTree>
      <p:nvGrpSpPr>
        <p:cNvPr id="441" name="Shape 441"/>
        <p:cNvGrpSpPr/>
        <p:nvPr/>
      </p:nvGrpSpPr>
      <p:grpSpPr>
        <a:xfrm>
          <a:off x="0" y="0"/>
          <a:ext cx="0" cy="0"/>
          <a:chOff x="0" y="0"/>
          <a:chExt cx="0" cy="0"/>
        </a:xfrm>
      </p:grpSpPr>
      <p:sp>
        <p:nvSpPr>
          <p:cNvPr id="442" name="Google Shape;442;p73"/>
          <p:cNvSpPr/>
          <p:nvPr/>
        </p:nvSpPr>
        <p:spPr>
          <a:xfrm>
            <a:off x="4567428" y="0"/>
            <a:ext cx="4576500" cy="5143500"/>
          </a:xfrm>
          <a:prstGeom prst="rect">
            <a:avLst/>
          </a:prstGeom>
          <a:solidFill>
            <a:schemeClr val="accent1"/>
          </a:solidFill>
          <a:ln cap="flat" cmpd="sng" w="82550">
            <a:solidFill>
              <a:schemeClr val="accen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443" name="Google Shape;443;p73"/>
          <p:cNvSpPr txBox="1"/>
          <p:nvPr>
            <p:ph idx="1" type="body"/>
          </p:nvPr>
        </p:nvSpPr>
        <p:spPr>
          <a:xfrm>
            <a:off x="226219" y="225879"/>
            <a:ext cx="3552900" cy="3886800"/>
          </a:xfrm>
          <a:prstGeom prst="rect">
            <a:avLst/>
          </a:prstGeom>
          <a:noFill/>
          <a:ln>
            <a:noFill/>
          </a:ln>
        </p:spPr>
        <p:txBody>
          <a:bodyPr anchorCtr="0" anchor="t" bIns="0" lIns="0" spcFirstLastPara="1" rIns="0" wrap="square" tIns="0">
            <a:normAutofit/>
          </a:bodyPr>
          <a:lstStyle>
            <a:lvl1pPr indent="-228600" lvl="0" marL="457200" marR="0" rtl="0" algn="l">
              <a:lnSpc>
                <a:spcPct val="105416"/>
              </a:lnSpc>
              <a:spcBef>
                <a:spcPts val="0"/>
              </a:spcBef>
              <a:spcAft>
                <a:spcPts val="0"/>
              </a:spcAft>
              <a:buClr>
                <a:schemeClr val="dk1"/>
              </a:buClr>
              <a:buSzPts val="3600"/>
              <a:buFont typeface="Verizon NHG TX"/>
              <a:buNone/>
              <a:defRPr b="1" i="0" sz="36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444" name="Google Shape;444;p73"/>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b="0" i="0" sz="1100" u="none" cap="none" strike="noStrike">
              <a:solidFill>
                <a:srgbClr val="000000"/>
              </a:solidFill>
              <a:latin typeface="Verizon NHG TX"/>
              <a:ea typeface="Verizon NHG TX"/>
              <a:cs typeface="Verizon NHG TX"/>
              <a:sym typeface="Verizon NHG TX"/>
            </a:endParaRPr>
          </a:p>
        </p:txBody>
      </p:sp>
      <p:sp>
        <p:nvSpPr>
          <p:cNvPr id="445" name="Google Shape;445;p73"/>
          <p:cNvSpPr txBox="1"/>
          <p:nvPr/>
        </p:nvSpPr>
        <p:spPr>
          <a:xfrm>
            <a:off x="8642255" y="4759509"/>
            <a:ext cx="272700" cy="1692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1" i="0" lang="en" sz="1100" u="none" cap="none" strike="noStrike">
                <a:solidFill>
                  <a:schemeClr val="accent5"/>
                </a:solidFill>
                <a:latin typeface="Verizon NHG TX"/>
                <a:ea typeface="Verizon NHG TX"/>
                <a:cs typeface="Verizon NHG TX"/>
                <a:sym typeface="Verizon NHG TX"/>
              </a:rPr>
              <a:t>‹#›</a:t>
            </a:fld>
            <a:endParaRPr b="1" i="0" sz="1100" u="none" cap="none" strike="noStrike">
              <a:solidFill>
                <a:schemeClr val="accent5"/>
              </a:solidFill>
              <a:latin typeface="Verizon NHG TX"/>
              <a:ea typeface="Verizon NHG TX"/>
              <a:cs typeface="Verizon NHG TX"/>
              <a:sym typeface="Verizon NHG TX"/>
            </a:endParaRPr>
          </a:p>
        </p:txBody>
      </p:sp>
      <p:pic>
        <p:nvPicPr>
          <p:cNvPr id="446" name="Google Shape;446;p73"/>
          <p:cNvPicPr preferRelativeResize="0"/>
          <p:nvPr/>
        </p:nvPicPr>
        <p:blipFill rotWithShape="1">
          <a:blip r:embed="rId2">
            <a:alphaModFix/>
          </a:blip>
          <a:srcRect b="0" l="0" r="0" t="0"/>
          <a:stretch/>
        </p:blipFill>
        <p:spPr>
          <a:xfrm>
            <a:off x="229133" y="4768923"/>
            <a:ext cx="637643" cy="142756"/>
          </a:xfrm>
          <a:prstGeom prst="rect">
            <a:avLst/>
          </a:prstGeom>
          <a:noFill/>
          <a:ln>
            <a:noFill/>
          </a:ln>
        </p:spPr>
      </p:pic>
      <p:sp>
        <p:nvSpPr>
          <p:cNvPr id="447" name="Google Shape;447;p73"/>
          <p:cNvSpPr txBox="1"/>
          <p:nvPr>
            <p:ph idx="2" type="body"/>
          </p:nvPr>
        </p:nvSpPr>
        <p:spPr>
          <a:xfrm>
            <a:off x="5360194" y="2628900"/>
            <a:ext cx="3552900" cy="1483500"/>
          </a:xfrm>
          <a:prstGeom prst="rect">
            <a:avLst/>
          </a:prstGeom>
          <a:noFill/>
          <a:ln>
            <a:noFill/>
          </a:ln>
        </p:spPr>
        <p:txBody>
          <a:bodyPr anchorCtr="0" anchor="t" bIns="0" lIns="0" spcFirstLastPara="1" rIns="0" wrap="square" tIns="0">
            <a:normAutofit/>
          </a:bodyPr>
          <a:lstStyle>
            <a:lvl1pPr indent="-228600" lvl="0" marL="457200" marR="0" rtl="0" algn="l">
              <a:lnSpc>
                <a:spcPct val="98125"/>
              </a:lnSpc>
              <a:spcBef>
                <a:spcPts val="0"/>
              </a:spcBef>
              <a:spcAft>
                <a:spcPts val="0"/>
              </a:spcAft>
              <a:buClr>
                <a:schemeClr val="lt1"/>
              </a:buClr>
              <a:buSzPts val="2400"/>
              <a:buFont typeface="Verizon NHG TX"/>
              <a:buNone/>
              <a:defRPr b="0" i="0" sz="2400" u="none" cap="none" strike="noStrike">
                <a:solidFill>
                  <a:schemeClr val="lt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w/ Image - Stone">
  <p:cSld name="Divider w/ Image - Stone">
    <p:bg>
      <p:bgPr>
        <a:solidFill>
          <a:srgbClr val="F3EDE0"/>
        </a:solidFill>
      </p:bgPr>
    </p:bg>
    <p:spTree>
      <p:nvGrpSpPr>
        <p:cNvPr id="448" name="Shape 448"/>
        <p:cNvGrpSpPr/>
        <p:nvPr/>
      </p:nvGrpSpPr>
      <p:grpSpPr>
        <a:xfrm>
          <a:off x="0" y="0"/>
          <a:ext cx="0" cy="0"/>
          <a:chOff x="0" y="0"/>
          <a:chExt cx="0" cy="0"/>
        </a:xfrm>
      </p:grpSpPr>
      <p:sp>
        <p:nvSpPr>
          <p:cNvPr id="449" name="Google Shape;449;p74"/>
          <p:cNvSpPr/>
          <p:nvPr>
            <p:ph idx="2" type="pic"/>
          </p:nvPr>
        </p:nvSpPr>
        <p:spPr>
          <a:xfrm>
            <a:off x="4510683" y="0"/>
            <a:ext cx="4632900" cy="5143500"/>
          </a:xfrm>
          <a:prstGeom prst="rect">
            <a:avLst/>
          </a:prstGeom>
          <a:solidFill>
            <a:schemeClr val="lt1"/>
          </a:solidFill>
          <a:ln>
            <a:noFill/>
          </a:ln>
        </p:spPr>
      </p:sp>
      <p:sp>
        <p:nvSpPr>
          <p:cNvPr id="450" name="Google Shape;450;p74"/>
          <p:cNvSpPr txBox="1"/>
          <p:nvPr>
            <p:ph idx="1" type="body"/>
          </p:nvPr>
        </p:nvSpPr>
        <p:spPr>
          <a:xfrm>
            <a:off x="226219" y="225879"/>
            <a:ext cx="3552900" cy="3886800"/>
          </a:xfrm>
          <a:prstGeom prst="rect">
            <a:avLst/>
          </a:prstGeom>
          <a:noFill/>
          <a:ln>
            <a:noFill/>
          </a:ln>
        </p:spPr>
        <p:txBody>
          <a:bodyPr anchorCtr="0" anchor="t" bIns="0" lIns="0" spcFirstLastPara="1" rIns="0" wrap="square" tIns="0">
            <a:normAutofit/>
          </a:bodyPr>
          <a:lstStyle>
            <a:lvl1pPr indent="-228600" lvl="0" marL="457200" marR="0" rtl="0" algn="l">
              <a:lnSpc>
                <a:spcPct val="105416"/>
              </a:lnSpc>
              <a:spcBef>
                <a:spcPts val="0"/>
              </a:spcBef>
              <a:spcAft>
                <a:spcPts val="0"/>
              </a:spcAft>
              <a:buClr>
                <a:schemeClr val="dk1"/>
              </a:buClr>
              <a:buSzPts val="3600"/>
              <a:buFont typeface="Verizon NHG TX"/>
              <a:buNone/>
              <a:defRPr b="1" i="0" sz="36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451" name="Google Shape;451;p74"/>
          <p:cNvSpPr txBox="1"/>
          <p:nvPr/>
        </p:nvSpPr>
        <p:spPr>
          <a:xfrm>
            <a:off x="8642255" y="4759509"/>
            <a:ext cx="272700" cy="1692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1" i="0" lang="en" sz="1100" u="none" cap="none" strike="noStrike">
                <a:solidFill>
                  <a:schemeClr val="accent1"/>
                </a:solidFill>
                <a:latin typeface="Verizon NHG TX"/>
                <a:ea typeface="Verizon NHG TX"/>
                <a:cs typeface="Verizon NHG TX"/>
                <a:sym typeface="Verizon NHG TX"/>
              </a:rPr>
              <a:t>‹#›</a:t>
            </a:fld>
            <a:endParaRPr b="1" i="0" sz="1100" u="none" cap="none" strike="noStrike">
              <a:solidFill>
                <a:schemeClr val="accent1"/>
              </a:solidFill>
              <a:latin typeface="Verizon NHG TX"/>
              <a:ea typeface="Verizon NHG TX"/>
              <a:cs typeface="Verizon NHG TX"/>
              <a:sym typeface="Verizon NHG TX"/>
            </a:endParaRPr>
          </a:p>
        </p:txBody>
      </p:sp>
      <p:pic>
        <p:nvPicPr>
          <p:cNvPr id="452" name="Google Shape;452;p74"/>
          <p:cNvPicPr preferRelativeResize="0"/>
          <p:nvPr/>
        </p:nvPicPr>
        <p:blipFill rotWithShape="1">
          <a:blip r:embed="rId2">
            <a:alphaModFix/>
          </a:blip>
          <a:srcRect b="0" l="0" r="0" t="0"/>
          <a:stretch/>
        </p:blipFill>
        <p:spPr>
          <a:xfrm>
            <a:off x="229133" y="4768923"/>
            <a:ext cx="637643" cy="142756"/>
          </a:xfrm>
          <a:prstGeom prst="rect">
            <a:avLst/>
          </a:prstGeom>
          <a:noFill/>
          <a:ln>
            <a:noFill/>
          </a:ln>
        </p:spPr>
      </p:pic>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w/ Image - Red">
  <p:cSld name="Divider w/ Image - Red">
    <p:bg>
      <p:bgPr>
        <a:solidFill>
          <a:schemeClr val="accent1"/>
        </a:solidFill>
      </p:bgPr>
    </p:bg>
    <p:spTree>
      <p:nvGrpSpPr>
        <p:cNvPr id="453" name="Shape 453"/>
        <p:cNvGrpSpPr/>
        <p:nvPr/>
      </p:nvGrpSpPr>
      <p:grpSpPr>
        <a:xfrm>
          <a:off x="0" y="0"/>
          <a:ext cx="0" cy="0"/>
          <a:chOff x="0" y="0"/>
          <a:chExt cx="0" cy="0"/>
        </a:xfrm>
      </p:grpSpPr>
      <p:sp>
        <p:nvSpPr>
          <p:cNvPr id="454" name="Google Shape;454;p75"/>
          <p:cNvSpPr/>
          <p:nvPr>
            <p:ph idx="2" type="pic"/>
          </p:nvPr>
        </p:nvSpPr>
        <p:spPr>
          <a:xfrm>
            <a:off x="4510683" y="0"/>
            <a:ext cx="4632900" cy="5143500"/>
          </a:xfrm>
          <a:prstGeom prst="rect">
            <a:avLst/>
          </a:prstGeom>
          <a:solidFill>
            <a:schemeClr val="lt1"/>
          </a:solidFill>
          <a:ln>
            <a:noFill/>
          </a:ln>
        </p:spPr>
      </p:sp>
      <p:sp>
        <p:nvSpPr>
          <p:cNvPr id="455" name="Google Shape;455;p75"/>
          <p:cNvSpPr txBox="1"/>
          <p:nvPr>
            <p:ph idx="1" type="body"/>
          </p:nvPr>
        </p:nvSpPr>
        <p:spPr>
          <a:xfrm>
            <a:off x="226219" y="225879"/>
            <a:ext cx="3552900" cy="3886800"/>
          </a:xfrm>
          <a:prstGeom prst="rect">
            <a:avLst/>
          </a:prstGeom>
          <a:noFill/>
          <a:ln>
            <a:noFill/>
          </a:ln>
        </p:spPr>
        <p:txBody>
          <a:bodyPr anchorCtr="0" anchor="t" bIns="0" lIns="0" spcFirstLastPara="1" rIns="0" wrap="square" tIns="0">
            <a:normAutofit/>
          </a:bodyPr>
          <a:lstStyle>
            <a:lvl1pPr indent="-228600" lvl="0" marL="457200" marR="0" rtl="0" algn="l">
              <a:lnSpc>
                <a:spcPct val="105416"/>
              </a:lnSpc>
              <a:spcBef>
                <a:spcPts val="0"/>
              </a:spcBef>
              <a:spcAft>
                <a:spcPts val="0"/>
              </a:spcAft>
              <a:buClr>
                <a:schemeClr val="lt1"/>
              </a:buClr>
              <a:buSzPts val="3600"/>
              <a:buFont typeface="Verizon NHG TX"/>
              <a:buNone/>
              <a:defRPr b="1" i="0" sz="3600" u="none" cap="none" strike="noStrike">
                <a:solidFill>
                  <a:schemeClr val="lt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456" name="Google Shape;456;p75"/>
          <p:cNvSpPr txBox="1"/>
          <p:nvPr/>
        </p:nvSpPr>
        <p:spPr>
          <a:xfrm>
            <a:off x="8642255" y="4759509"/>
            <a:ext cx="272700" cy="1692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1" i="0" lang="en" sz="1100" u="none" cap="none" strike="noStrike">
                <a:solidFill>
                  <a:schemeClr val="accent1"/>
                </a:solidFill>
                <a:latin typeface="Verizon NHG TX"/>
                <a:ea typeface="Verizon NHG TX"/>
                <a:cs typeface="Verizon NHG TX"/>
                <a:sym typeface="Verizon NHG TX"/>
              </a:rPr>
              <a:t>‹#›</a:t>
            </a:fld>
            <a:endParaRPr b="1" i="0" sz="1100" u="none" cap="none" strike="noStrike">
              <a:solidFill>
                <a:schemeClr val="accent1"/>
              </a:solidFill>
              <a:latin typeface="Verizon NHG TX"/>
              <a:ea typeface="Verizon NHG TX"/>
              <a:cs typeface="Verizon NHG TX"/>
              <a:sym typeface="Verizon NHG TX"/>
            </a:endParaRPr>
          </a:p>
        </p:txBody>
      </p:sp>
      <p:pic>
        <p:nvPicPr>
          <p:cNvPr id="457" name="Google Shape;457;p75"/>
          <p:cNvPicPr preferRelativeResize="0"/>
          <p:nvPr/>
        </p:nvPicPr>
        <p:blipFill rotWithShape="1">
          <a:blip r:embed="rId2">
            <a:alphaModFix/>
          </a:blip>
          <a:srcRect b="22678" l="0" r="0" t="22673"/>
          <a:stretch/>
        </p:blipFill>
        <p:spPr>
          <a:xfrm>
            <a:off x="124003" y="4745383"/>
            <a:ext cx="847898" cy="189822"/>
          </a:xfrm>
          <a:prstGeom prst="rect">
            <a:avLst/>
          </a:prstGeom>
          <a:noFill/>
          <a:ln>
            <a:noFill/>
          </a:ln>
        </p:spPr>
      </p:pic>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TOC Alt - White">
  <p:cSld name="Agenda/TOC Alt - White">
    <p:spTree>
      <p:nvGrpSpPr>
        <p:cNvPr id="458" name="Shape 458"/>
        <p:cNvGrpSpPr/>
        <p:nvPr/>
      </p:nvGrpSpPr>
      <p:grpSpPr>
        <a:xfrm>
          <a:off x="0" y="0"/>
          <a:ext cx="0" cy="0"/>
          <a:chOff x="0" y="0"/>
          <a:chExt cx="0" cy="0"/>
        </a:xfrm>
      </p:grpSpPr>
      <p:sp>
        <p:nvSpPr>
          <p:cNvPr id="459" name="Google Shape;459;p76"/>
          <p:cNvSpPr txBox="1"/>
          <p:nvPr>
            <p:ph idx="1" type="body"/>
          </p:nvPr>
        </p:nvSpPr>
        <p:spPr>
          <a:xfrm>
            <a:off x="224370" y="230377"/>
            <a:ext cx="7953600" cy="676500"/>
          </a:xfrm>
          <a:prstGeom prst="rect">
            <a:avLst/>
          </a:prstGeom>
          <a:noFill/>
          <a:ln>
            <a:noFill/>
          </a:ln>
        </p:spPr>
        <p:txBody>
          <a:bodyPr anchorCtr="0" anchor="t" bIns="0" lIns="0" spcFirstLastPara="1" rIns="0" wrap="square" tIns="0">
            <a:normAutofit/>
          </a:bodyPr>
          <a:lstStyle>
            <a:lvl1pPr indent="-228600" lvl="0" marL="457200" marR="0" rtl="0" algn="l">
              <a:lnSpc>
                <a:spcPct val="136250"/>
              </a:lnSpc>
              <a:spcBef>
                <a:spcPts val="0"/>
              </a:spcBef>
              <a:spcAft>
                <a:spcPts val="0"/>
              </a:spcAft>
              <a:buClr>
                <a:srgbClr val="F50A23"/>
              </a:buClr>
              <a:buSzPts val="3600"/>
              <a:buFont typeface="Verizon NHG TX"/>
              <a:buNone/>
              <a:defRPr b="1" i="0" sz="3600" u="none" cap="none" strike="noStrike">
                <a:solidFill>
                  <a:srgbClr val="F50A23"/>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460" name="Google Shape;460;p76"/>
          <p:cNvSpPr txBox="1"/>
          <p:nvPr>
            <p:ph idx="2" type="body"/>
          </p:nvPr>
        </p:nvSpPr>
        <p:spPr>
          <a:xfrm>
            <a:off x="226219" y="1828800"/>
            <a:ext cx="3556800" cy="2286000"/>
          </a:xfrm>
          <a:prstGeom prst="rect">
            <a:avLst/>
          </a:prstGeom>
          <a:noFill/>
          <a:ln>
            <a:noFill/>
          </a:ln>
        </p:spPr>
        <p:txBody>
          <a:bodyPr anchorCtr="0" anchor="t" bIns="0" lIns="0" spcFirstLastPara="1" rIns="0" wrap="square" tIns="0">
            <a:normAutofit/>
          </a:bodyPr>
          <a:lstStyle>
            <a:lvl1pPr indent="-228600" lvl="0" marL="457200" marR="0" rtl="0" algn="l">
              <a:lnSpc>
                <a:spcPct val="101250"/>
              </a:lnSpc>
              <a:spcBef>
                <a:spcPts val="0"/>
              </a:spcBef>
              <a:spcAft>
                <a:spcPts val="0"/>
              </a:spcAft>
              <a:buClr>
                <a:schemeClr val="dk1"/>
              </a:buClr>
              <a:buSzPts val="3600"/>
              <a:buFont typeface="Verizon NHG TX"/>
              <a:buNone/>
              <a:defRPr b="1" i="0" sz="36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461" name="Google Shape;461;p76"/>
          <p:cNvSpPr txBox="1"/>
          <p:nvPr>
            <p:ph idx="3" type="body"/>
          </p:nvPr>
        </p:nvSpPr>
        <p:spPr>
          <a:xfrm>
            <a:off x="4626769" y="1828800"/>
            <a:ext cx="3551100" cy="2286000"/>
          </a:xfrm>
          <a:prstGeom prst="rect">
            <a:avLst/>
          </a:prstGeom>
          <a:noFill/>
          <a:ln>
            <a:noFill/>
          </a:ln>
        </p:spPr>
        <p:txBody>
          <a:bodyPr anchorCtr="0" anchor="t" bIns="0" lIns="0" spcFirstLastPara="1" rIns="0" wrap="square" tIns="0">
            <a:normAutofit/>
          </a:bodyPr>
          <a:lstStyle>
            <a:lvl1pPr indent="-228600" lvl="0" marL="457200" marR="0" rtl="0" algn="l">
              <a:lnSpc>
                <a:spcPct val="101250"/>
              </a:lnSpc>
              <a:spcBef>
                <a:spcPts val="0"/>
              </a:spcBef>
              <a:spcAft>
                <a:spcPts val="0"/>
              </a:spcAft>
              <a:buClr>
                <a:schemeClr val="dk1"/>
              </a:buClr>
              <a:buSzPts val="3600"/>
              <a:buFont typeface="Verizon NHG TX"/>
              <a:buNone/>
              <a:defRPr b="1" i="0" sz="36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pic>
        <p:nvPicPr>
          <p:cNvPr id="462" name="Google Shape;462;p76"/>
          <p:cNvPicPr preferRelativeResize="0"/>
          <p:nvPr/>
        </p:nvPicPr>
        <p:blipFill rotWithShape="1">
          <a:blip r:embed="rId2">
            <a:alphaModFix/>
          </a:blip>
          <a:srcRect b="0" l="0" r="0" t="0"/>
          <a:stretch/>
        </p:blipFill>
        <p:spPr>
          <a:xfrm>
            <a:off x="229133" y="4768923"/>
            <a:ext cx="637643" cy="142756"/>
          </a:xfrm>
          <a:prstGeom prst="rect">
            <a:avLst/>
          </a:prstGeom>
          <a:noFill/>
          <a:ln>
            <a:noFill/>
          </a:ln>
        </p:spPr>
      </p:pic>
      <p:sp>
        <p:nvSpPr>
          <p:cNvPr id="463" name="Google Shape;463;p76"/>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b="0" i="0" sz="1100" u="none" cap="none" strike="noStrike">
              <a:solidFill>
                <a:srgbClr val="000000"/>
              </a:solidFill>
              <a:latin typeface="Verizon NHG TX"/>
              <a:ea typeface="Verizon NHG TX"/>
              <a:cs typeface="Verizon NHG TX"/>
              <a:sym typeface="Verizon NHG TX"/>
            </a:endParaRPr>
          </a:p>
        </p:txBody>
      </p:sp>
      <p:sp>
        <p:nvSpPr>
          <p:cNvPr id="464" name="Google Shape;464;p76"/>
          <p:cNvSpPr txBox="1"/>
          <p:nvPr/>
        </p:nvSpPr>
        <p:spPr>
          <a:xfrm>
            <a:off x="8642255" y="4759509"/>
            <a:ext cx="272700" cy="1692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1" i="0" lang="en" sz="1100" u="none" cap="none" strike="noStrike">
                <a:solidFill>
                  <a:schemeClr val="accent1"/>
                </a:solidFill>
                <a:latin typeface="Verizon NHG TX"/>
                <a:ea typeface="Verizon NHG TX"/>
                <a:cs typeface="Verizon NHG TX"/>
                <a:sym typeface="Verizon NHG TX"/>
              </a:rPr>
              <a:t>‹#›</a:t>
            </a:fld>
            <a:endParaRPr b="1" i="0" sz="1100" u="none" cap="none" strike="noStrike">
              <a:solidFill>
                <a:schemeClr val="accent1"/>
              </a:solidFill>
              <a:latin typeface="Verizon NHG TX"/>
              <a:ea typeface="Verizon NHG TX"/>
              <a:cs typeface="Verizon NHG TX"/>
              <a:sym typeface="Verizon NHG TX"/>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deals/Principles - White">
  <p:cSld name="Ideals/Principles - White">
    <p:bg>
      <p:bgPr>
        <a:solidFill>
          <a:srgbClr val="FFFFFF"/>
        </a:solidFill>
      </p:bgPr>
    </p:bg>
    <p:spTree>
      <p:nvGrpSpPr>
        <p:cNvPr id="465" name="Shape 465"/>
        <p:cNvGrpSpPr/>
        <p:nvPr/>
      </p:nvGrpSpPr>
      <p:grpSpPr>
        <a:xfrm>
          <a:off x="0" y="0"/>
          <a:ext cx="0" cy="0"/>
          <a:chOff x="0" y="0"/>
          <a:chExt cx="0" cy="0"/>
        </a:xfrm>
      </p:grpSpPr>
      <p:sp>
        <p:nvSpPr>
          <p:cNvPr id="466" name="Google Shape;466;p77"/>
          <p:cNvSpPr txBox="1"/>
          <p:nvPr>
            <p:ph idx="1" type="body"/>
          </p:nvPr>
        </p:nvSpPr>
        <p:spPr>
          <a:xfrm>
            <a:off x="226219" y="1828800"/>
            <a:ext cx="5751900" cy="2286000"/>
          </a:xfrm>
          <a:prstGeom prst="rect">
            <a:avLst/>
          </a:prstGeom>
          <a:noFill/>
          <a:ln>
            <a:noFill/>
          </a:ln>
        </p:spPr>
        <p:txBody>
          <a:bodyPr anchorCtr="0" anchor="t" bIns="0" lIns="0" spcFirstLastPara="1" rIns="0" wrap="square" tIns="0">
            <a:normAutofit/>
          </a:bodyPr>
          <a:lstStyle>
            <a:lvl1pPr indent="-228600" lvl="0" marL="457200" marR="0" rtl="0" algn="l">
              <a:lnSpc>
                <a:spcPct val="101250"/>
              </a:lnSpc>
              <a:spcBef>
                <a:spcPts val="0"/>
              </a:spcBef>
              <a:spcAft>
                <a:spcPts val="0"/>
              </a:spcAft>
              <a:buClr>
                <a:schemeClr val="dk1"/>
              </a:buClr>
              <a:buSzPts val="3600"/>
              <a:buFont typeface="Verizon NHG TX"/>
              <a:buNone/>
              <a:defRPr b="1" i="0" sz="36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pic>
        <p:nvPicPr>
          <p:cNvPr id="467" name="Google Shape;467;p77"/>
          <p:cNvPicPr preferRelativeResize="0"/>
          <p:nvPr/>
        </p:nvPicPr>
        <p:blipFill rotWithShape="1">
          <a:blip r:embed="rId2">
            <a:alphaModFix/>
          </a:blip>
          <a:srcRect b="0" l="0" r="0" t="0"/>
          <a:stretch/>
        </p:blipFill>
        <p:spPr>
          <a:xfrm>
            <a:off x="229133" y="4768923"/>
            <a:ext cx="637643" cy="142756"/>
          </a:xfrm>
          <a:prstGeom prst="rect">
            <a:avLst/>
          </a:prstGeom>
          <a:noFill/>
          <a:ln>
            <a:noFill/>
          </a:ln>
        </p:spPr>
      </p:pic>
      <p:sp>
        <p:nvSpPr>
          <p:cNvPr id="468" name="Google Shape;468;p77"/>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b="0" i="0" sz="1100" u="none" cap="none" strike="noStrike">
              <a:solidFill>
                <a:srgbClr val="000000"/>
              </a:solidFill>
              <a:latin typeface="Verizon NHG TX"/>
              <a:ea typeface="Verizon NHG TX"/>
              <a:cs typeface="Verizon NHG TX"/>
              <a:sym typeface="Verizon NHG TX"/>
            </a:endParaRPr>
          </a:p>
        </p:txBody>
      </p:sp>
      <p:sp>
        <p:nvSpPr>
          <p:cNvPr id="469" name="Google Shape;469;p77"/>
          <p:cNvSpPr txBox="1"/>
          <p:nvPr/>
        </p:nvSpPr>
        <p:spPr>
          <a:xfrm>
            <a:off x="8642255" y="4759509"/>
            <a:ext cx="272700" cy="1692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1" i="0" lang="en" sz="1100" u="none" cap="none" strike="noStrike">
                <a:solidFill>
                  <a:schemeClr val="accent1"/>
                </a:solidFill>
                <a:latin typeface="Verizon NHG TX"/>
                <a:ea typeface="Verizon NHG TX"/>
                <a:cs typeface="Verizon NHG TX"/>
                <a:sym typeface="Verizon NHG TX"/>
              </a:rPr>
              <a:t>‹#›</a:t>
            </a:fld>
            <a:endParaRPr b="1" i="0" sz="1100" u="none" cap="none" strike="noStrike">
              <a:solidFill>
                <a:schemeClr val="accent1"/>
              </a:solidFill>
              <a:latin typeface="Verizon NHG TX"/>
              <a:ea typeface="Verizon NHG TX"/>
              <a:cs typeface="Verizon NHG TX"/>
              <a:sym typeface="Verizon NHG TX"/>
            </a:endParaRPr>
          </a:p>
        </p:txBody>
      </p:sp>
      <p:sp>
        <p:nvSpPr>
          <p:cNvPr id="470" name="Google Shape;470;p77"/>
          <p:cNvSpPr txBox="1"/>
          <p:nvPr>
            <p:ph idx="2" type="body"/>
          </p:nvPr>
        </p:nvSpPr>
        <p:spPr>
          <a:xfrm>
            <a:off x="224370" y="230377"/>
            <a:ext cx="7953600" cy="676500"/>
          </a:xfrm>
          <a:prstGeom prst="rect">
            <a:avLst/>
          </a:prstGeom>
          <a:noFill/>
          <a:ln>
            <a:noFill/>
          </a:ln>
        </p:spPr>
        <p:txBody>
          <a:bodyPr anchorCtr="0" anchor="t" bIns="0" lIns="0" spcFirstLastPara="1" rIns="0" wrap="square" tIns="0">
            <a:normAutofit/>
          </a:bodyPr>
          <a:lstStyle>
            <a:lvl1pPr indent="-228600" lvl="0" marL="457200" marR="0" rtl="0" algn="l">
              <a:lnSpc>
                <a:spcPct val="136250"/>
              </a:lnSpc>
              <a:spcBef>
                <a:spcPts val="0"/>
              </a:spcBef>
              <a:spcAft>
                <a:spcPts val="0"/>
              </a:spcAft>
              <a:buClr>
                <a:srgbClr val="F50A23"/>
              </a:buClr>
              <a:buSzPts val="3600"/>
              <a:buFont typeface="Verizon NHG TX"/>
              <a:buNone/>
              <a:defRPr b="1" i="0" sz="3600" u="none" cap="none" strike="noStrike">
                <a:solidFill>
                  <a:srgbClr val="F50A23"/>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llet point and optional partner - White">
  <p:cSld name="Bullet point and optional partner - White">
    <p:bg>
      <p:bgPr>
        <a:solidFill>
          <a:schemeClr val="lt1"/>
        </a:solidFill>
      </p:bgPr>
    </p:bg>
    <p:spTree>
      <p:nvGrpSpPr>
        <p:cNvPr id="471" name="Shape 471"/>
        <p:cNvGrpSpPr/>
        <p:nvPr/>
      </p:nvGrpSpPr>
      <p:grpSpPr>
        <a:xfrm>
          <a:off x="0" y="0"/>
          <a:ext cx="0" cy="0"/>
          <a:chOff x="0" y="0"/>
          <a:chExt cx="0" cy="0"/>
        </a:xfrm>
      </p:grpSpPr>
      <p:sp>
        <p:nvSpPr>
          <p:cNvPr id="472" name="Google Shape;472;p78"/>
          <p:cNvSpPr txBox="1"/>
          <p:nvPr>
            <p:ph idx="1" type="body"/>
          </p:nvPr>
        </p:nvSpPr>
        <p:spPr>
          <a:xfrm>
            <a:off x="228600" y="228600"/>
            <a:ext cx="6485400" cy="1158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pic>
        <p:nvPicPr>
          <p:cNvPr id="473" name="Google Shape;473;p78"/>
          <p:cNvPicPr preferRelativeResize="0"/>
          <p:nvPr/>
        </p:nvPicPr>
        <p:blipFill rotWithShape="1">
          <a:blip r:embed="rId2">
            <a:alphaModFix/>
          </a:blip>
          <a:srcRect b="0" l="0" r="0" t="0"/>
          <a:stretch/>
        </p:blipFill>
        <p:spPr>
          <a:xfrm>
            <a:off x="229133" y="4768923"/>
            <a:ext cx="637643" cy="142756"/>
          </a:xfrm>
          <a:prstGeom prst="rect">
            <a:avLst/>
          </a:prstGeom>
          <a:noFill/>
          <a:ln>
            <a:noFill/>
          </a:ln>
        </p:spPr>
      </p:pic>
      <p:sp>
        <p:nvSpPr>
          <p:cNvPr id="474" name="Google Shape;474;p78"/>
          <p:cNvSpPr/>
          <p:nvPr>
            <p:ph idx="2" type="pic"/>
          </p:nvPr>
        </p:nvSpPr>
        <p:spPr>
          <a:xfrm>
            <a:off x="7446169" y="228600"/>
            <a:ext cx="1473600" cy="685800"/>
          </a:xfrm>
          <a:prstGeom prst="rect">
            <a:avLst/>
          </a:prstGeom>
          <a:noFill/>
          <a:ln>
            <a:noFill/>
          </a:ln>
        </p:spPr>
      </p:sp>
      <p:sp>
        <p:nvSpPr>
          <p:cNvPr id="475" name="Google Shape;475;p78"/>
          <p:cNvSpPr txBox="1"/>
          <p:nvPr>
            <p:ph idx="3" type="body"/>
          </p:nvPr>
        </p:nvSpPr>
        <p:spPr>
          <a:xfrm>
            <a:off x="228599" y="359209"/>
            <a:ext cx="6485400" cy="5553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476" name="Google Shape;476;p78"/>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b="0" i="0" sz="1100" u="none" cap="none" strike="noStrike">
              <a:solidFill>
                <a:srgbClr val="000000"/>
              </a:solidFill>
              <a:latin typeface="Verizon NHG TX"/>
              <a:ea typeface="Verizon NHG TX"/>
              <a:cs typeface="Verizon NHG TX"/>
              <a:sym typeface="Verizon NHG TX"/>
            </a:endParaRPr>
          </a:p>
        </p:txBody>
      </p:sp>
      <p:sp>
        <p:nvSpPr>
          <p:cNvPr id="477" name="Google Shape;477;p78"/>
          <p:cNvSpPr txBox="1"/>
          <p:nvPr/>
        </p:nvSpPr>
        <p:spPr>
          <a:xfrm>
            <a:off x="8642255" y="4759509"/>
            <a:ext cx="272700" cy="1692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1" i="0" lang="en" sz="1100" u="none" cap="none" strike="noStrike">
                <a:solidFill>
                  <a:schemeClr val="accent1"/>
                </a:solidFill>
                <a:latin typeface="Verizon NHG TX"/>
                <a:ea typeface="Verizon NHG TX"/>
                <a:cs typeface="Verizon NHG TX"/>
                <a:sym typeface="Verizon NHG TX"/>
              </a:rPr>
              <a:t>‹#›</a:t>
            </a:fld>
            <a:endParaRPr b="1" i="0" sz="1100" u="none" cap="none" strike="noStrike">
              <a:solidFill>
                <a:schemeClr val="accent1"/>
              </a:solidFill>
              <a:latin typeface="Verizon NHG TX"/>
              <a:ea typeface="Verizon NHG TX"/>
              <a:cs typeface="Verizon NHG TX"/>
              <a:sym typeface="Verizon NHG TX"/>
            </a:endParaRPr>
          </a:p>
        </p:txBody>
      </p:sp>
      <p:sp>
        <p:nvSpPr>
          <p:cNvPr id="478" name="Google Shape;478;p78"/>
          <p:cNvSpPr txBox="1"/>
          <p:nvPr>
            <p:ph idx="4" type="body"/>
          </p:nvPr>
        </p:nvSpPr>
        <p:spPr>
          <a:xfrm>
            <a:off x="226219" y="1835658"/>
            <a:ext cx="7951200" cy="2276700"/>
          </a:xfrm>
          <a:prstGeom prst="rect">
            <a:avLst/>
          </a:prstGeom>
          <a:noFill/>
          <a:ln>
            <a:noFill/>
          </a:ln>
        </p:spPr>
        <p:txBody>
          <a:bodyPr anchorCtr="0" anchor="t" bIns="34275" lIns="68575" spcFirstLastPara="1" rIns="68575" wrap="square" tIns="34275">
            <a:normAutofit/>
          </a:bodyPr>
          <a:lstStyle>
            <a:lvl1pPr indent="-342900" lvl="0" marL="457200" marR="0" rtl="0" algn="l">
              <a:lnSpc>
                <a:spcPct val="90000"/>
              </a:lnSpc>
              <a:spcBef>
                <a:spcPts val="800"/>
              </a:spcBef>
              <a:spcAft>
                <a:spcPts val="0"/>
              </a:spcAft>
              <a:buClr>
                <a:schemeClr val="dk1"/>
              </a:buClr>
              <a:buSzPts val="1800"/>
              <a:buFont typeface="Verizon NHG TX"/>
              <a:buChar char="•"/>
              <a:defRPr b="1" i="0" sz="1800" u="none" cap="none" strike="noStrike">
                <a:solidFill>
                  <a:schemeClr val="dk1"/>
                </a:solidFill>
                <a:latin typeface="Verizon NHG TX"/>
                <a:ea typeface="Verizon NHG TX"/>
                <a:cs typeface="Verizon NHG TX"/>
                <a:sym typeface="Verizon NHG TX"/>
              </a:defRPr>
            </a:lvl1pPr>
            <a:lvl2pPr indent="-304800" lvl="1" marL="914400" marR="0" rtl="0" algn="l">
              <a:lnSpc>
                <a:spcPct val="90000"/>
              </a:lnSpc>
              <a:spcBef>
                <a:spcPts val="400"/>
              </a:spcBef>
              <a:spcAft>
                <a:spcPts val="0"/>
              </a:spcAft>
              <a:buClr>
                <a:schemeClr val="dk1"/>
              </a:buClr>
              <a:buSzPts val="1200"/>
              <a:buFont typeface="Verizon NHG TX"/>
              <a:buChar char="•"/>
              <a:defRPr b="0" i="0" sz="1200" u="none" cap="none" strike="noStrike">
                <a:solidFill>
                  <a:schemeClr val="dk1"/>
                </a:solidFill>
                <a:latin typeface="Verizon NHG TX"/>
                <a:ea typeface="Verizon NHG TX"/>
                <a:cs typeface="Verizon NHG TX"/>
                <a:sym typeface="Verizon NHG TX"/>
              </a:defRPr>
            </a:lvl2pPr>
            <a:lvl3pPr indent="-304800" lvl="2" marL="1371600" marR="0" rtl="0" algn="l">
              <a:lnSpc>
                <a:spcPct val="90000"/>
              </a:lnSpc>
              <a:spcBef>
                <a:spcPts val="400"/>
              </a:spcBef>
              <a:spcAft>
                <a:spcPts val="0"/>
              </a:spcAft>
              <a:buClr>
                <a:schemeClr val="dk1"/>
              </a:buClr>
              <a:buSzPts val="1200"/>
              <a:buFont typeface="Verizon NHG TX"/>
              <a:buChar char="•"/>
              <a:defRPr b="0" i="0" sz="1200" u="none" cap="none" strike="noStrike">
                <a:solidFill>
                  <a:schemeClr val="dk1"/>
                </a:solidFill>
                <a:latin typeface="Verizon NHG TX"/>
                <a:ea typeface="Verizon NHG TX"/>
                <a:cs typeface="Verizon NHG TX"/>
                <a:sym typeface="Verizon NHG TX"/>
              </a:defRPr>
            </a:lvl3pPr>
            <a:lvl4pPr indent="-304800" lvl="3" marL="1828800" marR="0" rtl="0" algn="l">
              <a:lnSpc>
                <a:spcPct val="80000"/>
              </a:lnSpc>
              <a:spcBef>
                <a:spcPts val="400"/>
              </a:spcBef>
              <a:spcAft>
                <a:spcPts val="0"/>
              </a:spcAft>
              <a:buClr>
                <a:schemeClr val="dk1"/>
              </a:buClr>
              <a:buSzPts val="1200"/>
              <a:buFont typeface="Verizon NHG TX"/>
              <a:buChar char="•"/>
              <a:defRPr b="0" i="0" sz="1200" u="none" cap="none" strike="noStrike">
                <a:solidFill>
                  <a:schemeClr val="dk1"/>
                </a:solidFill>
                <a:latin typeface="Verizon NHG TX"/>
                <a:ea typeface="Verizon NHG TX"/>
                <a:cs typeface="Verizon NHG TX"/>
                <a:sym typeface="Verizon NHG TX"/>
              </a:defRPr>
            </a:lvl4pPr>
            <a:lvl5pPr indent="-304800" lvl="4" marL="2286000" marR="0" rtl="0" algn="l">
              <a:lnSpc>
                <a:spcPct val="80000"/>
              </a:lnSpc>
              <a:spcBef>
                <a:spcPts val="400"/>
              </a:spcBef>
              <a:spcAft>
                <a:spcPts val="0"/>
              </a:spcAft>
              <a:buClr>
                <a:schemeClr val="dk1"/>
              </a:buClr>
              <a:buSzPts val="1200"/>
              <a:buFont typeface="Verizon NHG TX"/>
              <a:buChar char="•"/>
              <a:defRPr b="0" i="0" sz="1200" u="none" cap="none" strike="noStrike">
                <a:solidFill>
                  <a:schemeClr val="dk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 picture - White">
  <p:cSld name="Three column picture - White">
    <p:bg>
      <p:bgPr>
        <a:solidFill>
          <a:schemeClr val="lt1"/>
        </a:solidFill>
      </p:bgPr>
    </p:bg>
    <p:spTree>
      <p:nvGrpSpPr>
        <p:cNvPr id="479" name="Shape 479"/>
        <p:cNvGrpSpPr/>
        <p:nvPr/>
      </p:nvGrpSpPr>
      <p:grpSpPr>
        <a:xfrm>
          <a:off x="0" y="0"/>
          <a:ext cx="0" cy="0"/>
          <a:chOff x="0" y="0"/>
          <a:chExt cx="0" cy="0"/>
        </a:xfrm>
      </p:grpSpPr>
      <p:sp>
        <p:nvSpPr>
          <p:cNvPr id="480" name="Google Shape;480;p79"/>
          <p:cNvSpPr txBox="1"/>
          <p:nvPr>
            <p:ph idx="1" type="body"/>
          </p:nvPr>
        </p:nvSpPr>
        <p:spPr>
          <a:xfrm>
            <a:off x="228600" y="228600"/>
            <a:ext cx="6485400" cy="1158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pic>
        <p:nvPicPr>
          <p:cNvPr id="481" name="Google Shape;481;p79"/>
          <p:cNvPicPr preferRelativeResize="0"/>
          <p:nvPr/>
        </p:nvPicPr>
        <p:blipFill rotWithShape="1">
          <a:blip r:embed="rId2">
            <a:alphaModFix/>
          </a:blip>
          <a:srcRect b="0" l="0" r="0" t="0"/>
          <a:stretch/>
        </p:blipFill>
        <p:spPr>
          <a:xfrm>
            <a:off x="229133" y="4768923"/>
            <a:ext cx="637643" cy="142756"/>
          </a:xfrm>
          <a:prstGeom prst="rect">
            <a:avLst/>
          </a:prstGeom>
          <a:noFill/>
          <a:ln>
            <a:noFill/>
          </a:ln>
        </p:spPr>
      </p:pic>
      <p:sp>
        <p:nvSpPr>
          <p:cNvPr id="482" name="Google Shape;482;p79"/>
          <p:cNvSpPr txBox="1"/>
          <p:nvPr>
            <p:ph idx="2" type="body"/>
          </p:nvPr>
        </p:nvSpPr>
        <p:spPr>
          <a:xfrm>
            <a:off x="228599" y="359209"/>
            <a:ext cx="6485400" cy="5553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483" name="Google Shape;483;p79"/>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b="0" i="0" sz="1100" u="none" cap="none" strike="noStrike">
              <a:solidFill>
                <a:srgbClr val="000000"/>
              </a:solidFill>
              <a:latin typeface="Verizon NHG TX"/>
              <a:ea typeface="Verizon NHG TX"/>
              <a:cs typeface="Verizon NHG TX"/>
              <a:sym typeface="Verizon NHG TX"/>
            </a:endParaRPr>
          </a:p>
        </p:txBody>
      </p:sp>
      <p:sp>
        <p:nvSpPr>
          <p:cNvPr id="484" name="Google Shape;484;p79"/>
          <p:cNvSpPr txBox="1"/>
          <p:nvPr/>
        </p:nvSpPr>
        <p:spPr>
          <a:xfrm>
            <a:off x="8642255" y="4759509"/>
            <a:ext cx="272700" cy="1692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1" i="0" lang="en" sz="1100" u="none" cap="none" strike="noStrike">
                <a:solidFill>
                  <a:schemeClr val="accent1"/>
                </a:solidFill>
                <a:latin typeface="Verizon NHG TX"/>
                <a:ea typeface="Verizon NHG TX"/>
                <a:cs typeface="Verizon NHG TX"/>
                <a:sym typeface="Verizon NHG TX"/>
              </a:rPr>
              <a:t>‹#›</a:t>
            </a:fld>
            <a:endParaRPr b="1" i="0" sz="1100" u="none" cap="none" strike="noStrike">
              <a:solidFill>
                <a:schemeClr val="accent1"/>
              </a:solidFill>
              <a:latin typeface="Verizon NHG TX"/>
              <a:ea typeface="Verizon NHG TX"/>
              <a:cs typeface="Verizon NHG TX"/>
              <a:sym typeface="Verizon NHG TX"/>
            </a:endParaRPr>
          </a:p>
        </p:txBody>
      </p:sp>
      <p:sp>
        <p:nvSpPr>
          <p:cNvPr id="485" name="Google Shape;485;p79"/>
          <p:cNvSpPr txBox="1"/>
          <p:nvPr>
            <p:ph idx="3" type="body"/>
          </p:nvPr>
        </p:nvSpPr>
        <p:spPr>
          <a:xfrm>
            <a:off x="228600" y="1031789"/>
            <a:ext cx="2083500" cy="6828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11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486" name="Google Shape;486;p79"/>
          <p:cNvSpPr txBox="1"/>
          <p:nvPr>
            <p:ph idx="4" type="body"/>
          </p:nvPr>
        </p:nvSpPr>
        <p:spPr>
          <a:xfrm>
            <a:off x="228600" y="1831889"/>
            <a:ext cx="2083500" cy="2280600"/>
          </a:xfrm>
          <a:prstGeom prst="rect">
            <a:avLst/>
          </a:prstGeom>
          <a:noFill/>
          <a:ln>
            <a:noFill/>
          </a:ln>
        </p:spPr>
        <p:txBody>
          <a:bodyPr anchorCtr="0" anchor="t" bIns="0" lIns="0" spcFirstLastPara="1" rIns="0" wrap="square" tIns="0">
            <a:normAutofit/>
          </a:bodyPr>
          <a:lstStyle>
            <a:lvl1pPr indent="-285750" lvl="0" marL="457200" marR="0" rtl="0" algn="l">
              <a:lnSpc>
                <a:spcPct val="100000"/>
              </a:lnSpc>
              <a:spcBef>
                <a:spcPts val="0"/>
              </a:spcBef>
              <a:spcAft>
                <a:spcPts val="0"/>
              </a:spcAft>
              <a:buClr>
                <a:schemeClr val="accent5"/>
              </a:buClr>
              <a:buSzPts val="900"/>
              <a:buFont typeface="Verizon NHG TX"/>
              <a:buChar char="•"/>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487" name="Google Shape;487;p79"/>
          <p:cNvSpPr txBox="1"/>
          <p:nvPr>
            <p:ph idx="5" type="body"/>
          </p:nvPr>
        </p:nvSpPr>
        <p:spPr>
          <a:xfrm>
            <a:off x="2427684" y="3429000"/>
            <a:ext cx="2083500" cy="915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600"/>
              <a:buFont typeface="Verizon NHG TX"/>
              <a:buNone/>
              <a:defRPr b="1" i="0" sz="6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11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488" name="Google Shape;488;p79"/>
          <p:cNvSpPr txBox="1"/>
          <p:nvPr>
            <p:ph idx="6" type="body"/>
          </p:nvPr>
        </p:nvSpPr>
        <p:spPr>
          <a:xfrm>
            <a:off x="2427684" y="3600450"/>
            <a:ext cx="2083500" cy="2187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600"/>
              <a:buFont typeface="Verizon NHG TX"/>
              <a:buNone/>
              <a:defRPr b="0" i="0" sz="6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11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489" name="Google Shape;489;p79"/>
          <p:cNvSpPr txBox="1"/>
          <p:nvPr>
            <p:ph idx="7" type="body"/>
          </p:nvPr>
        </p:nvSpPr>
        <p:spPr>
          <a:xfrm>
            <a:off x="2427684" y="3893672"/>
            <a:ext cx="2083500" cy="218700"/>
          </a:xfrm>
          <a:prstGeom prst="rect">
            <a:avLst/>
          </a:prstGeom>
          <a:noFill/>
          <a:ln>
            <a:noFill/>
          </a:ln>
        </p:spPr>
        <p:txBody>
          <a:bodyPr anchorCtr="0" anchor="t" bIns="0" lIns="0" spcFirstLastPara="1" rIns="0" wrap="square" tIns="0">
            <a:normAutofit/>
          </a:bodyPr>
          <a:lstStyle>
            <a:lvl1pPr indent="-266700" lvl="0" marL="457200" marR="0" rtl="0" algn="l">
              <a:lnSpc>
                <a:spcPct val="100000"/>
              </a:lnSpc>
              <a:spcBef>
                <a:spcPts val="0"/>
              </a:spcBef>
              <a:spcAft>
                <a:spcPts val="0"/>
              </a:spcAft>
              <a:buClr>
                <a:schemeClr val="accent5"/>
              </a:buClr>
              <a:buSzPts val="600"/>
              <a:buFont typeface="Verizon NHG TX"/>
              <a:buChar char="•"/>
              <a:defRPr b="0" i="0" sz="6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490" name="Google Shape;490;p79"/>
          <p:cNvSpPr txBox="1"/>
          <p:nvPr>
            <p:ph idx="8" type="body"/>
          </p:nvPr>
        </p:nvSpPr>
        <p:spPr>
          <a:xfrm>
            <a:off x="4629150" y="3429000"/>
            <a:ext cx="2083500" cy="915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600"/>
              <a:buFont typeface="Verizon NHG TX"/>
              <a:buNone/>
              <a:defRPr b="1" i="0" sz="6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11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491" name="Google Shape;491;p79"/>
          <p:cNvSpPr txBox="1"/>
          <p:nvPr>
            <p:ph idx="9" type="body"/>
          </p:nvPr>
        </p:nvSpPr>
        <p:spPr>
          <a:xfrm>
            <a:off x="4629150" y="3600450"/>
            <a:ext cx="2083500" cy="2187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600"/>
              <a:buFont typeface="Verizon NHG TX"/>
              <a:buNone/>
              <a:defRPr b="0" i="0" sz="6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11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492" name="Google Shape;492;p79"/>
          <p:cNvSpPr txBox="1"/>
          <p:nvPr>
            <p:ph idx="13" type="body"/>
          </p:nvPr>
        </p:nvSpPr>
        <p:spPr>
          <a:xfrm>
            <a:off x="4629150" y="3893672"/>
            <a:ext cx="2083500" cy="218700"/>
          </a:xfrm>
          <a:prstGeom prst="rect">
            <a:avLst/>
          </a:prstGeom>
          <a:noFill/>
          <a:ln>
            <a:noFill/>
          </a:ln>
        </p:spPr>
        <p:txBody>
          <a:bodyPr anchorCtr="0" anchor="t" bIns="0" lIns="0" spcFirstLastPara="1" rIns="0" wrap="square" tIns="0">
            <a:normAutofit/>
          </a:bodyPr>
          <a:lstStyle>
            <a:lvl1pPr indent="-266700" lvl="0" marL="457200" marR="0" rtl="0" algn="l">
              <a:lnSpc>
                <a:spcPct val="100000"/>
              </a:lnSpc>
              <a:spcBef>
                <a:spcPts val="0"/>
              </a:spcBef>
              <a:spcAft>
                <a:spcPts val="0"/>
              </a:spcAft>
              <a:buClr>
                <a:schemeClr val="accent5"/>
              </a:buClr>
              <a:buSzPts val="600"/>
              <a:buFont typeface="Verizon NHG TX"/>
              <a:buChar char="•"/>
              <a:defRPr b="0" i="0" sz="6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493" name="Google Shape;493;p79"/>
          <p:cNvSpPr txBox="1"/>
          <p:nvPr>
            <p:ph idx="14" type="body"/>
          </p:nvPr>
        </p:nvSpPr>
        <p:spPr>
          <a:xfrm>
            <a:off x="6829424" y="3429000"/>
            <a:ext cx="2083500" cy="915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600"/>
              <a:buFont typeface="Verizon NHG TX"/>
              <a:buNone/>
              <a:defRPr b="1" i="0" sz="6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11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494" name="Google Shape;494;p79"/>
          <p:cNvSpPr txBox="1"/>
          <p:nvPr>
            <p:ph idx="15" type="body"/>
          </p:nvPr>
        </p:nvSpPr>
        <p:spPr>
          <a:xfrm>
            <a:off x="6829424" y="3600450"/>
            <a:ext cx="2083500" cy="2187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600"/>
              <a:buFont typeface="Verizon NHG TX"/>
              <a:buNone/>
              <a:defRPr b="0" i="0" sz="6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11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495" name="Google Shape;495;p79"/>
          <p:cNvSpPr txBox="1"/>
          <p:nvPr>
            <p:ph idx="16" type="body"/>
          </p:nvPr>
        </p:nvSpPr>
        <p:spPr>
          <a:xfrm>
            <a:off x="6829424" y="3893672"/>
            <a:ext cx="2083500" cy="218700"/>
          </a:xfrm>
          <a:prstGeom prst="rect">
            <a:avLst/>
          </a:prstGeom>
          <a:noFill/>
          <a:ln>
            <a:noFill/>
          </a:ln>
        </p:spPr>
        <p:txBody>
          <a:bodyPr anchorCtr="0" anchor="t" bIns="0" lIns="0" spcFirstLastPara="1" rIns="0" wrap="square" tIns="0">
            <a:normAutofit/>
          </a:bodyPr>
          <a:lstStyle>
            <a:lvl1pPr indent="-266700" lvl="0" marL="457200" marR="0" rtl="0" algn="l">
              <a:lnSpc>
                <a:spcPct val="100000"/>
              </a:lnSpc>
              <a:spcBef>
                <a:spcPts val="0"/>
              </a:spcBef>
              <a:spcAft>
                <a:spcPts val="0"/>
              </a:spcAft>
              <a:buClr>
                <a:schemeClr val="accent5"/>
              </a:buClr>
              <a:buSzPts val="600"/>
              <a:buFont typeface="Verizon NHG TX"/>
              <a:buChar char="•"/>
              <a:defRPr b="0" i="0" sz="6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496" name="Google Shape;496;p79"/>
          <p:cNvSpPr/>
          <p:nvPr>
            <p:ph idx="17" type="pic"/>
          </p:nvPr>
        </p:nvSpPr>
        <p:spPr>
          <a:xfrm rot="-5400000">
            <a:off x="2327196" y="1128020"/>
            <a:ext cx="2283600" cy="2085000"/>
          </a:xfrm>
          <a:prstGeom prst="round2SameRect">
            <a:avLst>
              <a:gd fmla="val 0" name="adj1"/>
              <a:gd fmla="val 0" name="adj2"/>
            </a:avLst>
          </a:prstGeom>
          <a:solidFill>
            <a:schemeClr val="accent2"/>
          </a:solidFill>
          <a:ln>
            <a:noFill/>
          </a:ln>
        </p:spPr>
      </p:sp>
      <p:sp>
        <p:nvSpPr>
          <p:cNvPr id="497" name="Google Shape;497;p79"/>
          <p:cNvSpPr txBox="1"/>
          <p:nvPr/>
        </p:nvSpPr>
        <p:spPr>
          <a:xfrm>
            <a:off x="2426480" y="1028696"/>
            <a:ext cx="2085000" cy="2283600"/>
          </a:xfrm>
          <a:prstGeom prst="rect">
            <a:avLst/>
          </a:prstGeom>
          <a:noFill/>
          <a:ln>
            <a:noFill/>
          </a:ln>
        </p:spPr>
        <p:txBody>
          <a:bodyPr anchorCtr="0" anchor="ctr" bIns="34275" lIns="68575" spcFirstLastPara="1" rIns="68575" wrap="square" tIns="34275">
            <a:noAutofit/>
          </a:bodyPr>
          <a:lstStyle/>
          <a:p>
            <a:pPr indent="0" lvl="0" marL="0" marR="0" rtl="0" algn="ctr">
              <a:lnSpc>
                <a:spcPct val="90000"/>
              </a:lnSpc>
              <a:spcBef>
                <a:spcPts val="0"/>
              </a:spcBef>
              <a:spcAft>
                <a:spcPts val="0"/>
              </a:spcAft>
              <a:buClr>
                <a:schemeClr val="dk1"/>
              </a:buClr>
              <a:buSzPts val="1200"/>
              <a:buFont typeface="Arial"/>
              <a:buNone/>
            </a:pPr>
            <a:r>
              <a:rPr b="1" i="0" lang="en" sz="1200" u="none" cap="none" strike="noStrike">
                <a:solidFill>
                  <a:schemeClr val="dk1"/>
                </a:solidFill>
                <a:latin typeface="Verizon NHG TX"/>
                <a:ea typeface="Verizon NHG TX"/>
                <a:cs typeface="Verizon NHG TX"/>
                <a:sym typeface="Verizon NHG TX"/>
              </a:rPr>
              <a:t>Place image here</a:t>
            </a:r>
            <a:endParaRPr b="0" i="0" sz="1100" u="none" cap="none" strike="noStrike">
              <a:solidFill>
                <a:srgbClr val="000000"/>
              </a:solidFill>
              <a:latin typeface="Verizon NHG TX"/>
              <a:ea typeface="Verizon NHG TX"/>
              <a:cs typeface="Verizon NHG TX"/>
              <a:sym typeface="Verizon NHG TX"/>
            </a:endParaRPr>
          </a:p>
        </p:txBody>
      </p:sp>
      <p:sp>
        <p:nvSpPr>
          <p:cNvPr id="498" name="Google Shape;498;p79"/>
          <p:cNvSpPr/>
          <p:nvPr>
            <p:ph idx="18" type="pic"/>
          </p:nvPr>
        </p:nvSpPr>
        <p:spPr>
          <a:xfrm rot="-5400000">
            <a:off x="4529850" y="1128020"/>
            <a:ext cx="2283600" cy="2085000"/>
          </a:xfrm>
          <a:prstGeom prst="round2SameRect">
            <a:avLst>
              <a:gd fmla="val 0" name="adj1"/>
              <a:gd fmla="val 0" name="adj2"/>
            </a:avLst>
          </a:prstGeom>
          <a:solidFill>
            <a:schemeClr val="accent2"/>
          </a:solidFill>
          <a:ln>
            <a:noFill/>
          </a:ln>
        </p:spPr>
      </p:sp>
      <p:sp>
        <p:nvSpPr>
          <p:cNvPr id="499" name="Google Shape;499;p79"/>
          <p:cNvSpPr txBox="1"/>
          <p:nvPr/>
        </p:nvSpPr>
        <p:spPr>
          <a:xfrm>
            <a:off x="4629136" y="1028696"/>
            <a:ext cx="2085000" cy="2283600"/>
          </a:xfrm>
          <a:prstGeom prst="rect">
            <a:avLst/>
          </a:prstGeom>
          <a:noFill/>
          <a:ln>
            <a:noFill/>
          </a:ln>
        </p:spPr>
        <p:txBody>
          <a:bodyPr anchorCtr="0" anchor="ctr" bIns="34275" lIns="68575" spcFirstLastPara="1" rIns="68575" wrap="square" tIns="34275">
            <a:noAutofit/>
          </a:bodyPr>
          <a:lstStyle/>
          <a:p>
            <a:pPr indent="0" lvl="0" marL="0" marR="0" rtl="0" algn="ctr">
              <a:lnSpc>
                <a:spcPct val="90000"/>
              </a:lnSpc>
              <a:spcBef>
                <a:spcPts val="0"/>
              </a:spcBef>
              <a:spcAft>
                <a:spcPts val="0"/>
              </a:spcAft>
              <a:buClr>
                <a:schemeClr val="dk1"/>
              </a:buClr>
              <a:buSzPts val="1200"/>
              <a:buFont typeface="Arial"/>
              <a:buNone/>
            </a:pPr>
            <a:r>
              <a:rPr b="1" i="0" lang="en" sz="1200" u="none" cap="none" strike="noStrike">
                <a:solidFill>
                  <a:schemeClr val="dk1"/>
                </a:solidFill>
                <a:latin typeface="Verizon NHG TX"/>
                <a:ea typeface="Verizon NHG TX"/>
                <a:cs typeface="Verizon NHG TX"/>
                <a:sym typeface="Verizon NHG TX"/>
              </a:rPr>
              <a:t>Place image here</a:t>
            </a:r>
            <a:endParaRPr b="0" i="0" sz="1100" u="none" cap="none" strike="noStrike">
              <a:solidFill>
                <a:srgbClr val="000000"/>
              </a:solidFill>
              <a:latin typeface="Verizon NHG TX"/>
              <a:ea typeface="Verizon NHG TX"/>
              <a:cs typeface="Verizon NHG TX"/>
              <a:sym typeface="Verizon NHG TX"/>
            </a:endParaRPr>
          </a:p>
        </p:txBody>
      </p:sp>
      <p:sp>
        <p:nvSpPr>
          <p:cNvPr id="500" name="Google Shape;500;p79"/>
          <p:cNvSpPr/>
          <p:nvPr>
            <p:ph idx="19" type="pic"/>
          </p:nvPr>
        </p:nvSpPr>
        <p:spPr>
          <a:xfrm rot="-5400000">
            <a:off x="6727744" y="1128020"/>
            <a:ext cx="2283600" cy="2085000"/>
          </a:xfrm>
          <a:prstGeom prst="round2SameRect">
            <a:avLst>
              <a:gd fmla="val 0" name="adj1"/>
              <a:gd fmla="val 0" name="adj2"/>
            </a:avLst>
          </a:prstGeom>
          <a:solidFill>
            <a:schemeClr val="accent2"/>
          </a:solidFill>
          <a:ln>
            <a:noFill/>
          </a:ln>
        </p:spPr>
      </p:sp>
      <p:sp>
        <p:nvSpPr>
          <p:cNvPr id="501" name="Google Shape;501;p79"/>
          <p:cNvSpPr txBox="1"/>
          <p:nvPr/>
        </p:nvSpPr>
        <p:spPr>
          <a:xfrm>
            <a:off x="6827030" y="1028696"/>
            <a:ext cx="2085000" cy="2283600"/>
          </a:xfrm>
          <a:prstGeom prst="rect">
            <a:avLst/>
          </a:prstGeom>
          <a:noFill/>
          <a:ln>
            <a:noFill/>
          </a:ln>
        </p:spPr>
        <p:txBody>
          <a:bodyPr anchorCtr="0" anchor="ctr" bIns="34275" lIns="68575" spcFirstLastPara="1" rIns="68575" wrap="square" tIns="34275">
            <a:noAutofit/>
          </a:bodyPr>
          <a:lstStyle/>
          <a:p>
            <a:pPr indent="0" lvl="0" marL="0" marR="0" rtl="0" algn="ctr">
              <a:lnSpc>
                <a:spcPct val="90000"/>
              </a:lnSpc>
              <a:spcBef>
                <a:spcPts val="0"/>
              </a:spcBef>
              <a:spcAft>
                <a:spcPts val="0"/>
              </a:spcAft>
              <a:buClr>
                <a:schemeClr val="dk1"/>
              </a:buClr>
              <a:buSzPts val="1200"/>
              <a:buFont typeface="Arial"/>
              <a:buNone/>
            </a:pPr>
            <a:r>
              <a:rPr b="1" i="0" lang="en" sz="1200" u="none" cap="none" strike="noStrike">
                <a:solidFill>
                  <a:schemeClr val="dk1"/>
                </a:solidFill>
                <a:latin typeface="Verizon NHG TX"/>
                <a:ea typeface="Verizon NHG TX"/>
                <a:cs typeface="Verizon NHG TX"/>
                <a:sym typeface="Verizon NHG TX"/>
              </a:rPr>
              <a:t>Place image here</a:t>
            </a:r>
            <a:endParaRPr b="0" i="0" sz="1100" u="none" cap="none" strike="noStrike">
              <a:solidFill>
                <a:srgbClr val="000000"/>
              </a:solidFill>
              <a:latin typeface="Verizon NHG TX"/>
              <a:ea typeface="Verizon NHG TX"/>
              <a:cs typeface="Verizon NHG TX"/>
              <a:sym typeface="Verizon NHG TX"/>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and right picture - White">
  <p:cSld name="Text and right picture - White">
    <p:bg>
      <p:bgPr>
        <a:solidFill>
          <a:schemeClr val="lt1"/>
        </a:solidFill>
      </p:bgPr>
    </p:bg>
    <p:spTree>
      <p:nvGrpSpPr>
        <p:cNvPr id="502" name="Shape 502"/>
        <p:cNvGrpSpPr/>
        <p:nvPr/>
      </p:nvGrpSpPr>
      <p:grpSpPr>
        <a:xfrm>
          <a:off x="0" y="0"/>
          <a:ext cx="0" cy="0"/>
          <a:chOff x="0" y="0"/>
          <a:chExt cx="0" cy="0"/>
        </a:xfrm>
      </p:grpSpPr>
      <p:sp>
        <p:nvSpPr>
          <p:cNvPr id="503" name="Google Shape;503;p80"/>
          <p:cNvSpPr txBox="1"/>
          <p:nvPr>
            <p:ph idx="1" type="body"/>
          </p:nvPr>
        </p:nvSpPr>
        <p:spPr>
          <a:xfrm>
            <a:off x="228600" y="228600"/>
            <a:ext cx="6485400" cy="1158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pic>
        <p:nvPicPr>
          <p:cNvPr id="504" name="Google Shape;504;p80"/>
          <p:cNvPicPr preferRelativeResize="0"/>
          <p:nvPr/>
        </p:nvPicPr>
        <p:blipFill rotWithShape="1">
          <a:blip r:embed="rId2">
            <a:alphaModFix/>
          </a:blip>
          <a:srcRect b="0" l="0" r="0" t="0"/>
          <a:stretch/>
        </p:blipFill>
        <p:spPr>
          <a:xfrm>
            <a:off x="229133" y="4768923"/>
            <a:ext cx="637643" cy="142756"/>
          </a:xfrm>
          <a:prstGeom prst="rect">
            <a:avLst/>
          </a:prstGeom>
          <a:noFill/>
          <a:ln>
            <a:noFill/>
          </a:ln>
        </p:spPr>
      </p:pic>
      <p:sp>
        <p:nvSpPr>
          <p:cNvPr id="505" name="Google Shape;505;p80"/>
          <p:cNvSpPr txBox="1"/>
          <p:nvPr>
            <p:ph idx="2" type="body"/>
          </p:nvPr>
        </p:nvSpPr>
        <p:spPr>
          <a:xfrm>
            <a:off x="228599" y="359209"/>
            <a:ext cx="6485400" cy="5553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506" name="Google Shape;506;p80"/>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b="0" i="0" sz="1100" u="none" cap="none" strike="noStrike">
              <a:solidFill>
                <a:srgbClr val="000000"/>
              </a:solidFill>
              <a:latin typeface="Verizon NHG TX"/>
              <a:ea typeface="Verizon NHG TX"/>
              <a:cs typeface="Verizon NHG TX"/>
              <a:sym typeface="Verizon NHG TX"/>
            </a:endParaRPr>
          </a:p>
        </p:txBody>
      </p:sp>
      <p:sp>
        <p:nvSpPr>
          <p:cNvPr id="507" name="Google Shape;507;p80"/>
          <p:cNvSpPr txBox="1"/>
          <p:nvPr/>
        </p:nvSpPr>
        <p:spPr>
          <a:xfrm>
            <a:off x="8642255" y="4759509"/>
            <a:ext cx="272700" cy="1692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1" i="0" lang="en" sz="1100" u="none" cap="none" strike="noStrike">
                <a:solidFill>
                  <a:schemeClr val="accent1"/>
                </a:solidFill>
                <a:latin typeface="Verizon NHG TX"/>
                <a:ea typeface="Verizon NHG TX"/>
                <a:cs typeface="Verizon NHG TX"/>
                <a:sym typeface="Verizon NHG TX"/>
              </a:rPr>
              <a:t>‹#›</a:t>
            </a:fld>
            <a:endParaRPr b="1" i="0" sz="1100" u="none" cap="none" strike="noStrike">
              <a:solidFill>
                <a:schemeClr val="accent1"/>
              </a:solidFill>
              <a:latin typeface="Verizon NHG TX"/>
              <a:ea typeface="Verizon NHG TX"/>
              <a:cs typeface="Verizon NHG TX"/>
              <a:sym typeface="Verizon NHG TX"/>
            </a:endParaRPr>
          </a:p>
        </p:txBody>
      </p:sp>
      <p:sp>
        <p:nvSpPr>
          <p:cNvPr id="508" name="Google Shape;508;p80"/>
          <p:cNvSpPr/>
          <p:nvPr>
            <p:ph idx="3" type="pic"/>
          </p:nvPr>
        </p:nvSpPr>
        <p:spPr>
          <a:xfrm>
            <a:off x="4626769" y="1028699"/>
            <a:ext cx="4286400" cy="3083700"/>
          </a:xfrm>
          <a:prstGeom prst="rect">
            <a:avLst/>
          </a:prstGeom>
          <a:solidFill>
            <a:schemeClr val="accent2"/>
          </a:solidFill>
          <a:ln cap="flat" cmpd="sng" w="76200">
            <a:solidFill>
              <a:schemeClr val="accent3"/>
            </a:solidFill>
            <a:prstDash val="solid"/>
            <a:round/>
            <a:headEnd len="sm" w="sm" type="none"/>
            <a:tailEnd len="sm" w="sm" type="none"/>
          </a:ln>
        </p:spPr>
      </p:sp>
      <p:sp>
        <p:nvSpPr>
          <p:cNvPr id="509" name="Google Shape;509;p80"/>
          <p:cNvSpPr txBox="1"/>
          <p:nvPr>
            <p:ph idx="4" type="body"/>
          </p:nvPr>
        </p:nvSpPr>
        <p:spPr>
          <a:xfrm>
            <a:off x="4630339" y="4229100"/>
            <a:ext cx="4282800" cy="2076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600"/>
              <a:buFont typeface="Verizon NHG TX"/>
              <a:buNone/>
              <a:defRPr b="0" i="0" sz="6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510" name="Google Shape;510;p80"/>
          <p:cNvSpPr txBox="1"/>
          <p:nvPr>
            <p:ph idx="5" type="body"/>
          </p:nvPr>
        </p:nvSpPr>
        <p:spPr>
          <a:xfrm>
            <a:off x="228145" y="1028700"/>
            <a:ext cx="2817600" cy="3083700"/>
          </a:xfrm>
          <a:prstGeom prst="rect">
            <a:avLst/>
          </a:prstGeom>
          <a:noFill/>
          <a:ln>
            <a:noFill/>
          </a:ln>
        </p:spPr>
        <p:txBody>
          <a:bodyPr anchorCtr="0" anchor="t" bIns="0" lIns="0" spcFirstLastPara="1" rIns="0" wrap="square" tIns="0">
            <a:normAutofit/>
          </a:bodyPr>
          <a:lstStyle>
            <a:lvl1pPr indent="-228600" lvl="0" marL="457200" marR="0" rtl="0" algn="l">
              <a:lnSpc>
                <a:spcPct val="90000"/>
              </a:lnSpc>
              <a:spcBef>
                <a:spcPts val="800"/>
              </a:spcBef>
              <a:spcAft>
                <a:spcPts val="0"/>
              </a:spcAft>
              <a:buClr>
                <a:schemeClr val="dk1"/>
              </a:buClr>
              <a:buSzPts val="1100"/>
              <a:buFont typeface="Verizon NHG TX"/>
              <a:buNone/>
              <a:defRPr b="1" i="0" sz="11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500"/>
              </a:spcBef>
              <a:spcAft>
                <a:spcPts val="0"/>
              </a:spcAft>
              <a:buClr>
                <a:schemeClr val="dk1"/>
              </a:buClr>
              <a:buSzPts val="900"/>
              <a:buFont typeface="Verizon NHG TX"/>
              <a:buNone/>
              <a:defRPr b="0" i="0" sz="900" u="none" cap="none" strike="noStrike">
                <a:solidFill>
                  <a:schemeClr val="dk1"/>
                </a:solidFill>
                <a:latin typeface="Verizon NHG TX"/>
                <a:ea typeface="Verizon NHG TX"/>
                <a:cs typeface="Verizon NHG TX"/>
                <a:sym typeface="Verizon NHG TX"/>
              </a:defRPr>
            </a:lvl2pPr>
            <a:lvl3pPr indent="-285750" lvl="2" marL="1371600" marR="0" rtl="0" algn="l">
              <a:lnSpc>
                <a:spcPct val="90000"/>
              </a:lnSpc>
              <a:spcBef>
                <a:spcPts val="9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3pPr>
            <a:lvl4pPr indent="-285750" lvl="3" marL="1828800" marR="0" rtl="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4pPr>
            <a:lvl5pPr indent="-285750" lvl="4" marL="2286000" marR="0" rtl="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and right picture 1/2 - Stone">
  <p:cSld name="Text and right picture 1/2 - Stone">
    <p:bg>
      <p:bgPr>
        <a:solidFill>
          <a:schemeClr val="lt1"/>
        </a:solidFill>
      </p:bgPr>
    </p:bg>
    <p:spTree>
      <p:nvGrpSpPr>
        <p:cNvPr id="511" name="Shape 511"/>
        <p:cNvGrpSpPr/>
        <p:nvPr/>
      </p:nvGrpSpPr>
      <p:grpSpPr>
        <a:xfrm>
          <a:off x="0" y="0"/>
          <a:ext cx="0" cy="0"/>
          <a:chOff x="0" y="0"/>
          <a:chExt cx="0" cy="0"/>
        </a:xfrm>
      </p:grpSpPr>
      <p:sp>
        <p:nvSpPr>
          <p:cNvPr id="512" name="Google Shape;512;p81"/>
          <p:cNvSpPr/>
          <p:nvPr/>
        </p:nvSpPr>
        <p:spPr>
          <a:xfrm>
            <a:off x="-1" y="2578298"/>
            <a:ext cx="9144000" cy="2565300"/>
          </a:xfrm>
          <a:prstGeom prst="rect">
            <a:avLst/>
          </a:prstGeom>
          <a:solidFill>
            <a:schemeClr val="accen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513" name="Google Shape;513;p81"/>
          <p:cNvSpPr txBox="1"/>
          <p:nvPr>
            <p:ph idx="1" type="body"/>
          </p:nvPr>
        </p:nvSpPr>
        <p:spPr>
          <a:xfrm>
            <a:off x="228600" y="228600"/>
            <a:ext cx="6485400" cy="1158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pic>
        <p:nvPicPr>
          <p:cNvPr id="514" name="Google Shape;514;p81"/>
          <p:cNvPicPr preferRelativeResize="0"/>
          <p:nvPr/>
        </p:nvPicPr>
        <p:blipFill rotWithShape="1">
          <a:blip r:embed="rId2">
            <a:alphaModFix/>
          </a:blip>
          <a:srcRect b="0" l="0" r="0" t="0"/>
          <a:stretch/>
        </p:blipFill>
        <p:spPr>
          <a:xfrm>
            <a:off x="229133" y="4768923"/>
            <a:ext cx="637643" cy="142756"/>
          </a:xfrm>
          <a:prstGeom prst="rect">
            <a:avLst/>
          </a:prstGeom>
          <a:noFill/>
          <a:ln>
            <a:noFill/>
          </a:ln>
        </p:spPr>
      </p:pic>
      <p:sp>
        <p:nvSpPr>
          <p:cNvPr id="515" name="Google Shape;515;p81"/>
          <p:cNvSpPr txBox="1"/>
          <p:nvPr>
            <p:ph idx="2" type="body"/>
          </p:nvPr>
        </p:nvSpPr>
        <p:spPr>
          <a:xfrm>
            <a:off x="228599" y="359209"/>
            <a:ext cx="6485400" cy="5553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516" name="Google Shape;516;p81"/>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b="0" i="0" sz="1100" u="none" cap="none" strike="noStrike">
              <a:solidFill>
                <a:srgbClr val="000000"/>
              </a:solidFill>
              <a:latin typeface="Verizon NHG TX"/>
              <a:ea typeface="Verizon NHG TX"/>
              <a:cs typeface="Verizon NHG TX"/>
              <a:sym typeface="Verizon NHG TX"/>
            </a:endParaRPr>
          </a:p>
        </p:txBody>
      </p:sp>
      <p:sp>
        <p:nvSpPr>
          <p:cNvPr id="517" name="Google Shape;517;p81"/>
          <p:cNvSpPr txBox="1"/>
          <p:nvPr/>
        </p:nvSpPr>
        <p:spPr>
          <a:xfrm>
            <a:off x="8642255" y="4759509"/>
            <a:ext cx="272700" cy="1692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1" i="0" lang="en" sz="1100" u="none" cap="none" strike="noStrike">
                <a:solidFill>
                  <a:schemeClr val="accent1"/>
                </a:solidFill>
                <a:latin typeface="Verizon NHG TX"/>
                <a:ea typeface="Verizon NHG TX"/>
                <a:cs typeface="Verizon NHG TX"/>
                <a:sym typeface="Verizon NHG TX"/>
              </a:rPr>
              <a:t>‹#›</a:t>
            </a:fld>
            <a:endParaRPr b="1" i="0" sz="1100" u="none" cap="none" strike="noStrike">
              <a:solidFill>
                <a:schemeClr val="accent1"/>
              </a:solidFill>
              <a:latin typeface="Verizon NHG TX"/>
              <a:ea typeface="Verizon NHG TX"/>
              <a:cs typeface="Verizon NHG TX"/>
              <a:sym typeface="Verizon NHG TX"/>
            </a:endParaRPr>
          </a:p>
        </p:txBody>
      </p:sp>
      <p:sp>
        <p:nvSpPr>
          <p:cNvPr id="518" name="Google Shape;518;p81"/>
          <p:cNvSpPr/>
          <p:nvPr>
            <p:ph idx="3" type="pic"/>
          </p:nvPr>
        </p:nvSpPr>
        <p:spPr>
          <a:xfrm>
            <a:off x="4626769" y="1028699"/>
            <a:ext cx="4286400" cy="3083700"/>
          </a:xfrm>
          <a:prstGeom prst="rect">
            <a:avLst/>
          </a:prstGeom>
          <a:solidFill>
            <a:schemeClr val="dk1"/>
          </a:solidFill>
          <a:ln>
            <a:noFill/>
          </a:ln>
        </p:spPr>
      </p:sp>
      <p:sp>
        <p:nvSpPr>
          <p:cNvPr id="519" name="Google Shape;519;p81"/>
          <p:cNvSpPr txBox="1"/>
          <p:nvPr>
            <p:ph idx="4" type="body"/>
          </p:nvPr>
        </p:nvSpPr>
        <p:spPr>
          <a:xfrm>
            <a:off x="4630339" y="4229100"/>
            <a:ext cx="4282800" cy="2076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600"/>
              <a:buFont typeface="Verizon NHG TX"/>
              <a:buNone/>
              <a:defRPr b="0" i="0" sz="6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520" name="Google Shape;520;p81"/>
          <p:cNvSpPr txBox="1"/>
          <p:nvPr>
            <p:ph idx="5" type="body"/>
          </p:nvPr>
        </p:nvSpPr>
        <p:spPr>
          <a:xfrm>
            <a:off x="228145" y="1028701"/>
            <a:ext cx="2817600" cy="1485900"/>
          </a:xfrm>
          <a:prstGeom prst="rect">
            <a:avLst/>
          </a:prstGeom>
          <a:noFill/>
          <a:ln>
            <a:noFill/>
          </a:ln>
        </p:spPr>
        <p:txBody>
          <a:bodyPr anchorCtr="0" anchor="t" bIns="0" lIns="0" spcFirstLastPara="1" rIns="0" wrap="square" tIns="0">
            <a:normAutofit/>
          </a:bodyPr>
          <a:lstStyle>
            <a:lvl1pPr indent="-228600" lvl="0" marL="457200" marR="0" rtl="0" algn="l">
              <a:lnSpc>
                <a:spcPct val="90000"/>
              </a:lnSpc>
              <a:spcBef>
                <a:spcPts val="800"/>
              </a:spcBef>
              <a:spcAft>
                <a:spcPts val="0"/>
              </a:spcAft>
              <a:buClr>
                <a:schemeClr val="dk1"/>
              </a:buClr>
              <a:buSzPts val="1100"/>
              <a:buFont typeface="Verizon NHG TX"/>
              <a:buNone/>
              <a:defRPr b="1" i="0" sz="11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500"/>
              </a:spcBef>
              <a:spcAft>
                <a:spcPts val="0"/>
              </a:spcAft>
              <a:buClr>
                <a:schemeClr val="dk1"/>
              </a:buClr>
              <a:buSzPts val="900"/>
              <a:buFont typeface="Verizon NHG TX"/>
              <a:buNone/>
              <a:defRPr b="0" i="0" sz="900" u="none" cap="none" strike="noStrike">
                <a:solidFill>
                  <a:schemeClr val="dk1"/>
                </a:solidFill>
                <a:latin typeface="Verizon NHG TX"/>
                <a:ea typeface="Verizon NHG TX"/>
                <a:cs typeface="Verizon NHG TX"/>
                <a:sym typeface="Verizon NHG TX"/>
              </a:defRPr>
            </a:lvl2pPr>
            <a:lvl3pPr indent="-285750" lvl="2" marL="1371600" marR="0" rtl="0" algn="l">
              <a:lnSpc>
                <a:spcPct val="90000"/>
              </a:lnSpc>
              <a:spcBef>
                <a:spcPts val="9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3pPr>
            <a:lvl4pPr indent="-285750" lvl="3" marL="1828800" marR="0" rtl="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4pPr>
            <a:lvl5pPr indent="-285750" lvl="4" marL="2286000" marR="0" rtl="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521" name="Google Shape;521;p81"/>
          <p:cNvSpPr txBox="1"/>
          <p:nvPr>
            <p:ph idx="6" type="body"/>
          </p:nvPr>
        </p:nvSpPr>
        <p:spPr>
          <a:xfrm>
            <a:off x="228145" y="2857500"/>
            <a:ext cx="2817600" cy="1485900"/>
          </a:xfrm>
          <a:prstGeom prst="rect">
            <a:avLst/>
          </a:prstGeom>
          <a:noFill/>
          <a:ln>
            <a:noFill/>
          </a:ln>
        </p:spPr>
        <p:txBody>
          <a:bodyPr anchorCtr="0" anchor="t" bIns="0" lIns="0" spcFirstLastPara="1" rIns="0" wrap="square" tIns="0">
            <a:normAutofit/>
          </a:bodyPr>
          <a:lstStyle>
            <a:lvl1pPr indent="-228600" lvl="0" marL="457200" marR="0" rtl="0" algn="l">
              <a:lnSpc>
                <a:spcPct val="90000"/>
              </a:lnSpc>
              <a:spcBef>
                <a:spcPts val="800"/>
              </a:spcBef>
              <a:spcAft>
                <a:spcPts val="0"/>
              </a:spcAft>
              <a:buClr>
                <a:schemeClr val="dk1"/>
              </a:buClr>
              <a:buSzPts val="1100"/>
              <a:buFont typeface="Verizon NHG TX"/>
              <a:buNone/>
              <a:defRPr b="1" i="0" sz="11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500"/>
              </a:spcBef>
              <a:spcAft>
                <a:spcPts val="0"/>
              </a:spcAft>
              <a:buClr>
                <a:schemeClr val="dk1"/>
              </a:buClr>
              <a:buSzPts val="900"/>
              <a:buFont typeface="Verizon NHG TX"/>
              <a:buNone/>
              <a:defRPr b="0" i="0" sz="900" u="none" cap="none" strike="noStrike">
                <a:solidFill>
                  <a:schemeClr val="dk1"/>
                </a:solidFill>
                <a:latin typeface="Verizon NHG TX"/>
                <a:ea typeface="Verizon NHG TX"/>
                <a:cs typeface="Verizon NHG TX"/>
                <a:sym typeface="Verizon NHG TX"/>
              </a:defRPr>
            </a:lvl2pPr>
            <a:lvl3pPr indent="-285750" lvl="2" marL="1371600" marR="0" rtl="0" algn="l">
              <a:lnSpc>
                <a:spcPct val="90000"/>
              </a:lnSpc>
              <a:spcBef>
                <a:spcPts val="9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3pPr>
            <a:lvl4pPr indent="-285750" lvl="3" marL="1828800" marR="0" rtl="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4pPr>
            <a:lvl5pPr indent="-285750" lvl="4" marL="2286000" marR="0" rtl="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jective list - White">
  <p:cSld name="Objective list - White">
    <p:bg>
      <p:bgPr>
        <a:solidFill>
          <a:schemeClr val="lt1"/>
        </a:solidFill>
      </p:bgPr>
    </p:bg>
    <p:spTree>
      <p:nvGrpSpPr>
        <p:cNvPr id="522" name="Shape 522"/>
        <p:cNvGrpSpPr/>
        <p:nvPr/>
      </p:nvGrpSpPr>
      <p:grpSpPr>
        <a:xfrm>
          <a:off x="0" y="0"/>
          <a:ext cx="0" cy="0"/>
          <a:chOff x="0" y="0"/>
          <a:chExt cx="0" cy="0"/>
        </a:xfrm>
      </p:grpSpPr>
      <p:sp>
        <p:nvSpPr>
          <p:cNvPr id="523" name="Google Shape;523;p82"/>
          <p:cNvSpPr txBox="1"/>
          <p:nvPr>
            <p:ph idx="1" type="body"/>
          </p:nvPr>
        </p:nvSpPr>
        <p:spPr>
          <a:xfrm>
            <a:off x="228600" y="228600"/>
            <a:ext cx="6485400" cy="1158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pic>
        <p:nvPicPr>
          <p:cNvPr id="524" name="Google Shape;524;p82"/>
          <p:cNvPicPr preferRelativeResize="0"/>
          <p:nvPr/>
        </p:nvPicPr>
        <p:blipFill rotWithShape="1">
          <a:blip r:embed="rId2">
            <a:alphaModFix/>
          </a:blip>
          <a:srcRect b="0" l="0" r="0" t="0"/>
          <a:stretch/>
        </p:blipFill>
        <p:spPr>
          <a:xfrm>
            <a:off x="229133" y="4768923"/>
            <a:ext cx="637643" cy="142756"/>
          </a:xfrm>
          <a:prstGeom prst="rect">
            <a:avLst/>
          </a:prstGeom>
          <a:noFill/>
          <a:ln>
            <a:noFill/>
          </a:ln>
        </p:spPr>
      </p:pic>
      <p:sp>
        <p:nvSpPr>
          <p:cNvPr id="525" name="Google Shape;525;p82"/>
          <p:cNvSpPr txBox="1"/>
          <p:nvPr>
            <p:ph idx="2" type="body"/>
          </p:nvPr>
        </p:nvSpPr>
        <p:spPr>
          <a:xfrm>
            <a:off x="228599" y="359209"/>
            <a:ext cx="6485400" cy="5553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526" name="Google Shape;526;p82"/>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b="0" i="0" sz="1100" u="none" cap="none" strike="noStrike">
              <a:solidFill>
                <a:srgbClr val="000000"/>
              </a:solidFill>
              <a:latin typeface="Verizon NHG TX"/>
              <a:ea typeface="Verizon NHG TX"/>
              <a:cs typeface="Verizon NHG TX"/>
              <a:sym typeface="Verizon NHG TX"/>
            </a:endParaRPr>
          </a:p>
        </p:txBody>
      </p:sp>
      <p:sp>
        <p:nvSpPr>
          <p:cNvPr id="527" name="Google Shape;527;p82"/>
          <p:cNvSpPr txBox="1"/>
          <p:nvPr/>
        </p:nvSpPr>
        <p:spPr>
          <a:xfrm>
            <a:off x="8642255" y="4759509"/>
            <a:ext cx="272700" cy="1692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1" i="0" lang="en" sz="1100" u="none" cap="none" strike="noStrike">
                <a:solidFill>
                  <a:schemeClr val="accent1"/>
                </a:solidFill>
                <a:latin typeface="Verizon NHG TX"/>
                <a:ea typeface="Verizon NHG TX"/>
                <a:cs typeface="Verizon NHG TX"/>
                <a:sym typeface="Verizon NHG TX"/>
              </a:rPr>
              <a:t>‹#›</a:t>
            </a:fld>
            <a:endParaRPr b="1" i="0" sz="1100" u="none" cap="none" strike="noStrike">
              <a:solidFill>
                <a:schemeClr val="accent1"/>
              </a:solidFill>
              <a:latin typeface="Verizon NHG TX"/>
              <a:ea typeface="Verizon NHG TX"/>
              <a:cs typeface="Verizon NHG TX"/>
              <a:sym typeface="Verizon NHG TX"/>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x-piece information - White">
  <p:cSld name="Six-piece information - White">
    <p:bg>
      <p:bgPr>
        <a:solidFill>
          <a:schemeClr val="lt1"/>
        </a:solidFill>
      </p:bgPr>
    </p:bg>
    <p:spTree>
      <p:nvGrpSpPr>
        <p:cNvPr id="528" name="Shape 528"/>
        <p:cNvGrpSpPr/>
        <p:nvPr/>
      </p:nvGrpSpPr>
      <p:grpSpPr>
        <a:xfrm>
          <a:off x="0" y="0"/>
          <a:ext cx="0" cy="0"/>
          <a:chOff x="0" y="0"/>
          <a:chExt cx="0" cy="0"/>
        </a:xfrm>
      </p:grpSpPr>
      <p:sp>
        <p:nvSpPr>
          <p:cNvPr id="529" name="Google Shape;529;p83"/>
          <p:cNvSpPr txBox="1"/>
          <p:nvPr>
            <p:ph idx="1" type="body"/>
          </p:nvPr>
        </p:nvSpPr>
        <p:spPr>
          <a:xfrm>
            <a:off x="228600" y="228600"/>
            <a:ext cx="6485400" cy="1158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pic>
        <p:nvPicPr>
          <p:cNvPr id="530" name="Google Shape;530;p83"/>
          <p:cNvPicPr preferRelativeResize="0"/>
          <p:nvPr/>
        </p:nvPicPr>
        <p:blipFill rotWithShape="1">
          <a:blip r:embed="rId2">
            <a:alphaModFix/>
          </a:blip>
          <a:srcRect b="0" l="0" r="0" t="0"/>
          <a:stretch/>
        </p:blipFill>
        <p:spPr>
          <a:xfrm>
            <a:off x="229133" y="4768923"/>
            <a:ext cx="637643" cy="142756"/>
          </a:xfrm>
          <a:prstGeom prst="rect">
            <a:avLst/>
          </a:prstGeom>
          <a:noFill/>
          <a:ln>
            <a:noFill/>
          </a:ln>
        </p:spPr>
      </p:pic>
      <p:sp>
        <p:nvSpPr>
          <p:cNvPr id="531" name="Google Shape;531;p83"/>
          <p:cNvSpPr txBox="1"/>
          <p:nvPr>
            <p:ph idx="2" type="body"/>
          </p:nvPr>
        </p:nvSpPr>
        <p:spPr>
          <a:xfrm>
            <a:off x="228599" y="359209"/>
            <a:ext cx="6485400" cy="5553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532" name="Google Shape;532;p83"/>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b="0" i="0" sz="1100" u="none" cap="none" strike="noStrike">
              <a:solidFill>
                <a:srgbClr val="000000"/>
              </a:solidFill>
              <a:latin typeface="Verizon NHG TX"/>
              <a:ea typeface="Verizon NHG TX"/>
              <a:cs typeface="Verizon NHG TX"/>
              <a:sym typeface="Verizon NHG TX"/>
            </a:endParaRPr>
          </a:p>
        </p:txBody>
      </p:sp>
      <p:sp>
        <p:nvSpPr>
          <p:cNvPr id="533" name="Google Shape;533;p83"/>
          <p:cNvSpPr txBox="1"/>
          <p:nvPr/>
        </p:nvSpPr>
        <p:spPr>
          <a:xfrm>
            <a:off x="8642255" y="4759509"/>
            <a:ext cx="272700" cy="1692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1" i="0" lang="en" sz="1100" u="none" cap="none" strike="noStrike">
                <a:solidFill>
                  <a:schemeClr val="accent1"/>
                </a:solidFill>
                <a:latin typeface="Verizon NHG TX"/>
                <a:ea typeface="Verizon NHG TX"/>
                <a:cs typeface="Verizon NHG TX"/>
                <a:sym typeface="Verizon NHG TX"/>
              </a:rPr>
              <a:t>‹#›</a:t>
            </a:fld>
            <a:endParaRPr b="1" i="0" sz="1100" u="none" cap="none" strike="noStrike">
              <a:solidFill>
                <a:schemeClr val="accent1"/>
              </a:solidFill>
              <a:latin typeface="Verizon NHG TX"/>
              <a:ea typeface="Verizon NHG TX"/>
              <a:cs typeface="Verizon NHG TX"/>
              <a:sym typeface="Verizon NHG TX"/>
            </a:endParaRPr>
          </a:p>
        </p:txBody>
      </p:sp>
      <p:sp>
        <p:nvSpPr>
          <p:cNvPr id="534" name="Google Shape;534;p83"/>
          <p:cNvSpPr txBox="1"/>
          <p:nvPr>
            <p:ph idx="3" type="body"/>
          </p:nvPr>
        </p:nvSpPr>
        <p:spPr>
          <a:xfrm>
            <a:off x="228600" y="1487882"/>
            <a:ext cx="2576400" cy="10266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535" name="Google Shape;535;p83"/>
          <p:cNvSpPr txBox="1"/>
          <p:nvPr>
            <p:ph idx="4" type="body"/>
          </p:nvPr>
        </p:nvSpPr>
        <p:spPr>
          <a:xfrm>
            <a:off x="228600" y="1253445"/>
            <a:ext cx="2576400" cy="2076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1"/>
              </a:buClr>
              <a:buSzPts val="1100"/>
              <a:buFont typeface="Verizon NHG TX"/>
              <a:buNone/>
              <a:defRPr b="1" i="0" sz="1100" u="none" cap="none" strike="noStrike">
                <a:solidFill>
                  <a:schemeClr val="accent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536" name="Google Shape;536;p83"/>
          <p:cNvSpPr txBox="1"/>
          <p:nvPr>
            <p:ph idx="5" type="body"/>
          </p:nvPr>
        </p:nvSpPr>
        <p:spPr>
          <a:xfrm>
            <a:off x="3174167" y="1487882"/>
            <a:ext cx="2576400" cy="10266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537" name="Google Shape;537;p83"/>
          <p:cNvSpPr txBox="1"/>
          <p:nvPr>
            <p:ph idx="6" type="body"/>
          </p:nvPr>
        </p:nvSpPr>
        <p:spPr>
          <a:xfrm>
            <a:off x="3174167" y="1253445"/>
            <a:ext cx="2576400" cy="2076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1"/>
              </a:buClr>
              <a:buSzPts val="1100"/>
              <a:buFont typeface="Verizon NHG TX"/>
              <a:buNone/>
              <a:defRPr b="1" i="0" sz="1100" u="none" cap="none" strike="noStrike">
                <a:solidFill>
                  <a:schemeClr val="accent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538" name="Google Shape;538;p83"/>
          <p:cNvSpPr txBox="1"/>
          <p:nvPr>
            <p:ph idx="7" type="body"/>
          </p:nvPr>
        </p:nvSpPr>
        <p:spPr>
          <a:xfrm>
            <a:off x="6119735" y="1487882"/>
            <a:ext cx="2576400" cy="10266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539" name="Google Shape;539;p83"/>
          <p:cNvSpPr txBox="1"/>
          <p:nvPr>
            <p:ph idx="8" type="body"/>
          </p:nvPr>
        </p:nvSpPr>
        <p:spPr>
          <a:xfrm>
            <a:off x="6119735" y="1253445"/>
            <a:ext cx="2576400" cy="2076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1"/>
              </a:buClr>
              <a:buSzPts val="1100"/>
              <a:buFont typeface="Verizon NHG TX"/>
              <a:buNone/>
              <a:defRPr b="1" i="0" sz="1100" u="none" cap="none" strike="noStrike">
                <a:solidFill>
                  <a:schemeClr val="accent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540" name="Google Shape;540;p83"/>
          <p:cNvSpPr txBox="1"/>
          <p:nvPr>
            <p:ph idx="9" type="body"/>
          </p:nvPr>
        </p:nvSpPr>
        <p:spPr>
          <a:xfrm>
            <a:off x="228600" y="3095578"/>
            <a:ext cx="2576400" cy="10167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541" name="Google Shape;541;p83"/>
          <p:cNvSpPr txBox="1"/>
          <p:nvPr>
            <p:ph idx="13" type="body"/>
          </p:nvPr>
        </p:nvSpPr>
        <p:spPr>
          <a:xfrm>
            <a:off x="228600" y="2861141"/>
            <a:ext cx="2576400" cy="2076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1"/>
              </a:buClr>
              <a:buSzPts val="1100"/>
              <a:buFont typeface="Verizon NHG TX"/>
              <a:buNone/>
              <a:defRPr b="1" i="0" sz="1100" u="none" cap="none" strike="noStrike">
                <a:solidFill>
                  <a:schemeClr val="accent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542" name="Google Shape;542;p83"/>
          <p:cNvSpPr txBox="1"/>
          <p:nvPr>
            <p:ph idx="14" type="body"/>
          </p:nvPr>
        </p:nvSpPr>
        <p:spPr>
          <a:xfrm>
            <a:off x="3174167" y="3095578"/>
            <a:ext cx="2576400" cy="10167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543" name="Google Shape;543;p83"/>
          <p:cNvSpPr txBox="1"/>
          <p:nvPr>
            <p:ph idx="15" type="body"/>
          </p:nvPr>
        </p:nvSpPr>
        <p:spPr>
          <a:xfrm>
            <a:off x="3174167" y="2861141"/>
            <a:ext cx="2576400" cy="2076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1"/>
              </a:buClr>
              <a:buSzPts val="1100"/>
              <a:buFont typeface="Verizon NHG TX"/>
              <a:buNone/>
              <a:defRPr b="1" i="0" sz="1100" u="none" cap="none" strike="noStrike">
                <a:solidFill>
                  <a:schemeClr val="accent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544" name="Google Shape;544;p83"/>
          <p:cNvSpPr txBox="1"/>
          <p:nvPr>
            <p:ph idx="16" type="body"/>
          </p:nvPr>
        </p:nvSpPr>
        <p:spPr>
          <a:xfrm>
            <a:off x="6119735" y="3095578"/>
            <a:ext cx="2576400" cy="10167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545" name="Google Shape;545;p83"/>
          <p:cNvSpPr txBox="1"/>
          <p:nvPr>
            <p:ph idx="17" type="body"/>
          </p:nvPr>
        </p:nvSpPr>
        <p:spPr>
          <a:xfrm>
            <a:off x="6119735" y="2861141"/>
            <a:ext cx="2576400" cy="2076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1"/>
              </a:buClr>
              <a:buSzPts val="1100"/>
              <a:buFont typeface="Verizon NHG TX"/>
              <a:buNone/>
              <a:defRPr b="1" i="0" sz="1100" u="none" cap="none" strike="noStrike">
                <a:solidFill>
                  <a:schemeClr val="accent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x-image - Stone">
  <p:cSld name="Six-image - Stone">
    <p:bg>
      <p:bgPr>
        <a:solidFill>
          <a:schemeClr val="lt2"/>
        </a:solidFill>
      </p:bgPr>
    </p:bg>
    <p:spTree>
      <p:nvGrpSpPr>
        <p:cNvPr id="546" name="Shape 546"/>
        <p:cNvGrpSpPr/>
        <p:nvPr/>
      </p:nvGrpSpPr>
      <p:grpSpPr>
        <a:xfrm>
          <a:off x="0" y="0"/>
          <a:ext cx="0" cy="0"/>
          <a:chOff x="0" y="0"/>
          <a:chExt cx="0" cy="0"/>
        </a:xfrm>
      </p:grpSpPr>
      <p:sp>
        <p:nvSpPr>
          <p:cNvPr id="547" name="Google Shape;547;p84"/>
          <p:cNvSpPr/>
          <p:nvPr/>
        </p:nvSpPr>
        <p:spPr>
          <a:xfrm>
            <a:off x="2005781" y="0"/>
            <a:ext cx="7138200" cy="5143500"/>
          </a:xfrm>
          <a:prstGeom prst="rect">
            <a:avLst/>
          </a:prstGeom>
          <a:solidFill>
            <a:schemeClr val="accent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548" name="Google Shape;548;p84"/>
          <p:cNvSpPr txBox="1"/>
          <p:nvPr>
            <p:ph idx="1" type="body"/>
          </p:nvPr>
        </p:nvSpPr>
        <p:spPr>
          <a:xfrm>
            <a:off x="228601" y="359209"/>
            <a:ext cx="1352400" cy="10542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549" name="Google Shape;549;p84"/>
          <p:cNvSpPr txBox="1"/>
          <p:nvPr>
            <p:ph idx="2" type="body"/>
          </p:nvPr>
        </p:nvSpPr>
        <p:spPr>
          <a:xfrm>
            <a:off x="228601" y="228600"/>
            <a:ext cx="1352400" cy="1158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550" name="Google Shape;550;p84"/>
          <p:cNvSpPr txBox="1"/>
          <p:nvPr>
            <p:ph idx="3" type="body"/>
          </p:nvPr>
        </p:nvSpPr>
        <p:spPr>
          <a:xfrm>
            <a:off x="228601" y="1714500"/>
            <a:ext cx="1352400" cy="25239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551" name="Google Shape;551;p84"/>
          <p:cNvSpPr/>
          <p:nvPr>
            <p:ph idx="4" type="pic"/>
          </p:nvPr>
        </p:nvSpPr>
        <p:spPr>
          <a:xfrm>
            <a:off x="2005781" y="0"/>
            <a:ext cx="2374500" cy="2571900"/>
          </a:xfrm>
          <a:prstGeom prst="rect">
            <a:avLst/>
          </a:prstGeom>
          <a:solidFill>
            <a:schemeClr val="lt1"/>
          </a:solidFill>
          <a:ln>
            <a:noFill/>
          </a:ln>
        </p:spPr>
      </p:sp>
      <p:sp>
        <p:nvSpPr>
          <p:cNvPr id="552" name="Google Shape;552;p84"/>
          <p:cNvSpPr/>
          <p:nvPr>
            <p:ph idx="5" type="pic"/>
          </p:nvPr>
        </p:nvSpPr>
        <p:spPr>
          <a:xfrm>
            <a:off x="6769510" y="0"/>
            <a:ext cx="2374500" cy="2571900"/>
          </a:xfrm>
          <a:prstGeom prst="rect">
            <a:avLst/>
          </a:prstGeom>
          <a:solidFill>
            <a:schemeClr val="lt1"/>
          </a:solidFill>
          <a:ln>
            <a:noFill/>
          </a:ln>
        </p:spPr>
      </p:sp>
      <p:sp>
        <p:nvSpPr>
          <p:cNvPr id="553" name="Google Shape;553;p84"/>
          <p:cNvSpPr/>
          <p:nvPr>
            <p:ph idx="6" type="pic"/>
          </p:nvPr>
        </p:nvSpPr>
        <p:spPr>
          <a:xfrm>
            <a:off x="4387645" y="2571750"/>
            <a:ext cx="2374500" cy="2571900"/>
          </a:xfrm>
          <a:prstGeom prst="rect">
            <a:avLst/>
          </a:prstGeom>
          <a:solidFill>
            <a:schemeClr val="lt1"/>
          </a:solidFill>
          <a:ln>
            <a:noFill/>
          </a:ln>
        </p:spPr>
      </p:sp>
      <p:sp>
        <p:nvSpPr>
          <p:cNvPr id="554" name="Google Shape;554;p84"/>
          <p:cNvSpPr txBox="1"/>
          <p:nvPr>
            <p:ph idx="7" type="body"/>
          </p:nvPr>
        </p:nvSpPr>
        <p:spPr>
          <a:xfrm>
            <a:off x="2089491" y="112739"/>
            <a:ext cx="1689600" cy="8016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1"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555" name="Google Shape;555;p84"/>
          <p:cNvSpPr txBox="1"/>
          <p:nvPr>
            <p:ph idx="8" type="body"/>
          </p:nvPr>
        </p:nvSpPr>
        <p:spPr>
          <a:xfrm>
            <a:off x="6860594" y="112739"/>
            <a:ext cx="2052600" cy="8016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1"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556" name="Google Shape;556;p84"/>
          <p:cNvSpPr txBox="1"/>
          <p:nvPr>
            <p:ph idx="9" type="body"/>
          </p:nvPr>
        </p:nvSpPr>
        <p:spPr>
          <a:xfrm>
            <a:off x="4486103" y="2676215"/>
            <a:ext cx="2227800" cy="6360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1"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557" name="Google Shape;557;p84"/>
          <p:cNvSpPr txBox="1"/>
          <p:nvPr/>
        </p:nvSpPr>
        <p:spPr>
          <a:xfrm>
            <a:off x="8642255" y="4759509"/>
            <a:ext cx="272700" cy="1692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1" i="0" lang="en" sz="1100" u="none" cap="none" strike="noStrike">
                <a:solidFill>
                  <a:schemeClr val="dk1"/>
                </a:solidFill>
                <a:latin typeface="Verizon NHG TX"/>
                <a:ea typeface="Verizon NHG TX"/>
                <a:cs typeface="Verizon NHG TX"/>
                <a:sym typeface="Verizon NHG TX"/>
              </a:rPr>
              <a:t>‹#›</a:t>
            </a:fld>
            <a:endParaRPr b="1" i="0" sz="1100" u="none" cap="none" strike="noStrike">
              <a:solidFill>
                <a:schemeClr val="dk1"/>
              </a:solidFill>
              <a:latin typeface="Verizon NHG TX"/>
              <a:ea typeface="Verizon NHG TX"/>
              <a:cs typeface="Verizon NHG TX"/>
              <a:sym typeface="Verizon NHG TX"/>
            </a:endParaRPr>
          </a:p>
        </p:txBody>
      </p:sp>
      <p:pic>
        <p:nvPicPr>
          <p:cNvPr id="558" name="Google Shape;558;p84"/>
          <p:cNvPicPr preferRelativeResize="0"/>
          <p:nvPr/>
        </p:nvPicPr>
        <p:blipFill rotWithShape="1">
          <a:blip r:embed="rId2">
            <a:alphaModFix/>
          </a:blip>
          <a:srcRect b="0" l="0" r="0" t="0"/>
          <a:stretch/>
        </p:blipFill>
        <p:spPr>
          <a:xfrm>
            <a:off x="229133" y="4768923"/>
            <a:ext cx="637643" cy="142756"/>
          </a:xfrm>
          <a:prstGeom prst="rect">
            <a:avLst/>
          </a:prstGeom>
          <a:noFill/>
          <a:ln>
            <a:noFill/>
          </a:ln>
        </p:spPr>
      </p:pic>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x-image - White">
  <p:cSld name="Six-image - White">
    <p:bg>
      <p:bgPr>
        <a:solidFill>
          <a:schemeClr val="lt1"/>
        </a:solidFill>
      </p:bgPr>
    </p:bg>
    <p:spTree>
      <p:nvGrpSpPr>
        <p:cNvPr id="559" name="Shape 559"/>
        <p:cNvGrpSpPr/>
        <p:nvPr/>
      </p:nvGrpSpPr>
      <p:grpSpPr>
        <a:xfrm>
          <a:off x="0" y="0"/>
          <a:ext cx="0" cy="0"/>
          <a:chOff x="0" y="0"/>
          <a:chExt cx="0" cy="0"/>
        </a:xfrm>
      </p:grpSpPr>
      <p:sp>
        <p:nvSpPr>
          <p:cNvPr id="560" name="Google Shape;560;p85"/>
          <p:cNvSpPr/>
          <p:nvPr/>
        </p:nvSpPr>
        <p:spPr>
          <a:xfrm>
            <a:off x="2005781" y="0"/>
            <a:ext cx="7138200" cy="5143500"/>
          </a:xfrm>
          <a:prstGeom prst="rect">
            <a:avLst/>
          </a:prstGeom>
          <a:solidFill>
            <a:schemeClr val="accent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561" name="Google Shape;561;p85"/>
          <p:cNvSpPr txBox="1"/>
          <p:nvPr/>
        </p:nvSpPr>
        <p:spPr>
          <a:xfrm>
            <a:off x="8642255" y="4759509"/>
            <a:ext cx="272700" cy="1692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1" i="0" lang="en" sz="1100" u="none" cap="none" strike="noStrike">
                <a:solidFill>
                  <a:schemeClr val="dk1"/>
                </a:solidFill>
                <a:latin typeface="Verizon NHG TX"/>
                <a:ea typeface="Verizon NHG TX"/>
                <a:cs typeface="Verizon NHG TX"/>
                <a:sym typeface="Verizon NHG TX"/>
              </a:rPr>
              <a:t>‹#›</a:t>
            </a:fld>
            <a:endParaRPr b="1" i="0" sz="1100" u="none" cap="none" strike="noStrike">
              <a:solidFill>
                <a:schemeClr val="dk1"/>
              </a:solidFill>
              <a:latin typeface="Verizon NHG TX"/>
              <a:ea typeface="Verizon NHG TX"/>
              <a:cs typeface="Verizon NHG TX"/>
              <a:sym typeface="Verizon NHG TX"/>
            </a:endParaRPr>
          </a:p>
        </p:txBody>
      </p:sp>
      <p:pic>
        <p:nvPicPr>
          <p:cNvPr id="562" name="Google Shape;562;p85"/>
          <p:cNvPicPr preferRelativeResize="0"/>
          <p:nvPr/>
        </p:nvPicPr>
        <p:blipFill rotWithShape="1">
          <a:blip r:embed="rId2">
            <a:alphaModFix/>
          </a:blip>
          <a:srcRect b="0" l="0" r="0" t="0"/>
          <a:stretch/>
        </p:blipFill>
        <p:spPr>
          <a:xfrm>
            <a:off x="229133" y="4768923"/>
            <a:ext cx="637643" cy="142756"/>
          </a:xfrm>
          <a:prstGeom prst="rect">
            <a:avLst/>
          </a:prstGeom>
          <a:noFill/>
          <a:ln>
            <a:noFill/>
          </a:ln>
        </p:spPr>
      </p:pic>
      <p:sp>
        <p:nvSpPr>
          <p:cNvPr id="563" name="Google Shape;563;p85"/>
          <p:cNvSpPr txBox="1"/>
          <p:nvPr>
            <p:ph idx="1" type="body"/>
          </p:nvPr>
        </p:nvSpPr>
        <p:spPr>
          <a:xfrm>
            <a:off x="228601" y="359209"/>
            <a:ext cx="1352400" cy="10542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564" name="Google Shape;564;p85"/>
          <p:cNvSpPr txBox="1"/>
          <p:nvPr>
            <p:ph idx="2" type="body"/>
          </p:nvPr>
        </p:nvSpPr>
        <p:spPr>
          <a:xfrm>
            <a:off x="228601" y="228600"/>
            <a:ext cx="1352400" cy="1158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565" name="Google Shape;565;p85"/>
          <p:cNvSpPr txBox="1"/>
          <p:nvPr>
            <p:ph idx="3" type="body"/>
          </p:nvPr>
        </p:nvSpPr>
        <p:spPr>
          <a:xfrm>
            <a:off x="228601" y="1714500"/>
            <a:ext cx="1352400" cy="25239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566" name="Google Shape;566;p85"/>
          <p:cNvSpPr/>
          <p:nvPr>
            <p:ph idx="4" type="pic"/>
          </p:nvPr>
        </p:nvSpPr>
        <p:spPr>
          <a:xfrm>
            <a:off x="2005781" y="0"/>
            <a:ext cx="2374500" cy="2571900"/>
          </a:xfrm>
          <a:prstGeom prst="rect">
            <a:avLst/>
          </a:prstGeom>
          <a:solidFill>
            <a:schemeClr val="lt1"/>
          </a:solidFill>
          <a:ln>
            <a:noFill/>
          </a:ln>
        </p:spPr>
      </p:sp>
      <p:sp>
        <p:nvSpPr>
          <p:cNvPr id="567" name="Google Shape;567;p85"/>
          <p:cNvSpPr/>
          <p:nvPr>
            <p:ph idx="5" type="pic"/>
          </p:nvPr>
        </p:nvSpPr>
        <p:spPr>
          <a:xfrm>
            <a:off x="6769510" y="0"/>
            <a:ext cx="2374500" cy="2571900"/>
          </a:xfrm>
          <a:prstGeom prst="rect">
            <a:avLst/>
          </a:prstGeom>
          <a:solidFill>
            <a:schemeClr val="lt1"/>
          </a:solidFill>
          <a:ln>
            <a:noFill/>
          </a:ln>
        </p:spPr>
      </p:sp>
      <p:sp>
        <p:nvSpPr>
          <p:cNvPr id="568" name="Google Shape;568;p85"/>
          <p:cNvSpPr/>
          <p:nvPr>
            <p:ph idx="6" type="pic"/>
          </p:nvPr>
        </p:nvSpPr>
        <p:spPr>
          <a:xfrm>
            <a:off x="4387645" y="2571750"/>
            <a:ext cx="2374500" cy="2571900"/>
          </a:xfrm>
          <a:prstGeom prst="rect">
            <a:avLst/>
          </a:prstGeom>
          <a:solidFill>
            <a:schemeClr val="lt1"/>
          </a:solidFill>
          <a:ln>
            <a:noFill/>
          </a:ln>
        </p:spPr>
      </p:sp>
      <p:sp>
        <p:nvSpPr>
          <p:cNvPr id="569" name="Google Shape;569;p85"/>
          <p:cNvSpPr txBox="1"/>
          <p:nvPr>
            <p:ph idx="7" type="body"/>
          </p:nvPr>
        </p:nvSpPr>
        <p:spPr>
          <a:xfrm>
            <a:off x="2089491" y="112739"/>
            <a:ext cx="1689600" cy="8016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1"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570" name="Google Shape;570;p85"/>
          <p:cNvSpPr txBox="1"/>
          <p:nvPr>
            <p:ph idx="8" type="body"/>
          </p:nvPr>
        </p:nvSpPr>
        <p:spPr>
          <a:xfrm>
            <a:off x="6860594" y="112739"/>
            <a:ext cx="2052600" cy="8016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1"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571" name="Google Shape;571;p85"/>
          <p:cNvSpPr txBox="1"/>
          <p:nvPr>
            <p:ph idx="9" type="body"/>
          </p:nvPr>
        </p:nvSpPr>
        <p:spPr>
          <a:xfrm>
            <a:off x="4486103" y="2676215"/>
            <a:ext cx="2227800" cy="6360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1"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image w/ description - White">
  <p:cSld name="4-image w/ description - White">
    <p:bg>
      <p:bgPr>
        <a:solidFill>
          <a:schemeClr val="lt1"/>
        </a:solidFill>
      </p:bgPr>
    </p:bg>
    <p:spTree>
      <p:nvGrpSpPr>
        <p:cNvPr id="572" name="Shape 572"/>
        <p:cNvGrpSpPr/>
        <p:nvPr/>
      </p:nvGrpSpPr>
      <p:grpSpPr>
        <a:xfrm>
          <a:off x="0" y="0"/>
          <a:ext cx="0" cy="0"/>
          <a:chOff x="0" y="0"/>
          <a:chExt cx="0" cy="0"/>
        </a:xfrm>
      </p:grpSpPr>
      <p:sp>
        <p:nvSpPr>
          <p:cNvPr id="573" name="Google Shape;573;p86"/>
          <p:cNvSpPr txBox="1"/>
          <p:nvPr>
            <p:ph idx="1" type="body"/>
          </p:nvPr>
        </p:nvSpPr>
        <p:spPr>
          <a:xfrm>
            <a:off x="228600" y="228600"/>
            <a:ext cx="6485400" cy="1158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pic>
        <p:nvPicPr>
          <p:cNvPr id="574" name="Google Shape;574;p86"/>
          <p:cNvPicPr preferRelativeResize="0"/>
          <p:nvPr/>
        </p:nvPicPr>
        <p:blipFill rotWithShape="1">
          <a:blip r:embed="rId2">
            <a:alphaModFix/>
          </a:blip>
          <a:srcRect b="0" l="0" r="0" t="0"/>
          <a:stretch/>
        </p:blipFill>
        <p:spPr>
          <a:xfrm>
            <a:off x="229133" y="4768923"/>
            <a:ext cx="637643" cy="142756"/>
          </a:xfrm>
          <a:prstGeom prst="rect">
            <a:avLst/>
          </a:prstGeom>
          <a:noFill/>
          <a:ln>
            <a:noFill/>
          </a:ln>
        </p:spPr>
      </p:pic>
      <p:sp>
        <p:nvSpPr>
          <p:cNvPr id="575" name="Google Shape;575;p86"/>
          <p:cNvSpPr txBox="1"/>
          <p:nvPr>
            <p:ph idx="2" type="body"/>
          </p:nvPr>
        </p:nvSpPr>
        <p:spPr>
          <a:xfrm>
            <a:off x="228599" y="359209"/>
            <a:ext cx="6485400" cy="5553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576" name="Google Shape;576;p86"/>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b="0" i="0" sz="1100" u="none" cap="none" strike="noStrike">
              <a:solidFill>
                <a:srgbClr val="000000"/>
              </a:solidFill>
              <a:latin typeface="Verizon NHG TX"/>
              <a:ea typeface="Verizon NHG TX"/>
              <a:cs typeface="Verizon NHG TX"/>
              <a:sym typeface="Verizon NHG TX"/>
            </a:endParaRPr>
          </a:p>
        </p:txBody>
      </p:sp>
      <p:sp>
        <p:nvSpPr>
          <p:cNvPr id="577" name="Google Shape;577;p86"/>
          <p:cNvSpPr txBox="1"/>
          <p:nvPr/>
        </p:nvSpPr>
        <p:spPr>
          <a:xfrm>
            <a:off x="8642255" y="4759509"/>
            <a:ext cx="272700" cy="1692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1" i="0" lang="en" sz="1100" u="none" cap="none" strike="noStrike">
                <a:solidFill>
                  <a:schemeClr val="accent1"/>
                </a:solidFill>
                <a:latin typeface="Verizon NHG TX"/>
                <a:ea typeface="Verizon NHG TX"/>
                <a:cs typeface="Verizon NHG TX"/>
                <a:sym typeface="Verizon NHG TX"/>
              </a:rPr>
              <a:t>‹#›</a:t>
            </a:fld>
            <a:endParaRPr b="1" i="0" sz="1100" u="none" cap="none" strike="noStrike">
              <a:solidFill>
                <a:schemeClr val="accent1"/>
              </a:solidFill>
              <a:latin typeface="Verizon NHG TX"/>
              <a:ea typeface="Verizon NHG TX"/>
              <a:cs typeface="Verizon NHG TX"/>
              <a:sym typeface="Verizon NHG TX"/>
            </a:endParaRPr>
          </a:p>
        </p:txBody>
      </p:sp>
      <p:sp>
        <p:nvSpPr>
          <p:cNvPr id="578" name="Google Shape;578;p86"/>
          <p:cNvSpPr/>
          <p:nvPr>
            <p:ph idx="3" type="pic"/>
          </p:nvPr>
        </p:nvSpPr>
        <p:spPr>
          <a:xfrm>
            <a:off x="228600" y="1036493"/>
            <a:ext cx="2083200" cy="2274600"/>
          </a:xfrm>
          <a:prstGeom prst="rect">
            <a:avLst/>
          </a:prstGeom>
          <a:solidFill>
            <a:schemeClr val="accent2"/>
          </a:solidFill>
          <a:ln>
            <a:noFill/>
          </a:ln>
        </p:spPr>
      </p:sp>
      <p:sp>
        <p:nvSpPr>
          <p:cNvPr id="579" name="Google Shape;579;p86"/>
          <p:cNvSpPr/>
          <p:nvPr>
            <p:ph idx="4" type="pic"/>
          </p:nvPr>
        </p:nvSpPr>
        <p:spPr>
          <a:xfrm>
            <a:off x="2421566" y="1036493"/>
            <a:ext cx="2083200" cy="2274600"/>
          </a:xfrm>
          <a:prstGeom prst="rect">
            <a:avLst/>
          </a:prstGeom>
          <a:solidFill>
            <a:schemeClr val="accent2"/>
          </a:solidFill>
          <a:ln>
            <a:noFill/>
          </a:ln>
        </p:spPr>
      </p:sp>
      <p:sp>
        <p:nvSpPr>
          <p:cNvPr id="580" name="Google Shape;580;p86"/>
          <p:cNvSpPr/>
          <p:nvPr>
            <p:ph idx="5" type="pic"/>
          </p:nvPr>
        </p:nvSpPr>
        <p:spPr>
          <a:xfrm>
            <a:off x="4634465" y="1036493"/>
            <a:ext cx="2083200" cy="2274600"/>
          </a:xfrm>
          <a:prstGeom prst="rect">
            <a:avLst/>
          </a:prstGeom>
          <a:solidFill>
            <a:schemeClr val="accent2"/>
          </a:solidFill>
          <a:ln>
            <a:noFill/>
          </a:ln>
        </p:spPr>
      </p:sp>
      <p:sp>
        <p:nvSpPr>
          <p:cNvPr id="581" name="Google Shape;581;p86"/>
          <p:cNvSpPr/>
          <p:nvPr>
            <p:ph idx="6" type="pic"/>
          </p:nvPr>
        </p:nvSpPr>
        <p:spPr>
          <a:xfrm>
            <a:off x="6827431" y="1036493"/>
            <a:ext cx="2083200" cy="2274600"/>
          </a:xfrm>
          <a:prstGeom prst="rect">
            <a:avLst/>
          </a:prstGeom>
          <a:solidFill>
            <a:schemeClr val="accent2"/>
          </a:solidFill>
          <a:ln>
            <a:noFill/>
          </a:ln>
        </p:spPr>
      </p:sp>
      <p:sp>
        <p:nvSpPr>
          <p:cNvPr id="582" name="Google Shape;582;p86"/>
          <p:cNvSpPr txBox="1"/>
          <p:nvPr>
            <p:ph idx="7" type="body"/>
          </p:nvPr>
        </p:nvSpPr>
        <p:spPr>
          <a:xfrm>
            <a:off x="228600" y="3425118"/>
            <a:ext cx="2083500" cy="3192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1"/>
              </a:buClr>
              <a:buSzPts val="900"/>
              <a:buFont typeface="Verizon NHG TX"/>
              <a:buNone/>
              <a:defRPr b="1" i="0" sz="900" u="none" cap="none" strike="noStrike">
                <a:solidFill>
                  <a:schemeClr val="accent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583" name="Google Shape;583;p86"/>
          <p:cNvSpPr txBox="1"/>
          <p:nvPr>
            <p:ph idx="8" type="body"/>
          </p:nvPr>
        </p:nvSpPr>
        <p:spPr>
          <a:xfrm>
            <a:off x="228600" y="3813971"/>
            <a:ext cx="2083500" cy="7332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700"/>
              <a:buFont typeface="Verizon NHG TX"/>
              <a:buNone/>
              <a:defRPr b="0" i="0" sz="7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584" name="Google Shape;584;p86"/>
          <p:cNvSpPr txBox="1"/>
          <p:nvPr>
            <p:ph idx="9" type="body"/>
          </p:nvPr>
        </p:nvSpPr>
        <p:spPr>
          <a:xfrm>
            <a:off x="2421566" y="3813972"/>
            <a:ext cx="2089800" cy="7395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700"/>
              <a:buFont typeface="Verizon NHG TX"/>
              <a:buNone/>
              <a:defRPr b="0" i="0" sz="7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585" name="Google Shape;585;p86"/>
          <p:cNvSpPr txBox="1"/>
          <p:nvPr>
            <p:ph idx="13" type="body"/>
          </p:nvPr>
        </p:nvSpPr>
        <p:spPr>
          <a:xfrm>
            <a:off x="4634465" y="3813971"/>
            <a:ext cx="2079600" cy="7272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700"/>
              <a:buFont typeface="Verizon NHG TX"/>
              <a:buNone/>
              <a:defRPr b="0" i="0" sz="7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586" name="Google Shape;586;p86"/>
          <p:cNvSpPr txBox="1"/>
          <p:nvPr>
            <p:ph idx="14" type="body"/>
          </p:nvPr>
        </p:nvSpPr>
        <p:spPr>
          <a:xfrm>
            <a:off x="6827431" y="3813972"/>
            <a:ext cx="2085600" cy="7272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700"/>
              <a:buFont typeface="Verizon NHG TX"/>
              <a:buNone/>
              <a:defRPr b="0" i="0" sz="7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587" name="Google Shape;587;p86"/>
          <p:cNvSpPr txBox="1"/>
          <p:nvPr>
            <p:ph idx="15" type="body"/>
          </p:nvPr>
        </p:nvSpPr>
        <p:spPr>
          <a:xfrm>
            <a:off x="2426494" y="3425118"/>
            <a:ext cx="2085000" cy="3192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1"/>
              </a:buClr>
              <a:buSzPts val="900"/>
              <a:buFont typeface="Verizon NHG TX"/>
              <a:buNone/>
              <a:defRPr b="1" i="0" sz="900" u="none" cap="none" strike="noStrike">
                <a:solidFill>
                  <a:schemeClr val="accent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588" name="Google Shape;588;p86"/>
          <p:cNvSpPr txBox="1"/>
          <p:nvPr>
            <p:ph idx="16" type="body"/>
          </p:nvPr>
        </p:nvSpPr>
        <p:spPr>
          <a:xfrm>
            <a:off x="4626769" y="3425118"/>
            <a:ext cx="2087100" cy="3192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1"/>
              </a:buClr>
              <a:buSzPts val="900"/>
              <a:buFont typeface="Verizon NHG TX"/>
              <a:buNone/>
              <a:defRPr b="1" i="0" sz="900" u="none" cap="none" strike="noStrike">
                <a:solidFill>
                  <a:schemeClr val="accent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589" name="Google Shape;589;p86"/>
          <p:cNvSpPr txBox="1"/>
          <p:nvPr>
            <p:ph idx="17" type="body"/>
          </p:nvPr>
        </p:nvSpPr>
        <p:spPr>
          <a:xfrm>
            <a:off x="6827044" y="3425118"/>
            <a:ext cx="2085900" cy="3192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1"/>
              </a:buClr>
              <a:buSzPts val="900"/>
              <a:buFont typeface="Verizon NHG TX"/>
              <a:buNone/>
              <a:defRPr b="1" i="0" sz="900" u="none" cap="none" strike="noStrike">
                <a:solidFill>
                  <a:schemeClr val="accent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rg structure - White">
  <p:cSld name="Org structure - White">
    <p:bg>
      <p:bgPr>
        <a:solidFill>
          <a:schemeClr val="lt1"/>
        </a:solidFill>
      </p:bgPr>
    </p:bg>
    <p:spTree>
      <p:nvGrpSpPr>
        <p:cNvPr id="590" name="Shape 590"/>
        <p:cNvGrpSpPr/>
        <p:nvPr/>
      </p:nvGrpSpPr>
      <p:grpSpPr>
        <a:xfrm>
          <a:off x="0" y="0"/>
          <a:ext cx="0" cy="0"/>
          <a:chOff x="0" y="0"/>
          <a:chExt cx="0" cy="0"/>
        </a:xfrm>
      </p:grpSpPr>
      <p:sp>
        <p:nvSpPr>
          <p:cNvPr id="591" name="Google Shape;591;p87"/>
          <p:cNvSpPr txBox="1"/>
          <p:nvPr>
            <p:ph idx="1" type="body"/>
          </p:nvPr>
        </p:nvSpPr>
        <p:spPr>
          <a:xfrm>
            <a:off x="228600" y="228600"/>
            <a:ext cx="6485400" cy="1158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pic>
        <p:nvPicPr>
          <p:cNvPr id="592" name="Google Shape;592;p87"/>
          <p:cNvPicPr preferRelativeResize="0"/>
          <p:nvPr/>
        </p:nvPicPr>
        <p:blipFill rotWithShape="1">
          <a:blip r:embed="rId2">
            <a:alphaModFix/>
          </a:blip>
          <a:srcRect b="0" l="0" r="0" t="0"/>
          <a:stretch/>
        </p:blipFill>
        <p:spPr>
          <a:xfrm>
            <a:off x="229133" y="4768923"/>
            <a:ext cx="637643" cy="142756"/>
          </a:xfrm>
          <a:prstGeom prst="rect">
            <a:avLst/>
          </a:prstGeom>
          <a:noFill/>
          <a:ln>
            <a:noFill/>
          </a:ln>
        </p:spPr>
      </p:pic>
      <p:sp>
        <p:nvSpPr>
          <p:cNvPr id="593" name="Google Shape;593;p87"/>
          <p:cNvSpPr txBox="1"/>
          <p:nvPr>
            <p:ph idx="2" type="body"/>
          </p:nvPr>
        </p:nvSpPr>
        <p:spPr>
          <a:xfrm>
            <a:off x="228599" y="359209"/>
            <a:ext cx="6485400" cy="5553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594" name="Google Shape;594;p87"/>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b="0" i="0" sz="1100" u="none" cap="none" strike="noStrike">
              <a:solidFill>
                <a:srgbClr val="000000"/>
              </a:solidFill>
              <a:latin typeface="Verizon NHG TX"/>
              <a:ea typeface="Verizon NHG TX"/>
              <a:cs typeface="Verizon NHG TX"/>
              <a:sym typeface="Verizon NHG TX"/>
            </a:endParaRPr>
          </a:p>
        </p:txBody>
      </p:sp>
      <p:sp>
        <p:nvSpPr>
          <p:cNvPr id="595" name="Google Shape;595;p87"/>
          <p:cNvSpPr txBox="1"/>
          <p:nvPr/>
        </p:nvSpPr>
        <p:spPr>
          <a:xfrm>
            <a:off x="8642255" y="4759509"/>
            <a:ext cx="272700" cy="1692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1" i="0" lang="en" sz="1100" u="none" cap="none" strike="noStrike">
                <a:solidFill>
                  <a:schemeClr val="accent1"/>
                </a:solidFill>
                <a:latin typeface="Verizon NHG TX"/>
                <a:ea typeface="Verizon NHG TX"/>
                <a:cs typeface="Verizon NHG TX"/>
                <a:sym typeface="Verizon NHG TX"/>
              </a:rPr>
              <a:t>‹#›</a:t>
            </a:fld>
            <a:endParaRPr b="1" i="0" sz="1100" u="none" cap="none" strike="noStrike">
              <a:solidFill>
                <a:schemeClr val="accent1"/>
              </a:solidFill>
              <a:latin typeface="Verizon NHG TX"/>
              <a:ea typeface="Verizon NHG TX"/>
              <a:cs typeface="Verizon NHG TX"/>
              <a:sym typeface="Verizon NHG TX"/>
            </a:endParaRPr>
          </a:p>
        </p:txBody>
      </p:sp>
      <p:sp>
        <p:nvSpPr>
          <p:cNvPr id="596" name="Google Shape;596;p87"/>
          <p:cNvSpPr txBox="1"/>
          <p:nvPr>
            <p:ph idx="3" type="body"/>
          </p:nvPr>
        </p:nvSpPr>
        <p:spPr>
          <a:xfrm>
            <a:off x="228145" y="1028700"/>
            <a:ext cx="3551100" cy="3083700"/>
          </a:xfrm>
          <a:prstGeom prst="rect">
            <a:avLst/>
          </a:prstGeom>
          <a:noFill/>
          <a:ln>
            <a:noFill/>
          </a:ln>
        </p:spPr>
        <p:txBody>
          <a:bodyPr anchorCtr="0" anchor="t" bIns="0" lIns="0" spcFirstLastPara="1" rIns="0" wrap="square" tIns="0">
            <a:normAutofit/>
          </a:bodyPr>
          <a:lstStyle>
            <a:lvl1pPr indent="-228600" lvl="0" marL="457200" marR="0" rtl="0" algn="l">
              <a:lnSpc>
                <a:spcPct val="90000"/>
              </a:lnSpc>
              <a:spcBef>
                <a:spcPts val="800"/>
              </a:spcBef>
              <a:spcAft>
                <a:spcPts val="0"/>
              </a:spcAft>
              <a:buClr>
                <a:schemeClr val="dk1"/>
              </a:buClr>
              <a:buSzPts val="1100"/>
              <a:buFont typeface="Verizon NHG TX"/>
              <a:buNone/>
              <a:defRPr b="1" i="0" sz="11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500"/>
              </a:spcBef>
              <a:spcAft>
                <a:spcPts val="0"/>
              </a:spcAft>
              <a:buClr>
                <a:schemeClr val="dk1"/>
              </a:buClr>
              <a:buSzPts val="900"/>
              <a:buFont typeface="Verizon NHG TX"/>
              <a:buNone/>
              <a:defRPr b="0" i="0" sz="900" u="none" cap="none" strike="noStrike">
                <a:solidFill>
                  <a:schemeClr val="dk1"/>
                </a:solidFill>
                <a:latin typeface="Verizon NHG TX"/>
                <a:ea typeface="Verizon NHG TX"/>
                <a:cs typeface="Verizon NHG TX"/>
                <a:sym typeface="Verizon NHG TX"/>
              </a:defRPr>
            </a:lvl2pPr>
            <a:lvl3pPr indent="-285750" lvl="2" marL="1371600" marR="0" rtl="0" algn="l">
              <a:lnSpc>
                <a:spcPct val="90000"/>
              </a:lnSpc>
              <a:spcBef>
                <a:spcPts val="9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3pPr>
            <a:lvl4pPr indent="-285750" lvl="3" marL="1828800" marR="0" rtl="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4pPr>
            <a:lvl5pPr indent="-285750" lvl="4" marL="2286000" marR="0" rtl="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ic table slide - White">
  <p:cSld name="Basic table slide - White">
    <p:bg>
      <p:bgPr>
        <a:solidFill>
          <a:schemeClr val="lt1"/>
        </a:solidFill>
      </p:bgPr>
    </p:bg>
    <p:spTree>
      <p:nvGrpSpPr>
        <p:cNvPr id="597" name="Shape 597"/>
        <p:cNvGrpSpPr/>
        <p:nvPr/>
      </p:nvGrpSpPr>
      <p:grpSpPr>
        <a:xfrm>
          <a:off x="0" y="0"/>
          <a:ext cx="0" cy="0"/>
          <a:chOff x="0" y="0"/>
          <a:chExt cx="0" cy="0"/>
        </a:xfrm>
      </p:grpSpPr>
      <p:pic>
        <p:nvPicPr>
          <p:cNvPr id="598" name="Google Shape;598;p88"/>
          <p:cNvPicPr preferRelativeResize="0"/>
          <p:nvPr/>
        </p:nvPicPr>
        <p:blipFill rotWithShape="1">
          <a:blip r:embed="rId2">
            <a:alphaModFix/>
          </a:blip>
          <a:srcRect b="0" l="0" r="0" t="0"/>
          <a:stretch/>
        </p:blipFill>
        <p:spPr>
          <a:xfrm>
            <a:off x="229133" y="4768923"/>
            <a:ext cx="637643" cy="142756"/>
          </a:xfrm>
          <a:prstGeom prst="rect">
            <a:avLst/>
          </a:prstGeom>
          <a:noFill/>
          <a:ln>
            <a:noFill/>
          </a:ln>
        </p:spPr>
      </p:pic>
      <p:sp>
        <p:nvSpPr>
          <p:cNvPr id="599" name="Google Shape;599;p88"/>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b="0" i="0" sz="1100" u="none" cap="none" strike="noStrike">
              <a:solidFill>
                <a:srgbClr val="000000"/>
              </a:solidFill>
              <a:latin typeface="Verizon NHG TX"/>
              <a:ea typeface="Verizon NHG TX"/>
              <a:cs typeface="Verizon NHG TX"/>
              <a:sym typeface="Verizon NHG TX"/>
            </a:endParaRPr>
          </a:p>
        </p:txBody>
      </p:sp>
      <p:sp>
        <p:nvSpPr>
          <p:cNvPr id="600" name="Google Shape;600;p88"/>
          <p:cNvSpPr txBox="1"/>
          <p:nvPr/>
        </p:nvSpPr>
        <p:spPr>
          <a:xfrm>
            <a:off x="8642255" y="4759509"/>
            <a:ext cx="272700" cy="1692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1" i="0" lang="en" sz="1100" u="none" cap="none" strike="noStrike">
                <a:solidFill>
                  <a:schemeClr val="accent1"/>
                </a:solidFill>
                <a:latin typeface="Verizon NHG TX"/>
                <a:ea typeface="Verizon NHG TX"/>
                <a:cs typeface="Verizon NHG TX"/>
                <a:sym typeface="Verizon NHG TX"/>
              </a:rPr>
              <a:t>‹#›</a:t>
            </a:fld>
            <a:endParaRPr b="1" i="0" sz="1100" u="none" cap="none" strike="noStrike">
              <a:solidFill>
                <a:schemeClr val="accent1"/>
              </a:solidFill>
              <a:latin typeface="Verizon NHG TX"/>
              <a:ea typeface="Verizon NHG TX"/>
              <a:cs typeface="Verizon NHG TX"/>
              <a:sym typeface="Verizon NHG TX"/>
            </a:endParaRPr>
          </a:p>
        </p:txBody>
      </p:sp>
      <p:sp>
        <p:nvSpPr>
          <p:cNvPr id="601" name="Google Shape;601;p88"/>
          <p:cNvSpPr txBox="1"/>
          <p:nvPr>
            <p:ph idx="1" type="body"/>
          </p:nvPr>
        </p:nvSpPr>
        <p:spPr>
          <a:xfrm>
            <a:off x="228601" y="228600"/>
            <a:ext cx="4282800" cy="1158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602" name="Google Shape;602;p88"/>
          <p:cNvSpPr txBox="1"/>
          <p:nvPr>
            <p:ph idx="2" type="body"/>
          </p:nvPr>
        </p:nvSpPr>
        <p:spPr>
          <a:xfrm>
            <a:off x="228599" y="359209"/>
            <a:ext cx="4282800" cy="4668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603" name="Google Shape;603;p88"/>
          <p:cNvSpPr txBox="1"/>
          <p:nvPr>
            <p:ph idx="3" type="body"/>
          </p:nvPr>
        </p:nvSpPr>
        <p:spPr>
          <a:xfrm>
            <a:off x="228600" y="2132075"/>
            <a:ext cx="2083500" cy="2123700"/>
          </a:xfrm>
          <a:prstGeom prst="rect">
            <a:avLst/>
          </a:prstGeom>
          <a:noFill/>
          <a:ln>
            <a:noFill/>
          </a:ln>
        </p:spPr>
        <p:txBody>
          <a:bodyPr anchorCtr="0" anchor="t" bIns="0" lIns="0" spcFirstLastPara="1" rIns="0" wrap="square" tIns="0">
            <a:normAutofit/>
          </a:bodyPr>
          <a:lstStyle>
            <a:lvl1pPr indent="-285750" lvl="0" marL="457200" marR="0" rtl="0" algn="l">
              <a:lnSpc>
                <a:spcPct val="100000"/>
              </a:lnSpc>
              <a:spcBef>
                <a:spcPts val="0"/>
              </a:spcBef>
              <a:spcAft>
                <a:spcPts val="0"/>
              </a:spcAft>
              <a:buClr>
                <a:schemeClr val="accent5"/>
              </a:buClr>
              <a:buSzPts val="900"/>
              <a:buFont typeface="Verizon NHG TX"/>
              <a:buChar char="•"/>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9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604" name="Google Shape;604;p88"/>
          <p:cNvSpPr txBox="1"/>
          <p:nvPr>
            <p:ph idx="4" type="body"/>
          </p:nvPr>
        </p:nvSpPr>
        <p:spPr>
          <a:xfrm>
            <a:off x="228600" y="1828800"/>
            <a:ext cx="2083500" cy="2076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1"/>
              </a:buClr>
              <a:buSzPts val="1200"/>
              <a:buFont typeface="Verizon NHG TX"/>
              <a:buNone/>
              <a:defRPr b="1" i="0" sz="1200" u="none" cap="none" strike="noStrike">
                <a:solidFill>
                  <a:schemeClr val="accent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605" name="Google Shape;605;p88"/>
          <p:cNvSpPr txBox="1"/>
          <p:nvPr>
            <p:ph idx="5" type="body"/>
          </p:nvPr>
        </p:nvSpPr>
        <p:spPr>
          <a:xfrm>
            <a:off x="2426494" y="2132075"/>
            <a:ext cx="2085000" cy="2123700"/>
          </a:xfrm>
          <a:prstGeom prst="rect">
            <a:avLst/>
          </a:prstGeom>
          <a:noFill/>
          <a:ln>
            <a:noFill/>
          </a:ln>
        </p:spPr>
        <p:txBody>
          <a:bodyPr anchorCtr="0" anchor="t" bIns="0" lIns="0" spcFirstLastPara="1" rIns="0" wrap="square" tIns="0">
            <a:normAutofit/>
          </a:bodyPr>
          <a:lstStyle>
            <a:lvl1pPr indent="-285750" lvl="0" marL="457200" marR="0" rtl="0" algn="l">
              <a:lnSpc>
                <a:spcPct val="100000"/>
              </a:lnSpc>
              <a:spcBef>
                <a:spcPts val="0"/>
              </a:spcBef>
              <a:spcAft>
                <a:spcPts val="0"/>
              </a:spcAft>
              <a:buClr>
                <a:schemeClr val="accent5"/>
              </a:buClr>
              <a:buSzPts val="900"/>
              <a:buFont typeface="Verizon NHG TX"/>
              <a:buChar char="•"/>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9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606" name="Google Shape;606;p88"/>
          <p:cNvSpPr txBox="1"/>
          <p:nvPr>
            <p:ph idx="6" type="body"/>
          </p:nvPr>
        </p:nvSpPr>
        <p:spPr>
          <a:xfrm>
            <a:off x="2426494" y="1828800"/>
            <a:ext cx="2085000" cy="2076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1200"/>
              <a:buFont typeface="Verizon NHG TX"/>
              <a:buNone/>
              <a:defRPr b="1" i="0" sz="12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607" name="Google Shape;607;p88"/>
          <p:cNvSpPr txBox="1"/>
          <p:nvPr>
            <p:ph idx="7" type="body"/>
          </p:nvPr>
        </p:nvSpPr>
        <p:spPr>
          <a:xfrm>
            <a:off x="4626769" y="2132075"/>
            <a:ext cx="2087100" cy="2123700"/>
          </a:xfrm>
          <a:prstGeom prst="rect">
            <a:avLst/>
          </a:prstGeom>
          <a:noFill/>
          <a:ln>
            <a:noFill/>
          </a:ln>
        </p:spPr>
        <p:txBody>
          <a:bodyPr anchorCtr="0" anchor="t" bIns="0" lIns="0" spcFirstLastPara="1" rIns="0" wrap="square" tIns="0">
            <a:normAutofit/>
          </a:bodyPr>
          <a:lstStyle>
            <a:lvl1pPr indent="-285750" lvl="0" marL="457200" marR="0" rtl="0" algn="l">
              <a:lnSpc>
                <a:spcPct val="100000"/>
              </a:lnSpc>
              <a:spcBef>
                <a:spcPts val="0"/>
              </a:spcBef>
              <a:spcAft>
                <a:spcPts val="0"/>
              </a:spcAft>
              <a:buClr>
                <a:schemeClr val="accent5"/>
              </a:buClr>
              <a:buSzPts val="900"/>
              <a:buFont typeface="Verizon NHG TX"/>
              <a:buChar char="•"/>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9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608" name="Google Shape;608;p88"/>
          <p:cNvSpPr txBox="1"/>
          <p:nvPr>
            <p:ph idx="8" type="body"/>
          </p:nvPr>
        </p:nvSpPr>
        <p:spPr>
          <a:xfrm>
            <a:off x="4626769" y="1828800"/>
            <a:ext cx="2087100" cy="2076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1"/>
              </a:buClr>
              <a:buSzPts val="1200"/>
              <a:buFont typeface="Verizon NHG TX"/>
              <a:buNone/>
              <a:defRPr b="1" i="0" sz="1200" u="none" cap="none" strike="noStrike">
                <a:solidFill>
                  <a:schemeClr val="accent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609" name="Google Shape;609;p88"/>
          <p:cNvSpPr txBox="1"/>
          <p:nvPr>
            <p:ph idx="9" type="body"/>
          </p:nvPr>
        </p:nvSpPr>
        <p:spPr>
          <a:xfrm>
            <a:off x="6827044" y="2132075"/>
            <a:ext cx="2085900" cy="2123700"/>
          </a:xfrm>
          <a:prstGeom prst="rect">
            <a:avLst/>
          </a:prstGeom>
          <a:noFill/>
          <a:ln>
            <a:noFill/>
          </a:ln>
        </p:spPr>
        <p:txBody>
          <a:bodyPr anchorCtr="0" anchor="t" bIns="0" lIns="0" spcFirstLastPara="1" rIns="0" wrap="square" tIns="0">
            <a:normAutofit/>
          </a:bodyPr>
          <a:lstStyle>
            <a:lvl1pPr indent="-285750" lvl="0" marL="457200" marR="0" rtl="0" algn="l">
              <a:lnSpc>
                <a:spcPct val="100000"/>
              </a:lnSpc>
              <a:spcBef>
                <a:spcPts val="0"/>
              </a:spcBef>
              <a:spcAft>
                <a:spcPts val="0"/>
              </a:spcAft>
              <a:buClr>
                <a:schemeClr val="accent5"/>
              </a:buClr>
              <a:buSzPts val="900"/>
              <a:buFont typeface="Verizon NHG TX"/>
              <a:buChar char="•"/>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9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610" name="Google Shape;610;p88"/>
          <p:cNvSpPr txBox="1"/>
          <p:nvPr>
            <p:ph idx="13" type="body"/>
          </p:nvPr>
        </p:nvSpPr>
        <p:spPr>
          <a:xfrm>
            <a:off x="6827044" y="1828800"/>
            <a:ext cx="2085900" cy="2076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1200"/>
              <a:buFont typeface="Verizon NHG TX"/>
              <a:buNone/>
              <a:defRPr b="1" i="0" sz="12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611" name="Google Shape;611;p88"/>
          <p:cNvSpPr txBox="1"/>
          <p:nvPr>
            <p:ph idx="14" type="body"/>
          </p:nvPr>
        </p:nvSpPr>
        <p:spPr>
          <a:xfrm>
            <a:off x="4623562" y="242633"/>
            <a:ext cx="4289400" cy="6720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on register - White">
  <p:cSld name="Action register - White">
    <p:bg>
      <p:bgPr>
        <a:solidFill>
          <a:schemeClr val="lt1"/>
        </a:solidFill>
      </p:bgPr>
    </p:bg>
    <p:spTree>
      <p:nvGrpSpPr>
        <p:cNvPr id="612" name="Shape 612"/>
        <p:cNvGrpSpPr/>
        <p:nvPr/>
      </p:nvGrpSpPr>
      <p:grpSpPr>
        <a:xfrm>
          <a:off x="0" y="0"/>
          <a:ext cx="0" cy="0"/>
          <a:chOff x="0" y="0"/>
          <a:chExt cx="0" cy="0"/>
        </a:xfrm>
      </p:grpSpPr>
      <p:sp>
        <p:nvSpPr>
          <p:cNvPr id="613" name="Google Shape;613;p89"/>
          <p:cNvSpPr txBox="1"/>
          <p:nvPr>
            <p:ph idx="1" type="body"/>
          </p:nvPr>
        </p:nvSpPr>
        <p:spPr>
          <a:xfrm>
            <a:off x="228600" y="228600"/>
            <a:ext cx="6485400" cy="1158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pic>
        <p:nvPicPr>
          <p:cNvPr id="614" name="Google Shape;614;p89"/>
          <p:cNvPicPr preferRelativeResize="0"/>
          <p:nvPr/>
        </p:nvPicPr>
        <p:blipFill rotWithShape="1">
          <a:blip r:embed="rId2">
            <a:alphaModFix/>
          </a:blip>
          <a:srcRect b="0" l="0" r="0" t="0"/>
          <a:stretch/>
        </p:blipFill>
        <p:spPr>
          <a:xfrm>
            <a:off x="229133" y="4768923"/>
            <a:ext cx="637643" cy="142756"/>
          </a:xfrm>
          <a:prstGeom prst="rect">
            <a:avLst/>
          </a:prstGeom>
          <a:noFill/>
          <a:ln>
            <a:noFill/>
          </a:ln>
        </p:spPr>
      </p:pic>
      <p:sp>
        <p:nvSpPr>
          <p:cNvPr id="615" name="Google Shape;615;p89"/>
          <p:cNvSpPr txBox="1"/>
          <p:nvPr>
            <p:ph idx="2" type="body"/>
          </p:nvPr>
        </p:nvSpPr>
        <p:spPr>
          <a:xfrm>
            <a:off x="228599" y="359209"/>
            <a:ext cx="6485400" cy="5553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616" name="Google Shape;616;p89"/>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b="0" i="0" sz="1100" u="none" cap="none" strike="noStrike">
              <a:solidFill>
                <a:srgbClr val="000000"/>
              </a:solidFill>
              <a:latin typeface="Verizon NHG TX"/>
              <a:ea typeface="Verizon NHG TX"/>
              <a:cs typeface="Verizon NHG TX"/>
              <a:sym typeface="Verizon NHG TX"/>
            </a:endParaRPr>
          </a:p>
        </p:txBody>
      </p:sp>
      <p:sp>
        <p:nvSpPr>
          <p:cNvPr id="617" name="Google Shape;617;p89"/>
          <p:cNvSpPr txBox="1"/>
          <p:nvPr/>
        </p:nvSpPr>
        <p:spPr>
          <a:xfrm>
            <a:off x="8642255" y="4759509"/>
            <a:ext cx="272700" cy="1692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1" i="0" lang="en" sz="1100" u="none" cap="none" strike="noStrike">
                <a:solidFill>
                  <a:schemeClr val="accent1"/>
                </a:solidFill>
                <a:latin typeface="Verizon NHG TX"/>
                <a:ea typeface="Verizon NHG TX"/>
                <a:cs typeface="Verizon NHG TX"/>
                <a:sym typeface="Verizon NHG TX"/>
              </a:rPr>
              <a:t>‹#›</a:t>
            </a:fld>
            <a:endParaRPr b="1" i="0" sz="1100" u="none" cap="none" strike="noStrike">
              <a:solidFill>
                <a:schemeClr val="accent1"/>
              </a:solidFill>
              <a:latin typeface="Verizon NHG TX"/>
              <a:ea typeface="Verizon NHG TX"/>
              <a:cs typeface="Verizon NHG TX"/>
              <a:sym typeface="Verizon NHG TX"/>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ighlighted content slide - White">
  <p:cSld name="Highlighted content slide - White">
    <p:bg>
      <p:bgPr>
        <a:solidFill>
          <a:schemeClr val="lt1"/>
        </a:solidFill>
      </p:bgPr>
    </p:bg>
    <p:spTree>
      <p:nvGrpSpPr>
        <p:cNvPr id="618" name="Shape 618"/>
        <p:cNvGrpSpPr/>
        <p:nvPr/>
      </p:nvGrpSpPr>
      <p:grpSpPr>
        <a:xfrm>
          <a:off x="0" y="0"/>
          <a:ext cx="0" cy="0"/>
          <a:chOff x="0" y="0"/>
          <a:chExt cx="0" cy="0"/>
        </a:xfrm>
      </p:grpSpPr>
      <p:sp>
        <p:nvSpPr>
          <p:cNvPr id="619" name="Google Shape;619;p90"/>
          <p:cNvSpPr txBox="1"/>
          <p:nvPr>
            <p:ph idx="1" type="body"/>
          </p:nvPr>
        </p:nvSpPr>
        <p:spPr>
          <a:xfrm>
            <a:off x="228600" y="228600"/>
            <a:ext cx="6485400" cy="1158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pic>
        <p:nvPicPr>
          <p:cNvPr id="620" name="Google Shape;620;p90"/>
          <p:cNvPicPr preferRelativeResize="0"/>
          <p:nvPr/>
        </p:nvPicPr>
        <p:blipFill rotWithShape="1">
          <a:blip r:embed="rId2">
            <a:alphaModFix/>
          </a:blip>
          <a:srcRect b="0" l="0" r="0" t="0"/>
          <a:stretch/>
        </p:blipFill>
        <p:spPr>
          <a:xfrm>
            <a:off x="229133" y="4768923"/>
            <a:ext cx="637643" cy="142756"/>
          </a:xfrm>
          <a:prstGeom prst="rect">
            <a:avLst/>
          </a:prstGeom>
          <a:noFill/>
          <a:ln>
            <a:noFill/>
          </a:ln>
        </p:spPr>
      </p:pic>
      <p:sp>
        <p:nvSpPr>
          <p:cNvPr id="621" name="Google Shape;621;p90"/>
          <p:cNvSpPr txBox="1"/>
          <p:nvPr>
            <p:ph idx="2" type="body"/>
          </p:nvPr>
        </p:nvSpPr>
        <p:spPr>
          <a:xfrm>
            <a:off x="228599" y="359209"/>
            <a:ext cx="6485400" cy="5553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622" name="Google Shape;622;p90"/>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b="0" i="0" sz="1100" u="none" cap="none" strike="noStrike">
              <a:solidFill>
                <a:srgbClr val="000000"/>
              </a:solidFill>
              <a:latin typeface="Verizon NHG TX"/>
              <a:ea typeface="Verizon NHG TX"/>
              <a:cs typeface="Verizon NHG TX"/>
              <a:sym typeface="Verizon NHG TX"/>
            </a:endParaRPr>
          </a:p>
        </p:txBody>
      </p:sp>
      <p:sp>
        <p:nvSpPr>
          <p:cNvPr id="623" name="Google Shape;623;p90"/>
          <p:cNvSpPr txBox="1"/>
          <p:nvPr/>
        </p:nvSpPr>
        <p:spPr>
          <a:xfrm>
            <a:off x="8642255" y="4759509"/>
            <a:ext cx="272700" cy="1692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1" i="0" lang="en" sz="1100" u="none" cap="none" strike="noStrike">
                <a:solidFill>
                  <a:schemeClr val="accent1"/>
                </a:solidFill>
                <a:latin typeface="Verizon NHG TX"/>
                <a:ea typeface="Verizon NHG TX"/>
                <a:cs typeface="Verizon NHG TX"/>
                <a:sym typeface="Verizon NHG TX"/>
              </a:rPr>
              <a:t>‹#›</a:t>
            </a:fld>
            <a:endParaRPr b="1" i="0" sz="1100" u="none" cap="none" strike="noStrike">
              <a:solidFill>
                <a:schemeClr val="accent1"/>
              </a:solidFill>
              <a:latin typeface="Verizon NHG TX"/>
              <a:ea typeface="Verizon NHG TX"/>
              <a:cs typeface="Verizon NHG TX"/>
              <a:sym typeface="Verizon NHG TX"/>
            </a:endParaRPr>
          </a:p>
        </p:txBody>
      </p:sp>
      <p:sp>
        <p:nvSpPr>
          <p:cNvPr id="624" name="Google Shape;624;p90"/>
          <p:cNvSpPr txBox="1"/>
          <p:nvPr>
            <p:ph idx="3" type="body"/>
          </p:nvPr>
        </p:nvSpPr>
        <p:spPr>
          <a:xfrm>
            <a:off x="228600" y="1036861"/>
            <a:ext cx="1352400" cy="30756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onthly calendar table - white">
  <p:cSld name="Monthly calendar table - white">
    <p:bg>
      <p:bgPr>
        <a:solidFill>
          <a:schemeClr val="lt1"/>
        </a:solidFill>
      </p:bgPr>
    </p:bg>
    <p:spTree>
      <p:nvGrpSpPr>
        <p:cNvPr id="625" name="Shape 625"/>
        <p:cNvGrpSpPr/>
        <p:nvPr/>
      </p:nvGrpSpPr>
      <p:grpSpPr>
        <a:xfrm>
          <a:off x="0" y="0"/>
          <a:ext cx="0" cy="0"/>
          <a:chOff x="0" y="0"/>
          <a:chExt cx="0" cy="0"/>
        </a:xfrm>
      </p:grpSpPr>
      <p:pic>
        <p:nvPicPr>
          <p:cNvPr id="626" name="Google Shape;626;p91"/>
          <p:cNvPicPr preferRelativeResize="0"/>
          <p:nvPr/>
        </p:nvPicPr>
        <p:blipFill rotWithShape="1">
          <a:blip r:embed="rId2">
            <a:alphaModFix/>
          </a:blip>
          <a:srcRect b="0" l="0" r="0" t="0"/>
          <a:stretch/>
        </p:blipFill>
        <p:spPr>
          <a:xfrm>
            <a:off x="229133" y="4768923"/>
            <a:ext cx="637643" cy="142756"/>
          </a:xfrm>
          <a:prstGeom prst="rect">
            <a:avLst/>
          </a:prstGeom>
          <a:noFill/>
          <a:ln>
            <a:noFill/>
          </a:ln>
        </p:spPr>
      </p:pic>
      <p:sp>
        <p:nvSpPr>
          <p:cNvPr id="627" name="Google Shape;627;p91"/>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b="0" i="0" sz="1100" u="none" cap="none" strike="noStrike">
              <a:solidFill>
                <a:srgbClr val="000000"/>
              </a:solidFill>
              <a:latin typeface="Verizon NHG TX"/>
              <a:ea typeface="Verizon NHG TX"/>
              <a:cs typeface="Verizon NHG TX"/>
              <a:sym typeface="Verizon NHG TX"/>
            </a:endParaRPr>
          </a:p>
        </p:txBody>
      </p:sp>
      <p:sp>
        <p:nvSpPr>
          <p:cNvPr id="628" name="Google Shape;628;p91"/>
          <p:cNvSpPr txBox="1"/>
          <p:nvPr/>
        </p:nvSpPr>
        <p:spPr>
          <a:xfrm>
            <a:off x="8642255" y="4759509"/>
            <a:ext cx="272700" cy="1692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1" i="0" lang="en" sz="1100" u="none" cap="none" strike="noStrike">
                <a:solidFill>
                  <a:schemeClr val="accent1"/>
                </a:solidFill>
                <a:latin typeface="Verizon NHG TX"/>
                <a:ea typeface="Verizon NHG TX"/>
                <a:cs typeface="Verizon NHG TX"/>
                <a:sym typeface="Verizon NHG TX"/>
              </a:rPr>
              <a:t>‹#›</a:t>
            </a:fld>
            <a:endParaRPr b="1" i="0" sz="1100" u="none" cap="none" strike="noStrike">
              <a:solidFill>
                <a:schemeClr val="accent1"/>
              </a:solidFill>
              <a:latin typeface="Verizon NHG TX"/>
              <a:ea typeface="Verizon NHG TX"/>
              <a:cs typeface="Verizon NHG TX"/>
              <a:sym typeface="Verizon NHG TX"/>
            </a:endParaRPr>
          </a:p>
        </p:txBody>
      </p:sp>
      <p:sp>
        <p:nvSpPr>
          <p:cNvPr id="629" name="Google Shape;629;p91"/>
          <p:cNvSpPr txBox="1"/>
          <p:nvPr>
            <p:ph idx="1" type="body"/>
          </p:nvPr>
        </p:nvSpPr>
        <p:spPr>
          <a:xfrm>
            <a:off x="228601" y="228600"/>
            <a:ext cx="4282800" cy="1158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630" name="Google Shape;630;p91"/>
          <p:cNvSpPr txBox="1"/>
          <p:nvPr>
            <p:ph idx="2" type="body"/>
          </p:nvPr>
        </p:nvSpPr>
        <p:spPr>
          <a:xfrm>
            <a:off x="228599" y="359209"/>
            <a:ext cx="4282800" cy="5553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631" name="Google Shape;631;p91"/>
          <p:cNvSpPr txBox="1"/>
          <p:nvPr>
            <p:ph idx="3" type="body"/>
          </p:nvPr>
        </p:nvSpPr>
        <p:spPr>
          <a:xfrm>
            <a:off x="4623562" y="242633"/>
            <a:ext cx="4289400" cy="6720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llout table - White">
  <p:cSld name="Rollout table - White">
    <p:bg>
      <p:bgPr>
        <a:solidFill>
          <a:schemeClr val="lt2"/>
        </a:solidFill>
      </p:bgPr>
    </p:bg>
    <p:spTree>
      <p:nvGrpSpPr>
        <p:cNvPr id="632" name="Shape 632"/>
        <p:cNvGrpSpPr/>
        <p:nvPr/>
      </p:nvGrpSpPr>
      <p:grpSpPr>
        <a:xfrm>
          <a:off x="0" y="0"/>
          <a:ext cx="0" cy="0"/>
          <a:chOff x="0" y="0"/>
          <a:chExt cx="0" cy="0"/>
        </a:xfrm>
      </p:grpSpPr>
      <p:pic>
        <p:nvPicPr>
          <p:cNvPr id="633" name="Google Shape;633;p92"/>
          <p:cNvPicPr preferRelativeResize="0"/>
          <p:nvPr/>
        </p:nvPicPr>
        <p:blipFill rotWithShape="1">
          <a:blip r:embed="rId2">
            <a:alphaModFix/>
          </a:blip>
          <a:srcRect b="0" l="0" r="0" t="0"/>
          <a:stretch/>
        </p:blipFill>
        <p:spPr>
          <a:xfrm>
            <a:off x="229133" y="4768923"/>
            <a:ext cx="637643" cy="142756"/>
          </a:xfrm>
          <a:prstGeom prst="rect">
            <a:avLst/>
          </a:prstGeom>
          <a:noFill/>
          <a:ln>
            <a:noFill/>
          </a:ln>
        </p:spPr>
      </p:pic>
      <p:sp>
        <p:nvSpPr>
          <p:cNvPr id="634" name="Google Shape;634;p92"/>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b="0" i="0" sz="1100" u="none" cap="none" strike="noStrike">
              <a:solidFill>
                <a:srgbClr val="000000"/>
              </a:solidFill>
              <a:latin typeface="Verizon NHG TX"/>
              <a:ea typeface="Verizon NHG TX"/>
              <a:cs typeface="Verizon NHG TX"/>
              <a:sym typeface="Verizon NHG TX"/>
            </a:endParaRPr>
          </a:p>
        </p:txBody>
      </p:sp>
      <p:sp>
        <p:nvSpPr>
          <p:cNvPr id="635" name="Google Shape;635;p92"/>
          <p:cNvSpPr txBox="1"/>
          <p:nvPr/>
        </p:nvSpPr>
        <p:spPr>
          <a:xfrm>
            <a:off x="8642255" y="4759509"/>
            <a:ext cx="272700" cy="1692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1" i="0" lang="en" sz="1100" u="none" cap="none" strike="noStrike">
                <a:solidFill>
                  <a:schemeClr val="accent1"/>
                </a:solidFill>
                <a:latin typeface="Verizon NHG TX"/>
                <a:ea typeface="Verizon NHG TX"/>
                <a:cs typeface="Verizon NHG TX"/>
                <a:sym typeface="Verizon NHG TX"/>
              </a:rPr>
              <a:t>‹#›</a:t>
            </a:fld>
            <a:endParaRPr b="1" i="0" sz="1100" u="none" cap="none" strike="noStrike">
              <a:solidFill>
                <a:schemeClr val="accent1"/>
              </a:solidFill>
              <a:latin typeface="Verizon NHG TX"/>
              <a:ea typeface="Verizon NHG TX"/>
              <a:cs typeface="Verizon NHG TX"/>
              <a:sym typeface="Verizon NHG TX"/>
            </a:endParaRPr>
          </a:p>
        </p:txBody>
      </p:sp>
      <p:sp>
        <p:nvSpPr>
          <p:cNvPr id="636" name="Google Shape;636;p92"/>
          <p:cNvSpPr txBox="1"/>
          <p:nvPr>
            <p:ph idx="1" type="body"/>
          </p:nvPr>
        </p:nvSpPr>
        <p:spPr>
          <a:xfrm>
            <a:off x="228601" y="228600"/>
            <a:ext cx="4282800" cy="1158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637" name="Google Shape;637;p92"/>
          <p:cNvSpPr txBox="1"/>
          <p:nvPr>
            <p:ph idx="2" type="body"/>
          </p:nvPr>
        </p:nvSpPr>
        <p:spPr>
          <a:xfrm>
            <a:off x="228599" y="359209"/>
            <a:ext cx="4282800" cy="5553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638" name="Google Shape;638;p92"/>
          <p:cNvSpPr txBox="1"/>
          <p:nvPr>
            <p:ph idx="3" type="body"/>
          </p:nvPr>
        </p:nvSpPr>
        <p:spPr>
          <a:xfrm>
            <a:off x="4623562" y="242633"/>
            <a:ext cx="4289400" cy="6720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arvey balls - White">
  <p:cSld name="Harvey balls - White">
    <p:bg>
      <p:bgPr>
        <a:solidFill>
          <a:schemeClr val="lt1"/>
        </a:solidFill>
      </p:bgPr>
    </p:bg>
    <p:spTree>
      <p:nvGrpSpPr>
        <p:cNvPr id="639" name="Shape 639"/>
        <p:cNvGrpSpPr/>
        <p:nvPr/>
      </p:nvGrpSpPr>
      <p:grpSpPr>
        <a:xfrm>
          <a:off x="0" y="0"/>
          <a:ext cx="0" cy="0"/>
          <a:chOff x="0" y="0"/>
          <a:chExt cx="0" cy="0"/>
        </a:xfrm>
      </p:grpSpPr>
      <p:sp>
        <p:nvSpPr>
          <p:cNvPr id="640" name="Google Shape;640;p93"/>
          <p:cNvSpPr txBox="1"/>
          <p:nvPr>
            <p:ph idx="1" type="body"/>
          </p:nvPr>
        </p:nvSpPr>
        <p:spPr>
          <a:xfrm>
            <a:off x="228600" y="228600"/>
            <a:ext cx="6485400" cy="1158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pic>
        <p:nvPicPr>
          <p:cNvPr id="641" name="Google Shape;641;p93"/>
          <p:cNvPicPr preferRelativeResize="0"/>
          <p:nvPr/>
        </p:nvPicPr>
        <p:blipFill rotWithShape="1">
          <a:blip r:embed="rId2">
            <a:alphaModFix/>
          </a:blip>
          <a:srcRect b="0" l="0" r="0" t="0"/>
          <a:stretch/>
        </p:blipFill>
        <p:spPr>
          <a:xfrm>
            <a:off x="229133" y="4768923"/>
            <a:ext cx="637643" cy="142756"/>
          </a:xfrm>
          <a:prstGeom prst="rect">
            <a:avLst/>
          </a:prstGeom>
          <a:noFill/>
          <a:ln>
            <a:noFill/>
          </a:ln>
        </p:spPr>
      </p:pic>
      <p:sp>
        <p:nvSpPr>
          <p:cNvPr id="642" name="Google Shape;642;p93"/>
          <p:cNvSpPr txBox="1"/>
          <p:nvPr>
            <p:ph idx="2" type="body"/>
          </p:nvPr>
        </p:nvSpPr>
        <p:spPr>
          <a:xfrm>
            <a:off x="228599" y="359209"/>
            <a:ext cx="6485400" cy="5553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643" name="Google Shape;643;p93"/>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b="0" i="0" sz="1100" u="none" cap="none" strike="noStrike">
              <a:solidFill>
                <a:srgbClr val="000000"/>
              </a:solidFill>
              <a:latin typeface="Verizon NHG TX"/>
              <a:ea typeface="Verizon NHG TX"/>
              <a:cs typeface="Verizon NHG TX"/>
              <a:sym typeface="Verizon NHG TX"/>
            </a:endParaRPr>
          </a:p>
        </p:txBody>
      </p:sp>
      <p:sp>
        <p:nvSpPr>
          <p:cNvPr id="644" name="Google Shape;644;p93"/>
          <p:cNvSpPr txBox="1"/>
          <p:nvPr/>
        </p:nvSpPr>
        <p:spPr>
          <a:xfrm>
            <a:off x="8642255" y="4759509"/>
            <a:ext cx="272700" cy="1692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1" i="0" lang="en" sz="1100" u="none" cap="none" strike="noStrike">
                <a:solidFill>
                  <a:schemeClr val="accent1"/>
                </a:solidFill>
                <a:latin typeface="Verizon NHG TX"/>
                <a:ea typeface="Verizon NHG TX"/>
                <a:cs typeface="Verizon NHG TX"/>
                <a:sym typeface="Verizon NHG TX"/>
              </a:rPr>
              <a:t>‹#›</a:t>
            </a:fld>
            <a:endParaRPr b="1" i="0" sz="1100" u="none" cap="none" strike="noStrike">
              <a:solidFill>
                <a:schemeClr val="accent1"/>
              </a:solidFill>
              <a:latin typeface="Verizon NHG TX"/>
              <a:ea typeface="Verizon NHG TX"/>
              <a:cs typeface="Verizon NHG TX"/>
              <a:sym typeface="Verizon NHG TX"/>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slide - White">
  <p:cSld name="Timeline slide - White">
    <p:bg>
      <p:bgPr>
        <a:solidFill>
          <a:schemeClr val="lt1"/>
        </a:solidFill>
      </p:bgPr>
    </p:bg>
    <p:spTree>
      <p:nvGrpSpPr>
        <p:cNvPr id="645" name="Shape 645"/>
        <p:cNvGrpSpPr/>
        <p:nvPr/>
      </p:nvGrpSpPr>
      <p:grpSpPr>
        <a:xfrm>
          <a:off x="0" y="0"/>
          <a:ext cx="0" cy="0"/>
          <a:chOff x="0" y="0"/>
          <a:chExt cx="0" cy="0"/>
        </a:xfrm>
      </p:grpSpPr>
      <p:pic>
        <p:nvPicPr>
          <p:cNvPr id="646" name="Google Shape;646;p94"/>
          <p:cNvPicPr preferRelativeResize="0"/>
          <p:nvPr/>
        </p:nvPicPr>
        <p:blipFill rotWithShape="1">
          <a:blip r:embed="rId2">
            <a:alphaModFix/>
          </a:blip>
          <a:srcRect b="0" l="0" r="0" t="0"/>
          <a:stretch/>
        </p:blipFill>
        <p:spPr>
          <a:xfrm>
            <a:off x="229133" y="4768923"/>
            <a:ext cx="637643" cy="142756"/>
          </a:xfrm>
          <a:prstGeom prst="rect">
            <a:avLst/>
          </a:prstGeom>
          <a:noFill/>
          <a:ln>
            <a:noFill/>
          </a:ln>
        </p:spPr>
      </p:pic>
      <p:sp>
        <p:nvSpPr>
          <p:cNvPr id="647" name="Google Shape;647;p94"/>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b="0" i="0" sz="1100" u="none" cap="none" strike="noStrike">
              <a:solidFill>
                <a:srgbClr val="000000"/>
              </a:solidFill>
              <a:latin typeface="Verizon NHG TX"/>
              <a:ea typeface="Verizon NHG TX"/>
              <a:cs typeface="Verizon NHG TX"/>
              <a:sym typeface="Verizon NHG TX"/>
            </a:endParaRPr>
          </a:p>
        </p:txBody>
      </p:sp>
      <p:sp>
        <p:nvSpPr>
          <p:cNvPr id="648" name="Google Shape;648;p94"/>
          <p:cNvSpPr txBox="1"/>
          <p:nvPr/>
        </p:nvSpPr>
        <p:spPr>
          <a:xfrm>
            <a:off x="8642255" y="4759509"/>
            <a:ext cx="272700" cy="1692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1" i="0" lang="en" sz="1100" u="none" cap="none" strike="noStrike">
                <a:solidFill>
                  <a:schemeClr val="accent1"/>
                </a:solidFill>
                <a:latin typeface="Verizon NHG TX"/>
                <a:ea typeface="Verizon NHG TX"/>
                <a:cs typeface="Verizon NHG TX"/>
                <a:sym typeface="Verizon NHG TX"/>
              </a:rPr>
              <a:t>‹#›</a:t>
            </a:fld>
            <a:endParaRPr b="1" i="0" sz="1100" u="none" cap="none" strike="noStrike">
              <a:solidFill>
                <a:schemeClr val="accent1"/>
              </a:solidFill>
              <a:latin typeface="Verizon NHG TX"/>
              <a:ea typeface="Verizon NHG TX"/>
              <a:cs typeface="Verizon NHG TX"/>
              <a:sym typeface="Verizon NHG TX"/>
            </a:endParaRPr>
          </a:p>
        </p:txBody>
      </p:sp>
      <p:sp>
        <p:nvSpPr>
          <p:cNvPr id="649" name="Google Shape;649;p94"/>
          <p:cNvSpPr txBox="1"/>
          <p:nvPr>
            <p:ph idx="1" type="body"/>
          </p:nvPr>
        </p:nvSpPr>
        <p:spPr>
          <a:xfrm>
            <a:off x="228601" y="228600"/>
            <a:ext cx="4282800" cy="1158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650" name="Google Shape;650;p94"/>
          <p:cNvSpPr txBox="1"/>
          <p:nvPr>
            <p:ph idx="2" type="body"/>
          </p:nvPr>
        </p:nvSpPr>
        <p:spPr>
          <a:xfrm>
            <a:off x="228599" y="359209"/>
            <a:ext cx="4282800" cy="5553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651" name="Google Shape;651;p94"/>
          <p:cNvSpPr txBox="1"/>
          <p:nvPr>
            <p:ph idx="3" type="body"/>
          </p:nvPr>
        </p:nvSpPr>
        <p:spPr>
          <a:xfrm>
            <a:off x="4623562" y="242633"/>
            <a:ext cx="4289400" cy="6720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ighlighted columns - White">
  <p:cSld name="Highlighted columns - White">
    <p:bg>
      <p:bgPr>
        <a:solidFill>
          <a:schemeClr val="lt1"/>
        </a:solidFill>
      </p:bgPr>
    </p:bg>
    <p:spTree>
      <p:nvGrpSpPr>
        <p:cNvPr id="652" name="Shape 652"/>
        <p:cNvGrpSpPr/>
        <p:nvPr/>
      </p:nvGrpSpPr>
      <p:grpSpPr>
        <a:xfrm>
          <a:off x="0" y="0"/>
          <a:ext cx="0" cy="0"/>
          <a:chOff x="0" y="0"/>
          <a:chExt cx="0" cy="0"/>
        </a:xfrm>
      </p:grpSpPr>
      <p:pic>
        <p:nvPicPr>
          <p:cNvPr id="653" name="Google Shape;653;p95"/>
          <p:cNvPicPr preferRelativeResize="0"/>
          <p:nvPr/>
        </p:nvPicPr>
        <p:blipFill rotWithShape="1">
          <a:blip r:embed="rId2">
            <a:alphaModFix/>
          </a:blip>
          <a:srcRect b="0" l="0" r="0" t="0"/>
          <a:stretch/>
        </p:blipFill>
        <p:spPr>
          <a:xfrm>
            <a:off x="229133" y="4768923"/>
            <a:ext cx="637643" cy="142756"/>
          </a:xfrm>
          <a:prstGeom prst="rect">
            <a:avLst/>
          </a:prstGeom>
          <a:noFill/>
          <a:ln>
            <a:noFill/>
          </a:ln>
        </p:spPr>
      </p:pic>
      <p:sp>
        <p:nvSpPr>
          <p:cNvPr id="654" name="Google Shape;654;p95"/>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b="0" i="0" sz="1100" u="none" cap="none" strike="noStrike">
              <a:solidFill>
                <a:srgbClr val="000000"/>
              </a:solidFill>
              <a:latin typeface="Verizon NHG TX"/>
              <a:ea typeface="Verizon NHG TX"/>
              <a:cs typeface="Verizon NHG TX"/>
              <a:sym typeface="Verizon NHG TX"/>
            </a:endParaRPr>
          </a:p>
        </p:txBody>
      </p:sp>
      <p:sp>
        <p:nvSpPr>
          <p:cNvPr id="655" name="Google Shape;655;p95"/>
          <p:cNvSpPr txBox="1"/>
          <p:nvPr/>
        </p:nvSpPr>
        <p:spPr>
          <a:xfrm>
            <a:off x="8642255" y="4759509"/>
            <a:ext cx="272700" cy="1692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1" i="0" lang="en" sz="1100" u="none" cap="none" strike="noStrike">
                <a:solidFill>
                  <a:schemeClr val="accent1"/>
                </a:solidFill>
                <a:latin typeface="Verizon NHG TX"/>
                <a:ea typeface="Verizon NHG TX"/>
                <a:cs typeface="Verizon NHG TX"/>
                <a:sym typeface="Verizon NHG TX"/>
              </a:rPr>
              <a:t>‹#›</a:t>
            </a:fld>
            <a:endParaRPr b="1" i="0" sz="1100" u="none" cap="none" strike="noStrike">
              <a:solidFill>
                <a:schemeClr val="accent1"/>
              </a:solidFill>
              <a:latin typeface="Verizon NHG TX"/>
              <a:ea typeface="Verizon NHG TX"/>
              <a:cs typeface="Verizon NHG TX"/>
              <a:sym typeface="Verizon NHG TX"/>
            </a:endParaRPr>
          </a:p>
        </p:txBody>
      </p:sp>
      <p:sp>
        <p:nvSpPr>
          <p:cNvPr id="656" name="Google Shape;656;p95"/>
          <p:cNvSpPr txBox="1"/>
          <p:nvPr>
            <p:ph idx="1" type="body"/>
          </p:nvPr>
        </p:nvSpPr>
        <p:spPr>
          <a:xfrm>
            <a:off x="228601" y="228600"/>
            <a:ext cx="4282800" cy="1158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657" name="Google Shape;657;p95"/>
          <p:cNvSpPr txBox="1"/>
          <p:nvPr>
            <p:ph idx="2" type="body"/>
          </p:nvPr>
        </p:nvSpPr>
        <p:spPr>
          <a:xfrm>
            <a:off x="228599" y="359209"/>
            <a:ext cx="4282800" cy="5553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658" name="Google Shape;658;p95"/>
          <p:cNvSpPr txBox="1"/>
          <p:nvPr>
            <p:ph idx="3" type="body"/>
          </p:nvPr>
        </p:nvSpPr>
        <p:spPr>
          <a:xfrm>
            <a:off x="4623562" y="242633"/>
            <a:ext cx="4289400" cy="6720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r chart - White">
  <p:cSld name="Bar chart - White">
    <p:bg>
      <p:bgPr>
        <a:solidFill>
          <a:schemeClr val="lt1"/>
        </a:solidFill>
      </p:bgPr>
    </p:bg>
    <p:spTree>
      <p:nvGrpSpPr>
        <p:cNvPr id="659" name="Shape 659"/>
        <p:cNvGrpSpPr/>
        <p:nvPr/>
      </p:nvGrpSpPr>
      <p:grpSpPr>
        <a:xfrm>
          <a:off x="0" y="0"/>
          <a:ext cx="0" cy="0"/>
          <a:chOff x="0" y="0"/>
          <a:chExt cx="0" cy="0"/>
        </a:xfrm>
      </p:grpSpPr>
      <p:pic>
        <p:nvPicPr>
          <p:cNvPr id="660" name="Google Shape;660;p96"/>
          <p:cNvPicPr preferRelativeResize="0"/>
          <p:nvPr/>
        </p:nvPicPr>
        <p:blipFill rotWithShape="1">
          <a:blip r:embed="rId2">
            <a:alphaModFix/>
          </a:blip>
          <a:srcRect b="0" l="0" r="0" t="0"/>
          <a:stretch/>
        </p:blipFill>
        <p:spPr>
          <a:xfrm>
            <a:off x="229133" y="4768923"/>
            <a:ext cx="637643" cy="142756"/>
          </a:xfrm>
          <a:prstGeom prst="rect">
            <a:avLst/>
          </a:prstGeom>
          <a:noFill/>
          <a:ln>
            <a:noFill/>
          </a:ln>
        </p:spPr>
      </p:pic>
      <p:sp>
        <p:nvSpPr>
          <p:cNvPr id="661" name="Google Shape;661;p96"/>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b="0" i="0" sz="1100" u="none" cap="none" strike="noStrike">
              <a:solidFill>
                <a:srgbClr val="000000"/>
              </a:solidFill>
              <a:latin typeface="Verizon NHG TX"/>
              <a:ea typeface="Verizon NHG TX"/>
              <a:cs typeface="Verizon NHG TX"/>
              <a:sym typeface="Verizon NHG TX"/>
            </a:endParaRPr>
          </a:p>
        </p:txBody>
      </p:sp>
      <p:sp>
        <p:nvSpPr>
          <p:cNvPr id="662" name="Google Shape;662;p96"/>
          <p:cNvSpPr txBox="1"/>
          <p:nvPr/>
        </p:nvSpPr>
        <p:spPr>
          <a:xfrm>
            <a:off x="8642255" y="4759509"/>
            <a:ext cx="272700" cy="1692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1" i="0" lang="en" sz="1100" u="none" cap="none" strike="noStrike">
                <a:solidFill>
                  <a:schemeClr val="accent1"/>
                </a:solidFill>
                <a:latin typeface="Verizon NHG TX"/>
                <a:ea typeface="Verizon NHG TX"/>
                <a:cs typeface="Verizon NHG TX"/>
                <a:sym typeface="Verizon NHG TX"/>
              </a:rPr>
              <a:t>‹#›</a:t>
            </a:fld>
            <a:endParaRPr b="1" i="0" sz="1100" u="none" cap="none" strike="noStrike">
              <a:solidFill>
                <a:schemeClr val="accent1"/>
              </a:solidFill>
              <a:latin typeface="Verizon NHG TX"/>
              <a:ea typeface="Verizon NHG TX"/>
              <a:cs typeface="Verizon NHG TX"/>
              <a:sym typeface="Verizon NHG TX"/>
            </a:endParaRPr>
          </a:p>
        </p:txBody>
      </p:sp>
      <p:sp>
        <p:nvSpPr>
          <p:cNvPr id="663" name="Google Shape;663;p96"/>
          <p:cNvSpPr txBox="1"/>
          <p:nvPr>
            <p:ph idx="1" type="body"/>
          </p:nvPr>
        </p:nvSpPr>
        <p:spPr>
          <a:xfrm>
            <a:off x="228600" y="4229100"/>
            <a:ext cx="2817000" cy="422700"/>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accent5"/>
              </a:buClr>
              <a:buSzPts val="600"/>
              <a:buFont typeface="Verizon NHG TX"/>
              <a:buNone/>
              <a:defRPr b="0" i="0" sz="6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cxnSp>
        <p:nvCxnSpPr>
          <p:cNvPr id="664" name="Google Shape;664;p96"/>
          <p:cNvCxnSpPr/>
          <p:nvPr/>
        </p:nvCxnSpPr>
        <p:spPr>
          <a:xfrm>
            <a:off x="226219" y="4142474"/>
            <a:ext cx="1705200" cy="0"/>
          </a:xfrm>
          <a:prstGeom prst="straightConnector1">
            <a:avLst/>
          </a:prstGeom>
          <a:noFill/>
          <a:ln cap="flat" cmpd="sng" w="9525">
            <a:solidFill>
              <a:srgbClr val="7F7F7F"/>
            </a:solidFill>
            <a:prstDash val="solid"/>
            <a:miter lim="800000"/>
            <a:headEnd len="sm" w="sm" type="none"/>
            <a:tailEnd len="sm" w="sm" type="none"/>
          </a:ln>
        </p:spPr>
      </p:cxnSp>
      <p:sp>
        <p:nvSpPr>
          <p:cNvPr id="665" name="Google Shape;665;p96"/>
          <p:cNvSpPr txBox="1"/>
          <p:nvPr>
            <p:ph idx="2" type="body"/>
          </p:nvPr>
        </p:nvSpPr>
        <p:spPr>
          <a:xfrm>
            <a:off x="228601" y="228600"/>
            <a:ext cx="4282800" cy="1158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666" name="Google Shape;666;p96"/>
          <p:cNvSpPr txBox="1"/>
          <p:nvPr>
            <p:ph idx="3" type="body"/>
          </p:nvPr>
        </p:nvSpPr>
        <p:spPr>
          <a:xfrm>
            <a:off x="228599" y="359209"/>
            <a:ext cx="4282800" cy="5553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667" name="Google Shape;667;p96"/>
          <p:cNvSpPr txBox="1"/>
          <p:nvPr>
            <p:ph idx="4" type="body"/>
          </p:nvPr>
        </p:nvSpPr>
        <p:spPr>
          <a:xfrm>
            <a:off x="228145" y="1028700"/>
            <a:ext cx="3551100" cy="3083700"/>
          </a:xfrm>
          <a:prstGeom prst="rect">
            <a:avLst/>
          </a:prstGeom>
          <a:noFill/>
          <a:ln>
            <a:noFill/>
          </a:ln>
        </p:spPr>
        <p:txBody>
          <a:bodyPr anchorCtr="0" anchor="t" bIns="0" lIns="0" spcFirstLastPara="1" rIns="0" wrap="square" tIns="0">
            <a:normAutofit/>
          </a:bodyPr>
          <a:lstStyle>
            <a:lvl1pPr indent="-228600" lvl="0" marL="457200" marR="0" rtl="0" algn="l">
              <a:lnSpc>
                <a:spcPct val="90000"/>
              </a:lnSpc>
              <a:spcBef>
                <a:spcPts val="800"/>
              </a:spcBef>
              <a:spcAft>
                <a:spcPts val="0"/>
              </a:spcAft>
              <a:buClr>
                <a:schemeClr val="dk1"/>
              </a:buClr>
              <a:buSzPts val="1100"/>
              <a:buFont typeface="Verizon NHG TX"/>
              <a:buNone/>
              <a:defRPr b="1" i="0" sz="11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500"/>
              </a:spcBef>
              <a:spcAft>
                <a:spcPts val="0"/>
              </a:spcAft>
              <a:buClr>
                <a:schemeClr val="dk1"/>
              </a:buClr>
              <a:buSzPts val="900"/>
              <a:buFont typeface="Verizon NHG TX"/>
              <a:buNone/>
              <a:defRPr b="0" i="0" sz="900" u="none" cap="none" strike="noStrike">
                <a:solidFill>
                  <a:schemeClr val="dk1"/>
                </a:solidFill>
                <a:latin typeface="Verizon NHG TX"/>
                <a:ea typeface="Verizon NHG TX"/>
                <a:cs typeface="Verizon NHG TX"/>
                <a:sym typeface="Verizon NHG TX"/>
              </a:defRPr>
            </a:lvl2pPr>
            <a:lvl3pPr indent="-285750" lvl="2" marL="1371600" marR="0" rtl="0" algn="l">
              <a:lnSpc>
                <a:spcPct val="90000"/>
              </a:lnSpc>
              <a:spcBef>
                <a:spcPts val="9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3pPr>
            <a:lvl4pPr indent="-285750" lvl="3" marL="1828800" marR="0" rtl="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4pPr>
            <a:lvl5pPr indent="-285750" lvl="4" marL="2286000" marR="0" rtl="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orizontal bar chart - White">
  <p:cSld name="Horizontal bar chart - White">
    <p:bg>
      <p:bgPr>
        <a:solidFill>
          <a:schemeClr val="lt1"/>
        </a:solidFill>
      </p:bgPr>
    </p:bg>
    <p:spTree>
      <p:nvGrpSpPr>
        <p:cNvPr id="668" name="Shape 668"/>
        <p:cNvGrpSpPr/>
        <p:nvPr/>
      </p:nvGrpSpPr>
      <p:grpSpPr>
        <a:xfrm>
          <a:off x="0" y="0"/>
          <a:ext cx="0" cy="0"/>
          <a:chOff x="0" y="0"/>
          <a:chExt cx="0" cy="0"/>
        </a:xfrm>
      </p:grpSpPr>
      <p:pic>
        <p:nvPicPr>
          <p:cNvPr id="669" name="Google Shape;669;p97"/>
          <p:cNvPicPr preferRelativeResize="0"/>
          <p:nvPr/>
        </p:nvPicPr>
        <p:blipFill rotWithShape="1">
          <a:blip r:embed="rId2">
            <a:alphaModFix/>
          </a:blip>
          <a:srcRect b="0" l="0" r="0" t="0"/>
          <a:stretch/>
        </p:blipFill>
        <p:spPr>
          <a:xfrm>
            <a:off x="229133" y="4768923"/>
            <a:ext cx="637643" cy="142756"/>
          </a:xfrm>
          <a:prstGeom prst="rect">
            <a:avLst/>
          </a:prstGeom>
          <a:noFill/>
          <a:ln>
            <a:noFill/>
          </a:ln>
        </p:spPr>
      </p:pic>
      <p:sp>
        <p:nvSpPr>
          <p:cNvPr id="670" name="Google Shape;670;p97"/>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b="0" i="0" sz="1100" u="none" cap="none" strike="noStrike">
              <a:solidFill>
                <a:srgbClr val="000000"/>
              </a:solidFill>
              <a:latin typeface="Verizon NHG TX"/>
              <a:ea typeface="Verizon NHG TX"/>
              <a:cs typeface="Verizon NHG TX"/>
              <a:sym typeface="Verizon NHG TX"/>
            </a:endParaRPr>
          </a:p>
        </p:txBody>
      </p:sp>
      <p:sp>
        <p:nvSpPr>
          <p:cNvPr id="671" name="Google Shape;671;p97"/>
          <p:cNvSpPr txBox="1"/>
          <p:nvPr/>
        </p:nvSpPr>
        <p:spPr>
          <a:xfrm>
            <a:off x="8642255" y="4759509"/>
            <a:ext cx="272700" cy="1692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1" i="0" lang="en" sz="1100" u="none" cap="none" strike="noStrike">
                <a:solidFill>
                  <a:schemeClr val="accent1"/>
                </a:solidFill>
                <a:latin typeface="Verizon NHG TX"/>
                <a:ea typeface="Verizon NHG TX"/>
                <a:cs typeface="Verizon NHG TX"/>
                <a:sym typeface="Verizon NHG TX"/>
              </a:rPr>
              <a:t>‹#›</a:t>
            </a:fld>
            <a:endParaRPr b="1" i="0" sz="1100" u="none" cap="none" strike="noStrike">
              <a:solidFill>
                <a:schemeClr val="accent1"/>
              </a:solidFill>
              <a:latin typeface="Verizon NHG TX"/>
              <a:ea typeface="Verizon NHG TX"/>
              <a:cs typeface="Verizon NHG TX"/>
              <a:sym typeface="Verizon NHG TX"/>
            </a:endParaRPr>
          </a:p>
        </p:txBody>
      </p:sp>
      <p:sp>
        <p:nvSpPr>
          <p:cNvPr id="672" name="Google Shape;672;p97"/>
          <p:cNvSpPr txBox="1"/>
          <p:nvPr>
            <p:ph idx="1" type="body"/>
          </p:nvPr>
        </p:nvSpPr>
        <p:spPr>
          <a:xfrm>
            <a:off x="228600" y="4229100"/>
            <a:ext cx="2817000" cy="422700"/>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accent5"/>
              </a:buClr>
              <a:buSzPts val="600"/>
              <a:buFont typeface="Verizon NHG TX"/>
              <a:buNone/>
              <a:defRPr b="0" i="0" sz="6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cxnSp>
        <p:nvCxnSpPr>
          <p:cNvPr id="673" name="Google Shape;673;p97"/>
          <p:cNvCxnSpPr/>
          <p:nvPr/>
        </p:nvCxnSpPr>
        <p:spPr>
          <a:xfrm>
            <a:off x="226219" y="4142474"/>
            <a:ext cx="1705200" cy="0"/>
          </a:xfrm>
          <a:prstGeom prst="straightConnector1">
            <a:avLst/>
          </a:prstGeom>
          <a:noFill/>
          <a:ln cap="flat" cmpd="sng" w="9525">
            <a:solidFill>
              <a:srgbClr val="7F7F7F"/>
            </a:solidFill>
            <a:prstDash val="solid"/>
            <a:miter lim="800000"/>
            <a:headEnd len="sm" w="sm" type="none"/>
            <a:tailEnd len="sm" w="sm" type="none"/>
          </a:ln>
        </p:spPr>
      </p:cxnSp>
      <p:sp>
        <p:nvSpPr>
          <p:cNvPr id="674" name="Google Shape;674;p97"/>
          <p:cNvSpPr txBox="1"/>
          <p:nvPr>
            <p:ph idx="2" type="body"/>
          </p:nvPr>
        </p:nvSpPr>
        <p:spPr>
          <a:xfrm>
            <a:off x="228601" y="228600"/>
            <a:ext cx="4282800" cy="1158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675" name="Google Shape;675;p97"/>
          <p:cNvSpPr txBox="1"/>
          <p:nvPr>
            <p:ph idx="3" type="body"/>
          </p:nvPr>
        </p:nvSpPr>
        <p:spPr>
          <a:xfrm>
            <a:off x="228599" y="359209"/>
            <a:ext cx="4282800" cy="5553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676" name="Google Shape;676;p97"/>
          <p:cNvSpPr txBox="1"/>
          <p:nvPr>
            <p:ph idx="4" type="body"/>
          </p:nvPr>
        </p:nvSpPr>
        <p:spPr>
          <a:xfrm>
            <a:off x="228145" y="1028700"/>
            <a:ext cx="3551100" cy="3083700"/>
          </a:xfrm>
          <a:prstGeom prst="rect">
            <a:avLst/>
          </a:prstGeom>
          <a:noFill/>
          <a:ln>
            <a:noFill/>
          </a:ln>
        </p:spPr>
        <p:txBody>
          <a:bodyPr anchorCtr="0" anchor="t" bIns="0" lIns="0" spcFirstLastPara="1" rIns="0" wrap="square" tIns="0">
            <a:normAutofit/>
          </a:bodyPr>
          <a:lstStyle>
            <a:lvl1pPr indent="-228600" lvl="0" marL="457200" marR="0" rtl="0" algn="l">
              <a:lnSpc>
                <a:spcPct val="90000"/>
              </a:lnSpc>
              <a:spcBef>
                <a:spcPts val="800"/>
              </a:spcBef>
              <a:spcAft>
                <a:spcPts val="0"/>
              </a:spcAft>
              <a:buClr>
                <a:schemeClr val="dk1"/>
              </a:buClr>
              <a:buSzPts val="1100"/>
              <a:buFont typeface="Verizon NHG TX"/>
              <a:buNone/>
              <a:defRPr b="1" i="0" sz="11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500"/>
              </a:spcBef>
              <a:spcAft>
                <a:spcPts val="0"/>
              </a:spcAft>
              <a:buClr>
                <a:schemeClr val="dk1"/>
              </a:buClr>
              <a:buSzPts val="900"/>
              <a:buFont typeface="Verizon NHG TX"/>
              <a:buNone/>
              <a:defRPr b="0" i="0" sz="900" u="none" cap="none" strike="noStrike">
                <a:solidFill>
                  <a:schemeClr val="dk1"/>
                </a:solidFill>
                <a:latin typeface="Verizon NHG TX"/>
                <a:ea typeface="Verizon NHG TX"/>
                <a:cs typeface="Verizon NHG TX"/>
                <a:sym typeface="Verizon NHG TX"/>
              </a:defRPr>
            </a:lvl2pPr>
            <a:lvl3pPr indent="-285750" lvl="2" marL="1371600" marR="0" rtl="0" algn="l">
              <a:lnSpc>
                <a:spcPct val="90000"/>
              </a:lnSpc>
              <a:spcBef>
                <a:spcPts val="9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3pPr>
            <a:lvl4pPr indent="-285750" lvl="3" marL="1828800" marR="0" rtl="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4pPr>
            <a:lvl5pPr indent="-285750" lvl="4" marL="2286000" marR="0" rtl="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catter chart - White">
  <p:cSld name="Scatter chart - White">
    <p:bg>
      <p:bgPr>
        <a:solidFill>
          <a:schemeClr val="lt1"/>
        </a:solidFill>
      </p:bgPr>
    </p:bg>
    <p:spTree>
      <p:nvGrpSpPr>
        <p:cNvPr id="677" name="Shape 677"/>
        <p:cNvGrpSpPr/>
        <p:nvPr/>
      </p:nvGrpSpPr>
      <p:grpSpPr>
        <a:xfrm>
          <a:off x="0" y="0"/>
          <a:ext cx="0" cy="0"/>
          <a:chOff x="0" y="0"/>
          <a:chExt cx="0" cy="0"/>
        </a:xfrm>
      </p:grpSpPr>
      <p:pic>
        <p:nvPicPr>
          <p:cNvPr id="678" name="Google Shape;678;p98"/>
          <p:cNvPicPr preferRelativeResize="0"/>
          <p:nvPr/>
        </p:nvPicPr>
        <p:blipFill rotWithShape="1">
          <a:blip r:embed="rId2">
            <a:alphaModFix/>
          </a:blip>
          <a:srcRect b="0" l="0" r="0" t="0"/>
          <a:stretch/>
        </p:blipFill>
        <p:spPr>
          <a:xfrm>
            <a:off x="229133" y="4768923"/>
            <a:ext cx="637643" cy="142756"/>
          </a:xfrm>
          <a:prstGeom prst="rect">
            <a:avLst/>
          </a:prstGeom>
          <a:noFill/>
          <a:ln>
            <a:noFill/>
          </a:ln>
        </p:spPr>
      </p:pic>
      <p:sp>
        <p:nvSpPr>
          <p:cNvPr id="679" name="Google Shape;679;p98"/>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b="0" i="0" sz="1100" u="none" cap="none" strike="noStrike">
              <a:solidFill>
                <a:srgbClr val="000000"/>
              </a:solidFill>
              <a:latin typeface="Verizon NHG TX"/>
              <a:ea typeface="Verizon NHG TX"/>
              <a:cs typeface="Verizon NHG TX"/>
              <a:sym typeface="Verizon NHG TX"/>
            </a:endParaRPr>
          </a:p>
        </p:txBody>
      </p:sp>
      <p:sp>
        <p:nvSpPr>
          <p:cNvPr id="680" name="Google Shape;680;p98"/>
          <p:cNvSpPr txBox="1"/>
          <p:nvPr/>
        </p:nvSpPr>
        <p:spPr>
          <a:xfrm>
            <a:off x="8642255" y="4759509"/>
            <a:ext cx="272700" cy="1692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1" i="0" lang="en" sz="1100" u="none" cap="none" strike="noStrike">
                <a:solidFill>
                  <a:schemeClr val="accent1"/>
                </a:solidFill>
                <a:latin typeface="Verizon NHG TX"/>
                <a:ea typeface="Verizon NHG TX"/>
                <a:cs typeface="Verizon NHG TX"/>
                <a:sym typeface="Verizon NHG TX"/>
              </a:rPr>
              <a:t>‹#›</a:t>
            </a:fld>
            <a:endParaRPr b="1" i="0" sz="1100" u="none" cap="none" strike="noStrike">
              <a:solidFill>
                <a:schemeClr val="accent1"/>
              </a:solidFill>
              <a:latin typeface="Verizon NHG TX"/>
              <a:ea typeface="Verizon NHG TX"/>
              <a:cs typeface="Verizon NHG TX"/>
              <a:sym typeface="Verizon NHG TX"/>
            </a:endParaRPr>
          </a:p>
        </p:txBody>
      </p:sp>
      <p:sp>
        <p:nvSpPr>
          <p:cNvPr id="681" name="Google Shape;681;p98"/>
          <p:cNvSpPr txBox="1"/>
          <p:nvPr>
            <p:ph idx="1" type="body"/>
          </p:nvPr>
        </p:nvSpPr>
        <p:spPr>
          <a:xfrm>
            <a:off x="228600" y="4229100"/>
            <a:ext cx="2817000" cy="422700"/>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accent5"/>
              </a:buClr>
              <a:buSzPts val="600"/>
              <a:buFont typeface="Verizon NHG TX"/>
              <a:buNone/>
              <a:defRPr b="0" i="0" sz="6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cxnSp>
        <p:nvCxnSpPr>
          <p:cNvPr id="682" name="Google Shape;682;p98"/>
          <p:cNvCxnSpPr/>
          <p:nvPr/>
        </p:nvCxnSpPr>
        <p:spPr>
          <a:xfrm>
            <a:off x="226219" y="4142474"/>
            <a:ext cx="1705200" cy="0"/>
          </a:xfrm>
          <a:prstGeom prst="straightConnector1">
            <a:avLst/>
          </a:prstGeom>
          <a:noFill/>
          <a:ln cap="flat" cmpd="sng" w="9525">
            <a:solidFill>
              <a:srgbClr val="7F7F7F"/>
            </a:solidFill>
            <a:prstDash val="solid"/>
            <a:miter lim="800000"/>
            <a:headEnd len="sm" w="sm" type="none"/>
            <a:tailEnd len="sm" w="sm" type="none"/>
          </a:ln>
        </p:spPr>
      </p:cxnSp>
      <p:sp>
        <p:nvSpPr>
          <p:cNvPr id="683" name="Google Shape;683;p98"/>
          <p:cNvSpPr txBox="1"/>
          <p:nvPr>
            <p:ph idx="2" type="body"/>
          </p:nvPr>
        </p:nvSpPr>
        <p:spPr>
          <a:xfrm>
            <a:off x="228601" y="228600"/>
            <a:ext cx="4282800" cy="1158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684" name="Google Shape;684;p98"/>
          <p:cNvSpPr txBox="1"/>
          <p:nvPr>
            <p:ph idx="3" type="body"/>
          </p:nvPr>
        </p:nvSpPr>
        <p:spPr>
          <a:xfrm>
            <a:off x="228599" y="359209"/>
            <a:ext cx="4282800" cy="5553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685" name="Google Shape;685;p98"/>
          <p:cNvSpPr txBox="1"/>
          <p:nvPr>
            <p:ph idx="4" type="body"/>
          </p:nvPr>
        </p:nvSpPr>
        <p:spPr>
          <a:xfrm>
            <a:off x="228145" y="1028700"/>
            <a:ext cx="3551100" cy="3083700"/>
          </a:xfrm>
          <a:prstGeom prst="rect">
            <a:avLst/>
          </a:prstGeom>
          <a:noFill/>
          <a:ln>
            <a:noFill/>
          </a:ln>
        </p:spPr>
        <p:txBody>
          <a:bodyPr anchorCtr="0" anchor="t" bIns="0" lIns="0" spcFirstLastPara="1" rIns="0" wrap="square" tIns="0">
            <a:normAutofit/>
          </a:bodyPr>
          <a:lstStyle>
            <a:lvl1pPr indent="-228600" lvl="0" marL="457200" marR="0" rtl="0" algn="l">
              <a:lnSpc>
                <a:spcPct val="90000"/>
              </a:lnSpc>
              <a:spcBef>
                <a:spcPts val="800"/>
              </a:spcBef>
              <a:spcAft>
                <a:spcPts val="0"/>
              </a:spcAft>
              <a:buClr>
                <a:schemeClr val="dk1"/>
              </a:buClr>
              <a:buSzPts val="1100"/>
              <a:buFont typeface="Verizon NHG TX"/>
              <a:buNone/>
              <a:defRPr b="1" i="0" sz="11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500"/>
              </a:spcBef>
              <a:spcAft>
                <a:spcPts val="0"/>
              </a:spcAft>
              <a:buClr>
                <a:schemeClr val="dk1"/>
              </a:buClr>
              <a:buSzPts val="900"/>
              <a:buFont typeface="Verizon NHG TX"/>
              <a:buNone/>
              <a:defRPr b="0" i="0" sz="900" u="none" cap="none" strike="noStrike">
                <a:solidFill>
                  <a:schemeClr val="dk1"/>
                </a:solidFill>
                <a:latin typeface="Verizon NHG TX"/>
                <a:ea typeface="Verizon NHG TX"/>
                <a:cs typeface="Verizon NHG TX"/>
                <a:sym typeface="Verizon NHG TX"/>
              </a:defRPr>
            </a:lvl2pPr>
            <a:lvl3pPr indent="-285750" lvl="2" marL="1371600" marR="0" rtl="0" algn="l">
              <a:lnSpc>
                <a:spcPct val="90000"/>
              </a:lnSpc>
              <a:spcBef>
                <a:spcPts val="9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3pPr>
            <a:lvl4pPr indent="-285750" lvl="3" marL="1828800" marR="0" rtl="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4pPr>
            <a:lvl5pPr indent="-285750" lvl="4" marL="2286000" marR="0" rtl="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e chart - White">
  <p:cSld name="Pie chart - White">
    <p:bg>
      <p:bgPr>
        <a:solidFill>
          <a:schemeClr val="lt1"/>
        </a:solidFill>
      </p:bgPr>
    </p:bg>
    <p:spTree>
      <p:nvGrpSpPr>
        <p:cNvPr id="686" name="Shape 686"/>
        <p:cNvGrpSpPr/>
        <p:nvPr/>
      </p:nvGrpSpPr>
      <p:grpSpPr>
        <a:xfrm>
          <a:off x="0" y="0"/>
          <a:ext cx="0" cy="0"/>
          <a:chOff x="0" y="0"/>
          <a:chExt cx="0" cy="0"/>
        </a:xfrm>
      </p:grpSpPr>
      <p:pic>
        <p:nvPicPr>
          <p:cNvPr id="687" name="Google Shape;687;p99"/>
          <p:cNvPicPr preferRelativeResize="0"/>
          <p:nvPr/>
        </p:nvPicPr>
        <p:blipFill rotWithShape="1">
          <a:blip r:embed="rId2">
            <a:alphaModFix/>
          </a:blip>
          <a:srcRect b="0" l="0" r="0" t="0"/>
          <a:stretch/>
        </p:blipFill>
        <p:spPr>
          <a:xfrm>
            <a:off x="229133" y="4768923"/>
            <a:ext cx="637643" cy="142756"/>
          </a:xfrm>
          <a:prstGeom prst="rect">
            <a:avLst/>
          </a:prstGeom>
          <a:noFill/>
          <a:ln>
            <a:noFill/>
          </a:ln>
        </p:spPr>
      </p:pic>
      <p:sp>
        <p:nvSpPr>
          <p:cNvPr id="688" name="Google Shape;688;p99"/>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b="0" i="0" sz="1100" u="none" cap="none" strike="noStrike">
              <a:solidFill>
                <a:srgbClr val="000000"/>
              </a:solidFill>
              <a:latin typeface="Verizon NHG TX"/>
              <a:ea typeface="Verizon NHG TX"/>
              <a:cs typeface="Verizon NHG TX"/>
              <a:sym typeface="Verizon NHG TX"/>
            </a:endParaRPr>
          </a:p>
        </p:txBody>
      </p:sp>
      <p:sp>
        <p:nvSpPr>
          <p:cNvPr id="689" name="Google Shape;689;p99"/>
          <p:cNvSpPr txBox="1"/>
          <p:nvPr/>
        </p:nvSpPr>
        <p:spPr>
          <a:xfrm>
            <a:off x="8642255" y="4759509"/>
            <a:ext cx="272700" cy="1692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1" i="0" lang="en" sz="1100" u="none" cap="none" strike="noStrike">
                <a:solidFill>
                  <a:schemeClr val="accent1"/>
                </a:solidFill>
                <a:latin typeface="Verizon NHG TX"/>
                <a:ea typeface="Verizon NHG TX"/>
                <a:cs typeface="Verizon NHG TX"/>
                <a:sym typeface="Verizon NHG TX"/>
              </a:rPr>
              <a:t>‹#›</a:t>
            </a:fld>
            <a:endParaRPr b="1" i="0" sz="1100" u="none" cap="none" strike="noStrike">
              <a:solidFill>
                <a:schemeClr val="accent1"/>
              </a:solidFill>
              <a:latin typeface="Verizon NHG TX"/>
              <a:ea typeface="Verizon NHG TX"/>
              <a:cs typeface="Verizon NHG TX"/>
              <a:sym typeface="Verizon NHG TX"/>
            </a:endParaRPr>
          </a:p>
        </p:txBody>
      </p:sp>
      <p:sp>
        <p:nvSpPr>
          <p:cNvPr id="690" name="Google Shape;690;p99"/>
          <p:cNvSpPr txBox="1"/>
          <p:nvPr>
            <p:ph idx="1" type="body"/>
          </p:nvPr>
        </p:nvSpPr>
        <p:spPr>
          <a:xfrm>
            <a:off x="228600" y="4229100"/>
            <a:ext cx="2817000" cy="422700"/>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accent5"/>
              </a:buClr>
              <a:buSzPts val="600"/>
              <a:buFont typeface="Verizon NHG TX"/>
              <a:buNone/>
              <a:defRPr b="0" i="0" sz="6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cxnSp>
        <p:nvCxnSpPr>
          <p:cNvPr id="691" name="Google Shape;691;p99"/>
          <p:cNvCxnSpPr/>
          <p:nvPr/>
        </p:nvCxnSpPr>
        <p:spPr>
          <a:xfrm>
            <a:off x="226219" y="4142474"/>
            <a:ext cx="1705200" cy="0"/>
          </a:xfrm>
          <a:prstGeom prst="straightConnector1">
            <a:avLst/>
          </a:prstGeom>
          <a:noFill/>
          <a:ln cap="flat" cmpd="sng" w="9525">
            <a:solidFill>
              <a:srgbClr val="7F7F7F"/>
            </a:solidFill>
            <a:prstDash val="solid"/>
            <a:miter lim="800000"/>
            <a:headEnd len="sm" w="sm" type="none"/>
            <a:tailEnd len="sm" w="sm" type="none"/>
          </a:ln>
        </p:spPr>
      </p:cxnSp>
      <p:sp>
        <p:nvSpPr>
          <p:cNvPr id="692" name="Google Shape;692;p99"/>
          <p:cNvSpPr txBox="1"/>
          <p:nvPr>
            <p:ph idx="2" type="body"/>
          </p:nvPr>
        </p:nvSpPr>
        <p:spPr>
          <a:xfrm>
            <a:off x="228601" y="228600"/>
            <a:ext cx="4282800" cy="1158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693" name="Google Shape;693;p99"/>
          <p:cNvSpPr txBox="1"/>
          <p:nvPr>
            <p:ph idx="3" type="body"/>
          </p:nvPr>
        </p:nvSpPr>
        <p:spPr>
          <a:xfrm>
            <a:off x="228599" y="359209"/>
            <a:ext cx="4282800" cy="5553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694" name="Google Shape;694;p99"/>
          <p:cNvSpPr txBox="1"/>
          <p:nvPr>
            <p:ph idx="4" type="body"/>
          </p:nvPr>
        </p:nvSpPr>
        <p:spPr>
          <a:xfrm>
            <a:off x="228145" y="1028700"/>
            <a:ext cx="3551100" cy="3083700"/>
          </a:xfrm>
          <a:prstGeom prst="rect">
            <a:avLst/>
          </a:prstGeom>
          <a:noFill/>
          <a:ln>
            <a:noFill/>
          </a:ln>
        </p:spPr>
        <p:txBody>
          <a:bodyPr anchorCtr="0" anchor="t" bIns="0" lIns="0" spcFirstLastPara="1" rIns="0" wrap="square" tIns="0">
            <a:normAutofit/>
          </a:bodyPr>
          <a:lstStyle>
            <a:lvl1pPr indent="-228600" lvl="0" marL="457200" marR="0" rtl="0" algn="l">
              <a:lnSpc>
                <a:spcPct val="90000"/>
              </a:lnSpc>
              <a:spcBef>
                <a:spcPts val="800"/>
              </a:spcBef>
              <a:spcAft>
                <a:spcPts val="0"/>
              </a:spcAft>
              <a:buClr>
                <a:schemeClr val="dk1"/>
              </a:buClr>
              <a:buSzPts val="1100"/>
              <a:buFont typeface="Verizon NHG TX"/>
              <a:buNone/>
              <a:defRPr b="1" i="0" sz="11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500"/>
              </a:spcBef>
              <a:spcAft>
                <a:spcPts val="0"/>
              </a:spcAft>
              <a:buClr>
                <a:schemeClr val="dk1"/>
              </a:buClr>
              <a:buSzPts val="900"/>
              <a:buFont typeface="Verizon NHG TX"/>
              <a:buNone/>
              <a:defRPr b="0" i="0" sz="900" u="none" cap="none" strike="noStrike">
                <a:solidFill>
                  <a:schemeClr val="dk1"/>
                </a:solidFill>
                <a:latin typeface="Verizon NHG TX"/>
                <a:ea typeface="Verizon NHG TX"/>
                <a:cs typeface="Verizon NHG TX"/>
                <a:sym typeface="Verizon NHG TX"/>
              </a:defRPr>
            </a:lvl2pPr>
            <a:lvl3pPr indent="-285750" lvl="2" marL="1371600" marR="0" rtl="0" algn="l">
              <a:lnSpc>
                <a:spcPct val="90000"/>
              </a:lnSpc>
              <a:spcBef>
                <a:spcPts val="9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3pPr>
            <a:lvl4pPr indent="-285750" lvl="3" marL="1828800" marR="0" rtl="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4pPr>
            <a:lvl5pPr indent="-285750" lvl="4" marL="2286000" marR="0" rtl="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ne chart - White">
  <p:cSld name="Line chart - White">
    <p:bg>
      <p:bgPr>
        <a:solidFill>
          <a:schemeClr val="lt1"/>
        </a:solidFill>
      </p:bgPr>
    </p:bg>
    <p:spTree>
      <p:nvGrpSpPr>
        <p:cNvPr id="695" name="Shape 695"/>
        <p:cNvGrpSpPr/>
        <p:nvPr/>
      </p:nvGrpSpPr>
      <p:grpSpPr>
        <a:xfrm>
          <a:off x="0" y="0"/>
          <a:ext cx="0" cy="0"/>
          <a:chOff x="0" y="0"/>
          <a:chExt cx="0" cy="0"/>
        </a:xfrm>
      </p:grpSpPr>
      <p:pic>
        <p:nvPicPr>
          <p:cNvPr id="696" name="Google Shape;696;p100"/>
          <p:cNvPicPr preferRelativeResize="0"/>
          <p:nvPr/>
        </p:nvPicPr>
        <p:blipFill rotWithShape="1">
          <a:blip r:embed="rId2">
            <a:alphaModFix/>
          </a:blip>
          <a:srcRect b="0" l="0" r="0" t="0"/>
          <a:stretch/>
        </p:blipFill>
        <p:spPr>
          <a:xfrm>
            <a:off x="229133" y="4768923"/>
            <a:ext cx="637643" cy="142756"/>
          </a:xfrm>
          <a:prstGeom prst="rect">
            <a:avLst/>
          </a:prstGeom>
          <a:noFill/>
          <a:ln>
            <a:noFill/>
          </a:ln>
        </p:spPr>
      </p:pic>
      <p:sp>
        <p:nvSpPr>
          <p:cNvPr id="697" name="Google Shape;697;p100"/>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b="0" i="0" sz="1100" u="none" cap="none" strike="noStrike">
              <a:solidFill>
                <a:srgbClr val="000000"/>
              </a:solidFill>
              <a:latin typeface="Verizon NHG TX"/>
              <a:ea typeface="Verizon NHG TX"/>
              <a:cs typeface="Verizon NHG TX"/>
              <a:sym typeface="Verizon NHG TX"/>
            </a:endParaRPr>
          </a:p>
        </p:txBody>
      </p:sp>
      <p:sp>
        <p:nvSpPr>
          <p:cNvPr id="698" name="Google Shape;698;p100"/>
          <p:cNvSpPr txBox="1"/>
          <p:nvPr/>
        </p:nvSpPr>
        <p:spPr>
          <a:xfrm>
            <a:off x="8642255" y="4759509"/>
            <a:ext cx="272700" cy="1692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1" i="0" lang="en" sz="1100" u="none" cap="none" strike="noStrike">
                <a:solidFill>
                  <a:schemeClr val="accent1"/>
                </a:solidFill>
                <a:latin typeface="Verizon NHG TX"/>
                <a:ea typeface="Verizon NHG TX"/>
                <a:cs typeface="Verizon NHG TX"/>
                <a:sym typeface="Verizon NHG TX"/>
              </a:rPr>
              <a:t>‹#›</a:t>
            </a:fld>
            <a:endParaRPr b="1" i="0" sz="1100" u="none" cap="none" strike="noStrike">
              <a:solidFill>
                <a:schemeClr val="accent1"/>
              </a:solidFill>
              <a:latin typeface="Verizon NHG TX"/>
              <a:ea typeface="Verizon NHG TX"/>
              <a:cs typeface="Verizon NHG TX"/>
              <a:sym typeface="Verizon NHG TX"/>
            </a:endParaRPr>
          </a:p>
        </p:txBody>
      </p:sp>
      <p:sp>
        <p:nvSpPr>
          <p:cNvPr id="699" name="Google Shape;699;p100"/>
          <p:cNvSpPr txBox="1"/>
          <p:nvPr>
            <p:ph idx="1" type="body"/>
          </p:nvPr>
        </p:nvSpPr>
        <p:spPr>
          <a:xfrm>
            <a:off x="228601" y="4229100"/>
            <a:ext cx="1690800" cy="422700"/>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accent5"/>
              </a:buClr>
              <a:buSzPts val="600"/>
              <a:buFont typeface="Verizon NHG TX"/>
              <a:buNone/>
              <a:defRPr b="0" i="0" sz="6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cxnSp>
        <p:nvCxnSpPr>
          <p:cNvPr id="700" name="Google Shape;700;p100"/>
          <p:cNvCxnSpPr/>
          <p:nvPr/>
        </p:nvCxnSpPr>
        <p:spPr>
          <a:xfrm>
            <a:off x="226219" y="4142474"/>
            <a:ext cx="1705200" cy="0"/>
          </a:xfrm>
          <a:prstGeom prst="straightConnector1">
            <a:avLst/>
          </a:prstGeom>
          <a:noFill/>
          <a:ln cap="flat" cmpd="sng" w="9525">
            <a:solidFill>
              <a:srgbClr val="7F7F7F"/>
            </a:solidFill>
            <a:prstDash val="solid"/>
            <a:miter lim="800000"/>
            <a:headEnd len="sm" w="sm" type="none"/>
            <a:tailEnd len="sm" w="sm" type="none"/>
          </a:ln>
        </p:spPr>
      </p:cxnSp>
      <p:sp>
        <p:nvSpPr>
          <p:cNvPr id="701" name="Google Shape;701;p100"/>
          <p:cNvSpPr txBox="1"/>
          <p:nvPr>
            <p:ph idx="2" type="body"/>
          </p:nvPr>
        </p:nvSpPr>
        <p:spPr>
          <a:xfrm>
            <a:off x="228601" y="228600"/>
            <a:ext cx="4282800" cy="1158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702" name="Google Shape;702;p100"/>
          <p:cNvSpPr txBox="1"/>
          <p:nvPr>
            <p:ph idx="3" type="body"/>
          </p:nvPr>
        </p:nvSpPr>
        <p:spPr>
          <a:xfrm>
            <a:off x="228599" y="359209"/>
            <a:ext cx="4282800" cy="5553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703" name="Google Shape;703;p100"/>
          <p:cNvSpPr txBox="1"/>
          <p:nvPr>
            <p:ph idx="4" type="body"/>
          </p:nvPr>
        </p:nvSpPr>
        <p:spPr>
          <a:xfrm>
            <a:off x="228145" y="1028700"/>
            <a:ext cx="3551100" cy="3083700"/>
          </a:xfrm>
          <a:prstGeom prst="rect">
            <a:avLst/>
          </a:prstGeom>
          <a:noFill/>
          <a:ln>
            <a:noFill/>
          </a:ln>
        </p:spPr>
        <p:txBody>
          <a:bodyPr anchorCtr="0" anchor="t" bIns="0" lIns="0" spcFirstLastPara="1" rIns="0" wrap="square" tIns="0">
            <a:normAutofit/>
          </a:bodyPr>
          <a:lstStyle>
            <a:lvl1pPr indent="-228600" lvl="0" marL="457200" marR="0" rtl="0" algn="l">
              <a:lnSpc>
                <a:spcPct val="90000"/>
              </a:lnSpc>
              <a:spcBef>
                <a:spcPts val="800"/>
              </a:spcBef>
              <a:spcAft>
                <a:spcPts val="0"/>
              </a:spcAft>
              <a:buClr>
                <a:schemeClr val="dk1"/>
              </a:buClr>
              <a:buSzPts val="1100"/>
              <a:buFont typeface="Verizon NHG TX"/>
              <a:buNone/>
              <a:defRPr b="1" i="0" sz="11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500"/>
              </a:spcBef>
              <a:spcAft>
                <a:spcPts val="0"/>
              </a:spcAft>
              <a:buClr>
                <a:schemeClr val="dk1"/>
              </a:buClr>
              <a:buSzPts val="900"/>
              <a:buFont typeface="Verizon NHG TX"/>
              <a:buNone/>
              <a:defRPr b="0" i="0" sz="900" u="none" cap="none" strike="noStrike">
                <a:solidFill>
                  <a:schemeClr val="dk1"/>
                </a:solidFill>
                <a:latin typeface="Verizon NHG TX"/>
                <a:ea typeface="Verizon NHG TX"/>
                <a:cs typeface="Verizon NHG TX"/>
                <a:sym typeface="Verizon NHG TX"/>
              </a:defRPr>
            </a:lvl2pPr>
            <a:lvl3pPr indent="-285750" lvl="2" marL="1371600" marR="0" rtl="0" algn="l">
              <a:lnSpc>
                <a:spcPct val="90000"/>
              </a:lnSpc>
              <a:spcBef>
                <a:spcPts val="9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3pPr>
            <a:lvl4pPr indent="-285750" lvl="3" marL="1828800" marR="0" rtl="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4pPr>
            <a:lvl5pPr indent="-285750" lvl="4" marL="2286000" marR="0" rtl="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and pyramid diagram - White">
  <p:cSld name="Text and pyramid diagram - White">
    <p:bg>
      <p:bgPr>
        <a:solidFill>
          <a:schemeClr val="lt1"/>
        </a:solidFill>
      </p:bgPr>
    </p:bg>
    <p:spTree>
      <p:nvGrpSpPr>
        <p:cNvPr id="704" name="Shape 704"/>
        <p:cNvGrpSpPr/>
        <p:nvPr/>
      </p:nvGrpSpPr>
      <p:grpSpPr>
        <a:xfrm>
          <a:off x="0" y="0"/>
          <a:ext cx="0" cy="0"/>
          <a:chOff x="0" y="0"/>
          <a:chExt cx="0" cy="0"/>
        </a:xfrm>
      </p:grpSpPr>
      <p:pic>
        <p:nvPicPr>
          <p:cNvPr id="705" name="Google Shape;705;p101"/>
          <p:cNvPicPr preferRelativeResize="0"/>
          <p:nvPr/>
        </p:nvPicPr>
        <p:blipFill rotWithShape="1">
          <a:blip r:embed="rId2">
            <a:alphaModFix/>
          </a:blip>
          <a:srcRect b="0" l="0" r="0" t="0"/>
          <a:stretch/>
        </p:blipFill>
        <p:spPr>
          <a:xfrm>
            <a:off x="229133" y="4768923"/>
            <a:ext cx="637643" cy="142756"/>
          </a:xfrm>
          <a:prstGeom prst="rect">
            <a:avLst/>
          </a:prstGeom>
          <a:noFill/>
          <a:ln>
            <a:noFill/>
          </a:ln>
        </p:spPr>
      </p:pic>
      <p:sp>
        <p:nvSpPr>
          <p:cNvPr id="706" name="Google Shape;706;p101"/>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b="0" i="0" sz="1100" u="none" cap="none" strike="noStrike">
              <a:solidFill>
                <a:srgbClr val="000000"/>
              </a:solidFill>
              <a:latin typeface="Verizon NHG TX"/>
              <a:ea typeface="Verizon NHG TX"/>
              <a:cs typeface="Verizon NHG TX"/>
              <a:sym typeface="Verizon NHG TX"/>
            </a:endParaRPr>
          </a:p>
        </p:txBody>
      </p:sp>
      <p:sp>
        <p:nvSpPr>
          <p:cNvPr id="707" name="Google Shape;707;p101"/>
          <p:cNvSpPr txBox="1"/>
          <p:nvPr/>
        </p:nvSpPr>
        <p:spPr>
          <a:xfrm>
            <a:off x="8642255" y="4759509"/>
            <a:ext cx="272700" cy="1692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1" i="0" lang="en" sz="1100" u="none" cap="none" strike="noStrike">
                <a:solidFill>
                  <a:schemeClr val="accent1"/>
                </a:solidFill>
                <a:latin typeface="Verizon NHG TX"/>
                <a:ea typeface="Verizon NHG TX"/>
                <a:cs typeface="Verizon NHG TX"/>
                <a:sym typeface="Verizon NHG TX"/>
              </a:rPr>
              <a:t>‹#›</a:t>
            </a:fld>
            <a:endParaRPr b="1" i="0" sz="1100" u="none" cap="none" strike="noStrike">
              <a:solidFill>
                <a:schemeClr val="accent1"/>
              </a:solidFill>
              <a:latin typeface="Verizon NHG TX"/>
              <a:ea typeface="Verizon NHG TX"/>
              <a:cs typeface="Verizon NHG TX"/>
              <a:sym typeface="Verizon NHG TX"/>
            </a:endParaRPr>
          </a:p>
        </p:txBody>
      </p:sp>
      <p:sp>
        <p:nvSpPr>
          <p:cNvPr id="708" name="Google Shape;708;p101"/>
          <p:cNvSpPr txBox="1"/>
          <p:nvPr>
            <p:ph idx="1" type="body"/>
          </p:nvPr>
        </p:nvSpPr>
        <p:spPr>
          <a:xfrm>
            <a:off x="228601" y="4229100"/>
            <a:ext cx="1690800" cy="422700"/>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accent5"/>
              </a:buClr>
              <a:buSzPts val="600"/>
              <a:buFont typeface="Verizon NHG TX"/>
              <a:buNone/>
              <a:defRPr b="0" i="0" sz="6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cxnSp>
        <p:nvCxnSpPr>
          <p:cNvPr id="709" name="Google Shape;709;p101"/>
          <p:cNvCxnSpPr/>
          <p:nvPr/>
        </p:nvCxnSpPr>
        <p:spPr>
          <a:xfrm>
            <a:off x="226219" y="4142474"/>
            <a:ext cx="1705200" cy="0"/>
          </a:xfrm>
          <a:prstGeom prst="straightConnector1">
            <a:avLst/>
          </a:prstGeom>
          <a:noFill/>
          <a:ln cap="flat" cmpd="sng" w="9525">
            <a:solidFill>
              <a:srgbClr val="7F7F7F"/>
            </a:solidFill>
            <a:prstDash val="solid"/>
            <a:miter lim="800000"/>
            <a:headEnd len="sm" w="sm" type="none"/>
            <a:tailEnd len="sm" w="sm" type="none"/>
          </a:ln>
        </p:spPr>
      </p:cxnSp>
      <p:sp>
        <p:nvSpPr>
          <p:cNvPr id="710" name="Google Shape;710;p101"/>
          <p:cNvSpPr txBox="1"/>
          <p:nvPr>
            <p:ph idx="2" type="body"/>
          </p:nvPr>
        </p:nvSpPr>
        <p:spPr>
          <a:xfrm>
            <a:off x="228601" y="228600"/>
            <a:ext cx="4282800" cy="1158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711" name="Google Shape;711;p101"/>
          <p:cNvSpPr txBox="1"/>
          <p:nvPr>
            <p:ph idx="3" type="body"/>
          </p:nvPr>
        </p:nvSpPr>
        <p:spPr>
          <a:xfrm>
            <a:off x="228599" y="359209"/>
            <a:ext cx="4282800" cy="5553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712" name="Google Shape;712;p101"/>
          <p:cNvSpPr txBox="1"/>
          <p:nvPr>
            <p:ph idx="4" type="body"/>
          </p:nvPr>
        </p:nvSpPr>
        <p:spPr>
          <a:xfrm>
            <a:off x="228145" y="1028700"/>
            <a:ext cx="3551100" cy="3083700"/>
          </a:xfrm>
          <a:prstGeom prst="rect">
            <a:avLst/>
          </a:prstGeom>
          <a:noFill/>
          <a:ln>
            <a:noFill/>
          </a:ln>
        </p:spPr>
        <p:txBody>
          <a:bodyPr anchorCtr="0" anchor="t" bIns="0" lIns="0" spcFirstLastPara="1" rIns="0" wrap="square" tIns="0">
            <a:normAutofit/>
          </a:bodyPr>
          <a:lstStyle>
            <a:lvl1pPr indent="-228600" lvl="0" marL="457200" marR="0" rtl="0" algn="l">
              <a:lnSpc>
                <a:spcPct val="90000"/>
              </a:lnSpc>
              <a:spcBef>
                <a:spcPts val="800"/>
              </a:spcBef>
              <a:spcAft>
                <a:spcPts val="0"/>
              </a:spcAft>
              <a:buClr>
                <a:schemeClr val="dk1"/>
              </a:buClr>
              <a:buSzPts val="1100"/>
              <a:buFont typeface="Verizon NHG TX"/>
              <a:buNone/>
              <a:defRPr b="1" i="0" sz="11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500"/>
              </a:spcBef>
              <a:spcAft>
                <a:spcPts val="0"/>
              </a:spcAft>
              <a:buClr>
                <a:schemeClr val="dk1"/>
              </a:buClr>
              <a:buSzPts val="900"/>
              <a:buFont typeface="Verizon NHG TX"/>
              <a:buNone/>
              <a:defRPr b="0" i="0" sz="900" u="none" cap="none" strike="noStrike">
                <a:solidFill>
                  <a:schemeClr val="dk1"/>
                </a:solidFill>
                <a:latin typeface="Verizon NHG TX"/>
                <a:ea typeface="Verizon NHG TX"/>
                <a:cs typeface="Verizon NHG TX"/>
                <a:sym typeface="Verizon NHG TX"/>
              </a:defRPr>
            </a:lvl2pPr>
            <a:lvl3pPr indent="-285750" lvl="2" marL="1371600" marR="0" rtl="0" algn="l">
              <a:lnSpc>
                <a:spcPct val="90000"/>
              </a:lnSpc>
              <a:spcBef>
                <a:spcPts val="9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3pPr>
            <a:lvl4pPr indent="-285750" lvl="3" marL="1828800" marR="0" rtl="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4pPr>
            <a:lvl5pPr indent="-285750" lvl="4" marL="2286000" marR="0" rtl="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and radial chart - White">
  <p:cSld name="Text and radial chart - White">
    <p:bg>
      <p:bgPr>
        <a:solidFill>
          <a:schemeClr val="lt1"/>
        </a:solidFill>
      </p:bgPr>
    </p:bg>
    <p:spTree>
      <p:nvGrpSpPr>
        <p:cNvPr id="713" name="Shape 713"/>
        <p:cNvGrpSpPr/>
        <p:nvPr/>
      </p:nvGrpSpPr>
      <p:grpSpPr>
        <a:xfrm>
          <a:off x="0" y="0"/>
          <a:ext cx="0" cy="0"/>
          <a:chOff x="0" y="0"/>
          <a:chExt cx="0" cy="0"/>
        </a:xfrm>
      </p:grpSpPr>
      <p:pic>
        <p:nvPicPr>
          <p:cNvPr id="714" name="Google Shape;714;p102"/>
          <p:cNvPicPr preferRelativeResize="0"/>
          <p:nvPr/>
        </p:nvPicPr>
        <p:blipFill rotWithShape="1">
          <a:blip r:embed="rId2">
            <a:alphaModFix/>
          </a:blip>
          <a:srcRect b="0" l="0" r="0" t="0"/>
          <a:stretch/>
        </p:blipFill>
        <p:spPr>
          <a:xfrm>
            <a:off x="229133" y="4768923"/>
            <a:ext cx="637643" cy="142756"/>
          </a:xfrm>
          <a:prstGeom prst="rect">
            <a:avLst/>
          </a:prstGeom>
          <a:noFill/>
          <a:ln>
            <a:noFill/>
          </a:ln>
        </p:spPr>
      </p:pic>
      <p:sp>
        <p:nvSpPr>
          <p:cNvPr id="715" name="Google Shape;715;p102"/>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b="0" i="0" sz="1100" u="none" cap="none" strike="noStrike">
              <a:solidFill>
                <a:srgbClr val="000000"/>
              </a:solidFill>
              <a:latin typeface="Verizon NHG TX"/>
              <a:ea typeface="Verizon NHG TX"/>
              <a:cs typeface="Verizon NHG TX"/>
              <a:sym typeface="Verizon NHG TX"/>
            </a:endParaRPr>
          </a:p>
        </p:txBody>
      </p:sp>
      <p:sp>
        <p:nvSpPr>
          <p:cNvPr id="716" name="Google Shape;716;p102"/>
          <p:cNvSpPr txBox="1"/>
          <p:nvPr/>
        </p:nvSpPr>
        <p:spPr>
          <a:xfrm>
            <a:off x="8642255" y="4759509"/>
            <a:ext cx="272700" cy="1692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1" i="0" lang="en" sz="1100" u="none" cap="none" strike="noStrike">
                <a:solidFill>
                  <a:schemeClr val="accent1"/>
                </a:solidFill>
                <a:latin typeface="Verizon NHG TX"/>
                <a:ea typeface="Verizon NHG TX"/>
                <a:cs typeface="Verizon NHG TX"/>
                <a:sym typeface="Verizon NHG TX"/>
              </a:rPr>
              <a:t>‹#›</a:t>
            </a:fld>
            <a:endParaRPr b="1" i="0" sz="1100" u="none" cap="none" strike="noStrike">
              <a:solidFill>
                <a:schemeClr val="accent1"/>
              </a:solidFill>
              <a:latin typeface="Verizon NHG TX"/>
              <a:ea typeface="Verizon NHG TX"/>
              <a:cs typeface="Verizon NHG TX"/>
              <a:sym typeface="Verizon NHG TX"/>
            </a:endParaRPr>
          </a:p>
        </p:txBody>
      </p:sp>
      <p:sp>
        <p:nvSpPr>
          <p:cNvPr id="717" name="Google Shape;717;p102"/>
          <p:cNvSpPr txBox="1"/>
          <p:nvPr>
            <p:ph idx="1" type="body"/>
          </p:nvPr>
        </p:nvSpPr>
        <p:spPr>
          <a:xfrm>
            <a:off x="228601" y="4229100"/>
            <a:ext cx="1690800" cy="422700"/>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accent5"/>
              </a:buClr>
              <a:buSzPts val="600"/>
              <a:buFont typeface="Verizon NHG TX"/>
              <a:buNone/>
              <a:defRPr b="0" i="0" sz="6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cxnSp>
        <p:nvCxnSpPr>
          <p:cNvPr id="718" name="Google Shape;718;p102"/>
          <p:cNvCxnSpPr/>
          <p:nvPr/>
        </p:nvCxnSpPr>
        <p:spPr>
          <a:xfrm>
            <a:off x="226219" y="4142474"/>
            <a:ext cx="1705200" cy="0"/>
          </a:xfrm>
          <a:prstGeom prst="straightConnector1">
            <a:avLst/>
          </a:prstGeom>
          <a:noFill/>
          <a:ln cap="flat" cmpd="sng" w="9525">
            <a:solidFill>
              <a:srgbClr val="7F7F7F"/>
            </a:solidFill>
            <a:prstDash val="solid"/>
            <a:miter lim="800000"/>
            <a:headEnd len="sm" w="sm" type="none"/>
            <a:tailEnd len="sm" w="sm" type="none"/>
          </a:ln>
        </p:spPr>
      </p:cxnSp>
      <p:sp>
        <p:nvSpPr>
          <p:cNvPr id="719" name="Google Shape;719;p102"/>
          <p:cNvSpPr txBox="1"/>
          <p:nvPr>
            <p:ph idx="2" type="body"/>
          </p:nvPr>
        </p:nvSpPr>
        <p:spPr>
          <a:xfrm>
            <a:off x="228601" y="228600"/>
            <a:ext cx="4282800" cy="1158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720" name="Google Shape;720;p102"/>
          <p:cNvSpPr txBox="1"/>
          <p:nvPr>
            <p:ph idx="3" type="body"/>
          </p:nvPr>
        </p:nvSpPr>
        <p:spPr>
          <a:xfrm>
            <a:off x="228599" y="359209"/>
            <a:ext cx="4282800" cy="5553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721" name="Google Shape;721;p102"/>
          <p:cNvSpPr txBox="1"/>
          <p:nvPr>
            <p:ph idx="4" type="body"/>
          </p:nvPr>
        </p:nvSpPr>
        <p:spPr>
          <a:xfrm>
            <a:off x="228145" y="1028700"/>
            <a:ext cx="3551100" cy="3083700"/>
          </a:xfrm>
          <a:prstGeom prst="rect">
            <a:avLst/>
          </a:prstGeom>
          <a:noFill/>
          <a:ln>
            <a:noFill/>
          </a:ln>
        </p:spPr>
        <p:txBody>
          <a:bodyPr anchorCtr="0" anchor="t" bIns="0" lIns="0" spcFirstLastPara="1" rIns="0" wrap="square" tIns="0">
            <a:normAutofit/>
          </a:bodyPr>
          <a:lstStyle>
            <a:lvl1pPr indent="-228600" lvl="0" marL="457200" marR="0" rtl="0" algn="l">
              <a:lnSpc>
                <a:spcPct val="90000"/>
              </a:lnSpc>
              <a:spcBef>
                <a:spcPts val="800"/>
              </a:spcBef>
              <a:spcAft>
                <a:spcPts val="0"/>
              </a:spcAft>
              <a:buClr>
                <a:schemeClr val="dk1"/>
              </a:buClr>
              <a:buSzPts val="1100"/>
              <a:buFont typeface="Verizon NHG TX"/>
              <a:buNone/>
              <a:defRPr b="1" i="0" sz="11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500"/>
              </a:spcBef>
              <a:spcAft>
                <a:spcPts val="0"/>
              </a:spcAft>
              <a:buClr>
                <a:schemeClr val="dk1"/>
              </a:buClr>
              <a:buSzPts val="900"/>
              <a:buFont typeface="Verizon NHG TX"/>
              <a:buNone/>
              <a:defRPr b="0" i="0" sz="900" u="none" cap="none" strike="noStrike">
                <a:solidFill>
                  <a:schemeClr val="dk1"/>
                </a:solidFill>
                <a:latin typeface="Verizon NHG TX"/>
                <a:ea typeface="Verizon NHG TX"/>
                <a:cs typeface="Verizon NHG TX"/>
                <a:sym typeface="Verizon NHG TX"/>
              </a:defRPr>
            </a:lvl2pPr>
            <a:lvl3pPr indent="-285750" lvl="2" marL="1371600" marR="0" rtl="0" algn="l">
              <a:lnSpc>
                <a:spcPct val="90000"/>
              </a:lnSpc>
              <a:spcBef>
                <a:spcPts val="9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3pPr>
            <a:lvl4pPr indent="-285750" lvl="3" marL="1828800" marR="0" rtl="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4pPr>
            <a:lvl5pPr indent="-285750" lvl="4" marL="2286000" marR="0" rtl="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nn diagram chart - White">
  <p:cSld name="Venn diagram chart - White">
    <p:bg>
      <p:bgPr>
        <a:solidFill>
          <a:schemeClr val="lt1"/>
        </a:solidFill>
      </p:bgPr>
    </p:bg>
    <p:spTree>
      <p:nvGrpSpPr>
        <p:cNvPr id="722" name="Shape 722"/>
        <p:cNvGrpSpPr/>
        <p:nvPr/>
      </p:nvGrpSpPr>
      <p:grpSpPr>
        <a:xfrm>
          <a:off x="0" y="0"/>
          <a:ext cx="0" cy="0"/>
          <a:chOff x="0" y="0"/>
          <a:chExt cx="0" cy="0"/>
        </a:xfrm>
      </p:grpSpPr>
      <p:pic>
        <p:nvPicPr>
          <p:cNvPr id="723" name="Google Shape;723;p103"/>
          <p:cNvPicPr preferRelativeResize="0"/>
          <p:nvPr/>
        </p:nvPicPr>
        <p:blipFill rotWithShape="1">
          <a:blip r:embed="rId2">
            <a:alphaModFix/>
          </a:blip>
          <a:srcRect b="0" l="0" r="0" t="0"/>
          <a:stretch/>
        </p:blipFill>
        <p:spPr>
          <a:xfrm>
            <a:off x="229133" y="4768923"/>
            <a:ext cx="637643" cy="142756"/>
          </a:xfrm>
          <a:prstGeom prst="rect">
            <a:avLst/>
          </a:prstGeom>
          <a:noFill/>
          <a:ln>
            <a:noFill/>
          </a:ln>
        </p:spPr>
      </p:pic>
      <p:sp>
        <p:nvSpPr>
          <p:cNvPr id="724" name="Google Shape;724;p103"/>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b="0" i="0" sz="1100" u="none" cap="none" strike="noStrike">
              <a:solidFill>
                <a:srgbClr val="000000"/>
              </a:solidFill>
              <a:latin typeface="Verizon NHG TX"/>
              <a:ea typeface="Verizon NHG TX"/>
              <a:cs typeface="Verizon NHG TX"/>
              <a:sym typeface="Verizon NHG TX"/>
            </a:endParaRPr>
          </a:p>
        </p:txBody>
      </p:sp>
      <p:sp>
        <p:nvSpPr>
          <p:cNvPr id="725" name="Google Shape;725;p103"/>
          <p:cNvSpPr txBox="1"/>
          <p:nvPr/>
        </p:nvSpPr>
        <p:spPr>
          <a:xfrm>
            <a:off x="8642255" y="4759509"/>
            <a:ext cx="272700" cy="1692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1" i="0" lang="en" sz="1100" u="none" cap="none" strike="noStrike">
                <a:solidFill>
                  <a:schemeClr val="accent1"/>
                </a:solidFill>
                <a:latin typeface="Verizon NHG TX"/>
                <a:ea typeface="Verizon NHG TX"/>
                <a:cs typeface="Verizon NHG TX"/>
                <a:sym typeface="Verizon NHG TX"/>
              </a:rPr>
              <a:t>‹#›</a:t>
            </a:fld>
            <a:endParaRPr b="1" i="0" sz="1100" u="none" cap="none" strike="noStrike">
              <a:solidFill>
                <a:schemeClr val="accent1"/>
              </a:solidFill>
              <a:latin typeface="Verizon NHG TX"/>
              <a:ea typeface="Verizon NHG TX"/>
              <a:cs typeface="Verizon NHG TX"/>
              <a:sym typeface="Verizon NHG TX"/>
            </a:endParaRPr>
          </a:p>
        </p:txBody>
      </p:sp>
      <p:sp>
        <p:nvSpPr>
          <p:cNvPr id="726" name="Google Shape;726;p103"/>
          <p:cNvSpPr txBox="1"/>
          <p:nvPr>
            <p:ph idx="1" type="body"/>
          </p:nvPr>
        </p:nvSpPr>
        <p:spPr>
          <a:xfrm>
            <a:off x="228601" y="4229100"/>
            <a:ext cx="1690800" cy="422700"/>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accent5"/>
              </a:buClr>
              <a:buSzPts val="600"/>
              <a:buFont typeface="Verizon NHG TX"/>
              <a:buNone/>
              <a:defRPr b="0" i="0" sz="6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cxnSp>
        <p:nvCxnSpPr>
          <p:cNvPr id="727" name="Google Shape;727;p103"/>
          <p:cNvCxnSpPr/>
          <p:nvPr/>
        </p:nvCxnSpPr>
        <p:spPr>
          <a:xfrm>
            <a:off x="226219" y="4142474"/>
            <a:ext cx="1705200" cy="0"/>
          </a:xfrm>
          <a:prstGeom prst="straightConnector1">
            <a:avLst/>
          </a:prstGeom>
          <a:noFill/>
          <a:ln cap="flat" cmpd="sng" w="9525">
            <a:solidFill>
              <a:srgbClr val="7F7F7F"/>
            </a:solidFill>
            <a:prstDash val="solid"/>
            <a:miter lim="800000"/>
            <a:headEnd len="sm" w="sm" type="none"/>
            <a:tailEnd len="sm" w="sm" type="none"/>
          </a:ln>
        </p:spPr>
      </p:cxnSp>
      <p:sp>
        <p:nvSpPr>
          <p:cNvPr id="728" name="Google Shape;728;p103"/>
          <p:cNvSpPr txBox="1"/>
          <p:nvPr>
            <p:ph idx="2" type="body"/>
          </p:nvPr>
        </p:nvSpPr>
        <p:spPr>
          <a:xfrm>
            <a:off x="228601" y="228600"/>
            <a:ext cx="4282800" cy="1158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729" name="Google Shape;729;p103"/>
          <p:cNvSpPr txBox="1"/>
          <p:nvPr>
            <p:ph idx="3" type="body"/>
          </p:nvPr>
        </p:nvSpPr>
        <p:spPr>
          <a:xfrm>
            <a:off x="228599" y="359209"/>
            <a:ext cx="4282800" cy="5553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730" name="Google Shape;730;p103"/>
          <p:cNvSpPr txBox="1"/>
          <p:nvPr>
            <p:ph idx="4" type="body"/>
          </p:nvPr>
        </p:nvSpPr>
        <p:spPr>
          <a:xfrm>
            <a:off x="228145" y="1028700"/>
            <a:ext cx="3551100" cy="3083700"/>
          </a:xfrm>
          <a:prstGeom prst="rect">
            <a:avLst/>
          </a:prstGeom>
          <a:noFill/>
          <a:ln>
            <a:noFill/>
          </a:ln>
        </p:spPr>
        <p:txBody>
          <a:bodyPr anchorCtr="0" anchor="t" bIns="0" lIns="0" spcFirstLastPara="1" rIns="0" wrap="square" tIns="0">
            <a:normAutofit/>
          </a:bodyPr>
          <a:lstStyle>
            <a:lvl1pPr indent="-228600" lvl="0" marL="457200" marR="0" rtl="0" algn="l">
              <a:lnSpc>
                <a:spcPct val="90000"/>
              </a:lnSpc>
              <a:spcBef>
                <a:spcPts val="800"/>
              </a:spcBef>
              <a:spcAft>
                <a:spcPts val="0"/>
              </a:spcAft>
              <a:buClr>
                <a:schemeClr val="dk1"/>
              </a:buClr>
              <a:buSzPts val="1100"/>
              <a:buFont typeface="Verizon NHG TX"/>
              <a:buNone/>
              <a:defRPr b="1" i="0" sz="11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500"/>
              </a:spcBef>
              <a:spcAft>
                <a:spcPts val="0"/>
              </a:spcAft>
              <a:buClr>
                <a:schemeClr val="dk1"/>
              </a:buClr>
              <a:buSzPts val="900"/>
              <a:buFont typeface="Verizon NHG TX"/>
              <a:buNone/>
              <a:defRPr b="0" i="0" sz="900" u="none" cap="none" strike="noStrike">
                <a:solidFill>
                  <a:schemeClr val="dk1"/>
                </a:solidFill>
                <a:latin typeface="Verizon NHG TX"/>
                <a:ea typeface="Verizon NHG TX"/>
                <a:cs typeface="Verizon NHG TX"/>
                <a:sym typeface="Verizon NHG TX"/>
              </a:defRPr>
            </a:lvl2pPr>
            <a:lvl3pPr indent="-285750" lvl="2" marL="1371600" marR="0" rtl="0" algn="l">
              <a:lnSpc>
                <a:spcPct val="90000"/>
              </a:lnSpc>
              <a:spcBef>
                <a:spcPts val="9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3pPr>
            <a:lvl4pPr indent="-285750" lvl="3" marL="1828800" marR="0" rtl="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4pPr>
            <a:lvl5pPr indent="-285750" lvl="4" marL="2286000" marR="0" rtl="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cked venn diagram chart - White'">
  <p:cSld name="Stacked venn diagram chart - White'">
    <p:bg>
      <p:bgPr>
        <a:solidFill>
          <a:schemeClr val="lt1"/>
        </a:solidFill>
      </p:bgPr>
    </p:bg>
    <p:spTree>
      <p:nvGrpSpPr>
        <p:cNvPr id="731" name="Shape 731"/>
        <p:cNvGrpSpPr/>
        <p:nvPr/>
      </p:nvGrpSpPr>
      <p:grpSpPr>
        <a:xfrm>
          <a:off x="0" y="0"/>
          <a:ext cx="0" cy="0"/>
          <a:chOff x="0" y="0"/>
          <a:chExt cx="0" cy="0"/>
        </a:xfrm>
      </p:grpSpPr>
      <p:pic>
        <p:nvPicPr>
          <p:cNvPr id="732" name="Google Shape;732;p104"/>
          <p:cNvPicPr preferRelativeResize="0"/>
          <p:nvPr/>
        </p:nvPicPr>
        <p:blipFill rotWithShape="1">
          <a:blip r:embed="rId2">
            <a:alphaModFix/>
          </a:blip>
          <a:srcRect b="0" l="0" r="0" t="0"/>
          <a:stretch/>
        </p:blipFill>
        <p:spPr>
          <a:xfrm>
            <a:off x="229133" y="4768923"/>
            <a:ext cx="637643" cy="142756"/>
          </a:xfrm>
          <a:prstGeom prst="rect">
            <a:avLst/>
          </a:prstGeom>
          <a:noFill/>
          <a:ln>
            <a:noFill/>
          </a:ln>
        </p:spPr>
      </p:pic>
      <p:sp>
        <p:nvSpPr>
          <p:cNvPr id="733" name="Google Shape;733;p104"/>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b="0" i="0" sz="1100" u="none" cap="none" strike="noStrike">
              <a:solidFill>
                <a:srgbClr val="000000"/>
              </a:solidFill>
              <a:latin typeface="Verizon NHG TX"/>
              <a:ea typeface="Verizon NHG TX"/>
              <a:cs typeface="Verizon NHG TX"/>
              <a:sym typeface="Verizon NHG TX"/>
            </a:endParaRPr>
          </a:p>
        </p:txBody>
      </p:sp>
      <p:sp>
        <p:nvSpPr>
          <p:cNvPr id="734" name="Google Shape;734;p104"/>
          <p:cNvSpPr txBox="1"/>
          <p:nvPr/>
        </p:nvSpPr>
        <p:spPr>
          <a:xfrm>
            <a:off x="8642255" y="4759509"/>
            <a:ext cx="272700" cy="1692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1" i="0" lang="en" sz="1100" u="none" cap="none" strike="noStrike">
                <a:solidFill>
                  <a:schemeClr val="accent1"/>
                </a:solidFill>
                <a:latin typeface="Verizon NHG TX"/>
                <a:ea typeface="Verizon NHG TX"/>
                <a:cs typeface="Verizon NHG TX"/>
                <a:sym typeface="Verizon NHG TX"/>
              </a:rPr>
              <a:t>‹#›</a:t>
            </a:fld>
            <a:endParaRPr b="1" i="0" sz="1100" u="none" cap="none" strike="noStrike">
              <a:solidFill>
                <a:schemeClr val="accent1"/>
              </a:solidFill>
              <a:latin typeface="Verizon NHG TX"/>
              <a:ea typeface="Verizon NHG TX"/>
              <a:cs typeface="Verizon NHG TX"/>
              <a:sym typeface="Verizon NHG TX"/>
            </a:endParaRPr>
          </a:p>
        </p:txBody>
      </p:sp>
      <p:sp>
        <p:nvSpPr>
          <p:cNvPr id="735" name="Google Shape;735;p104"/>
          <p:cNvSpPr txBox="1"/>
          <p:nvPr>
            <p:ph idx="1" type="body"/>
          </p:nvPr>
        </p:nvSpPr>
        <p:spPr>
          <a:xfrm>
            <a:off x="228601" y="4229100"/>
            <a:ext cx="1690800" cy="422700"/>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accent5"/>
              </a:buClr>
              <a:buSzPts val="600"/>
              <a:buFont typeface="Verizon NHG TX"/>
              <a:buNone/>
              <a:defRPr b="0" i="0" sz="6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cxnSp>
        <p:nvCxnSpPr>
          <p:cNvPr id="736" name="Google Shape;736;p104"/>
          <p:cNvCxnSpPr/>
          <p:nvPr/>
        </p:nvCxnSpPr>
        <p:spPr>
          <a:xfrm>
            <a:off x="226219" y="4142474"/>
            <a:ext cx="1705200" cy="0"/>
          </a:xfrm>
          <a:prstGeom prst="straightConnector1">
            <a:avLst/>
          </a:prstGeom>
          <a:noFill/>
          <a:ln cap="flat" cmpd="sng" w="9525">
            <a:solidFill>
              <a:srgbClr val="7F7F7F"/>
            </a:solidFill>
            <a:prstDash val="solid"/>
            <a:miter lim="800000"/>
            <a:headEnd len="sm" w="sm" type="none"/>
            <a:tailEnd len="sm" w="sm" type="none"/>
          </a:ln>
        </p:spPr>
      </p:cxnSp>
      <p:sp>
        <p:nvSpPr>
          <p:cNvPr id="737" name="Google Shape;737;p104"/>
          <p:cNvSpPr txBox="1"/>
          <p:nvPr>
            <p:ph idx="2" type="body"/>
          </p:nvPr>
        </p:nvSpPr>
        <p:spPr>
          <a:xfrm>
            <a:off x="228601" y="228600"/>
            <a:ext cx="4282800" cy="1158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738" name="Google Shape;738;p104"/>
          <p:cNvSpPr txBox="1"/>
          <p:nvPr>
            <p:ph idx="3" type="body"/>
          </p:nvPr>
        </p:nvSpPr>
        <p:spPr>
          <a:xfrm>
            <a:off x="228599" y="359209"/>
            <a:ext cx="4282800" cy="5553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739" name="Google Shape;739;p104"/>
          <p:cNvSpPr txBox="1"/>
          <p:nvPr>
            <p:ph idx="4" type="body"/>
          </p:nvPr>
        </p:nvSpPr>
        <p:spPr>
          <a:xfrm>
            <a:off x="228145" y="1028700"/>
            <a:ext cx="3551100" cy="3083700"/>
          </a:xfrm>
          <a:prstGeom prst="rect">
            <a:avLst/>
          </a:prstGeom>
          <a:noFill/>
          <a:ln>
            <a:noFill/>
          </a:ln>
        </p:spPr>
        <p:txBody>
          <a:bodyPr anchorCtr="0" anchor="t" bIns="0" lIns="0" spcFirstLastPara="1" rIns="0" wrap="square" tIns="0">
            <a:normAutofit/>
          </a:bodyPr>
          <a:lstStyle>
            <a:lvl1pPr indent="-228600" lvl="0" marL="457200" marR="0" rtl="0" algn="l">
              <a:lnSpc>
                <a:spcPct val="90000"/>
              </a:lnSpc>
              <a:spcBef>
                <a:spcPts val="800"/>
              </a:spcBef>
              <a:spcAft>
                <a:spcPts val="0"/>
              </a:spcAft>
              <a:buClr>
                <a:schemeClr val="dk1"/>
              </a:buClr>
              <a:buSzPts val="1100"/>
              <a:buFont typeface="Verizon NHG TX"/>
              <a:buNone/>
              <a:defRPr b="1" i="0" sz="11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500"/>
              </a:spcBef>
              <a:spcAft>
                <a:spcPts val="0"/>
              </a:spcAft>
              <a:buClr>
                <a:schemeClr val="dk1"/>
              </a:buClr>
              <a:buSzPts val="900"/>
              <a:buFont typeface="Verizon NHG TX"/>
              <a:buNone/>
              <a:defRPr b="0" i="0" sz="900" u="none" cap="none" strike="noStrike">
                <a:solidFill>
                  <a:schemeClr val="dk1"/>
                </a:solidFill>
                <a:latin typeface="Verizon NHG TX"/>
                <a:ea typeface="Verizon NHG TX"/>
                <a:cs typeface="Verizon NHG TX"/>
                <a:sym typeface="Verizon NHG TX"/>
              </a:defRPr>
            </a:lvl2pPr>
            <a:lvl3pPr indent="-285750" lvl="2" marL="1371600" marR="0" rtl="0" algn="l">
              <a:lnSpc>
                <a:spcPct val="90000"/>
              </a:lnSpc>
              <a:spcBef>
                <a:spcPts val="9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3pPr>
            <a:lvl4pPr indent="-285750" lvl="3" marL="1828800" marR="0" rtl="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4pPr>
            <a:lvl5pPr indent="-285750" lvl="4" marL="2286000" marR="0" rtl="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list - White">
  <p:cSld name="Big number list - White">
    <p:bg>
      <p:bgPr>
        <a:solidFill>
          <a:schemeClr val="lt1"/>
        </a:solidFill>
      </p:bgPr>
    </p:bg>
    <p:spTree>
      <p:nvGrpSpPr>
        <p:cNvPr id="740" name="Shape 740"/>
        <p:cNvGrpSpPr/>
        <p:nvPr/>
      </p:nvGrpSpPr>
      <p:grpSpPr>
        <a:xfrm>
          <a:off x="0" y="0"/>
          <a:ext cx="0" cy="0"/>
          <a:chOff x="0" y="0"/>
          <a:chExt cx="0" cy="0"/>
        </a:xfrm>
      </p:grpSpPr>
      <p:sp>
        <p:nvSpPr>
          <p:cNvPr id="741" name="Google Shape;741;p105"/>
          <p:cNvSpPr txBox="1"/>
          <p:nvPr>
            <p:ph idx="1" type="body"/>
          </p:nvPr>
        </p:nvSpPr>
        <p:spPr>
          <a:xfrm>
            <a:off x="228601" y="228600"/>
            <a:ext cx="4282800" cy="1158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pic>
        <p:nvPicPr>
          <p:cNvPr id="742" name="Google Shape;742;p105"/>
          <p:cNvPicPr preferRelativeResize="0"/>
          <p:nvPr/>
        </p:nvPicPr>
        <p:blipFill rotWithShape="1">
          <a:blip r:embed="rId2">
            <a:alphaModFix/>
          </a:blip>
          <a:srcRect b="0" l="0" r="0" t="0"/>
          <a:stretch/>
        </p:blipFill>
        <p:spPr>
          <a:xfrm>
            <a:off x="229133" y="4768923"/>
            <a:ext cx="637643" cy="142756"/>
          </a:xfrm>
          <a:prstGeom prst="rect">
            <a:avLst/>
          </a:prstGeom>
          <a:noFill/>
          <a:ln>
            <a:noFill/>
          </a:ln>
        </p:spPr>
      </p:pic>
      <p:sp>
        <p:nvSpPr>
          <p:cNvPr id="743" name="Google Shape;743;p105"/>
          <p:cNvSpPr txBox="1"/>
          <p:nvPr>
            <p:ph idx="2" type="body"/>
          </p:nvPr>
        </p:nvSpPr>
        <p:spPr>
          <a:xfrm>
            <a:off x="228599" y="359209"/>
            <a:ext cx="4282800" cy="5553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744" name="Google Shape;744;p105"/>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b="0" i="0" sz="1100" u="none" cap="none" strike="noStrike">
              <a:solidFill>
                <a:srgbClr val="000000"/>
              </a:solidFill>
              <a:latin typeface="Verizon NHG TX"/>
              <a:ea typeface="Verizon NHG TX"/>
              <a:cs typeface="Verizon NHG TX"/>
              <a:sym typeface="Verizon NHG TX"/>
            </a:endParaRPr>
          </a:p>
        </p:txBody>
      </p:sp>
      <p:sp>
        <p:nvSpPr>
          <p:cNvPr id="745" name="Google Shape;745;p105"/>
          <p:cNvSpPr txBox="1"/>
          <p:nvPr/>
        </p:nvSpPr>
        <p:spPr>
          <a:xfrm>
            <a:off x="8642255" y="4759509"/>
            <a:ext cx="272700" cy="1692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1" i="0" lang="en" sz="1100" u="none" cap="none" strike="noStrike">
                <a:solidFill>
                  <a:schemeClr val="accent1"/>
                </a:solidFill>
                <a:latin typeface="Verizon NHG TX"/>
                <a:ea typeface="Verizon NHG TX"/>
                <a:cs typeface="Verizon NHG TX"/>
                <a:sym typeface="Verizon NHG TX"/>
              </a:rPr>
              <a:t>‹#›</a:t>
            </a:fld>
            <a:endParaRPr b="1" i="0" sz="1100" u="none" cap="none" strike="noStrike">
              <a:solidFill>
                <a:schemeClr val="accent1"/>
              </a:solidFill>
              <a:latin typeface="Verizon NHG TX"/>
              <a:ea typeface="Verizon NHG TX"/>
              <a:cs typeface="Verizon NHG TX"/>
              <a:sym typeface="Verizon NHG TX"/>
            </a:endParaRPr>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graphic slide - White">
  <p:cSld name="Numbers graphic slide - White">
    <p:bg>
      <p:bgPr>
        <a:solidFill>
          <a:schemeClr val="lt1"/>
        </a:solidFill>
      </p:bgPr>
    </p:bg>
    <p:spTree>
      <p:nvGrpSpPr>
        <p:cNvPr id="746" name="Shape 746"/>
        <p:cNvGrpSpPr/>
        <p:nvPr/>
      </p:nvGrpSpPr>
      <p:grpSpPr>
        <a:xfrm>
          <a:off x="0" y="0"/>
          <a:ext cx="0" cy="0"/>
          <a:chOff x="0" y="0"/>
          <a:chExt cx="0" cy="0"/>
        </a:xfrm>
      </p:grpSpPr>
      <p:sp>
        <p:nvSpPr>
          <p:cNvPr id="747" name="Google Shape;747;p106"/>
          <p:cNvSpPr txBox="1"/>
          <p:nvPr>
            <p:ph idx="1" type="body"/>
          </p:nvPr>
        </p:nvSpPr>
        <p:spPr>
          <a:xfrm>
            <a:off x="228601" y="228600"/>
            <a:ext cx="4282800" cy="1158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pic>
        <p:nvPicPr>
          <p:cNvPr id="748" name="Google Shape;748;p106"/>
          <p:cNvPicPr preferRelativeResize="0"/>
          <p:nvPr/>
        </p:nvPicPr>
        <p:blipFill rotWithShape="1">
          <a:blip r:embed="rId2">
            <a:alphaModFix/>
          </a:blip>
          <a:srcRect b="0" l="0" r="0" t="0"/>
          <a:stretch/>
        </p:blipFill>
        <p:spPr>
          <a:xfrm>
            <a:off x="229133" y="4768923"/>
            <a:ext cx="637643" cy="142756"/>
          </a:xfrm>
          <a:prstGeom prst="rect">
            <a:avLst/>
          </a:prstGeom>
          <a:noFill/>
          <a:ln>
            <a:noFill/>
          </a:ln>
        </p:spPr>
      </p:pic>
      <p:sp>
        <p:nvSpPr>
          <p:cNvPr id="749" name="Google Shape;749;p106"/>
          <p:cNvSpPr txBox="1"/>
          <p:nvPr>
            <p:ph idx="2" type="body"/>
          </p:nvPr>
        </p:nvSpPr>
        <p:spPr>
          <a:xfrm>
            <a:off x="228599" y="359209"/>
            <a:ext cx="4282800" cy="5553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750" name="Google Shape;750;p106"/>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b="0" i="0" sz="1100" u="none" cap="none" strike="noStrike">
              <a:solidFill>
                <a:srgbClr val="000000"/>
              </a:solidFill>
              <a:latin typeface="Verizon NHG TX"/>
              <a:ea typeface="Verizon NHG TX"/>
              <a:cs typeface="Verizon NHG TX"/>
              <a:sym typeface="Verizon NHG TX"/>
            </a:endParaRPr>
          </a:p>
        </p:txBody>
      </p:sp>
      <p:sp>
        <p:nvSpPr>
          <p:cNvPr id="751" name="Google Shape;751;p106"/>
          <p:cNvSpPr txBox="1"/>
          <p:nvPr/>
        </p:nvSpPr>
        <p:spPr>
          <a:xfrm>
            <a:off x="8642255" y="4759509"/>
            <a:ext cx="272700" cy="1692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1" i="0" lang="en" sz="1100" u="none" cap="none" strike="noStrike">
                <a:solidFill>
                  <a:schemeClr val="accent1"/>
                </a:solidFill>
                <a:latin typeface="Verizon NHG TX"/>
                <a:ea typeface="Verizon NHG TX"/>
                <a:cs typeface="Verizon NHG TX"/>
                <a:sym typeface="Verizon NHG TX"/>
              </a:rPr>
              <a:t>‹#›</a:t>
            </a:fld>
            <a:endParaRPr b="1" i="0" sz="1100" u="none" cap="none" strike="noStrike">
              <a:solidFill>
                <a:schemeClr val="accent1"/>
              </a:solidFill>
              <a:latin typeface="Verizon NHG TX"/>
              <a:ea typeface="Verizon NHG TX"/>
              <a:cs typeface="Verizon NHG TX"/>
              <a:sym typeface="Verizon NHG TX"/>
            </a:endParaRPr>
          </a:p>
        </p:txBody>
      </p:sp>
      <p:sp>
        <p:nvSpPr>
          <p:cNvPr id="752" name="Google Shape;752;p106"/>
          <p:cNvSpPr txBox="1"/>
          <p:nvPr>
            <p:ph idx="3" type="body"/>
          </p:nvPr>
        </p:nvSpPr>
        <p:spPr>
          <a:xfrm>
            <a:off x="226219" y="2136748"/>
            <a:ext cx="2819400" cy="3777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753" name="Google Shape;753;p106"/>
          <p:cNvSpPr txBox="1"/>
          <p:nvPr>
            <p:ph idx="4" type="body"/>
          </p:nvPr>
        </p:nvSpPr>
        <p:spPr>
          <a:xfrm>
            <a:off x="226219" y="1028700"/>
            <a:ext cx="2819400" cy="10227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1"/>
              </a:buClr>
              <a:buSzPts val="8100"/>
              <a:buFont typeface="Verizon NHG TX"/>
              <a:buNone/>
              <a:defRPr b="1" i="0" sz="8100" u="none" cap="none" strike="noStrike">
                <a:solidFill>
                  <a:schemeClr val="accent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754" name="Google Shape;754;p106"/>
          <p:cNvSpPr txBox="1"/>
          <p:nvPr>
            <p:ph idx="5" type="body"/>
          </p:nvPr>
        </p:nvSpPr>
        <p:spPr>
          <a:xfrm>
            <a:off x="3161619" y="2136748"/>
            <a:ext cx="2816700" cy="3777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755" name="Google Shape;755;p106"/>
          <p:cNvSpPr txBox="1"/>
          <p:nvPr>
            <p:ph idx="6" type="body"/>
          </p:nvPr>
        </p:nvSpPr>
        <p:spPr>
          <a:xfrm>
            <a:off x="3161619" y="1028700"/>
            <a:ext cx="2819400" cy="10227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1"/>
              </a:buClr>
              <a:buSzPts val="8100"/>
              <a:buFont typeface="Verizon NHG TX"/>
              <a:buNone/>
              <a:defRPr b="1" i="0" sz="8100" u="none" cap="none" strike="noStrike">
                <a:solidFill>
                  <a:schemeClr val="accent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756" name="Google Shape;756;p106"/>
          <p:cNvSpPr txBox="1"/>
          <p:nvPr>
            <p:ph idx="7" type="body"/>
          </p:nvPr>
        </p:nvSpPr>
        <p:spPr>
          <a:xfrm>
            <a:off x="6102803" y="2136748"/>
            <a:ext cx="2810400" cy="3777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757" name="Google Shape;757;p106"/>
          <p:cNvSpPr txBox="1"/>
          <p:nvPr>
            <p:ph idx="8" type="body"/>
          </p:nvPr>
        </p:nvSpPr>
        <p:spPr>
          <a:xfrm>
            <a:off x="6102804" y="1028700"/>
            <a:ext cx="2810400" cy="10227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1"/>
              </a:buClr>
              <a:buSzPts val="8100"/>
              <a:buFont typeface="Verizon NHG TX"/>
              <a:buNone/>
              <a:defRPr b="1" i="0" sz="8100" u="none" cap="none" strike="noStrike">
                <a:solidFill>
                  <a:schemeClr val="accent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758" name="Google Shape;758;p106"/>
          <p:cNvSpPr txBox="1"/>
          <p:nvPr>
            <p:ph idx="9" type="body"/>
          </p:nvPr>
        </p:nvSpPr>
        <p:spPr>
          <a:xfrm>
            <a:off x="226219" y="3736949"/>
            <a:ext cx="2819400" cy="3756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759" name="Google Shape;759;p106"/>
          <p:cNvSpPr txBox="1"/>
          <p:nvPr>
            <p:ph idx="13" type="body"/>
          </p:nvPr>
        </p:nvSpPr>
        <p:spPr>
          <a:xfrm>
            <a:off x="226219" y="2628900"/>
            <a:ext cx="2819400" cy="10227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1"/>
              </a:buClr>
              <a:buSzPts val="8100"/>
              <a:buFont typeface="Verizon NHG TX"/>
              <a:buNone/>
              <a:defRPr b="1" i="0" sz="8100" u="none" cap="none" strike="noStrike">
                <a:solidFill>
                  <a:schemeClr val="accent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760" name="Google Shape;760;p106"/>
          <p:cNvSpPr txBox="1"/>
          <p:nvPr>
            <p:ph idx="14" type="body"/>
          </p:nvPr>
        </p:nvSpPr>
        <p:spPr>
          <a:xfrm>
            <a:off x="3161619" y="3736949"/>
            <a:ext cx="2816700" cy="3756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761" name="Google Shape;761;p106"/>
          <p:cNvSpPr txBox="1"/>
          <p:nvPr>
            <p:ph idx="15" type="body"/>
          </p:nvPr>
        </p:nvSpPr>
        <p:spPr>
          <a:xfrm>
            <a:off x="3161619" y="2628900"/>
            <a:ext cx="2819400" cy="10227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1"/>
              </a:buClr>
              <a:buSzPts val="8100"/>
              <a:buFont typeface="Verizon NHG TX"/>
              <a:buNone/>
              <a:defRPr b="1" i="0" sz="8100" u="none" cap="none" strike="noStrike">
                <a:solidFill>
                  <a:schemeClr val="accent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762" name="Google Shape;762;p106"/>
          <p:cNvSpPr txBox="1"/>
          <p:nvPr>
            <p:ph idx="16" type="body"/>
          </p:nvPr>
        </p:nvSpPr>
        <p:spPr>
          <a:xfrm>
            <a:off x="6102803" y="3736949"/>
            <a:ext cx="2810400" cy="3756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5"/>
              </a:buClr>
              <a:buSzPts val="900"/>
              <a:buFont typeface="Verizon NHG TX"/>
              <a:buNone/>
              <a:defRPr b="0" i="0" sz="900" u="none" cap="none" strike="noStrike">
                <a:solidFill>
                  <a:schemeClr val="accent5"/>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
        <p:nvSpPr>
          <p:cNvPr id="763" name="Google Shape;763;p106"/>
          <p:cNvSpPr txBox="1"/>
          <p:nvPr>
            <p:ph idx="17" type="body"/>
          </p:nvPr>
        </p:nvSpPr>
        <p:spPr>
          <a:xfrm>
            <a:off x="6102804" y="2628900"/>
            <a:ext cx="2810400" cy="10227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accent1"/>
              </a:buClr>
              <a:buSzPts val="8100"/>
              <a:buFont typeface="Verizon NHG TX"/>
              <a:buNone/>
              <a:defRPr b="1" i="0" sz="8100" u="none" cap="none" strike="noStrike">
                <a:solidFill>
                  <a:schemeClr val="accent1"/>
                </a:solidFill>
                <a:latin typeface="Verizon NHG TX"/>
                <a:ea typeface="Verizon NHG TX"/>
                <a:cs typeface="Verizon NHG TX"/>
                <a:sym typeface="Verizon NHG TX"/>
              </a:defRPr>
            </a:lvl1pPr>
            <a:lvl2pPr indent="-228600" lvl="1" marL="914400" marR="0" rtl="0" algn="l">
              <a:lnSpc>
                <a:spcPct val="90000"/>
              </a:lnSpc>
              <a:spcBef>
                <a:spcPts val="400"/>
              </a:spcBef>
              <a:spcAft>
                <a:spcPts val="0"/>
              </a:spcAft>
              <a:buClr>
                <a:schemeClr val="lt1"/>
              </a:buClr>
              <a:buSzPts val="1800"/>
              <a:buFont typeface="Verizon NHG TX"/>
              <a:buNone/>
              <a:defRPr b="0" i="0" sz="1800" u="none" cap="none" strike="noStrike">
                <a:solidFill>
                  <a:schemeClr val="lt1"/>
                </a:solidFill>
                <a:latin typeface="Verizon NHG TX"/>
                <a:ea typeface="Verizon NHG TX"/>
                <a:cs typeface="Verizon NHG TX"/>
                <a:sym typeface="Verizon NHG TX"/>
              </a:defRPr>
            </a:lvl2pPr>
            <a:lvl3pPr indent="-228600" lvl="2" marL="1371600" marR="0" rtl="0" algn="l">
              <a:lnSpc>
                <a:spcPct val="90000"/>
              </a:lnSpc>
              <a:spcBef>
                <a:spcPts val="400"/>
              </a:spcBef>
              <a:spcAft>
                <a:spcPts val="0"/>
              </a:spcAft>
              <a:buClr>
                <a:schemeClr val="lt1"/>
              </a:buClr>
              <a:buSzPts val="1500"/>
              <a:buFont typeface="Verizon NHG TX"/>
              <a:buNone/>
              <a:defRPr b="0" i="0" sz="1500" u="none" cap="none" strike="noStrike">
                <a:solidFill>
                  <a:schemeClr val="lt1"/>
                </a:solidFill>
                <a:latin typeface="Verizon NHG TX"/>
                <a:ea typeface="Verizon NHG TX"/>
                <a:cs typeface="Verizon NHG TX"/>
                <a:sym typeface="Verizon NHG TX"/>
              </a:defRPr>
            </a:lvl3pPr>
            <a:lvl4pPr indent="-228600" lvl="3" marL="18288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4pPr>
            <a:lvl5pPr indent="-228600" lvl="4" marL="2286000" marR="0" rtl="0" algn="l">
              <a:lnSpc>
                <a:spcPct val="90000"/>
              </a:lnSpc>
              <a:spcBef>
                <a:spcPts val="400"/>
              </a:spcBef>
              <a:spcAft>
                <a:spcPts val="0"/>
              </a:spcAft>
              <a:buClr>
                <a:schemeClr val="lt1"/>
              </a:buClr>
              <a:buSzPts val="1400"/>
              <a:buFont typeface="Verizon NHG TX"/>
              <a:buNone/>
              <a:defRPr b="0" i="0" sz="1400" u="none" cap="none" strike="noStrike">
                <a:solidFill>
                  <a:schemeClr val="lt1"/>
                </a:solidFill>
                <a:latin typeface="Verizon NHG TX"/>
                <a:ea typeface="Verizon NHG TX"/>
                <a:cs typeface="Verizon NHG TX"/>
                <a:sym typeface="Verizon NHG TX"/>
              </a:defRPr>
            </a:lvl5pPr>
            <a:lvl6pPr indent="-317500" lvl="5" marL="27432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6pPr>
            <a:lvl7pPr indent="-317500" lvl="6" marL="32004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7pPr>
            <a:lvl8pPr indent="-317500" lvl="7" marL="36576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8pPr>
            <a:lvl9pPr indent="-317500" lvl="8" marL="4114800" marR="0" rtl="0" algn="l">
              <a:lnSpc>
                <a:spcPct val="90000"/>
              </a:lnSpc>
              <a:spcBef>
                <a:spcPts val="400"/>
              </a:spcBef>
              <a:spcAft>
                <a:spcPts val="0"/>
              </a:spcAft>
              <a:buClr>
                <a:schemeClr val="dk1"/>
              </a:buClr>
              <a:buSzPts val="1400"/>
              <a:buFont typeface="Verizon NHG TX"/>
              <a:buChar char="•"/>
              <a:defRPr b="0"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er 1 - Stone">
  <p:cSld name="Ender 1 - Stone">
    <p:bg>
      <p:bgPr>
        <a:solidFill>
          <a:srgbClr val="F3EDE0"/>
        </a:solidFill>
      </p:bgPr>
    </p:bg>
    <p:spTree>
      <p:nvGrpSpPr>
        <p:cNvPr id="764" name="Shape 764"/>
        <p:cNvGrpSpPr/>
        <p:nvPr/>
      </p:nvGrpSpPr>
      <p:grpSpPr>
        <a:xfrm>
          <a:off x="0" y="0"/>
          <a:ext cx="0" cy="0"/>
          <a:chOff x="0" y="0"/>
          <a:chExt cx="0" cy="0"/>
        </a:xfrm>
      </p:grpSpPr>
      <p:pic>
        <p:nvPicPr>
          <p:cNvPr id="765" name="Google Shape;765;p107"/>
          <p:cNvPicPr preferRelativeResize="0"/>
          <p:nvPr/>
        </p:nvPicPr>
        <p:blipFill rotWithShape="1">
          <a:blip r:embed="rId2">
            <a:alphaModFix/>
          </a:blip>
          <a:srcRect b="0" l="0" r="0" t="0"/>
          <a:stretch/>
        </p:blipFill>
        <p:spPr>
          <a:xfrm>
            <a:off x="-1168136" y="1563624"/>
            <a:ext cx="11479658" cy="4695571"/>
          </a:xfrm>
          <a:prstGeom prst="rect">
            <a:avLst/>
          </a:prstGeom>
          <a:noFill/>
          <a:ln>
            <a:noFill/>
          </a:ln>
        </p:spPr>
      </p:pic>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er 1 - White">
  <p:cSld name="Ender 1 - White">
    <p:bg>
      <p:bgPr>
        <a:solidFill>
          <a:srgbClr val="FFFFFF"/>
        </a:solidFill>
      </p:bgPr>
    </p:bg>
    <p:spTree>
      <p:nvGrpSpPr>
        <p:cNvPr id="766" name="Shape 766"/>
        <p:cNvGrpSpPr/>
        <p:nvPr/>
      </p:nvGrpSpPr>
      <p:grpSpPr>
        <a:xfrm>
          <a:off x="0" y="0"/>
          <a:ext cx="0" cy="0"/>
          <a:chOff x="0" y="0"/>
          <a:chExt cx="0" cy="0"/>
        </a:xfrm>
      </p:grpSpPr>
      <p:pic>
        <p:nvPicPr>
          <p:cNvPr id="767" name="Google Shape;767;p108"/>
          <p:cNvPicPr preferRelativeResize="0"/>
          <p:nvPr/>
        </p:nvPicPr>
        <p:blipFill rotWithShape="1">
          <a:blip r:embed="rId2">
            <a:alphaModFix/>
          </a:blip>
          <a:srcRect b="0" l="0" r="0" t="0"/>
          <a:stretch/>
        </p:blipFill>
        <p:spPr>
          <a:xfrm>
            <a:off x="-1168136" y="1563624"/>
            <a:ext cx="11479658" cy="4695571"/>
          </a:xfrm>
          <a:prstGeom prst="rect">
            <a:avLst/>
          </a:prstGeom>
          <a:noFill/>
          <a:ln>
            <a:noFill/>
          </a:ln>
        </p:spPr>
      </p:pic>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er 1 - Black">
  <p:cSld name="Ender 1 - Black">
    <p:bg>
      <p:bgPr>
        <a:solidFill>
          <a:srgbClr val="000000"/>
        </a:solidFill>
      </p:bgPr>
    </p:bg>
    <p:spTree>
      <p:nvGrpSpPr>
        <p:cNvPr id="768" name="Shape 768"/>
        <p:cNvGrpSpPr/>
        <p:nvPr/>
      </p:nvGrpSpPr>
      <p:grpSpPr>
        <a:xfrm>
          <a:off x="0" y="0"/>
          <a:ext cx="0" cy="0"/>
          <a:chOff x="0" y="0"/>
          <a:chExt cx="0" cy="0"/>
        </a:xfrm>
      </p:grpSpPr>
      <p:pic>
        <p:nvPicPr>
          <p:cNvPr id="769" name="Google Shape;769;p109"/>
          <p:cNvPicPr preferRelativeResize="0"/>
          <p:nvPr/>
        </p:nvPicPr>
        <p:blipFill rotWithShape="1">
          <a:blip r:embed="rId2">
            <a:alphaModFix/>
          </a:blip>
          <a:srcRect b="0" l="0" r="0" t="0"/>
          <a:stretch/>
        </p:blipFill>
        <p:spPr>
          <a:xfrm>
            <a:off x="-1168136" y="1563624"/>
            <a:ext cx="11479658" cy="4695571"/>
          </a:xfrm>
          <a:prstGeom prst="rect">
            <a:avLst/>
          </a:prstGeom>
          <a:noFill/>
          <a:ln>
            <a:noFill/>
          </a:ln>
        </p:spPr>
      </p:pic>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er 2 - Stone">
  <p:cSld name="Ender 2 - Stone">
    <p:bg>
      <p:bgPr>
        <a:solidFill>
          <a:srgbClr val="F3EDE0"/>
        </a:solidFill>
      </p:bgPr>
    </p:bg>
    <p:spTree>
      <p:nvGrpSpPr>
        <p:cNvPr id="770" name="Shape 770"/>
        <p:cNvGrpSpPr/>
        <p:nvPr/>
      </p:nvGrpSpPr>
      <p:grpSpPr>
        <a:xfrm>
          <a:off x="0" y="0"/>
          <a:ext cx="0" cy="0"/>
          <a:chOff x="0" y="0"/>
          <a:chExt cx="0" cy="0"/>
        </a:xfrm>
      </p:grpSpPr>
      <p:pic>
        <p:nvPicPr>
          <p:cNvPr id="771" name="Google Shape;771;p110"/>
          <p:cNvPicPr preferRelativeResize="0"/>
          <p:nvPr/>
        </p:nvPicPr>
        <p:blipFill rotWithShape="1">
          <a:blip r:embed="rId2">
            <a:alphaModFix/>
          </a:blip>
          <a:srcRect b="0" l="0" r="0" t="0"/>
          <a:stretch/>
        </p:blipFill>
        <p:spPr>
          <a:xfrm>
            <a:off x="3494556" y="1582535"/>
            <a:ext cx="2163294" cy="1978285"/>
          </a:xfrm>
          <a:prstGeom prst="rect">
            <a:avLst/>
          </a:prstGeom>
          <a:noFill/>
          <a:ln>
            <a:noFill/>
          </a:ln>
        </p:spPr>
      </p:pic>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er 2 - White">
  <p:cSld name="Ender 2 - White">
    <p:bg>
      <p:bgPr>
        <a:solidFill>
          <a:srgbClr val="FFFFFF"/>
        </a:solidFill>
      </p:bgPr>
    </p:bg>
    <p:spTree>
      <p:nvGrpSpPr>
        <p:cNvPr id="772" name="Shape 772"/>
        <p:cNvGrpSpPr/>
        <p:nvPr/>
      </p:nvGrpSpPr>
      <p:grpSpPr>
        <a:xfrm>
          <a:off x="0" y="0"/>
          <a:ext cx="0" cy="0"/>
          <a:chOff x="0" y="0"/>
          <a:chExt cx="0" cy="0"/>
        </a:xfrm>
      </p:grpSpPr>
      <p:pic>
        <p:nvPicPr>
          <p:cNvPr id="773" name="Google Shape;773;p111"/>
          <p:cNvPicPr preferRelativeResize="0"/>
          <p:nvPr/>
        </p:nvPicPr>
        <p:blipFill rotWithShape="1">
          <a:blip r:embed="rId2">
            <a:alphaModFix/>
          </a:blip>
          <a:srcRect b="0" l="0" r="0" t="0"/>
          <a:stretch/>
        </p:blipFill>
        <p:spPr>
          <a:xfrm>
            <a:off x="3494556" y="1582535"/>
            <a:ext cx="2163294" cy="1978285"/>
          </a:xfrm>
          <a:prstGeom prst="rect">
            <a:avLst/>
          </a:prstGeom>
          <a:noFill/>
          <a:ln>
            <a:noFill/>
          </a:ln>
        </p:spPr>
      </p:pic>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er 2 - Black">
  <p:cSld name="Ender 2 - Black">
    <p:bg>
      <p:bgPr>
        <a:solidFill>
          <a:srgbClr val="000000"/>
        </a:solidFill>
      </p:bgPr>
    </p:bg>
    <p:spTree>
      <p:nvGrpSpPr>
        <p:cNvPr id="774" name="Shape 774"/>
        <p:cNvGrpSpPr/>
        <p:nvPr/>
      </p:nvGrpSpPr>
      <p:grpSpPr>
        <a:xfrm>
          <a:off x="0" y="0"/>
          <a:ext cx="0" cy="0"/>
          <a:chOff x="0" y="0"/>
          <a:chExt cx="0" cy="0"/>
        </a:xfrm>
      </p:grpSpPr>
      <p:pic>
        <p:nvPicPr>
          <p:cNvPr id="775" name="Google Shape;775;p112"/>
          <p:cNvPicPr preferRelativeResize="0"/>
          <p:nvPr/>
        </p:nvPicPr>
        <p:blipFill rotWithShape="1">
          <a:blip r:embed="rId2">
            <a:alphaModFix/>
          </a:blip>
          <a:srcRect b="0" l="0" r="0" t="0"/>
          <a:stretch/>
        </p:blipFill>
        <p:spPr>
          <a:xfrm>
            <a:off x="3494556" y="1582535"/>
            <a:ext cx="2163294" cy="1978285"/>
          </a:xfrm>
          <a:prstGeom prst="rect">
            <a:avLst/>
          </a:prstGeom>
          <a:noFill/>
          <a:ln>
            <a:noFill/>
          </a:ln>
        </p:spPr>
      </p:pic>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Slide_Divider w/ Copy - Red">
  <p:cSld name="Divider w/ Copy - Red_1">
    <p:bg>
      <p:bgPr>
        <a:solidFill>
          <a:srgbClr val="F3EDE0"/>
        </a:solidFill>
      </p:bgPr>
    </p:bg>
    <p:spTree>
      <p:nvGrpSpPr>
        <p:cNvPr id="776" name="Shape 776"/>
        <p:cNvGrpSpPr/>
        <p:nvPr/>
      </p:nvGrpSpPr>
      <p:grpSpPr>
        <a:xfrm>
          <a:off x="0" y="0"/>
          <a:ext cx="0" cy="0"/>
          <a:chOff x="0" y="0"/>
          <a:chExt cx="0" cy="0"/>
        </a:xfrm>
      </p:grpSpPr>
      <p:sp>
        <p:nvSpPr>
          <p:cNvPr id="777" name="Google Shape;777;p113"/>
          <p:cNvSpPr/>
          <p:nvPr/>
        </p:nvSpPr>
        <p:spPr>
          <a:xfrm>
            <a:off x="2716823" y="4728064"/>
            <a:ext cx="2017800" cy="1977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78" name="Google Shape;778;p113"/>
          <p:cNvSpPr/>
          <p:nvPr/>
        </p:nvSpPr>
        <p:spPr>
          <a:xfrm>
            <a:off x="4567428" y="0"/>
            <a:ext cx="4576500" cy="5143500"/>
          </a:xfrm>
          <a:prstGeom prst="rect">
            <a:avLst/>
          </a:prstGeom>
          <a:solidFill>
            <a:schemeClr val="accent6"/>
          </a:solidFill>
          <a:ln cap="flat" cmpd="sng" w="82550">
            <a:solidFill>
              <a:schemeClr val="accent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79" name="Google Shape;779;p113"/>
          <p:cNvSpPr txBox="1"/>
          <p:nvPr>
            <p:ph idx="1" type="body"/>
          </p:nvPr>
        </p:nvSpPr>
        <p:spPr>
          <a:xfrm>
            <a:off x="5360194" y="2628900"/>
            <a:ext cx="3552900" cy="1483500"/>
          </a:xfrm>
          <a:prstGeom prst="rect">
            <a:avLst/>
          </a:prstGeom>
          <a:noFill/>
          <a:ln>
            <a:noFill/>
          </a:ln>
        </p:spPr>
        <p:txBody>
          <a:bodyPr anchorCtr="0" anchor="t" bIns="0" lIns="0" spcFirstLastPara="1" rIns="0" wrap="square" tIns="0">
            <a:normAutofit/>
          </a:bodyPr>
          <a:lstStyle>
            <a:lvl1pPr indent="-228600" lvl="0" marL="457200" marR="0" rtl="0" algn="l">
              <a:lnSpc>
                <a:spcPct val="98125"/>
              </a:lnSpc>
              <a:spcBef>
                <a:spcPts val="0"/>
              </a:spcBef>
              <a:spcAft>
                <a:spcPts val="0"/>
              </a:spcAft>
              <a:buClr>
                <a:schemeClr val="lt1"/>
              </a:buClr>
              <a:buSzPts val="2400"/>
              <a:buFont typeface="Arial"/>
              <a:buNone/>
              <a:defRPr b="0" i="0" sz="2400" u="none" cap="none" strike="noStrike">
                <a:solidFill>
                  <a:schemeClr val="lt1"/>
                </a:solidFill>
                <a:latin typeface="Arial"/>
                <a:ea typeface="Arial"/>
                <a:cs typeface="Arial"/>
                <a:sym typeface="Arial"/>
              </a:defRPr>
            </a:lvl1pPr>
            <a:lvl2pPr indent="-228600" lvl="1" marL="914400" marR="0" rtl="0" algn="l">
              <a:lnSpc>
                <a:spcPct val="100000"/>
              </a:lnSpc>
              <a:spcBef>
                <a:spcPts val="400"/>
              </a:spcBef>
              <a:spcAft>
                <a:spcPts val="0"/>
              </a:spcAft>
              <a:buClr>
                <a:schemeClr val="lt1"/>
              </a:buClr>
              <a:buSzPts val="900"/>
              <a:buFont typeface="Arial"/>
              <a:buNone/>
              <a:defRPr b="0" i="0" sz="1400" u="none" cap="none" strike="noStrike">
                <a:solidFill>
                  <a:schemeClr val="lt1"/>
                </a:solidFill>
                <a:latin typeface="Arial"/>
                <a:ea typeface="Arial"/>
                <a:cs typeface="Arial"/>
                <a:sym typeface="Arial"/>
              </a:defRPr>
            </a:lvl2pPr>
            <a:lvl3pPr indent="-228600" lvl="2" marL="1371600" marR="0" rtl="0" algn="l">
              <a:lnSpc>
                <a:spcPct val="100000"/>
              </a:lnSpc>
              <a:spcBef>
                <a:spcPts val="400"/>
              </a:spcBef>
              <a:spcAft>
                <a:spcPts val="0"/>
              </a:spcAft>
              <a:buClr>
                <a:schemeClr val="lt1"/>
              </a:buClr>
              <a:buSzPts val="900"/>
              <a:buFont typeface="Arial"/>
              <a:buNone/>
              <a:defRPr b="0" i="0" sz="1400" u="none" cap="none" strike="noStrike">
                <a:solidFill>
                  <a:schemeClr val="lt1"/>
                </a:solidFill>
                <a:latin typeface="Arial"/>
                <a:ea typeface="Arial"/>
                <a:cs typeface="Arial"/>
                <a:sym typeface="Arial"/>
              </a:defRPr>
            </a:lvl3pPr>
            <a:lvl4pPr indent="-228600" lvl="3" marL="1828800" marR="0" rtl="0" algn="l">
              <a:lnSpc>
                <a:spcPct val="100000"/>
              </a:lnSpc>
              <a:spcBef>
                <a:spcPts val="400"/>
              </a:spcBef>
              <a:spcAft>
                <a:spcPts val="0"/>
              </a:spcAft>
              <a:buClr>
                <a:schemeClr val="lt1"/>
              </a:buClr>
              <a:buSzPts val="900"/>
              <a:buFont typeface="Arial"/>
              <a:buNone/>
              <a:defRPr b="0" i="0" sz="1400" u="none" cap="none" strike="noStrike">
                <a:solidFill>
                  <a:schemeClr val="lt1"/>
                </a:solidFill>
                <a:latin typeface="Arial"/>
                <a:ea typeface="Arial"/>
                <a:cs typeface="Arial"/>
                <a:sym typeface="Arial"/>
              </a:defRPr>
            </a:lvl4pPr>
            <a:lvl5pPr indent="-228600" lvl="4" marL="2286000" marR="0" rtl="0" algn="l">
              <a:lnSpc>
                <a:spcPct val="100000"/>
              </a:lnSpc>
              <a:spcBef>
                <a:spcPts val="400"/>
              </a:spcBef>
              <a:spcAft>
                <a:spcPts val="0"/>
              </a:spcAft>
              <a:buClr>
                <a:schemeClr val="lt1"/>
              </a:buClr>
              <a:buSzPts val="900"/>
              <a:buFont typeface="Arial"/>
              <a:buNone/>
              <a:defRPr b="0" i="0" sz="1400" u="none" cap="none" strike="noStrike">
                <a:solidFill>
                  <a:schemeClr val="lt1"/>
                </a:solidFill>
                <a:latin typeface="Arial"/>
                <a:ea typeface="Arial"/>
                <a:cs typeface="Arial"/>
                <a:sym typeface="Arial"/>
              </a:defRPr>
            </a:lvl5pPr>
            <a:lvl6pPr indent="-285750" lvl="5" marL="2743200" marR="0" rtl="0" algn="l">
              <a:lnSpc>
                <a:spcPct val="90000"/>
              </a:lnSpc>
              <a:spcBef>
                <a:spcPts val="400"/>
              </a:spcBef>
              <a:spcAft>
                <a:spcPts val="0"/>
              </a:spcAft>
              <a:buClr>
                <a:schemeClr val="lt1"/>
              </a:buClr>
              <a:buSzPts val="900"/>
              <a:buFont typeface="Arial"/>
              <a:buChar char="■"/>
              <a:defRPr b="0" i="0" sz="900" u="none" cap="none" strike="noStrike">
                <a:solidFill>
                  <a:schemeClr val="lt1"/>
                </a:solidFill>
                <a:latin typeface="Arial"/>
                <a:ea typeface="Arial"/>
                <a:cs typeface="Arial"/>
                <a:sym typeface="Arial"/>
              </a:defRPr>
            </a:lvl6pPr>
            <a:lvl7pPr indent="-285750" lvl="6" marL="3200400" marR="0" rtl="0" algn="l">
              <a:lnSpc>
                <a:spcPct val="90000"/>
              </a:lnSpc>
              <a:spcBef>
                <a:spcPts val="400"/>
              </a:spcBef>
              <a:spcAft>
                <a:spcPts val="0"/>
              </a:spcAft>
              <a:buClr>
                <a:schemeClr val="lt1"/>
              </a:buClr>
              <a:buSzPts val="900"/>
              <a:buFont typeface="Arial"/>
              <a:buChar char="●"/>
              <a:defRPr b="0" i="0" sz="900" u="none" cap="none" strike="noStrike">
                <a:solidFill>
                  <a:schemeClr val="lt1"/>
                </a:solidFill>
                <a:latin typeface="Arial"/>
                <a:ea typeface="Arial"/>
                <a:cs typeface="Arial"/>
                <a:sym typeface="Arial"/>
              </a:defRPr>
            </a:lvl7pPr>
            <a:lvl8pPr indent="-285750" lvl="7" marL="3657600" marR="0" rtl="0" algn="l">
              <a:lnSpc>
                <a:spcPct val="90000"/>
              </a:lnSpc>
              <a:spcBef>
                <a:spcPts val="400"/>
              </a:spcBef>
              <a:spcAft>
                <a:spcPts val="0"/>
              </a:spcAft>
              <a:buClr>
                <a:schemeClr val="lt1"/>
              </a:buClr>
              <a:buSzPts val="900"/>
              <a:buFont typeface="Arial"/>
              <a:buChar char="○"/>
              <a:defRPr b="0" i="0" sz="900" u="none" cap="none" strike="noStrike">
                <a:solidFill>
                  <a:schemeClr val="lt1"/>
                </a:solidFill>
                <a:latin typeface="Arial"/>
                <a:ea typeface="Arial"/>
                <a:cs typeface="Arial"/>
                <a:sym typeface="Arial"/>
              </a:defRPr>
            </a:lvl8pPr>
            <a:lvl9pPr indent="-285750" lvl="8" marL="4114800" marR="0" rtl="0" algn="l">
              <a:lnSpc>
                <a:spcPct val="90000"/>
              </a:lnSpc>
              <a:spcBef>
                <a:spcPts val="400"/>
              </a:spcBef>
              <a:spcAft>
                <a:spcPts val="0"/>
              </a:spcAft>
              <a:buClr>
                <a:schemeClr val="lt1"/>
              </a:buClr>
              <a:buSzPts val="900"/>
              <a:buFont typeface="Arial"/>
              <a:buChar char="■"/>
              <a:defRPr b="0" i="0" sz="900" u="none" cap="none" strike="noStrike">
                <a:solidFill>
                  <a:schemeClr val="lt1"/>
                </a:solidFill>
                <a:latin typeface="Arial"/>
                <a:ea typeface="Arial"/>
                <a:cs typeface="Arial"/>
                <a:sym typeface="Arial"/>
              </a:defRPr>
            </a:lvl9pPr>
          </a:lstStyle>
          <a:p/>
        </p:txBody>
      </p:sp>
      <p:sp>
        <p:nvSpPr>
          <p:cNvPr id="780" name="Google Shape;780;p113"/>
          <p:cNvSpPr txBox="1"/>
          <p:nvPr>
            <p:ph type="title"/>
          </p:nvPr>
        </p:nvSpPr>
        <p:spPr>
          <a:xfrm>
            <a:off x="473869" y="469106"/>
            <a:ext cx="3571800" cy="3893700"/>
          </a:xfrm>
          <a:prstGeom prst="rect">
            <a:avLst/>
          </a:prstGeom>
          <a:noFill/>
          <a:ln>
            <a:noFill/>
          </a:ln>
        </p:spPr>
        <p:txBody>
          <a:bodyPr anchorCtr="0" anchor="t" bIns="0" lIns="0" spcFirstLastPara="1" rIns="0" wrap="square" tIns="0">
            <a:normAutofit/>
          </a:bodyPr>
          <a:lstStyle>
            <a:lvl1pPr lvl="0" marR="0" rtl="0" algn="l">
              <a:lnSpc>
                <a:spcPct val="90000"/>
              </a:lnSpc>
              <a:spcBef>
                <a:spcPts val="0"/>
              </a:spcBef>
              <a:spcAft>
                <a:spcPts val="0"/>
              </a:spcAft>
              <a:buClr>
                <a:schemeClr val="dk1"/>
              </a:buClr>
              <a:buSzPts val="3600"/>
              <a:buFont typeface="Arial"/>
              <a:buChar char="●"/>
              <a:defRPr b="0" i="0" sz="36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781" name="Google Shape;781;p113"/>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_Slide_Title and Content">
  <p:cSld name="Title and Content">
    <p:bg>
      <p:bgPr>
        <a:solidFill>
          <a:schemeClr val="lt1"/>
        </a:solidFill>
      </p:bgPr>
    </p:bg>
    <p:spTree>
      <p:nvGrpSpPr>
        <p:cNvPr id="782" name="Shape 782"/>
        <p:cNvGrpSpPr/>
        <p:nvPr/>
      </p:nvGrpSpPr>
      <p:grpSpPr>
        <a:xfrm>
          <a:off x="0" y="0"/>
          <a:ext cx="0" cy="0"/>
          <a:chOff x="0" y="0"/>
          <a:chExt cx="0" cy="0"/>
        </a:xfrm>
      </p:grpSpPr>
      <p:sp>
        <p:nvSpPr>
          <p:cNvPr id="783" name="Google Shape;783;p114"/>
          <p:cNvSpPr txBox="1"/>
          <p:nvPr>
            <p:ph idx="12" type="sldNum"/>
          </p:nvPr>
        </p:nvSpPr>
        <p:spPr>
          <a:xfrm>
            <a:off x="8317509" y="4725915"/>
            <a:ext cx="352500" cy="215400"/>
          </a:xfrm>
          <a:prstGeom prst="rect">
            <a:avLst/>
          </a:prstGeom>
          <a:noFill/>
          <a:ln>
            <a:noFill/>
          </a:ln>
        </p:spPr>
        <p:txBody>
          <a:bodyPr anchorCtr="0" anchor="t" bIns="0" lIns="0" spcFirstLastPara="1" rIns="0" wrap="square" tIns="0">
            <a:sp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784" name="Google Shape;784;p114"/>
          <p:cNvSpPr txBox="1"/>
          <p:nvPr>
            <p:ph idx="1" type="body"/>
          </p:nvPr>
        </p:nvSpPr>
        <p:spPr>
          <a:xfrm>
            <a:off x="473870" y="1188244"/>
            <a:ext cx="8196300" cy="34029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800"/>
              </a:spcBef>
              <a:spcAft>
                <a:spcPts val="0"/>
              </a:spcAft>
              <a:buClr>
                <a:srgbClr val="000000"/>
              </a:buClr>
              <a:buSzPts val="900"/>
              <a:buFont typeface="Arial"/>
              <a:buNone/>
              <a:defRPr b="0"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400"/>
              </a:spcBef>
              <a:spcAft>
                <a:spcPts val="0"/>
              </a:spcAft>
              <a:buClr>
                <a:srgbClr val="000000"/>
              </a:buClr>
              <a:buSzPts val="900"/>
              <a:buFont typeface="Arial"/>
              <a:buNone/>
              <a:defRPr b="0" i="0" sz="1400" u="none" cap="none" strike="noStrike">
                <a:solidFill>
                  <a:srgbClr val="000000"/>
                </a:solidFill>
                <a:latin typeface="Arial"/>
                <a:ea typeface="Arial"/>
                <a:cs typeface="Arial"/>
                <a:sym typeface="Arial"/>
              </a:defRPr>
            </a:lvl2pPr>
            <a:lvl3pPr indent="-285750" lvl="2" marL="1371600" marR="0" rtl="0" algn="l">
              <a:lnSpc>
                <a:spcPct val="100000"/>
              </a:lnSpc>
              <a:spcBef>
                <a:spcPts val="400"/>
              </a:spcBef>
              <a:spcAft>
                <a:spcPts val="0"/>
              </a:spcAft>
              <a:buClr>
                <a:srgbClr val="000000"/>
              </a:buClr>
              <a:buSzPts val="900"/>
              <a:buFont typeface="Arial"/>
              <a:buChar char="•"/>
              <a:defRPr b="0" i="0" sz="1400" u="none" cap="none" strike="noStrike">
                <a:solidFill>
                  <a:srgbClr val="000000"/>
                </a:solidFill>
                <a:latin typeface="Arial"/>
                <a:ea typeface="Arial"/>
                <a:cs typeface="Arial"/>
                <a:sym typeface="Arial"/>
              </a:defRPr>
            </a:lvl3pPr>
            <a:lvl4pPr indent="-285750" lvl="3" marL="1828800" marR="0" rtl="0" algn="l">
              <a:lnSpc>
                <a:spcPct val="100000"/>
              </a:lnSpc>
              <a:spcBef>
                <a:spcPts val="400"/>
              </a:spcBef>
              <a:spcAft>
                <a:spcPts val="0"/>
              </a:spcAft>
              <a:buClr>
                <a:srgbClr val="000000"/>
              </a:buClr>
              <a:buSzPts val="900"/>
              <a:buFont typeface="Arial"/>
              <a:buChar char="-"/>
              <a:defRPr b="0" i="0" sz="1400" u="none" cap="none" strike="noStrike">
                <a:solidFill>
                  <a:srgbClr val="000000"/>
                </a:solidFill>
                <a:latin typeface="Arial"/>
                <a:ea typeface="Arial"/>
                <a:cs typeface="Arial"/>
                <a:sym typeface="Arial"/>
              </a:defRPr>
            </a:lvl4pPr>
            <a:lvl5pPr indent="-285750" lvl="4" marL="2286000" marR="0" rtl="0" algn="l">
              <a:lnSpc>
                <a:spcPct val="100000"/>
              </a:lnSpc>
              <a:spcBef>
                <a:spcPts val="400"/>
              </a:spcBef>
              <a:spcAft>
                <a:spcPts val="0"/>
              </a:spcAft>
              <a:buClr>
                <a:srgbClr val="000000"/>
              </a:buClr>
              <a:buSzPts val="900"/>
              <a:buFont typeface="Arial"/>
              <a:buChar char="-"/>
              <a:defRPr b="0" i="0" sz="1400" u="none" cap="none" strike="noStrike">
                <a:solidFill>
                  <a:srgbClr val="000000"/>
                </a:solidFill>
                <a:latin typeface="Arial"/>
                <a:ea typeface="Arial"/>
                <a:cs typeface="Arial"/>
                <a:sym typeface="Arial"/>
              </a:defRPr>
            </a:lvl5pPr>
            <a:lvl6pPr indent="-285750" lvl="5" marL="2743200" marR="0" rtl="0" algn="l">
              <a:lnSpc>
                <a:spcPct val="90000"/>
              </a:lnSpc>
              <a:spcBef>
                <a:spcPts val="400"/>
              </a:spcBef>
              <a:spcAft>
                <a:spcPts val="0"/>
              </a:spcAft>
              <a:buClr>
                <a:srgbClr val="000000"/>
              </a:buClr>
              <a:buSzPts val="900"/>
              <a:buFont typeface="Arial"/>
              <a:buChar char="-"/>
              <a:defRPr b="0" i="0" sz="900" u="none" cap="none" strike="noStrike">
                <a:solidFill>
                  <a:srgbClr val="000000"/>
                </a:solidFill>
                <a:latin typeface="Arial"/>
                <a:ea typeface="Arial"/>
                <a:cs typeface="Arial"/>
                <a:sym typeface="Arial"/>
              </a:defRPr>
            </a:lvl6pPr>
            <a:lvl7pPr indent="-317500" lvl="6" marL="3200400" marR="0" rtl="0" algn="l">
              <a:lnSpc>
                <a:spcPct val="90000"/>
              </a:lnSpc>
              <a:spcBef>
                <a:spcPts val="40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7pPr>
            <a:lvl8pPr indent="-317500" lvl="7" marL="3657600" marR="0" rtl="0" algn="l">
              <a:lnSpc>
                <a:spcPct val="90000"/>
              </a:lnSpc>
              <a:spcBef>
                <a:spcPts val="40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8pPr>
            <a:lvl9pPr indent="-317500" lvl="8" marL="4114800" marR="0" rtl="0" algn="l">
              <a:lnSpc>
                <a:spcPct val="90000"/>
              </a:lnSpc>
              <a:spcBef>
                <a:spcPts val="40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9pPr>
          </a:lstStyle>
          <a:p/>
        </p:txBody>
      </p:sp>
      <p:sp>
        <p:nvSpPr>
          <p:cNvPr id="785" name="Google Shape;785;p114"/>
          <p:cNvSpPr txBox="1"/>
          <p:nvPr>
            <p:ph idx="2" type="body"/>
          </p:nvPr>
        </p:nvSpPr>
        <p:spPr>
          <a:xfrm>
            <a:off x="476251" y="469106"/>
            <a:ext cx="6112500" cy="1365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1pPr>
            <a:lvl2pPr indent="-228600" lvl="1" marL="914400" marR="0" rtl="0" algn="l">
              <a:lnSpc>
                <a:spcPct val="100000"/>
              </a:lnSpc>
              <a:spcBef>
                <a:spcPts val="400"/>
              </a:spcBef>
              <a:spcAft>
                <a:spcPts val="0"/>
              </a:spcAft>
              <a:buClr>
                <a:srgbClr val="000000"/>
              </a:buClr>
              <a:buSzPts val="9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400"/>
              </a:spcBef>
              <a:spcAft>
                <a:spcPts val="0"/>
              </a:spcAft>
              <a:buClr>
                <a:srgbClr val="000000"/>
              </a:buClr>
              <a:buSzPts val="9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400"/>
              </a:spcBef>
              <a:spcAft>
                <a:spcPts val="0"/>
              </a:spcAft>
              <a:buClr>
                <a:srgbClr val="000000"/>
              </a:buClr>
              <a:buSzPts val="9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400"/>
              </a:spcBef>
              <a:spcAft>
                <a:spcPts val="0"/>
              </a:spcAft>
              <a:buClr>
                <a:srgbClr val="000000"/>
              </a:buClr>
              <a:buSzPts val="900"/>
              <a:buFont typeface="Arial"/>
              <a:buNone/>
              <a:defRPr b="0" i="0" sz="1400" u="none" cap="none" strike="noStrike">
                <a:solidFill>
                  <a:srgbClr val="000000"/>
                </a:solidFill>
                <a:latin typeface="Arial"/>
                <a:ea typeface="Arial"/>
                <a:cs typeface="Arial"/>
                <a:sym typeface="Arial"/>
              </a:defRPr>
            </a:lvl5pPr>
            <a:lvl6pPr indent="-317500" lvl="5" marL="2743200" marR="0" rtl="0" algn="l">
              <a:lnSpc>
                <a:spcPct val="90000"/>
              </a:lnSpc>
              <a:spcBef>
                <a:spcPts val="40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6pPr>
            <a:lvl7pPr indent="-317500" lvl="6" marL="3200400" marR="0" rtl="0" algn="l">
              <a:lnSpc>
                <a:spcPct val="90000"/>
              </a:lnSpc>
              <a:spcBef>
                <a:spcPts val="40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7pPr>
            <a:lvl8pPr indent="-317500" lvl="7" marL="3657600" marR="0" rtl="0" algn="l">
              <a:lnSpc>
                <a:spcPct val="90000"/>
              </a:lnSpc>
              <a:spcBef>
                <a:spcPts val="40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8pPr>
            <a:lvl9pPr indent="-317500" lvl="8" marL="4114800" marR="0" rtl="0" algn="l">
              <a:lnSpc>
                <a:spcPct val="90000"/>
              </a:lnSpc>
              <a:spcBef>
                <a:spcPts val="40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9pPr>
          </a:lstStyle>
          <a:p/>
        </p:txBody>
      </p:sp>
      <p:sp>
        <p:nvSpPr>
          <p:cNvPr id="786" name="Google Shape;786;p114"/>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marR="0" rtl="0" algn="l">
              <a:lnSpc>
                <a:spcPct val="90000"/>
              </a:lnSpc>
              <a:spcBef>
                <a:spcPts val="0"/>
              </a:spcBef>
              <a:spcAft>
                <a:spcPts val="0"/>
              </a:spcAft>
              <a:buClr>
                <a:schemeClr val="dk1"/>
              </a:buClr>
              <a:buSzPts val="2100"/>
              <a:buFont typeface="Arial"/>
              <a:buChar char="●"/>
              <a:defRPr b="0" i="0" sz="2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Slide_Divider w/ Copy - Red 1">
  <p:cSld name="Divider w/ Copy - Red_2">
    <p:bg>
      <p:bgPr>
        <a:solidFill>
          <a:srgbClr val="F3EDE0"/>
        </a:solidFill>
      </p:bgPr>
    </p:bg>
    <p:spTree>
      <p:nvGrpSpPr>
        <p:cNvPr id="787" name="Shape 787"/>
        <p:cNvGrpSpPr/>
        <p:nvPr/>
      </p:nvGrpSpPr>
      <p:grpSpPr>
        <a:xfrm>
          <a:off x="0" y="0"/>
          <a:ext cx="0" cy="0"/>
          <a:chOff x="0" y="0"/>
          <a:chExt cx="0" cy="0"/>
        </a:xfrm>
      </p:grpSpPr>
      <p:sp>
        <p:nvSpPr>
          <p:cNvPr id="788" name="Google Shape;788;p115"/>
          <p:cNvSpPr/>
          <p:nvPr/>
        </p:nvSpPr>
        <p:spPr>
          <a:xfrm>
            <a:off x="2716823" y="4728064"/>
            <a:ext cx="2017800" cy="1977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89" name="Google Shape;789;p115"/>
          <p:cNvSpPr/>
          <p:nvPr/>
        </p:nvSpPr>
        <p:spPr>
          <a:xfrm>
            <a:off x="4567428" y="0"/>
            <a:ext cx="4576500" cy="5143500"/>
          </a:xfrm>
          <a:prstGeom prst="rect">
            <a:avLst/>
          </a:prstGeom>
          <a:solidFill>
            <a:schemeClr val="accent6"/>
          </a:solidFill>
          <a:ln cap="flat" cmpd="sng" w="82550">
            <a:solidFill>
              <a:schemeClr val="accent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90" name="Google Shape;790;p115"/>
          <p:cNvSpPr txBox="1"/>
          <p:nvPr>
            <p:ph idx="1" type="body"/>
          </p:nvPr>
        </p:nvSpPr>
        <p:spPr>
          <a:xfrm>
            <a:off x="5360194" y="2628900"/>
            <a:ext cx="3552900" cy="1483500"/>
          </a:xfrm>
          <a:prstGeom prst="rect">
            <a:avLst/>
          </a:prstGeom>
          <a:noFill/>
          <a:ln>
            <a:noFill/>
          </a:ln>
        </p:spPr>
        <p:txBody>
          <a:bodyPr anchorCtr="0" anchor="t" bIns="0" lIns="0" spcFirstLastPara="1" rIns="0" wrap="square" tIns="0">
            <a:normAutofit/>
          </a:bodyPr>
          <a:lstStyle>
            <a:lvl1pPr indent="-228600" lvl="0" marL="457200" marR="0" rtl="0" algn="l">
              <a:lnSpc>
                <a:spcPct val="98125"/>
              </a:lnSpc>
              <a:spcBef>
                <a:spcPts val="0"/>
              </a:spcBef>
              <a:spcAft>
                <a:spcPts val="0"/>
              </a:spcAft>
              <a:buClr>
                <a:schemeClr val="lt1"/>
              </a:buClr>
              <a:buSzPts val="2400"/>
              <a:buFont typeface="Arial"/>
              <a:buNone/>
              <a:defRPr b="0" i="0" sz="2400" u="none" cap="none" strike="noStrike">
                <a:solidFill>
                  <a:schemeClr val="lt1"/>
                </a:solidFill>
                <a:latin typeface="Arial"/>
                <a:ea typeface="Arial"/>
                <a:cs typeface="Arial"/>
                <a:sym typeface="Arial"/>
              </a:defRPr>
            </a:lvl1pPr>
            <a:lvl2pPr indent="-228600" lvl="1" marL="914400" marR="0" rtl="0" algn="l">
              <a:lnSpc>
                <a:spcPct val="100000"/>
              </a:lnSpc>
              <a:spcBef>
                <a:spcPts val="400"/>
              </a:spcBef>
              <a:spcAft>
                <a:spcPts val="0"/>
              </a:spcAft>
              <a:buClr>
                <a:schemeClr val="lt1"/>
              </a:buClr>
              <a:buSzPts val="900"/>
              <a:buFont typeface="Arial"/>
              <a:buNone/>
              <a:defRPr b="0" i="0" sz="1400" u="none" cap="none" strike="noStrike">
                <a:solidFill>
                  <a:schemeClr val="lt1"/>
                </a:solidFill>
                <a:latin typeface="Arial"/>
                <a:ea typeface="Arial"/>
                <a:cs typeface="Arial"/>
                <a:sym typeface="Arial"/>
              </a:defRPr>
            </a:lvl2pPr>
            <a:lvl3pPr indent="-228600" lvl="2" marL="1371600" marR="0" rtl="0" algn="l">
              <a:lnSpc>
                <a:spcPct val="100000"/>
              </a:lnSpc>
              <a:spcBef>
                <a:spcPts val="400"/>
              </a:spcBef>
              <a:spcAft>
                <a:spcPts val="0"/>
              </a:spcAft>
              <a:buClr>
                <a:schemeClr val="lt1"/>
              </a:buClr>
              <a:buSzPts val="900"/>
              <a:buFont typeface="Arial"/>
              <a:buNone/>
              <a:defRPr b="0" i="0" sz="1400" u="none" cap="none" strike="noStrike">
                <a:solidFill>
                  <a:schemeClr val="lt1"/>
                </a:solidFill>
                <a:latin typeface="Arial"/>
                <a:ea typeface="Arial"/>
                <a:cs typeface="Arial"/>
                <a:sym typeface="Arial"/>
              </a:defRPr>
            </a:lvl3pPr>
            <a:lvl4pPr indent="-228600" lvl="3" marL="1828800" marR="0" rtl="0" algn="l">
              <a:lnSpc>
                <a:spcPct val="100000"/>
              </a:lnSpc>
              <a:spcBef>
                <a:spcPts val="400"/>
              </a:spcBef>
              <a:spcAft>
                <a:spcPts val="0"/>
              </a:spcAft>
              <a:buClr>
                <a:schemeClr val="lt1"/>
              </a:buClr>
              <a:buSzPts val="900"/>
              <a:buFont typeface="Arial"/>
              <a:buNone/>
              <a:defRPr b="0" i="0" sz="1400" u="none" cap="none" strike="noStrike">
                <a:solidFill>
                  <a:schemeClr val="lt1"/>
                </a:solidFill>
                <a:latin typeface="Arial"/>
                <a:ea typeface="Arial"/>
                <a:cs typeface="Arial"/>
                <a:sym typeface="Arial"/>
              </a:defRPr>
            </a:lvl4pPr>
            <a:lvl5pPr indent="-228600" lvl="4" marL="2286000" marR="0" rtl="0" algn="l">
              <a:lnSpc>
                <a:spcPct val="100000"/>
              </a:lnSpc>
              <a:spcBef>
                <a:spcPts val="400"/>
              </a:spcBef>
              <a:spcAft>
                <a:spcPts val="0"/>
              </a:spcAft>
              <a:buClr>
                <a:schemeClr val="lt1"/>
              </a:buClr>
              <a:buSzPts val="900"/>
              <a:buFont typeface="Arial"/>
              <a:buNone/>
              <a:defRPr b="0" i="0" sz="1400" u="none" cap="none" strike="noStrike">
                <a:solidFill>
                  <a:schemeClr val="lt1"/>
                </a:solidFill>
                <a:latin typeface="Arial"/>
                <a:ea typeface="Arial"/>
                <a:cs typeface="Arial"/>
                <a:sym typeface="Arial"/>
              </a:defRPr>
            </a:lvl5pPr>
            <a:lvl6pPr indent="-285750" lvl="5" marL="2743200" marR="0" rtl="0" algn="l">
              <a:lnSpc>
                <a:spcPct val="90000"/>
              </a:lnSpc>
              <a:spcBef>
                <a:spcPts val="400"/>
              </a:spcBef>
              <a:spcAft>
                <a:spcPts val="0"/>
              </a:spcAft>
              <a:buClr>
                <a:schemeClr val="lt1"/>
              </a:buClr>
              <a:buSzPts val="900"/>
              <a:buFont typeface="Arial"/>
              <a:buChar char="■"/>
              <a:defRPr b="0" i="0" sz="900" u="none" cap="none" strike="noStrike">
                <a:solidFill>
                  <a:schemeClr val="lt1"/>
                </a:solidFill>
                <a:latin typeface="Arial"/>
                <a:ea typeface="Arial"/>
                <a:cs typeface="Arial"/>
                <a:sym typeface="Arial"/>
              </a:defRPr>
            </a:lvl6pPr>
            <a:lvl7pPr indent="-285750" lvl="6" marL="3200400" marR="0" rtl="0" algn="l">
              <a:lnSpc>
                <a:spcPct val="90000"/>
              </a:lnSpc>
              <a:spcBef>
                <a:spcPts val="400"/>
              </a:spcBef>
              <a:spcAft>
                <a:spcPts val="0"/>
              </a:spcAft>
              <a:buClr>
                <a:schemeClr val="lt1"/>
              </a:buClr>
              <a:buSzPts val="900"/>
              <a:buFont typeface="Arial"/>
              <a:buChar char="●"/>
              <a:defRPr b="0" i="0" sz="900" u="none" cap="none" strike="noStrike">
                <a:solidFill>
                  <a:schemeClr val="lt1"/>
                </a:solidFill>
                <a:latin typeface="Arial"/>
                <a:ea typeface="Arial"/>
                <a:cs typeface="Arial"/>
                <a:sym typeface="Arial"/>
              </a:defRPr>
            </a:lvl7pPr>
            <a:lvl8pPr indent="-285750" lvl="7" marL="3657600" marR="0" rtl="0" algn="l">
              <a:lnSpc>
                <a:spcPct val="90000"/>
              </a:lnSpc>
              <a:spcBef>
                <a:spcPts val="400"/>
              </a:spcBef>
              <a:spcAft>
                <a:spcPts val="0"/>
              </a:spcAft>
              <a:buClr>
                <a:schemeClr val="lt1"/>
              </a:buClr>
              <a:buSzPts val="900"/>
              <a:buFont typeface="Arial"/>
              <a:buChar char="○"/>
              <a:defRPr b="0" i="0" sz="900" u="none" cap="none" strike="noStrike">
                <a:solidFill>
                  <a:schemeClr val="lt1"/>
                </a:solidFill>
                <a:latin typeface="Arial"/>
                <a:ea typeface="Arial"/>
                <a:cs typeface="Arial"/>
                <a:sym typeface="Arial"/>
              </a:defRPr>
            </a:lvl8pPr>
            <a:lvl9pPr indent="-285750" lvl="8" marL="4114800" marR="0" rtl="0" algn="l">
              <a:lnSpc>
                <a:spcPct val="90000"/>
              </a:lnSpc>
              <a:spcBef>
                <a:spcPts val="400"/>
              </a:spcBef>
              <a:spcAft>
                <a:spcPts val="0"/>
              </a:spcAft>
              <a:buClr>
                <a:schemeClr val="lt1"/>
              </a:buClr>
              <a:buSzPts val="900"/>
              <a:buFont typeface="Arial"/>
              <a:buChar char="■"/>
              <a:defRPr b="0" i="0" sz="900" u="none" cap="none" strike="noStrike">
                <a:solidFill>
                  <a:schemeClr val="lt1"/>
                </a:solidFill>
                <a:latin typeface="Arial"/>
                <a:ea typeface="Arial"/>
                <a:cs typeface="Arial"/>
                <a:sym typeface="Arial"/>
              </a:defRPr>
            </a:lvl9pPr>
          </a:lstStyle>
          <a:p/>
        </p:txBody>
      </p:sp>
      <p:sp>
        <p:nvSpPr>
          <p:cNvPr id="791" name="Google Shape;791;p115"/>
          <p:cNvSpPr txBox="1"/>
          <p:nvPr>
            <p:ph type="title"/>
          </p:nvPr>
        </p:nvSpPr>
        <p:spPr>
          <a:xfrm>
            <a:off x="473869" y="469106"/>
            <a:ext cx="3571800" cy="3893700"/>
          </a:xfrm>
          <a:prstGeom prst="rect">
            <a:avLst/>
          </a:prstGeom>
          <a:noFill/>
          <a:ln>
            <a:noFill/>
          </a:ln>
        </p:spPr>
        <p:txBody>
          <a:bodyPr anchorCtr="0" anchor="t" bIns="0" lIns="0" spcFirstLastPara="1" rIns="0" wrap="square" tIns="0">
            <a:normAutofit/>
          </a:bodyPr>
          <a:lstStyle>
            <a:lvl1pPr lvl="0" marR="0" rtl="0" algn="l">
              <a:lnSpc>
                <a:spcPct val="90000"/>
              </a:lnSpc>
              <a:spcBef>
                <a:spcPts val="0"/>
              </a:spcBef>
              <a:spcAft>
                <a:spcPts val="0"/>
              </a:spcAft>
              <a:buClr>
                <a:schemeClr val="dk1"/>
              </a:buClr>
              <a:buSzPts val="3600"/>
              <a:buFont typeface="Arial"/>
              <a:buChar char="●"/>
              <a:defRPr b="0" i="0" sz="36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792" name="Google Shape;792;p115"/>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type="blank">
  <p:cSld name="BLANK">
    <p:spTree>
      <p:nvGrpSpPr>
        <p:cNvPr id="793" name="Shape 793"/>
        <p:cNvGrpSpPr/>
        <p:nvPr/>
      </p:nvGrpSpPr>
      <p:grpSpPr>
        <a:xfrm>
          <a:off x="0" y="0"/>
          <a:ext cx="0" cy="0"/>
          <a:chOff x="0" y="0"/>
          <a:chExt cx="0" cy="0"/>
        </a:xfrm>
      </p:grpSpPr>
      <p:sp>
        <p:nvSpPr>
          <p:cNvPr id="794" name="Google Shape;794;p116"/>
          <p:cNvSpPr txBox="1"/>
          <p:nvPr>
            <p:ph idx="10" type="dt"/>
          </p:nvPr>
        </p:nvSpPr>
        <p:spPr>
          <a:xfrm>
            <a:off x="457200" y="4767263"/>
            <a:ext cx="2133600" cy="273900"/>
          </a:xfrm>
          <a:prstGeom prst="rect">
            <a:avLst/>
          </a:prstGeom>
          <a:noFill/>
          <a:ln>
            <a:noFill/>
          </a:ln>
        </p:spPr>
        <p:txBody>
          <a:bodyPr anchorCtr="0" anchor="ctr" bIns="45700" lIns="0" spcFirstLastPara="1" rIns="0"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795" name="Google Shape;795;p116"/>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796" name="Google Shape;796;p116"/>
          <p:cNvSpPr txBox="1"/>
          <p:nvPr>
            <p:ph idx="12" type="sldNum"/>
          </p:nvPr>
        </p:nvSpPr>
        <p:spPr>
          <a:xfrm>
            <a:off x="6553200" y="4767263"/>
            <a:ext cx="2133600" cy="273900"/>
          </a:xfrm>
          <a:prstGeom prst="rect">
            <a:avLst/>
          </a:prstGeom>
          <a:noFill/>
          <a:ln>
            <a:noFill/>
          </a:ln>
        </p:spPr>
        <p:txBody>
          <a:bodyPr anchorCtr="0" anchor="ctr" bIns="45700" lIns="0" spcFirstLastPara="1" rIns="0" wrap="square" tIns="45700">
            <a:no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No Overline">
  <p:cSld name="Complex Chart">
    <p:spTree>
      <p:nvGrpSpPr>
        <p:cNvPr id="797" name="Shape 797"/>
        <p:cNvGrpSpPr/>
        <p:nvPr/>
      </p:nvGrpSpPr>
      <p:grpSpPr>
        <a:xfrm>
          <a:off x="0" y="0"/>
          <a:ext cx="0" cy="0"/>
          <a:chOff x="0" y="0"/>
          <a:chExt cx="0" cy="0"/>
        </a:xfrm>
      </p:grpSpPr>
      <p:sp>
        <p:nvSpPr>
          <p:cNvPr id="798" name="Google Shape;798;p117"/>
          <p:cNvSpPr txBox="1"/>
          <p:nvPr>
            <p:ph type="title"/>
          </p:nvPr>
        </p:nvSpPr>
        <p:spPr>
          <a:xfrm>
            <a:off x="457200" y="247650"/>
            <a:ext cx="7086600" cy="685800"/>
          </a:xfrm>
          <a:prstGeom prst="rect">
            <a:avLst/>
          </a:prstGeom>
          <a:noFill/>
          <a:ln>
            <a:noFill/>
          </a:ln>
        </p:spPr>
        <p:txBody>
          <a:bodyPr anchorCtr="0" anchor="t" bIns="0" lIns="0" spcFirstLastPara="1" rIns="0" wrap="square" tIns="0">
            <a:normAutofit/>
          </a:bodyPr>
          <a:lstStyle>
            <a:lvl1pPr lvl="0" marR="0" rtl="0" algn="l">
              <a:lnSpc>
                <a:spcPct val="80000"/>
              </a:lnSpc>
              <a:spcBef>
                <a:spcPts val="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799" name="Google Shape;799;p117"/>
          <p:cNvSpPr txBox="1"/>
          <p:nvPr>
            <p:ph idx="1" type="body"/>
          </p:nvPr>
        </p:nvSpPr>
        <p:spPr>
          <a:xfrm>
            <a:off x="457200" y="590550"/>
            <a:ext cx="8229600" cy="3848100"/>
          </a:xfrm>
          <a:prstGeom prst="rect">
            <a:avLst/>
          </a:prstGeom>
          <a:noFill/>
          <a:ln>
            <a:noFill/>
          </a:ln>
        </p:spPr>
        <p:txBody>
          <a:bodyPr anchorCtr="0" anchor="t" bIns="0" lIns="0" spcFirstLastPara="1" rIns="0" wrap="square" tIns="0">
            <a:normAutofit/>
          </a:bodyPr>
          <a:lstStyle>
            <a:lvl1pPr indent="-342900" lvl="0" marL="457200" marR="0" rtl="0" algn="l">
              <a:lnSpc>
                <a:spcPct val="100000"/>
              </a:lnSpc>
              <a:spcBef>
                <a:spcPts val="9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1pPr>
            <a:lvl2pPr indent="-342900" lvl="1" marL="914400" marR="0" rtl="0" algn="l">
              <a:lnSpc>
                <a:spcPct val="100000"/>
              </a:lnSpc>
              <a:spcBef>
                <a:spcPts val="9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2pPr>
            <a:lvl3pPr indent="-342900" lvl="2" marL="1371600" marR="0" rtl="0" algn="l">
              <a:lnSpc>
                <a:spcPct val="100000"/>
              </a:lnSpc>
              <a:spcBef>
                <a:spcPts val="6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3pPr>
            <a:lvl4pPr indent="-342900" lvl="3" marL="1828800" marR="0" rtl="0" algn="l">
              <a:lnSpc>
                <a:spcPct val="100000"/>
              </a:lnSpc>
              <a:spcBef>
                <a:spcPts val="6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4pPr>
            <a:lvl5pPr indent="-342900" lvl="4" marL="2286000" marR="0" rtl="0" algn="l">
              <a:lnSpc>
                <a:spcPct val="100000"/>
              </a:lnSpc>
              <a:spcBef>
                <a:spcPts val="6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5pPr>
            <a:lvl6pPr indent="-342900" lvl="5" marL="2743200" marR="0" rtl="0" algn="l">
              <a:lnSpc>
                <a:spcPct val="100000"/>
              </a:lnSpc>
              <a:spcBef>
                <a:spcPts val="6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6pPr>
            <a:lvl7pPr indent="-342900" lvl="6" marL="3200400" marR="0" rtl="0" algn="l">
              <a:lnSpc>
                <a:spcPct val="100000"/>
              </a:lnSpc>
              <a:spcBef>
                <a:spcPts val="6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7pPr>
            <a:lvl8pPr indent="-342900" lvl="7" marL="3657600" marR="0" rtl="0" algn="l">
              <a:lnSpc>
                <a:spcPct val="100000"/>
              </a:lnSpc>
              <a:spcBef>
                <a:spcPts val="6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8pPr>
            <a:lvl9pPr indent="-342900" lvl="8" marL="4114800" marR="0" rtl="0" algn="l">
              <a:lnSpc>
                <a:spcPct val="100000"/>
              </a:lnSpc>
              <a:spcBef>
                <a:spcPts val="6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9pPr>
          </a:lstStyle>
          <a:p/>
        </p:txBody>
      </p:sp>
      <p:sp>
        <p:nvSpPr>
          <p:cNvPr id="800" name="Google Shape;800;p117"/>
          <p:cNvSpPr txBox="1"/>
          <p:nvPr>
            <p:ph idx="12" type="sldNum"/>
          </p:nvPr>
        </p:nvSpPr>
        <p:spPr>
          <a:xfrm>
            <a:off x="8458200" y="4700016"/>
            <a:ext cx="228600" cy="228600"/>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1pPr>
            <a:lvl2pPr indent="0" lvl="1" marL="0" marR="0" rtl="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2pPr>
            <a:lvl3pPr indent="0" lvl="2" marL="0" marR="0" rtl="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3pPr>
            <a:lvl4pPr indent="0" lvl="3" marL="0" marR="0" rtl="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4pPr>
            <a:lvl5pPr indent="0" lvl="4" marL="0" marR="0" rtl="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5pPr>
            <a:lvl6pPr indent="0" lvl="5" marL="0" marR="0" rtl="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6pPr>
            <a:lvl7pPr indent="0" lvl="6" marL="0" marR="0" rtl="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7pPr>
            <a:lvl8pPr indent="0" lvl="7" marL="0" marR="0" rtl="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8pPr>
            <a:lvl9pPr indent="0" lvl="8" marL="0" marR="0" rtl="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7" name="Shape 807"/>
        <p:cNvGrpSpPr/>
        <p:nvPr/>
      </p:nvGrpSpPr>
      <p:grpSpPr>
        <a:xfrm>
          <a:off x="0" y="0"/>
          <a:ext cx="0" cy="0"/>
          <a:chOff x="0" y="0"/>
          <a:chExt cx="0" cy="0"/>
        </a:xfrm>
      </p:grpSpPr>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list - White">
  <p:cSld name="Big number list - White">
    <p:bg>
      <p:bgPr>
        <a:solidFill>
          <a:schemeClr val="lt1"/>
        </a:solidFill>
      </p:bgPr>
    </p:bg>
    <p:spTree>
      <p:nvGrpSpPr>
        <p:cNvPr id="808" name="Shape 808"/>
        <p:cNvGrpSpPr/>
        <p:nvPr/>
      </p:nvGrpSpPr>
      <p:grpSpPr>
        <a:xfrm>
          <a:off x="0" y="0"/>
          <a:ext cx="0" cy="0"/>
          <a:chOff x="0" y="0"/>
          <a:chExt cx="0" cy="0"/>
        </a:xfrm>
      </p:grpSpPr>
      <p:sp>
        <p:nvSpPr>
          <p:cNvPr id="809" name="Google Shape;809;p120"/>
          <p:cNvSpPr txBox="1"/>
          <p:nvPr>
            <p:ph idx="1" type="body"/>
          </p:nvPr>
        </p:nvSpPr>
        <p:spPr>
          <a:xfrm>
            <a:off x="228601" y="228600"/>
            <a:ext cx="42828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810" name="Google Shape;810;p120"/>
          <p:cNvSpPr txBox="1"/>
          <p:nvPr>
            <p:ph idx="2" type="body"/>
          </p:nvPr>
        </p:nvSpPr>
        <p:spPr>
          <a:xfrm>
            <a:off x="228599" y="359209"/>
            <a:ext cx="42828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Slide_Divider w/ Copy - Red">
  <p:cSld name="Divider w/ Copy - Red">
    <p:bg>
      <p:bgPr>
        <a:solidFill>
          <a:srgbClr val="F3EDE0"/>
        </a:solidFill>
      </p:bgPr>
    </p:bg>
    <p:spTree>
      <p:nvGrpSpPr>
        <p:cNvPr id="811" name="Shape 811"/>
        <p:cNvGrpSpPr/>
        <p:nvPr/>
      </p:nvGrpSpPr>
      <p:grpSpPr>
        <a:xfrm>
          <a:off x="0" y="0"/>
          <a:ext cx="0" cy="0"/>
          <a:chOff x="0" y="0"/>
          <a:chExt cx="0" cy="0"/>
        </a:xfrm>
      </p:grpSpPr>
      <p:sp>
        <p:nvSpPr>
          <p:cNvPr id="812" name="Google Shape;812;p121"/>
          <p:cNvSpPr/>
          <p:nvPr/>
        </p:nvSpPr>
        <p:spPr>
          <a:xfrm>
            <a:off x="2716823" y="4728064"/>
            <a:ext cx="2017800" cy="1977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13" name="Google Shape;813;p121"/>
          <p:cNvSpPr/>
          <p:nvPr/>
        </p:nvSpPr>
        <p:spPr>
          <a:xfrm>
            <a:off x="4567428" y="0"/>
            <a:ext cx="4576500" cy="5143500"/>
          </a:xfrm>
          <a:prstGeom prst="rect">
            <a:avLst/>
          </a:prstGeom>
          <a:solidFill>
            <a:schemeClr val="accent6"/>
          </a:solidFill>
          <a:ln cap="flat" cmpd="sng" w="82550">
            <a:solidFill>
              <a:schemeClr val="accent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14" name="Google Shape;814;p121"/>
          <p:cNvSpPr txBox="1"/>
          <p:nvPr>
            <p:ph idx="1" type="body"/>
          </p:nvPr>
        </p:nvSpPr>
        <p:spPr>
          <a:xfrm>
            <a:off x="5360194" y="2628900"/>
            <a:ext cx="3552900" cy="1483500"/>
          </a:xfrm>
          <a:prstGeom prst="rect">
            <a:avLst/>
          </a:prstGeom>
          <a:noFill/>
          <a:ln>
            <a:noFill/>
          </a:ln>
        </p:spPr>
        <p:txBody>
          <a:bodyPr anchorCtr="0" anchor="t" bIns="0" lIns="0" spcFirstLastPara="1" rIns="0" wrap="square" tIns="0">
            <a:normAutofit/>
          </a:bodyPr>
          <a:lstStyle>
            <a:lvl1pPr indent="-228600" lvl="0" marL="457200" algn="l">
              <a:lnSpc>
                <a:spcPct val="98125"/>
              </a:lnSpc>
              <a:spcBef>
                <a:spcPts val="0"/>
              </a:spcBef>
              <a:spcAft>
                <a:spcPts val="0"/>
              </a:spcAft>
              <a:buClr>
                <a:schemeClr val="lt1"/>
              </a:buClr>
              <a:buSzPts val="2400"/>
              <a:buNone/>
              <a:defRPr b="0" i="0" sz="2400">
                <a:solidFill>
                  <a:schemeClr val="lt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285750" lvl="5" marL="2743200" algn="l">
              <a:lnSpc>
                <a:spcPct val="90000"/>
              </a:lnSpc>
              <a:spcBef>
                <a:spcPts val="400"/>
              </a:spcBef>
              <a:spcAft>
                <a:spcPts val="0"/>
              </a:spcAft>
              <a:buClr>
                <a:schemeClr val="lt1"/>
              </a:buClr>
              <a:buSzPts val="900"/>
              <a:buChar char="•"/>
              <a:defRPr sz="900">
                <a:solidFill>
                  <a:schemeClr val="lt1"/>
                </a:solidFill>
              </a:defRPr>
            </a:lvl6pPr>
            <a:lvl7pPr indent="-285750" lvl="6" marL="3200400" algn="l">
              <a:lnSpc>
                <a:spcPct val="90000"/>
              </a:lnSpc>
              <a:spcBef>
                <a:spcPts val="400"/>
              </a:spcBef>
              <a:spcAft>
                <a:spcPts val="0"/>
              </a:spcAft>
              <a:buClr>
                <a:schemeClr val="lt1"/>
              </a:buClr>
              <a:buSzPts val="900"/>
              <a:buChar char="•"/>
              <a:defRPr sz="900">
                <a:solidFill>
                  <a:schemeClr val="lt1"/>
                </a:solidFill>
              </a:defRPr>
            </a:lvl7pPr>
            <a:lvl8pPr indent="-285750" lvl="7" marL="3657600" algn="l">
              <a:lnSpc>
                <a:spcPct val="90000"/>
              </a:lnSpc>
              <a:spcBef>
                <a:spcPts val="400"/>
              </a:spcBef>
              <a:spcAft>
                <a:spcPts val="0"/>
              </a:spcAft>
              <a:buClr>
                <a:schemeClr val="lt1"/>
              </a:buClr>
              <a:buSzPts val="900"/>
              <a:buChar char="•"/>
              <a:defRPr sz="900">
                <a:solidFill>
                  <a:schemeClr val="lt1"/>
                </a:solidFill>
              </a:defRPr>
            </a:lvl8pPr>
            <a:lvl9pPr indent="-285750" lvl="8" marL="4114800" algn="l">
              <a:lnSpc>
                <a:spcPct val="90000"/>
              </a:lnSpc>
              <a:spcBef>
                <a:spcPts val="400"/>
              </a:spcBef>
              <a:spcAft>
                <a:spcPts val="0"/>
              </a:spcAft>
              <a:buClr>
                <a:schemeClr val="lt1"/>
              </a:buClr>
              <a:buSzPts val="900"/>
              <a:buChar char="•"/>
              <a:defRPr sz="900">
                <a:solidFill>
                  <a:schemeClr val="lt1"/>
                </a:solidFill>
              </a:defRPr>
            </a:lvl9pPr>
          </a:lstStyle>
          <a:p/>
        </p:txBody>
      </p:sp>
      <p:sp>
        <p:nvSpPr>
          <p:cNvPr id="815" name="Google Shape;815;p121"/>
          <p:cNvSpPr txBox="1"/>
          <p:nvPr>
            <p:ph type="title"/>
          </p:nvPr>
        </p:nvSpPr>
        <p:spPr>
          <a:xfrm>
            <a:off x="473869" y="469106"/>
            <a:ext cx="3571800" cy="38937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3600"/>
              <a:buFont typeface="Arial"/>
              <a:buNone/>
              <a:defRPr sz="3600">
                <a:solidFill>
                  <a:schemeClr val="dk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16" name="Google Shape;816;p121"/>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8_Slide_Info Slide">
  <p:cSld name="Info Slide">
    <p:spTree>
      <p:nvGrpSpPr>
        <p:cNvPr id="817" name="Shape 817"/>
        <p:cNvGrpSpPr/>
        <p:nvPr/>
      </p:nvGrpSpPr>
      <p:grpSpPr>
        <a:xfrm>
          <a:off x="0" y="0"/>
          <a:ext cx="0" cy="0"/>
          <a:chOff x="0" y="0"/>
          <a:chExt cx="0" cy="0"/>
        </a:xfrm>
      </p:grpSpPr>
      <p:sp>
        <p:nvSpPr>
          <p:cNvPr id="818" name="Google Shape;818;p122"/>
          <p:cNvSpPr/>
          <p:nvPr/>
        </p:nvSpPr>
        <p:spPr>
          <a:xfrm>
            <a:off x="2749794" y="4741252"/>
            <a:ext cx="3653100" cy="2241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19" name="Google Shape;819;p122"/>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820" name="Google Shape;820;p122"/>
          <p:cNvSpPr/>
          <p:nvPr/>
        </p:nvSpPr>
        <p:spPr>
          <a:xfrm>
            <a:off x="6126956" y="469106"/>
            <a:ext cx="2543100" cy="207300"/>
          </a:xfrm>
          <a:prstGeom prst="roundRect">
            <a:avLst>
              <a:gd fmla="val 16667" name="adj"/>
            </a:avLst>
          </a:prstGeom>
          <a:solidFill>
            <a:schemeClr val="accent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chemeClr val="lt1"/>
                </a:solidFill>
                <a:latin typeface="Verizon NHG TX"/>
                <a:ea typeface="Verizon NHG TX"/>
                <a:cs typeface="Verizon NHG TX"/>
                <a:sym typeface="Verizon NHG TX"/>
              </a:rPr>
              <a:t>Read this info slide. This is not a template.</a:t>
            </a:r>
            <a:endParaRPr b="0" i="0" sz="1100" u="none" cap="none" strike="noStrike">
              <a:solidFill>
                <a:srgbClr val="000000"/>
              </a:solidFill>
              <a:latin typeface="Verizon NHG TX"/>
              <a:ea typeface="Verizon NHG TX"/>
              <a:cs typeface="Verizon NHG TX"/>
              <a:sym typeface="Verizon NHG TX"/>
            </a:endParaRPr>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_Slide_Primary Cover - White">
  <p:cSld name="Primary Cover - White">
    <p:bg>
      <p:bgPr>
        <a:solidFill>
          <a:schemeClr val="lt1"/>
        </a:solidFill>
      </p:bgPr>
    </p:bg>
    <p:spTree>
      <p:nvGrpSpPr>
        <p:cNvPr id="821" name="Shape 821"/>
        <p:cNvGrpSpPr/>
        <p:nvPr/>
      </p:nvGrpSpPr>
      <p:grpSpPr>
        <a:xfrm>
          <a:off x="0" y="0"/>
          <a:ext cx="0" cy="0"/>
          <a:chOff x="0" y="0"/>
          <a:chExt cx="0" cy="0"/>
        </a:xfrm>
      </p:grpSpPr>
      <p:sp>
        <p:nvSpPr>
          <p:cNvPr id="822" name="Google Shape;822;p123"/>
          <p:cNvSpPr/>
          <p:nvPr/>
        </p:nvSpPr>
        <p:spPr>
          <a:xfrm>
            <a:off x="178044" y="4668716"/>
            <a:ext cx="6554700" cy="3099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23" name="Google Shape;823;p123"/>
          <p:cNvSpPr txBox="1"/>
          <p:nvPr>
            <p:ph idx="1" type="body"/>
          </p:nvPr>
        </p:nvSpPr>
        <p:spPr>
          <a:xfrm>
            <a:off x="473869" y="2628900"/>
            <a:ext cx="6801000" cy="606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chemeClr val="dk1"/>
              </a:buClr>
              <a:buSzPts val="1800"/>
              <a:buNone/>
              <a:defRPr i="0" sz="1800">
                <a:solidFill>
                  <a:schemeClr val="dk1"/>
                </a:solidFill>
              </a:defRPr>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Clr>
                <a:schemeClr val="dk1"/>
              </a:buClr>
              <a:buSzPts val="900"/>
              <a:buChar char="•"/>
              <a:defRPr sz="900"/>
            </a:lvl6pPr>
            <a:lvl7pPr indent="-285750" lvl="6" marL="3200400" algn="l">
              <a:lnSpc>
                <a:spcPct val="90000"/>
              </a:lnSpc>
              <a:spcBef>
                <a:spcPts val="400"/>
              </a:spcBef>
              <a:spcAft>
                <a:spcPts val="0"/>
              </a:spcAft>
              <a:buClr>
                <a:schemeClr val="dk1"/>
              </a:buClr>
              <a:buSzPts val="900"/>
              <a:buChar char="•"/>
              <a:defRPr sz="900"/>
            </a:lvl7pPr>
            <a:lvl8pPr indent="-285750" lvl="7" marL="3657600" algn="l">
              <a:lnSpc>
                <a:spcPct val="90000"/>
              </a:lnSpc>
              <a:spcBef>
                <a:spcPts val="400"/>
              </a:spcBef>
              <a:spcAft>
                <a:spcPts val="0"/>
              </a:spcAft>
              <a:buClr>
                <a:schemeClr val="dk1"/>
              </a:buClr>
              <a:buSzPts val="900"/>
              <a:buChar char="•"/>
              <a:defRPr sz="900"/>
            </a:lvl8pPr>
            <a:lvl9pPr indent="-285750" lvl="8" marL="4114800" algn="l">
              <a:lnSpc>
                <a:spcPct val="90000"/>
              </a:lnSpc>
              <a:spcBef>
                <a:spcPts val="400"/>
              </a:spcBef>
              <a:spcAft>
                <a:spcPts val="0"/>
              </a:spcAft>
              <a:buClr>
                <a:schemeClr val="dk1"/>
              </a:buClr>
              <a:buSzPts val="900"/>
              <a:buChar char="•"/>
              <a:defRPr sz="900"/>
            </a:lvl9pPr>
          </a:lstStyle>
          <a:p/>
        </p:txBody>
      </p:sp>
      <p:sp>
        <p:nvSpPr>
          <p:cNvPr id="824" name="Google Shape;824;p123"/>
          <p:cNvSpPr txBox="1"/>
          <p:nvPr>
            <p:ph type="title"/>
          </p:nvPr>
        </p:nvSpPr>
        <p:spPr>
          <a:xfrm>
            <a:off x="473870" y="469106"/>
            <a:ext cx="6115200" cy="13254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5000"/>
              <a:buFont typeface="Arial"/>
              <a:buNone/>
              <a:defRPr sz="50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pic>
        <p:nvPicPr>
          <p:cNvPr id="825" name="Google Shape;825;p123"/>
          <p:cNvPicPr preferRelativeResize="0"/>
          <p:nvPr/>
        </p:nvPicPr>
        <p:blipFill rotWithShape="1">
          <a:blip r:embed="rId2">
            <a:alphaModFix/>
          </a:blip>
          <a:srcRect b="0" l="0" r="0" t="0"/>
          <a:stretch/>
        </p:blipFill>
        <p:spPr>
          <a:xfrm>
            <a:off x="283380" y="3639800"/>
            <a:ext cx="1289153" cy="1205773"/>
          </a:xfrm>
          <a:prstGeom prst="rect">
            <a:avLst/>
          </a:prstGeom>
          <a:noFill/>
          <a:ln>
            <a:noFill/>
          </a:ln>
        </p:spPr>
      </p:pic>
    </p:spTree>
  </p:cSld>
  <p:clrMapOvr>
    <a:masterClrMapping/>
  </p:clrMapOvr>
</p:sldLayout>
</file>

<file path=ppt/slideLayouts/slideLayout1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_Slide_Primary Cover - Black">
  <p:cSld name="Primary Cover - Black">
    <p:bg>
      <p:bgPr>
        <a:solidFill>
          <a:schemeClr val="dk1"/>
        </a:solidFill>
      </p:bgPr>
    </p:bg>
    <p:spTree>
      <p:nvGrpSpPr>
        <p:cNvPr id="826" name="Shape 826"/>
        <p:cNvGrpSpPr/>
        <p:nvPr/>
      </p:nvGrpSpPr>
      <p:grpSpPr>
        <a:xfrm>
          <a:off x="0" y="0"/>
          <a:ext cx="0" cy="0"/>
          <a:chOff x="0" y="0"/>
          <a:chExt cx="0" cy="0"/>
        </a:xfrm>
      </p:grpSpPr>
      <p:sp>
        <p:nvSpPr>
          <p:cNvPr id="827" name="Google Shape;827;p124"/>
          <p:cNvSpPr/>
          <p:nvPr/>
        </p:nvSpPr>
        <p:spPr>
          <a:xfrm>
            <a:off x="178044" y="4668716"/>
            <a:ext cx="6778800" cy="3099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28" name="Google Shape;828;p124"/>
          <p:cNvSpPr txBox="1"/>
          <p:nvPr>
            <p:ph idx="1" type="body"/>
          </p:nvPr>
        </p:nvSpPr>
        <p:spPr>
          <a:xfrm>
            <a:off x="473869" y="2628900"/>
            <a:ext cx="6801000" cy="606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chemeClr val="lt1"/>
              </a:buClr>
              <a:buSzPts val="1800"/>
              <a:buNone/>
              <a:defRPr i="0" sz="1800">
                <a:solidFill>
                  <a:schemeClr val="lt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285750" lvl="5" marL="2743200" algn="l">
              <a:lnSpc>
                <a:spcPct val="90000"/>
              </a:lnSpc>
              <a:spcBef>
                <a:spcPts val="400"/>
              </a:spcBef>
              <a:spcAft>
                <a:spcPts val="0"/>
              </a:spcAft>
              <a:buClr>
                <a:schemeClr val="lt1"/>
              </a:buClr>
              <a:buSzPts val="900"/>
              <a:buChar char="•"/>
              <a:defRPr sz="900">
                <a:solidFill>
                  <a:schemeClr val="lt1"/>
                </a:solidFill>
              </a:defRPr>
            </a:lvl6pPr>
            <a:lvl7pPr indent="-285750" lvl="6" marL="3200400" algn="l">
              <a:lnSpc>
                <a:spcPct val="90000"/>
              </a:lnSpc>
              <a:spcBef>
                <a:spcPts val="400"/>
              </a:spcBef>
              <a:spcAft>
                <a:spcPts val="0"/>
              </a:spcAft>
              <a:buClr>
                <a:schemeClr val="lt1"/>
              </a:buClr>
              <a:buSzPts val="900"/>
              <a:buChar char="•"/>
              <a:defRPr sz="900">
                <a:solidFill>
                  <a:schemeClr val="lt1"/>
                </a:solidFill>
              </a:defRPr>
            </a:lvl7pPr>
            <a:lvl8pPr indent="-285750" lvl="7" marL="3657600" algn="l">
              <a:lnSpc>
                <a:spcPct val="90000"/>
              </a:lnSpc>
              <a:spcBef>
                <a:spcPts val="400"/>
              </a:spcBef>
              <a:spcAft>
                <a:spcPts val="0"/>
              </a:spcAft>
              <a:buClr>
                <a:schemeClr val="lt1"/>
              </a:buClr>
              <a:buSzPts val="900"/>
              <a:buChar char="•"/>
              <a:defRPr sz="900">
                <a:solidFill>
                  <a:schemeClr val="lt1"/>
                </a:solidFill>
              </a:defRPr>
            </a:lvl8pPr>
            <a:lvl9pPr indent="-285750" lvl="8" marL="4114800" algn="l">
              <a:lnSpc>
                <a:spcPct val="90000"/>
              </a:lnSpc>
              <a:spcBef>
                <a:spcPts val="400"/>
              </a:spcBef>
              <a:spcAft>
                <a:spcPts val="0"/>
              </a:spcAft>
              <a:buClr>
                <a:schemeClr val="lt1"/>
              </a:buClr>
              <a:buSzPts val="900"/>
              <a:buChar char="•"/>
              <a:defRPr sz="900">
                <a:solidFill>
                  <a:schemeClr val="lt1"/>
                </a:solidFill>
              </a:defRPr>
            </a:lvl9pPr>
          </a:lstStyle>
          <a:p/>
        </p:txBody>
      </p:sp>
      <p:sp>
        <p:nvSpPr>
          <p:cNvPr id="829" name="Google Shape;829;p124"/>
          <p:cNvSpPr txBox="1"/>
          <p:nvPr>
            <p:ph type="title"/>
          </p:nvPr>
        </p:nvSpPr>
        <p:spPr>
          <a:xfrm>
            <a:off x="473870" y="469106"/>
            <a:ext cx="6115200" cy="13254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lt1"/>
              </a:buClr>
              <a:buSzPts val="5000"/>
              <a:buFont typeface="Arial"/>
              <a:buNone/>
              <a:defRPr sz="5000">
                <a:solidFill>
                  <a:schemeClr val="l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pic>
        <p:nvPicPr>
          <p:cNvPr id="830" name="Google Shape;830;p124"/>
          <p:cNvPicPr preferRelativeResize="0"/>
          <p:nvPr/>
        </p:nvPicPr>
        <p:blipFill rotWithShape="1">
          <a:blip r:embed="rId2">
            <a:alphaModFix/>
          </a:blip>
          <a:srcRect b="0" l="0" r="0" t="0"/>
          <a:stretch/>
        </p:blipFill>
        <p:spPr>
          <a:xfrm>
            <a:off x="283380" y="3639800"/>
            <a:ext cx="1289153" cy="1205773"/>
          </a:xfrm>
          <a:prstGeom prst="rect">
            <a:avLst/>
          </a:prstGeom>
          <a:noFill/>
          <a:ln>
            <a:noFill/>
          </a:ln>
        </p:spPr>
      </p:pic>
    </p:spTree>
  </p:cSld>
  <p:clrMapOvr>
    <a:masterClrMapping/>
  </p:clrMapOvr>
</p:sldLayout>
</file>

<file path=ppt/slideLayouts/slideLayout1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_Slide_Secondary Cover - White">
  <p:cSld name="Secondary Cover - White">
    <p:bg>
      <p:bgPr>
        <a:solidFill>
          <a:schemeClr val="lt1"/>
        </a:solidFill>
      </p:bgPr>
    </p:bg>
    <p:spTree>
      <p:nvGrpSpPr>
        <p:cNvPr id="831" name="Shape 831"/>
        <p:cNvGrpSpPr/>
        <p:nvPr/>
      </p:nvGrpSpPr>
      <p:grpSpPr>
        <a:xfrm>
          <a:off x="0" y="0"/>
          <a:ext cx="0" cy="0"/>
          <a:chOff x="0" y="0"/>
          <a:chExt cx="0" cy="0"/>
        </a:xfrm>
      </p:grpSpPr>
      <p:sp>
        <p:nvSpPr>
          <p:cNvPr id="832" name="Google Shape;832;p125"/>
          <p:cNvSpPr/>
          <p:nvPr/>
        </p:nvSpPr>
        <p:spPr>
          <a:xfrm>
            <a:off x="178044" y="4668716"/>
            <a:ext cx="6554700" cy="3099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833" name="Google Shape;833;p125"/>
          <p:cNvPicPr preferRelativeResize="0"/>
          <p:nvPr/>
        </p:nvPicPr>
        <p:blipFill rotWithShape="1">
          <a:blip r:embed="rId2">
            <a:alphaModFix/>
          </a:blip>
          <a:srcRect b="0" l="0" r="0" t="0"/>
          <a:stretch/>
        </p:blipFill>
        <p:spPr>
          <a:xfrm>
            <a:off x="184928" y="187277"/>
            <a:ext cx="2028093" cy="1896929"/>
          </a:xfrm>
          <a:prstGeom prst="rect">
            <a:avLst/>
          </a:prstGeom>
          <a:noFill/>
          <a:ln>
            <a:noFill/>
          </a:ln>
        </p:spPr>
      </p:pic>
      <p:sp>
        <p:nvSpPr>
          <p:cNvPr id="834" name="Google Shape;834;p125"/>
          <p:cNvSpPr txBox="1"/>
          <p:nvPr>
            <p:ph idx="1" type="body"/>
          </p:nvPr>
        </p:nvSpPr>
        <p:spPr>
          <a:xfrm>
            <a:off x="6703219" y="3356087"/>
            <a:ext cx="1967100" cy="5874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800"/>
              <a:buNone/>
              <a:defRPr i="0" sz="1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835" name="Google Shape;835;p125"/>
          <p:cNvSpPr txBox="1"/>
          <p:nvPr>
            <p:ph type="title"/>
          </p:nvPr>
        </p:nvSpPr>
        <p:spPr>
          <a:xfrm>
            <a:off x="473870" y="3349229"/>
            <a:ext cx="5424600" cy="13146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5000"/>
              <a:buFont typeface="Arial"/>
              <a:buNone/>
              <a:defRPr sz="50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36" name="Google Shape;836;p125"/>
          <p:cNvSpPr/>
          <p:nvPr>
            <p:ph idx="2" type="pic"/>
          </p:nvPr>
        </p:nvSpPr>
        <p:spPr>
          <a:xfrm>
            <a:off x="7394972" y="469106"/>
            <a:ext cx="1275000" cy="1325400"/>
          </a:xfrm>
          <a:prstGeom prst="rect">
            <a:avLst/>
          </a:prstGeom>
          <a:noFill/>
          <a:ln>
            <a:noFill/>
          </a:ln>
        </p:spPr>
      </p:sp>
    </p:spTree>
  </p:cSld>
  <p:clrMapOvr>
    <a:masterClrMapping/>
  </p:clrMapOvr>
</p:sldLayout>
</file>

<file path=ppt/slideLayouts/slideLayout1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_Slide_Secondary Cover - Black">
  <p:cSld name="Secondary Cover - Black">
    <p:bg>
      <p:bgPr>
        <a:solidFill>
          <a:schemeClr val="dk1"/>
        </a:solidFill>
      </p:bgPr>
    </p:bg>
    <p:spTree>
      <p:nvGrpSpPr>
        <p:cNvPr id="837" name="Shape 837"/>
        <p:cNvGrpSpPr/>
        <p:nvPr/>
      </p:nvGrpSpPr>
      <p:grpSpPr>
        <a:xfrm>
          <a:off x="0" y="0"/>
          <a:ext cx="0" cy="0"/>
          <a:chOff x="0" y="0"/>
          <a:chExt cx="0" cy="0"/>
        </a:xfrm>
      </p:grpSpPr>
      <p:sp>
        <p:nvSpPr>
          <p:cNvPr id="838" name="Google Shape;838;p126"/>
          <p:cNvSpPr/>
          <p:nvPr/>
        </p:nvSpPr>
        <p:spPr>
          <a:xfrm>
            <a:off x="178044" y="4668716"/>
            <a:ext cx="6284400" cy="3099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839" name="Google Shape;839;p126"/>
          <p:cNvPicPr preferRelativeResize="0"/>
          <p:nvPr/>
        </p:nvPicPr>
        <p:blipFill rotWithShape="1">
          <a:blip r:embed="rId2">
            <a:alphaModFix/>
          </a:blip>
          <a:srcRect b="0" l="0" r="0" t="0"/>
          <a:stretch/>
        </p:blipFill>
        <p:spPr>
          <a:xfrm>
            <a:off x="184928" y="187277"/>
            <a:ext cx="2028093" cy="1896929"/>
          </a:xfrm>
          <a:prstGeom prst="rect">
            <a:avLst/>
          </a:prstGeom>
          <a:noFill/>
          <a:ln>
            <a:noFill/>
          </a:ln>
        </p:spPr>
      </p:pic>
      <p:sp>
        <p:nvSpPr>
          <p:cNvPr id="840" name="Google Shape;840;p126"/>
          <p:cNvSpPr txBox="1"/>
          <p:nvPr>
            <p:ph idx="1" type="body"/>
          </p:nvPr>
        </p:nvSpPr>
        <p:spPr>
          <a:xfrm>
            <a:off x="6703219" y="3356087"/>
            <a:ext cx="1967100" cy="5874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chemeClr val="lt1"/>
              </a:buClr>
              <a:buSzPts val="1800"/>
              <a:buNone/>
              <a:defRPr i="0" sz="1800">
                <a:solidFill>
                  <a:schemeClr val="lt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lt1"/>
              </a:buClr>
              <a:buSzPts val="1400"/>
              <a:buChar char="•"/>
              <a:defRPr>
                <a:solidFill>
                  <a:schemeClr val="lt1"/>
                </a:solidFill>
              </a:defRPr>
            </a:lvl6pPr>
            <a:lvl7pPr indent="-317500" lvl="6" marL="3200400" algn="l">
              <a:lnSpc>
                <a:spcPct val="90000"/>
              </a:lnSpc>
              <a:spcBef>
                <a:spcPts val="400"/>
              </a:spcBef>
              <a:spcAft>
                <a:spcPts val="0"/>
              </a:spcAft>
              <a:buClr>
                <a:schemeClr val="lt1"/>
              </a:buClr>
              <a:buSzPts val="1400"/>
              <a:buChar char="•"/>
              <a:defRPr>
                <a:solidFill>
                  <a:schemeClr val="lt1"/>
                </a:solidFill>
              </a:defRPr>
            </a:lvl7pPr>
            <a:lvl8pPr indent="-317500" lvl="7" marL="3657600" algn="l">
              <a:lnSpc>
                <a:spcPct val="90000"/>
              </a:lnSpc>
              <a:spcBef>
                <a:spcPts val="400"/>
              </a:spcBef>
              <a:spcAft>
                <a:spcPts val="0"/>
              </a:spcAft>
              <a:buClr>
                <a:schemeClr val="lt1"/>
              </a:buClr>
              <a:buSzPts val="1400"/>
              <a:buChar char="•"/>
              <a:defRPr>
                <a:solidFill>
                  <a:schemeClr val="lt1"/>
                </a:solidFill>
              </a:defRPr>
            </a:lvl8pPr>
            <a:lvl9pPr indent="-317500" lvl="8" marL="4114800" algn="l">
              <a:lnSpc>
                <a:spcPct val="90000"/>
              </a:lnSpc>
              <a:spcBef>
                <a:spcPts val="400"/>
              </a:spcBef>
              <a:spcAft>
                <a:spcPts val="0"/>
              </a:spcAft>
              <a:buClr>
                <a:schemeClr val="lt1"/>
              </a:buClr>
              <a:buSzPts val="1400"/>
              <a:buChar char="•"/>
              <a:defRPr>
                <a:solidFill>
                  <a:schemeClr val="lt1"/>
                </a:solidFill>
              </a:defRPr>
            </a:lvl9pPr>
          </a:lstStyle>
          <a:p/>
        </p:txBody>
      </p:sp>
      <p:sp>
        <p:nvSpPr>
          <p:cNvPr id="841" name="Google Shape;841;p126"/>
          <p:cNvSpPr txBox="1"/>
          <p:nvPr>
            <p:ph type="title"/>
          </p:nvPr>
        </p:nvSpPr>
        <p:spPr>
          <a:xfrm>
            <a:off x="473870" y="3349229"/>
            <a:ext cx="5424600" cy="13146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lt1"/>
              </a:buClr>
              <a:buSzPts val="5000"/>
              <a:buFont typeface="Arial"/>
              <a:buNone/>
              <a:defRPr sz="5000">
                <a:solidFill>
                  <a:schemeClr val="l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42" name="Google Shape;842;p126"/>
          <p:cNvSpPr/>
          <p:nvPr>
            <p:ph idx="2" type="pic"/>
          </p:nvPr>
        </p:nvSpPr>
        <p:spPr>
          <a:xfrm>
            <a:off x="7394972" y="469106"/>
            <a:ext cx="1275000" cy="1325400"/>
          </a:xfrm>
          <a:prstGeom prst="rect">
            <a:avLst/>
          </a:prstGeom>
          <a:noFill/>
          <a:ln>
            <a:noFill/>
          </a:ln>
        </p:spPr>
      </p:sp>
    </p:spTree>
  </p:cSld>
  <p:clrMapOvr>
    <a:masterClrMapping/>
  </p:clrMapOvr>
</p:sldLayout>
</file>

<file path=ppt/slideLayouts/slideLayout1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_Slide_Divider - White">
  <p:cSld name="Divider - White">
    <p:bg>
      <p:bgPr>
        <a:solidFill>
          <a:schemeClr val="lt1"/>
        </a:solidFill>
      </p:bgPr>
    </p:bg>
    <p:spTree>
      <p:nvGrpSpPr>
        <p:cNvPr id="843" name="Shape 843"/>
        <p:cNvGrpSpPr/>
        <p:nvPr/>
      </p:nvGrpSpPr>
      <p:grpSpPr>
        <a:xfrm>
          <a:off x="0" y="0"/>
          <a:ext cx="0" cy="0"/>
          <a:chOff x="0" y="0"/>
          <a:chExt cx="0" cy="0"/>
        </a:xfrm>
      </p:grpSpPr>
      <p:sp>
        <p:nvSpPr>
          <p:cNvPr id="844" name="Google Shape;844;p127"/>
          <p:cNvSpPr txBox="1"/>
          <p:nvPr>
            <p:ph idx="1" type="body"/>
          </p:nvPr>
        </p:nvSpPr>
        <p:spPr>
          <a:xfrm>
            <a:off x="473869" y="2628900"/>
            <a:ext cx="4046700" cy="1314600"/>
          </a:xfrm>
          <a:prstGeom prst="rect">
            <a:avLst/>
          </a:prstGeom>
          <a:noFill/>
          <a:ln>
            <a:noFill/>
          </a:ln>
        </p:spPr>
        <p:txBody>
          <a:bodyPr anchorCtr="0" anchor="t" bIns="0" lIns="0" spcFirstLastPara="1" rIns="0" wrap="square" tIns="0">
            <a:normAutofit/>
          </a:bodyPr>
          <a:lstStyle>
            <a:lvl1pPr indent="-228600" lvl="0" marL="457200" algn="l">
              <a:lnSpc>
                <a:spcPct val="98125"/>
              </a:lnSpc>
              <a:spcBef>
                <a:spcPts val="0"/>
              </a:spcBef>
              <a:spcAft>
                <a:spcPts val="0"/>
              </a:spcAft>
              <a:buSzPts val="2400"/>
              <a:buNone/>
              <a:defRPr i="0" sz="24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845" name="Google Shape;845;p127"/>
          <p:cNvSpPr txBox="1"/>
          <p:nvPr>
            <p:ph type="title"/>
          </p:nvPr>
        </p:nvSpPr>
        <p:spPr>
          <a:xfrm>
            <a:off x="473869" y="469107"/>
            <a:ext cx="6801000" cy="13254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accent6"/>
              </a:buClr>
              <a:buSzPts val="5000"/>
              <a:buFont typeface="Arial"/>
              <a:buNone/>
              <a:defRPr sz="5000">
                <a:solidFill>
                  <a:schemeClr val="accent6"/>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46" name="Google Shape;846;p127"/>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_Slide_Divider - Black">
  <p:cSld name="Divider - Black">
    <p:bg>
      <p:bgPr>
        <a:solidFill>
          <a:schemeClr val="dk1"/>
        </a:solidFill>
      </p:bgPr>
    </p:bg>
    <p:spTree>
      <p:nvGrpSpPr>
        <p:cNvPr id="847" name="Shape 847"/>
        <p:cNvGrpSpPr/>
        <p:nvPr/>
      </p:nvGrpSpPr>
      <p:grpSpPr>
        <a:xfrm>
          <a:off x="0" y="0"/>
          <a:ext cx="0" cy="0"/>
          <a:chOff x="0" y="0"/>
          <a:chExt cx="0" cy="0"/>
        </a:xfrm>
      </p:grpSpPr>
      <p:sp>
        <p:nvSpPr>
          <p:cNvPr id="848" name="Google Shape;848;p128"/>
          <p:cNvSpPr txBox="1"/>
          <p:nvPr>
            <p:ph idx="1" type="body"/>
          </p:nvPr>
        </p:nvSpPr>
        <p:spPr>
          <a:xfrm>
            <a:off x="473869" y="2628900"/>
            <a:ext cx="4046700" cy="1314600"/>
          </a:xfrm>
          <a:prstGeom prst="rect">
            <a:avLst/>
          </a:prstGeom>
          <a:noFill/>
          <a:ln>
            <a:noFill/>
          </a:ln>
        </p:spPr>
        <p:txBody>
          <a:bodyPr anchorCtr="0" anchor="t" bIns="0" lIns="0" spcFirstLastPara="1" rIns="0" wrap="square" tIns="0">
            <a:normAutofit/>
          </a:bodyPr>
          <a:lstStyle>
            <a:lvl1pPr indent="-228600" lvl="0" marL="457200" algn="l">
              <a:lnSpc>
                <a:spcPct val="98125"/>
              </a:lnSpc>
              <a:spcBef>
                <a:spcPts val="0"/>
              </a:spcBef>
              <a:spcAft>
                <a:spcPts val="0"/>
              </a:spcAft>
              <a:buClr>
                <a:schemeClr val="lt1"/>
              </a:buClr>
              <a:buSzPts val="2400"/>
              <a:buNone/>
              <a:defRPr i="0" sz="2400">
                <a:solidFill>
                  <a:schemeClr val="lt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285750" lvl="5" marL="2743200" algn="l">
              <a:lnSpc>
                <a:spcPct val="90000"/>
              </a:lnSpc>
              <a:spcBef>
                <a:spcPts val="400"/>
              </a:spcBef>
              <a:spcAft>
                <a:spcPts val="0"/>
              </a:spcAft>
              <a:buClr>
                <a:schemeClr val="lt1"/>
              </a:buClr>
              <a:buSzPts val="900"/>
              <a:buChar char="•"/>
              <a:defRPr sz="900">
                <a:solidFill>
                  <a:schemeClr val="lt1"/>
                </a:solidFill>
              </a:defRPr>
            </a:lvl6pPr>
            <a:lvl7pPr indent="-285750" lvl="6" marL="3200400" algn="l">
              <a:lnSpc>
                <a:spcPct val="90000"/>
              </a:lnSpc>
              <a:spcBef>
                <a:spcPts val="400"/>
              </a:spcBef>
              <a:spcAft>
                <a:spcPts val="0"/>
              </a:spcAft>
              <a:buClr>
                <a:schemeClr val="lt1"/>
              </a:buClr>
              <a:buSzPts val="900"/>
              <a:buChar char="•"/>
              <a:defRPr sz="900">
                <a:solidFill>
                  <a:schemeClr val="lt1"/>
                </a:solidFill>
              </a:defRPr>
            </a:lvl7pPr>
            <a:lvl8pPr indent="-285750" lvl="7" marL="3657600" algn="l">
              <a:lnSpc>
                <a:spcPct val="90000"/>
              </a:lnSpc>
              <a:spcBef>
                <a:spcPts val="400"/>
              </a:spcBef>
              <a:spcAft>
                <a:spcPts val="0"/>
              </a:spcAft>
              <a:buClr>
                <a:schemeClr val="lt1"/>
              </a:buClr>
              <a:buSzPts val="900"/>
              <a:buChar char="•"/>
              <a:defRPr sz="900">
                <a:solidFill>
                  <a:schemeClr val="lt1"/>
                </a:solidFill>
              </a:defRPr>
            </a:lvl8pPr>
            <a:lvl9pPr indent="-285750" lvl="8" marL="4114800" algn="l">
              <a:lnSpc>
                <a:spcPct val="90000"/>
              </a:lnSpc>
              <a:spcBef>
                <a:spcPts val="400"/>
              </a:spcBef>
              <a:spcAft>
                <a:spcPts val="0"/>
              </a:spcAft>
              <a:buClr>
                <a:schemeClr val="lt1"/>
              </a:buClr>
              <a:buSzPts val="900"/>
              <a:buChar char="•"/>
              <a:defRPr sz="900">
                <a:solidFill>
                  <a:schemeClr val="lt1"/>
                </a:solidFill>
              </a:defRPr>
            </a:lvl9pPr>
          </a:lstStyle>
          <a:p/>
        </p:txBody>
      </p:sp>
      <p:sp>
        <p:nvSpPr>
          <p:cNvPr id="849" name="Google Shape;849;p128"/>
          <p:cNvSpPr txBox="1"/>
          <p:nvPr>
            <p:ph type="title"/>
          </p:nvPr>
        </p:nvSpPr>
        <p:spPr>
          <a:xfrm>
            <a:off x="473869" y="469107"/>
            <a:ext cx="6801000" cy="13254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accent6"/>
              </a:buClr>
              <a:buSzPts val="5000"/>
              <a:buFont typeface="Arial"/>
              <a:buNone/>
              <a:defRPr sz="5000">
                <a:solidFill>
                  <a:schemeClr val="accent6"/>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50" name="Google Shape;850;p128"/>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851" name="Google Shape;851;p128"/>
          <p:cNvSpPr txBox="1"/>
          <p:nvPr/>
        </p:nvSpPr>
        <p:spPr>
          <a:xfrm>
            <a:off x="2625367" y="4761251"/>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Arial"/>
                <a:ea typeface="Arial"/>
                <a:cs typeface="Arial"/>
                <a:sym typeface="Arial"/>
              </a:rPr>
              <a:t>Verizon confidential and proprietary. Unauthorized disclosure, reproduction or other use prohibited.</a:t>
            </a:r>
            <a:endParaRPr b="0" i="0" sz="11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_Slide_Large statement or Divider - White">
  <p:cSld name="Large statement or Divider - White">
    <p:bg>
      <p:bgPr>
        <a:solidFill>
          <a:schemeClr val="dk2"/>
        </a:solidFill>
      </p:bgPr>
    </p:bg>
    <p:spTree>
      <p:nvGrpSpPr>
        <p:cNvPr id="852" name="Shape 852"/>
        <p:cNvGrpSpPr/>
        <p:nvPr/>
      </p:nvGrpSpPr>
      <p:grpSpPr>
        <a:xfrm>
          <a:off x="0" y="0"/>
          <a:ext cx="0" cy="0"/>
          <a:chOff x="0" y="0"/>
          <a:chExt cx="0" cy="0"/>
        </a:xfrm>
      </p:grpSpPr>
      <p:sp>
        <p:nvSpPr>
          <p:cNvPr id="853" name="Google Shape;853;p129"/>
          <p:cNvSpPr/>
          <p:nvPr/>
        </p:nvSpPr>
        <p:spPr>
          <a:xfrm>
            <a:off x="498022" y="522350"/>
            <a:ext cx="8131800" cy="4074000"/>
          </a:xfrm>
          <a:prstGeom prst="rect">
            <a:avLst/>
          </a:prstGeom>
          <a:solidFill>
            <a:schemeClr val="lt2"/>
          </a:solidFill>
          <a:ln cap="flat" cmpd="sng" w="63500">
            <a:solidFill>
              <a:srgbClr val="F5FF1E"/>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54" name="Google Shape;854;p129"/>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855" name="Google Shape;855;p129"/>
          <p:cNvSpPr txBox="1"/>
          <p:nvPr>
            <p:ph type="title"/>
          </p:nvPr>
        </p:nvSpPr>
        <p:spPr>
          <a:xfrm>
            <a:off x="726935" y="742322"/>
            <a:ext cx="5767800" cy="15036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accent6"/>
              </a:buClr>
              <a:buSzPts val="5000"/>
              <a:buFont typeface="Arial"/>
              <a:buNone/>
              <a:defRPr sz="5000">
                <a:solidFill>
                  <a:schemeClr val="accent6"/>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_Slide_Large statement or Divider - Black">
  <p:cSld name="Large statement or Divider - Black">
    <p:bg>
      <p:bgPr>
        <a:solidFill>
          <a:schemeClr val="lt1"/>
        </a:solidFill>
      </p:bgPr>
    </p:bg>
    <p:spTree>
      <p:nvGrpSpPr>
        <p:cNvPr id="856" name="Shape 856"/>
        <p:cNvGrpSpPr/>
        <p:nvPr/>
      </p:nvGrpSpPr>
      <p:grpSpPr>
        <a:xfrm>
          <a:off x="0" y="0"/>
          <a:ext cx="0" cy="0"/>
          <a:chOff x="0" y="0"/>
          <a:chExt cx="0" cy="0"/>
        </a:xfrm>
      </p:grpSpPr>
      <p:sp>
        <p:nvSpPr>
          <p:cNvPr id="857" name="Google Shape;857;p130"/>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858" name="Google Shape;858;p130"/>
          <p:cNvSpPr/>
          <p:nvPr/>
        </p:nvSpPr>
        <p:spPr>
          <a:xfrm>
            <a:off x="498022" y="522350"/>
            <a:ext cx="8131800" cy="4074000"/>
          </a:xfrm>
          <a:prstGeom prst="rect">
            <a:avLst/>
          </a:prstGeom>
          <a:solidFill>
            <a:schemeClr val="dk1"/>
          </a:solidFill>
          <a:ln cap="flat" cmpd="sng" w="63500">
            <a:solidFill>
              <a:srgbClr val="F5FF1E"/>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59" name="Google Shape;859;p130"/>
          <p:cNvSpPr txBox="1"/>
          <p:nvPr>
            <p:ph type="title"/>
          </p:nvPr>
        </p:nvSpPr>
        <p:spPr>
          <a:xfrm>
            <a:off x="726935" y="742322"/>
            <a:ext cx="5767800" cy="15036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1"/>
              </a:buClr>
              <a:buSzPts val="5000"/>
              <a:buFont typeface="Arial"/>
              <a:buNone/>
              <a:defRPr sz="5000">
                <a:solidFill>
                  <a:schemeClr val="l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_Slide_Divider w/ Copy - Yellow">
  <p:cSld name="Divider w/ Copy - Yellow">
    <p:bg>
      <p:bgPr>
        <a:solidFill>
          <a:schemeClr val="lt2"/>
        </a:solidFill>
      </p:bgPr>
    </p:bg>
    <p:spTree>
      <p:nvGrpSpPr>
        <p:cNvPr id="860" name="Shape 860"/>
        <p:cNvGrpSpPr/>
        <p:nvPr/>
      </p:nvGrpSpPr>
      <p:grpSpPr>
        <a:xfrm>
          <a:off x="0" y="0"/>
          <a:ext cx="0" cy="0"/>
          <a:chOff x="0" y="0"/>
          <a:chExt cx="0" cy="0"/>
        </a:xfrm>
      </p:grpSpPr>
      <p:sp>
        <p:nvSpPr>
          <p:cNvPr id="861" name="Google Shape;861;p131"/>
          <p:cNvSpPr/>
          <p:nvPr/>
        </p:nvSpPr>
        <p:spPr>
          <a:xfrm>
            <a:off x="0" y="0"/>
            <a:ext cx="5053500" cy="51435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62" name="Google Shape;862;p131"/>
          <p:cNvSpPr/>
          <p:nvPr/>
        </p:nvSpPr>
        <p:spPr>
          <a:xfrm>
            <a:off x="2716823" y="4728064"/>
            <a:ext cx="2017800" cy="1977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63" name="Google Shape;863;p131"/>
          <p:cNvSpPr/>
          <p:nvPr/>
        </p:nvSpPr>
        <p:spPr>
          <a:xfrm>
            <a:off x="4567428" y="0"/>
            <a:ext cx="4576500" cy="5143500"/>
          </a:xfrm>
          <a:prstGeom prst="rect">
            <a:avLst/>
          </a:prstGeom>
          <a:solidFill>
            <a:schemeClr val="lt2"/>
          </a:solidFill>
          <a:ln cap="flat" cmpd="sng" w="82550">
            <a:solidFill>
              <a:srgbClr val="F5FF1E"/>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64" name="Google Shape;864;p131"/>
          <p:cNvSpPr txBox="1"/>
          <p:nvPr>
            <p:ph idx="1" type="body"/>
          </p:nvPr>
        </p:nvSpPr>
        <p:spPr>
          <a:xfrm>
            <a:off x="5360194" y="2628900"/>
            <a:ext cx="3552900" cy="1483500"/>
          </a:xfrm>
          <a:prstGeom prst="rect">
            <a:avLst/>
          </a:prstGeom>
          <a:noFill/>
          <a:ln>
            <a:noFill/>
          </a:ln>
        </p:spPr>
        <p:txBody>
          <a:bodyPr anchorCtr="0" anchor="t" bIns="0" lIns="0" spcFirstLastPara="1" rIns="0" wrap="square" tIns="0">
            <a:normAutofit/>
          </a:bodyPr>
          <a:lstStyle>
            <a:lvl1pPr indent="-228600" lvl="0" marL="457200" algn="l">
              <a:lnSpc>
                <a:spcPct val="98125"/>
              </a:lnSpc>
              <a:spcBef>
                <a:spcPts val="0"/>
              </a:spcBef>
              <a:spcAft>
                <a:spcPts val="0"/>
              </a:spcAft>
              <a:buSzPts val="2400"/>
              <a:buNone/>
              <a:defRPr b="0" i="0" sz="24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865" name="Google Shape;865;p131"/>
          <p:cNvSpPr txBox="1"/>
          <p:nvPr>
            <p:ph type="title"/>
          </p:nvPr>
        </p:nvSpPr>
        <p:spPr>
          <a:xfrm>
            <a:off x="473869" y="469106"/>
            <a:ext cx="3571800" cy="38937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accent6"/>
              </a:buClr>
              <a:buSzPts val="3600"/>
              <a:buFont typeface="Arial"/>
              <a:buNone/>
              <a:defRPr sz="3600">
                <a:solidFill>
                  <a:schemeClr val="accent6"/>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66" name="Google Shape;866;p131"/>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pic>
        <p:nvPicPr>
          <p:cNvPr id="867" name="Google Shape;867;p131"/>
          <p:cNvPicPr preferRelativeResize="0"/>
          <p:nvPr/>
        </p:nvPicPr>
        <p:blipFill rotWithShape="1">
          <a:blip r:embed="rId2">
            <a:alphaModFix/>
          </a:blip>
          <a:srcRect b="0" l="0" r="0" t="0"/>
          <a:stretch/>
        </p:blipFill>
        <p:spPr>
          <a:xfrm>
            <a:off x="372624" y="4632722"/>
            <a:ext cx="841577" cy="344233"/>
          </a:xfrm>
          <a:prstGeom prst="rect">
            <a:avLst/>
          </a:prstGeom>
          <a:noFill/>
          <a:ln>
            <a:noFill/>
          </a:ln>
        </p:spPr>
      </p:pic>
    </p:spTree>
  </p:cSld>
  <p:clrMapOvr>
    <a:masterClrMapping/>
  </p:clrMapOvr>
</p:sldLayout>
</file>

<file path=ppt/slideLayouts/slideLayout1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_Slide_Divider w/ Image - Stone">
  <p:cSld name="Divider w/ Image - Stone">
    <p:bg>
      <p:bgPr>
        <a:solidFill>
          <a:srgbClr val="F3EDE0"/>
        </a:solidFill>
      </p:bgPr>
    </p:bg>
    <p:spTree>
      <p:nvGrpSpPr>
        <p:cNvPr id="868" name="Shape 868"/>
        <p:cNvGrpSpPr/>
        <p:nvPr/>
      </p:nvGrpSpPr>
      <p:grpSpPr>
        <a:xfrm>
          <a:off x="0" y="0"/>
          <a:ext cx="0" cy="0"/>
          <a:chOff x="0" y="0"/>
          <a:chExt cx="0" cy="0"/>
        </a:xfrm>
      </p:grpSpPr>
      <p:sp>
        <p:nvSpPr>
          <p:cNvPr id="869" name="Google Shape;869;p132"/>
          <p:cNvSpPr/>
          <p:nvPr/>
        </p:nvSpPr>
        <p:spPr>
          <a:xfrm>
            <a:off x="2716823" y="4728064"/>
            <a:ext cx="2017800" cy="1977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70" name="Google Shape;870;p132"/>
          <p:cNvSpPr/>
          <p:nvPr>
            <p:ph idx="2" type="pic"/>
          </p:nvPr>
        </p:nvSpPr>
        <p:spPr>
          <a:xfrm>
            <a:off x="4510683" y="0"/>
            <a:ext cx="4632900" cy="5143500"/>
          </a:xfrm>
          <a:prstGeom prst="rect">
            <a:avLst/>
          </a:prstGeom>
          <a:solidFill>
            <a:schemeClr val="lt1"/>
          </a:solidFill>
          <a:ln cap="flat" cmpd="sng" w="82550">
            <a:solidFill>
              <a:srgbClr val="F5FF1E"/>
            </a:solidFill>
            <a:prstDash val="solid"/>
            <a:round/>
            <a:headEnd len="sm" w="sm" type="none"/>
            <a:tailEnd len="sm" w="sm" type="none"/>
          </a:ln>
        </p:spPr>
      </p:sp>
      <p:sp>
        <p:nvSpPr>
          <p:cNvPr id="871" name="Google Shape;871;p132"/>
          <p:cNvSpPr txBox="1"/>
          <p:nvPr>
            <p:ph type="title"/>
          </p:nvPr>
        </p:nvSpPr>
        <p:spPr>
          <a:xfrm>
            <a:off x="473869" y="1908572"/>
            <a:ext cx="3343200" cy="6060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3600"/>
              <a:buFont typeface="Arial"/>
              <a:buNone/>
              <a:defRPr sz="3600">
                <a:solidFill>
                  <a:schemeClr val="dk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72" name="Google Shape;872;p132"/>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873" name="Google Shape;873;p132"/>
          <p:cNvSpPr txBox="1"/>
          <p:nvPr>
            <p:ph idx="1" type="body"/>
          </p:nvPr>
        </p:nvSpPr>
        <p:spPr>
          <a:xfrm>
            <a:off x="473869" y="2628900"/>
            <a:ext cx="3343200" cy="694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dk1"/>
              </a:buClr>
              <a:buSzPts val="1400"/>
              <a:buNone/>
              <a:defRPr/>
            </a:lvl1pPr>
            <a:lvl2pPr indent="-228600" lvl="1" marL="914400" algn="l">
              <a:lnSpc>
                <a:spcPct val="100000"/>
              </a:lnSpc>
              <a:spcBef>
                <a:spcPts val="400"/>
              </a:spcBef>
              <a:spcAft>
                <a:spcPts val="0"/>
              </a:spcAft>
              <a:buClr>
                <a:schemeClr val="dk1"/>
              </a:buClr>
              <a:buSzPts val="1400"/>
              <a:buNone/>
              <a:defRPr/>
            </a:lvl2pPr>
            <a:lvl3pPr indent="-317500" lvl="2" marL="1371600" algn="l">
              <a:lnSpc>
                <a:spcPct val="100000"/>
              </a:lnSpc>
              <a:spcBef>
                <a:spcPts val="400"/>
              </a:spcBef>
              <a:spcAft>
                <a:spcPts val="0"/>
              </a:spcAft>
              <a:buClr>
                <a:schemeClr val="dk1"/>
              </a:buClr>
              <a:buSzPts val="1400"/>
              <a:buChar char="•"/>
              <a:defRPr/>
            </a:lvl3pPr>
            <a:lvl4pPr indent="-317500" lvl="3" marL="1828800" algn="l">
              <a:lnSpc>
                <a:spcPct val="100000"/>
              </a:lnSpc>
              <a:spcBef>
                <a:spcPts val="400"/>
              </a:spcBef>
              <a:spcAft>
                <a:spcPts val="0"/>
              </a:spcAft>
              <a:buClr>
                <a:schemeClr val="dk1"/>
              </a:buClr>
              <a:buSzPts val="1400"/>
              <a:buChar char="-"/>
              <a:defRPr/>
            </a:lvl4pPr>
            <a:lvl5pPr indent="-317500" lvl="4" marL="2286000" algn="l">
              <a:lnSpc>
                <a:spcPct val="100000"/>
              </a:lnSpc>
              <a:spcBef>
                <a:spcPts val="400"/>
              </a:spcBef>
              <a:spcAft>
                <a:spcPts val="0"/>
              </a:spcAft>
              <a:buClr>
                <a:schemeClr val="dk1"/>
              </a:buClr>
              <a:buSzPts val="1400"/>
              <a:buChar char="-"/>
              <a:defRPr/>
            </a:lvl5pPr>
            <a:lvl6pPr indent="-285750" lvl="5" marL="2743200" algn="l">
              <a:lnSpc>
                <a:spcPct val="90000"/>
              </a:lnSpc>
              <a:spcBef>
                <a:spcPts val="400"/>
              </a:spcBef>
              <a:spcAft>
                <a:spcPts val="0"/>
              </a:spcAft>
              <a:buClr>
                <a:schemeClr val="dk1"/>
              </a:buClr>
              <a:buSzPts val="900"/>
              <a:buChar char="•"/>
              <a:defRPr sz="900"/>
            </a:lvl6pPr>
            <a:lvl7pPr indent="-285750" lvl="6" marL="3200400" algn="l">
              <a:lnSpc>
                <a:spcPct val="90000"/>
              </a:lnSpc>
              <a:spcBef>
                <a:spcPts val="400"/>
              </a:spcBef>
              <a:spcAft>
                <a:spcPts val="0"/>
              </a:spcAft>
              <a:buClr>
                <a:schemeClr val="dk1"/>
              </a:buClr>
              <a:buSzPts val="900"/>
              <a:buChar char="•"/>
              <a:defRPr sz="900"/>
            </a:lvl7pPr>
            <a:lvl8pPr indent="-285750" lvl="7" marL="3657600" algn="l">
              <a:lnSpc>
                <a:spcPct val="90000"/>
              </a:lnSpc>
              <a:spcBef>
                <a:spcPts val="400"/>
              </a:spcBef>
              <a:spcAft>
                <a:spcPts val="0"/>
              </a:spcAft>
              <a:buClr>
                <a:schemeClr val="dk1"/>
              </a:buClr>
              <a:buSzPts val="900"/>
              <a:buChar char="•"/>
              <a:defRPr sz="900"/>
            </a:lvl8pPr>
            <a:lvl9pPr indent="-285750" lvl="8" marL="4114800" algn="l">
              <a:lnSpc>
                <a:spcPct val="90000"/>
              </a:lnSpc>
              <a:spcBef>
                <a:spcPts val="400"/>
              </a:spcBef>
              <a:spcAft>
                <a:spcPts val="0"/>
              </a:spcAft>
              <a:buClr>
                <a:schemeClr val="dk1"/>
              </a:buClr>
              <a:buSzPts val="900"/>
              <a:buChar char="•"/>
              <a:defRPr sz="900"/>
            </a:lvl9pPr>
          </a:lstStyle>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Slide_Divider w/ Image - Red">
  <p:cSld name="Divider w/ Image - Red">
    <p:bg>
      <p:bgPr>
        <a:solidFill>
          <a:schemeClr val="accent6"/>
        </a:solidFill>
      </p:bgPr>
    </p:bg>
    <p:spTree>
      <p:nvGrpSpPr>
        <p:cNvPr id="874" name="Shape 874"/>
        <p:cNvGrpSpPr/>
        <p:nvPr/>
      </p:nvGrpSpPr>
      <p:grpSpPr>
        <a:xfrm>
          <a:off x="0" y="0"/>
          <a:ext cx="0" cy="0"/>
          <a:chOff x="0" y="0"/>
          <a:chExt cx="0" cy="0"/>
        </a:xfrm>
      </p:grpSpPr>
      <p:sp>
        <p:nvSpPr>
          <p:cNvPr id="875" name="Google Shape;875;p133"/>
          <p:cNvSpPr/>
          <p:nvPr/>
        </p:nvSpPr>
        <p:spPr>
          <a:xfrm>
            <a:off x="2716823" y="4728064"/>
            <a:ext cx="2017800" cy="197700"/>
          </a:xfrm>
          <a:prstGeom prst="rect">
            <a:avLst/>
          </a:prstGeom>
          <a:solidFill>
            <a:schemeClr val="accent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76" name="Google Shape;876;p133"/>
          <p:cNvSpPr/>
          <p:nvPr>
            <p:ph idx="2" type="pic"/>
          </p:nvPr>
        </p:nvSpPr>
        <p:spPr>
          <a:xfrm>
            <a:off x="4510683" y="0"/>
            <a:ext cx="4632900" cy="5143500"/>
          </a:xfrm>
          <a:prstGeom prst="rect">
            <a:avLst/>
          </a:prstGeom>
          <a:solidFill>
            <a:schemeClr val="lt1"/>
          </a:solidFill>
          <a:ln>
            <a:noFill/>
          </a:ln>
        </p:spPr>
      </p:sp>
      <p:sp>
        <p:nvSpPr>
          <p:cNvPr id="877" name="Google Shape;877;p133"/>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878" name="Google Shape;878;p133"/>
          <p:cNvSpPr txBox="1"/>
          <p:nvPr>
            <p:ph type="title"/>
          </p:nvPr>
        </p:nvSpPr>
        <p:spPr>
          <a:xfrm>
            <a:off x="473869" y="1908572"/>
            <a:ext cx="3343200" cy="6060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lt1"/>
              </a:buClr>
              <a:buSzPts val="3600"/>
              <a:buFont typeface="Arial"/>
              <a:buNone/>
              <a:defRPr sz="3600">
                <a:solidFill>
                  <a:schemeClr val="l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79" name="Google Shape;879;p133"/>
          <p:cNvSpPr txBox="1"/>
          <p:nvPr>
            <p:ph idx="1" type="body"/>
          </p:nvPr>
        </p:nvSpPr>
        <p:spPr>
          <a:xfrm>
            <a:off x="473869" y="2634095"/>
            <a:ext cx="3343200" cy="694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lt1"/>
              </a:buClr>
              <a:buSzPts val="900"/>
              <a:buNone/>
              <a:defRPr>
                <a:solidFill>
                  <a:schemeClr val="lt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85750" lvl="2" marL="1371600" algn="l">
              <a:lnSpc>
                <a:spcPct val="100000"/>
              </a:lnSpc>
              <a:spcBef>
                <a:spcPts val="400"/>
              </a:spcBef>
              <a:spcAft>
                <a:spcPts val="0"/>
              </a:spcAft>
              <a:buClr>
                <a:schemeClr val="lt1"/>
              </a:buClr>
              <a:buSzPts val="900"/>
              <a:buChar char="•"/>
              <a:defRPr>
                <a:solidFill>
                  <a:schemeClr val="lt1"/>
                </a:solidFill>
              </a:defRPr>
            </a:lvl3pPr>
            <a:lvl4pPr indent="-285750" lvl="3" marL="1828800" algn="l">
              <a:lnSpc>
                <a:spcPct val="100000"/>
              </a:lnSpc>
              <a:spcBef>
                <a:spcPts val="400"/>
              </a:spcBef>
              <a:spcAft>
                <a:spcPts val="0"/>
              </a:spcAft>
              <a:buClr>
                <a:schemeClr val="lt1"/>
              </a:buClr>
              <a:buSzPts val="900"/>
              <a:buChar char="-"/>
              <a:defRPr>
                <a:solidFill>
                  <a:schemeClr val="lt1"/>
                </a:solidFill>
              </a:defRPr>
            </a:lvl4pPr>
            <a:lvl5pPr indent="-285750" lvl="4" marL="2286000" algn="l">
              <a:lnSpc>
                <a:spcPct val="100000"/>
              </a:lnSpc>
              <a:spcBef>
                <a:spcPts val="400"/>
              </a:spcBef>
              <a:spcAft>
                <a:spcPts val="0"/>
              </a:spcAft>
              <a:buClr>
                <a:schemeClr val="lt1"/>
              </a:buClr>
              <a:buSzPts val="900"/>
              <a:buChar char="-"/>
              <a:defRPr>
                <a:solidFill>
                  <a:schemeClr val="lt1"/>
                </a:solidFill>
              </a:defRPr>
            </a:lvl5pPr>
            <a:lvl6pPr indent="-285750" lvl="5" marL="2743200" algn="l">
              <a:lnSpc>
                <a:spcPct val="90000"/>
              </a:lnSpc>
              <a:spcBef>
                <a:spcPts val="400"/>
              </a:spcBef>
              <a:spcAft>
                <a:spcPts val="0"/>
              </a:spcAft>
              <a:buClr>
                <a:schemeClr val="lt1"/>
              </a:buClr>
              <a:buSzPts val="900"/>
              <a:buChar char="•"/>
              <a:defRPr sz="900">
                <a:solidFill>
                  <a:schemeClr val="lt1"/>
                </a:solidFill>
              </a:defRPr>
            </a:lvl6pPr>
            <a:lvl7pPr indent="-285750" lvl="6" marL="3200400" algn="l">
              <a:lnSpc>
                <a:spcPct val="90000"/>
              </a:lnSpc>
              <a:spcBef>
                <a:spcPts val="400"/>
              </a:spcBef>
              <a:spcAft>
                <a:spcPts val="0"/>
              </a:spcAft>
              <a:buClr>
                <a:schemeClr val="lt1"/>
              </a:buClr>
              <a:buSzPts val="900"/>
              <a:buChar char="•"/>
              <a:defRPr sz="900">
                <a:solidFill>
                  <a:schemeClr val="lt1"/>
                </a:solidFill>
              </a:defRPr>
            </a:lvl7pPr>
            <a:lvl8pPr indent="-285750" lvl="7" marL="3657600" algn="l">
              <a:lnSpc>
                <a:spcPct val="90000"/>
              </a:lnSpc>
              <a:spcBef>
                <a:spcPts val="400"/>
              </a:spcBef>
              <a:spcAft>
                <a:spcPts val="0"/>
              </a:spcAft>
              <a:buClr>
                <a:schemeClr val="lt1"/>
              </a:buClr>
              <a:buSzPts val="900"/>
              <a:buChar char="•"/>
              <a:defRPr sz="900">
                <a:solidFill>
                  <a:schemeClr val="lt1"/>
                </a:solidFill>
              </a:defRPr>
            </a:lvl8pPr>
            <a:lvl9pPr indent="-285750" lvl="8" marL="4114800" algn="l">
              <a:lnSpc>
                <a:spcPct val="90000"/>
              </a:lnSpc>
              <a:spcBef>
                <a:spcPts val="400"/>
              </a:spcBef>
              <a:spcAft>
                <a:spcPts val="0"/>
              </a:spcAft>
              <a:buClr>
                <a:schemeClr val="lt1"/>
              </a:buClr>
              <a:buSzPts val="900"/>
              <a:buChar char="•"/>
              <a:defRPr sz="900">
                <a:solidFill>
                  <a:schemeClr val="lt1"/>
                </a:solidFill>
              </a:defRPr>
            </a:lvl9pPr>
          </a:lstStyle>
          <a:p/>
        </p:txBody>
      </p:sp>
      <p:pic>
        <p:nvPicPr>
          <p:cNvPr id="880" name="Google Shape;880;p133"/>
          <p:cNvPicPr preferRelativeResize="0"/>
          <p:nvPr/>
        </p:nvPicPr>
        <p:blipFill rotWithShape="1">
          <a:blip r:embed="rId2">
            <a:alphaModFix/>
          </a:blip>
          <a:srcRect b="0" l="0" r="0" t="0"/>
          <a:stretch/>
        </p:blipFill>
        <p:spPr>
          <a:xfrm>
            <a:off x="372692" y="4632722"/>
            <a:ext cx="841577" cy="344233"/>
          </a:xfrm>
          <a:prstGeom prst="rect">
            <a:avLst/>
          </a:prstGeom>
          <a:noFill/>
          <a:ln>
            <a:noFill/>
          </a:ln>
        </p:spPr>
      </p:pic>
    </p:spTree>
  </p:cSld>
  <p:clrMapOvr>
    <a:masterClrMapping/>
  </p:clrMapOvr>
</p:sldLayout>
</file>

<file path=ppt/slideLayouts/slideLayout1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_Slide_Agenda/TOC - White">
  <p:cSld name="Agenda/TOC - White">
    <p:spTree>
      <p:nvGrpSpPr>
        <p:cNvPr id="881" name="Shape 881"/>
        <p:cNvGrpSpPr/>
        <p:nvPr/>
      </p:nvGrpSpPr>
      <p:grpSpPr>
        <a:xfrm>
          <a:off x="0" y="0"/>
          <a:ext cx="0" cy="0"/>
          <a:chOff x="0" y="0"/>
          <a:chExt cx="0" cy="0"/>
        </a:xfrm>
      </p:grpSpPr>
      <p:sp>
        <p:nvSpPr>
          <p:cNvPr id="882" name="Google Shape;882;p134"/>
          <p:cNvSpPr txBox="1"/>
          <p:nvPr>
            <p:ph type="title"/>
          </p:nvPr>
        </p:nvSpPr>
        <p:spPr>
          <a:xfrm>
            <a:off x="473869" y="469106"/>
            <a:ext cx="7504500" cy="604800"/>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accent6"/>
              </a:buClr>
              <a:buSzPts val="3600"/>
              <a:buFont typeface="Arial"/>
              <a:buNone/>
              <a:defRPr sz="3600">
                <a:solidFill>
                  <a:schemeClr val="accent6"/>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83" name="Google Shape;883;p134"/>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884" name="Google Shape;884;p134"/>
          <p:cNvSpPr/>
          <p:nvPr>
            <p:ph idx="2" type="tbl"/>
          </p:nvPr>
        </p:nvSpPr>
        <p:spPr>
          <a:xfrm>
            <a:off x="473869" y="1301354"/>
            <a:ext cx="8196300" cy="3362400"/>
          </a:xfrm>
          <a:prstGeom prst="rect">
            <a:avLst/>
          </a:prstGeom>
          <a:noFill/>
          <a:ln>
            <a:noFill/>
          </a:ln>
        </p:spPr>
        <p:txBody>
          <a:bodyPr anchorCtr="0" anchor="t" bIns="34275" lIns="68575" spcFirstLastPara="1" rIns="68575" wrap="square" tIns="34275">
            <a:noAutofit/>
          </a:bodyPr>
          <a:lstStyle>
            <a:lvl1pPr lvl="0" marR="0" rtl="0" algn="l">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_Slide_Agenda/TOC Alt - White">
  <p:cSld name="Agenda/TOC Alt - White">
    <p:spTree>
      <p:nvGrpSpPr>
        <p:cNvPr id="885" name="Shape 885"/>
        <p:cNvGrpSpPr/>
        <p:nvPr/>
      </p:nvGrpSpPr>
      <p:grpSpPr>
        <a:xfrm>
          <a:off x="0" y="0"/>
          <a:ext cx="0" cy="0"/>
          <a:chOff x="0" y="0"/>
          <a:chExt cx="0" cy="0"/>
        </a:xfrm>
      </p:grpSpPr>
      <p:sp>
        <p:nvSpPr>
          <p:cNvPr id="886" name="Google Shape;886;p135"/>
          <p:cNvSpPr txBox="1"/>
          <p:nvPr>
            <p:ph idx="1" type="body"/>
          </p:nvPr>
        </p:nvSpPr>
        <p:spPr>
          <a:xfrm>
            <a:off x="473870" y="1908572"/>
            <a:ext cx="3343200" cy="2404800"/>
          </a:xfrm>
          <a:prstGeom prst="rect">
            <a:avLst/>
          </a:prstGeom>
          <a:noFill/>
          <a:ln>
            <a:noFill/>
          </a:ln>
        </p:spPr>
        <p:txBody>
          <a:bodyPr anchorCtr="0" anchor="t" bIns="0" lIns="0" spcFirstLastPara="1" rIns="0" wrap="square" tIns="0">
            <a:normAutofit/>
          </a:bodyPr>
          <a:lstStyle>
            <a:lvl1pPr indent="-228600" lvl="0" marL="457200" algn="l">
              <a:lnSpc>
                <a:spcPct val="101250"/>
              </a:lnSpc>
              <a:spcBef>
                <a:spcPts val="0"/>
              </a:spcBef>
              <a:spcAft>
                <a:spcPts val="0"/>
              </a:spcAft>
              <a:buSzPts val="3600"/>
              <a:buNone/>
              <a:defRPr i="0" sz="36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887" name="Google Shape;887;p135"/>
          <p:cNvSpPr txBox="1"/>
          <p:nvPr>
            <p:ph idx="2" type="body"/>
          </p:nvPr>
        </p:nvSpPr>
        <p:spPr>
          <a:xfrm>
            <a:off x="4626769" y="1908572"/>
            <a:ext cx="3351600" cy="2411400"/>
          </a:xfrm>
          <a:prstGeom prst="rect">
            <a:avLst/>
          </a:prstGeom>
          <a:noFill/>
          <a:ln>
            <a:noFill/>
          </a:ln>
        </p:spPr>
        <p:txBody>
          <a:bodyPr anchorCtr="0" anchor="t" bIns="0" lIns="0" spcFirstLastPara="1" rIns="0" wrap="square" tIns="0">
            <a:normAutofit/>
          </a:bodyPr>
          <a:lstStyle>
            <a:lvl1pPr indent="-228600" lvl="0" marL="457200" algn="l">
              <a:lnSpc>
                <a:spcPct val="101250"/>
              </a:lnSpc>
              <a:spcBef>
                <a:spcPts val="0"/>
              </a:spcBef>
              <a:spcAft>
                <a:spcPts val="0"/>
              </a:spcAft>
              <a:buSzPts val="3600"/>
              <a:buNone/>
              <a:defRPr i="0" sz="36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888" name="Google Shape;888;p135"/>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889" name="Google Shape;889;p135"/>
          <p:cNvSpPr txBox="1"/>
          <p:nvPr>
            <p:ph type="title"/>
          </p:nvPr>
        </p:nvSpPr>
        <p:spPr>
          <a:xfrm>
            <a:off x="473869" y="469106"/>
            <a:ext cx="7504500" cy="604800"/>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accent6"/>
              </a:buClr>
              <a:buSzPts val="3600"/>
              <a:buFont typeface="Arial"/>
              <a:buNone/>
              <a:defRPr sz="3600">
                <a:solidFill>
                  <a:schemeClr val="accent6"/>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_Slide_Ideals/Principles - White">
  <p:cSld name="Ideals/Principles - White">
    <p:bg>
      <p:bgPr>
        <a:solidFill>
          <a:srgbClr val="FFFFFF"/>
        </a:solidFill>
      </p:bgPr>
    </p:bg>
    <p:spTree>
      <p:nvGrpSpPr>
        <p:cNvPr id="890" name="Shape 890"/>
        <p:cNvGrpSpPr/>
        <p:nvPr/>
      </p:nvGrpSpPr>
      <p:grpSpPr>
        <a:xfrm>
          <a:off x="0" y="0"/>
          <a:ext cx="0" cy="0"/>
          <a:chOff x="0" y="0"/>
          <a:chExt cx="0" cy="0"/>
        </a:xfrm>
      </p:grpSpPr>
      <p:sp>
        <p:nvSpPr>
          <p:cNvPr id="891" name="Google Shape;891;p136"/>
          <p:cNvSpPr txBox="1"/>
          <p:nvPr>
            <p:ph idx="1" type="body"/>
          </p:nvPr>
        </p:nvSpPr>
        <p:spPr>
          <a:xfrm>
            <a:off x="473869" y="1912482"/>
            <a:ext cx="6115200" cy="2286000"/>
          </a:xfrm>
          <a:prstGeom prst="rect">
            <a:avLst/>
          </a:prstGeom>
          <a:noFill/>
          <a:ln>
            <a:noFill/>
          </a:ln>
        </p:spPr>
        <p:txBody>
          <a:bodyPr anchorCtr="0" anchor="t" bIns="0" lIns="0" spcFirstLastPara="1" rIns="0" wrap="square" tIns="0">
            <a:normAutofit/>
          </a:bodyPr>
          <a:lstStyle>
            <a:lvl1pPr indent="-228600" lvl="0" marL="457200" algn="l">
              <a:lnSpc>
                <a:spcPct val="101250"/>
              </a:lnSpc>
              <a:spcBef>
                <a:spcPts val="0"/>
              </a:spcBef>
              <a:spcAft>
                <a:spcPts val="0"/>
              </a:spcAft>
              <a:buSzPts val="3600"/>
              <a:buNone/>
              <a:defRPr i="0" sz="36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892" name="Google Shape;892;p136"/>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893" name="Google Shape;893;p136"/>
          <p:cNvSpPr txBox="1"/>
          <p:nvPr>
            <p:ph type="title"/>
          </p:nvPr>
        </p:nvSpPr>
        <p:spPr>
          <a:xfrm>
            <a:off x="473869" y="469106"/>
            <a:ext cx="7504500" cy="604800"/>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accent6"/>
              </a:buClr>
              <a:buSzPts val="3600"/>
              <a:buFont typeface="Arial"/>
              <a:buNone/>
              <a:defRPr sz="3600">
                <a:solidFill>
                  <a:schemeClr val="accent6"/>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_Slide_Bullet point and optional partner 2 - White">
  <p:cSld name="Bullet point and optional partner 2 - White">
    <p:bg>
      <p:bgPr>
        <a:solidFill>
          <a:schemeClr val="lt1"/>
        </a:solidFill>
      </p:bgPr>
    </p:bg>
    <p:spTree>
      <p:nvGrpSpPr>
        <p:cNvPr id="894" name="Shape 894"/>
        <p:cNvGrpSpPr/>
        <p:nvPr/>
      </p:nvGrpSpPr>
      <p:grpSpPr>
        <a:xfrm>
          <a:off x="0" y="0"/>
          <a:ext cx="0" cy="0"/>
          <a:chOff x="0" y="0"/>
          <a:chExt cx="0" cy="0"/>
        </a:xfrm>
      </p:grpSpPr>
      <p:sp>
        <p:nvSpPr>
          <p:cNvPr id="895" name="Google Shape;895;p137"/>
          <p:cNvSpPr/>
          <p:nvPr>
            <p:ph idx="2" type="pic"/>
          </p:nvPr>
        </p:nvSpPr>
        <p:spPr>
          <a:xfrm>
            <a:off x="7394972" y="469106"/>
            <a:ext cx="1275000" cy="1325400"/>
          </a:xfrm>
          <a:prstGeom prst="rect">
            <a:avLst/>
          </a:prstGeom>
          <a:noFill/>
          <a:ln>
            <a:noFill/>
          </a:ln>
        </p:spPr>
      </p:sp>
      <p:sp>
        <p:nvSpPr>
          <p:cNvPr id="896" name="Google Shape;896;p137"/>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897" name="Google Shape;897;p137"/>
          <p:cNvSpPr txBox="1"/>
          <p:nvPr>
            <p:ph idx="1" type="body"/>
          </p:nvPr>
        </p:nvSpPr>
        <p:spPr>
          <a:xfrm>
            <a:off x="473869" y="1908572"/>
            <a:ext cx="8196300" cy="2283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1100"/>
              <a:buNone/>
              <a:defRPr sz="1100"/>
            </a:lvl1pPr>
            <a:lvl2pPr indent="-228600" lvl="1" marL="914400" algn="l">
              <a:lnSpc>
                <a:spcPct val="100000"/>
              </a:lnSpc>
              <a:spcBef>
                <a:spcPts val="9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200"/>
              </a:spcBef>
              <a:spcAft>
                <a:spcPts val="0"/>
              </a:spcAft>
              <a:buClr>
                <a:schemeClr val="dk1"/>
              </a:buClr>
              <a:buSzPts val="1100"/>
              <a:buChar char="⁃"/>
              <a:defRPr sz="1100"/>
            </a:lvl4pPr>
            <a:lvl5pPr indent="-298450" lvl="4" marL="2286000" algn="l">
              <a:lnSpc>
                <a:spcPct val="100000"/>
              </a:lnSpc>
              <a:spcBef>
                <a:spcPts val="100"/>
              </a:spcBef>
              <a:spcAft>
                <a:spcPts val="0"/>
              </a:spcAft>
              <a:buClr>
                <a:schemeClr val="dk1"/>
              </a:buClr>
              <a:buSzPts val="1100"/>
              <a:buChar char="⁃"/>
              <a:defRPr sz="11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285750" lvl="7" marL="3657600" algn="l">
              <a:lnSpc>
                <a:spcPct val="90000"/>
              </a:lnSpc>
              <a:spcBef>
                <a:spcPts val="400"/>
              </a:spcBef>
              <a:spcAft>
                <a:spcPts val="0"/>
              </a:spcAft>
              <a:buClr>
                <a:schemeClr val="dk1"/>
              </a:buClr>
              <a:buSzPts val="900"/>
              <a:buChar char="•"/>
              <a:defRPr sz="900"/>
            </a:lvl8pPr>
            <a:lvl9pPr indent="-285750" lvl="8" marL="4114800" algn="l">
              <a:lnSpc>
                <a:spcPct val="90000"/>
              </a:lnSpc>
              <a:spcBef>
                <a:spcPts val="400"/>
              </a:spcBef>
              <a:spcAft>
                <a:spcPts val="0"/>
              </a:spcAft>
              <a:buClr>
                <a:schemeClr val="dk1"/>
              </a:buClr>
              <a:buSzPts val="900"/>
              <a:buChar char="•"/>
              <a:defRPr sz="900"/>
            </a:lvl9pPr>
          </a:lstStyle>
          <a:p/>
        </p:txBody>
      </p:sp>
      <p:sp>
        <p:nvSpPr>
          <p:cNvPr id="898" name="Google Shape;898;p137"/>
          <p:cNvSpPr txBox="1"/>
          <p:nvPr>
            <p:ph idx="3" type="body"/>
          </p:nvPr>
        </p:nvSpPr>
        <p:spPr>
          <a:xfrm>
            <a:off x="476251" y="469106"/>
            <a:ext cx="6112500" cy="136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899" name="Google Shape;899;p137"/>
          <p:cNvSpPr txBox="1"/>
          <p:nvPr>
            <p:ph type="title"/>
          </p:nvPr>
        </p:nvSpPr>
        <p:spPr>
          <a:xfrm>
            <a:off x="473870" y="619857"/>
            <a:ext cx="61152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_Slide_Three column picture - White">
  <p:cSld name="Three column picture - White">
    <p:bg>
      <p:bgPr>
        <a:solidFill>
          <a:schemeClr val="lt1"/>
        </a:solidFill>
      </p:bgPr>
    </p:bg>
    <p:spTree>
      <p:nvGrpSpPr>
        <p:cNvPr id="900" name="Shape 900"/>
        <p:cNvGrpSpPr/>
        <p:nvPr/>
      </p:nvGrpSpPr>
      <p:grpSpPr>
        <a:xfrm>
          <a:off x="0" y="0"/>
          <a:ext cx="0" cy="0"/>
          <a:chOff x="0" y="0"/>
          <a:chExt cx="0" cy="0"/>
        </a:xfrm>
      </p:grpSpPr>
      <p:sp>
        <p:nvSpPr>
          <p:cNvPr id="901" name="Google Shape;901;p138"/>
          <p:cNvSpPr txBox="1"/>
          <p:nvPr>
            <p:ph idx="1" type="body"/>
          </p:nvPr>
        </p:nvSpPr>
        <p:spPr>
          <a:xfrm>
            <a:off x="476251" y="469106"/>
            <a:ext cx="6112500" cy="136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chemeClr val="dk1"/>
              </a:buClr>
              <a:buSzPts val="800"/>
              <a:buNone/>
              <a:defRPr b="0" i="0" sz="800">
                <a:solidFill>
                  <a:schemeClr val="dk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02" name="Google Shape;902;p138"/>
          <p:cNvSpPr/>
          <p:nvPr>
            <p:ph idx="2" type="pic"/>
          </p:nvPr>
        </p:nvSpPr>
        <p:spPr>
          <a:xfrm>
            <a:off x="2555081" y="1188244"/>
            <a:ext cx="1965900" cy="2054400"/>
          </a:xfrm>
          <a:prstGeom prst="round2SameRect">
            <a:avLst>
              <a:gd fmla="val 0" name="adj1"/>
              <a:gd fmla="val 0" name="adj2"/>
            </a:avLst>
          </a:prstGeom>
          <a:solidFill>
            <a:schemeClr val="accent5"/>
          </a:solidFill>
          <a:ln>
            <a:noFill/>
          </a:ln>
        </p:spPr>
      </p:sp>
      <p:sp>
        <p:nvSpPr>
          <p:cNvPr id="903" name="Google Shape;903;p138"/>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904" name="Google Shape;904;p138"/>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05" name="Google Shape;905;p138"/>
          <p:cNvSpPr txBox="1"/>
          <p:nvPr>
            <p:ph idx="3" type="body"/>
          </p:nvPr>
        </p:nvSpPr>
        <p:spPr>
          <a:xfrm>
            <a:off x="473869" y="1188244"/>
            <a:ext cx="1955100" cy="2283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1100"/>
              <a:buNone/>
              <a:defRPr sz="1100"/>
            </a:lvl1pPr>
            <a:lvl2pPr indent="-228600" lvl="1" marL="914400" algn="l">
              <a:lnSpc>
                <a:spcPct val="100000"/>
              </a:lnSpc>
              <a:spcBef>
                <a:spcPts val="9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200"/>
              </a:spcBef>
              <a:spcAft>
                <a:spcPts val="0"/>
              </a:spcAft>
              <a:buClr>
                <a:schemeClr val="dk1"/>
              </a:buClr>
              <a:buSzPts val="1100"/>
              <a:buChar char="⁃"/>
              <a:defRPr sz="1100"/>
            </a:lvl4pPr>
            <a:lvl5pPr indent="-298450" lvl="4" marL="2286000" algn="l">
              <a:lnSpc>
                <a:spcPct val="100000"/>
              </a:lnSpc>
              <a:spcBef>
                <a:spcPts val="100"/>
              </a:spcBef>
              <a:spcAft>
                <a:spcPts val="0"/>
              </a:spcAft>
              <a:buClr>
                <a:schemeClr val="dk1"/>
              </a:buClr>
              <a:buSzPts val="1100"/>
              <a:buChar char="⁃"/>
              <a:defRPr sz="11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06" name="Google Shape;906;p138"/>
          <p:cNvSpPr txBox="1"/>
          <p:nvPr>
            <p:ph idx="4" type="body"/>
          </p:nvPr>
        </p:nvSpPr>
        <p:spPr>
          <a:xfrm>
            <a:off x="2555081" y="3349229"/>
            <a:ext cx="1965900" cy="1072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800"/>
              <a:buNone/>
              <a:defRPr sz="800"/>
            </a:lvl1pPr>
            <a:lvl2pPr indent="-228600" lvl="1" marL="914400" algn="l">
              <a:lnSpc>
                <a:spcPct val="100000"/>
              </a:lnSpc>
              <a:spcBef>
                <a:spcPts val="900"/>
              </a:spcBef>
              <a:spcAft>
                <a:spcPts val="0"/>
              </a:spcAft>
              <a:buClr>
                <a:schemeClr val="dk1"/>
              </a:buClr>
              <a:buSzPts val="800"/>
              <a:buNone/>
              <a:defRPr sz="800"/>
            </a:lvl2pPr>
            <a:lvl3pPr indent="-279400" lvl="2" marL="1371600" algn="l">
              <a:lnSpc>
                <a:spcPct val="100000"/>
              </a:lnSpc>
              <a:spcBef>
                <a:spcPts val="400"/>
              </a:spcBef>
              <a:spcAft>
                <a:spcPts val="0"/>
              </a:spcAft>
              <a:buClr>
                <a:schemeClr val="dk1"/>
              </a:buClr>
              <a:buSzPts val="800"/>
              <a:buChar char="•"/>
              <a:defRPr sz="800"/>
            </a:lvl3pPr>
            <a:lvl4pPr indent="-279400" lvl="3" marL="1828800" algn="l">
              <a:lnSpc>
                <a:spcPct val="100000"/>
              </a:lnSpc>
              <a:spcBef>
                <a:spcPts val="200"/>
              </a:spcBef>
              <a:spcAft>
                <a:spcPts val="0"/>
              </a:spcAft>
              <a:buClr>
                <a:schemeClr val="dk1"/>
              </a:buClr>
              <a:buSzPts val="800"/>
              <a:buChar char="⁃"/>
              <a:defRPr sz="800"/>
            </a:lvl4pPr>
            <a:lvl5pPr indent="-279400" lvl="4" marL="2286000" algn="l">
              <a:lnSpc>
                <a:spcPct val="100000"/>
              </a:lnSpc>
              <a:spcBef>
                <a:spcPts val="100"/>
              </a:spcBef>
              <a:spcAft>
                <a:spcPts val="0"/>
              </a:spcAft>
              <a:buClr>
                <a:schemeClr val="dk1"/>
              </a:buClr>
              <a:buSzPts val="800"/>
              <a:buChar char="⁃"/>
              <a:defRPr sz="8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07" name="Google Shape;907;p138"/>
          <p:cNvSpPr/>
          <p:nvPr>
            <p:ph idx="5" type="pic"/>
          </p:nvPr>
        </p:nvSpPr>
        <p:spPr>
          <a:xfrm>
            <a:off x="4626769" y="1188244"/>
            <a:ext cx="1965900" cy="2054400"/>
          </a:xfrm>
          <a:prstGeom prst="round2SameRect">
            <a:avLst>
              <a:gd fmla="val 0" name="adj1"/>
              <a:gd fmla="val 0" name="adj2"/>
            </a:avLst>
          </a:prstGeom>
          <a:solidFill>
            <a:schemeClr val="accent5"/>
          </a:solidFill>
          <a:ln>
            <a:noFill/>
          </a:ln>
        </p:spPr>
      </p:sp>
      <p:sp>
        <p:nvSpPr>
          <p:cNvPr id="908" name="Google Shape;908;p138"/>
          <p:cNvSpPr/>
          <p:nvPr>
            <p:ph idx="6" type="pic"/>
          </p:nvPr>
        </p:nvSpPr>
        <p:spPr>
          <a:xfrm>
            <a:off x="6704409" y="1188244"/>
            <a:ext cx="1965900" cy="2054400"/>
          </a:xfrm>
          <a:prstGeom prst="round2SameRect">
            <a:avLst>
              <a:gd fmla="val 0" name="adj1"/>
              <a:gd fmla="val 0" name="adj2"/>
            </a:avLst>
          </a:prstGeom>
          <a:solidFill>
            <a:schemeClr val="accent5"/>
          </a:solidFill>
          <a:ln>
            <a:noFill/>
          </a:ln>
        </p:spPr>
      </p:sp>
      <p:sp>
        <p:nvSpPr>
          <p:cNvPr id="909" name="Google Shape;909;p138"/>
          <p:cNvSpPr txBox="1"/>
          <p:nvPr>
            <p:ph idx="7" type="body"/>
          </p:nvPr>
        </p:nvSpPr>
        <p:spPr>
          <a:xfrm>
            <a:off x="4629150" y="3349229"/>
            <a:ext cx="1965900" cy="1072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800"/>
              <a:buNone/>
              <a:defRPr sz="800"/>
            </a:lvl1pPr>
            <a:lvl2pPr indent="-228600" lvl="1" marL="914400" algn="l">
              <a:lnSpc>
                <a:spcPct val="100000"/>
              </a:lnSpc>
              <a:spcBef>
                <a:spcPts val="900"/>
              </a:spcBef>
              <a:spcAft>
                <a:spcPts val="0"/>
              </a:spcAft>
              <a:buClr>
                <a:schemeClr val="dk1"/>
              </a:buClr>
              <a:buSzPts val="800"/>
              <a:buNone/>
              <a:defRPr sz="800"/>
            </a:lvl2pPr>
            <a:lvl3pPr indent="-279400" lvl="2" marL="1371600" algn="l">
              <a:lnSpc>
                <a:spcPct val="100000"/>
              </a:lnSpc>
              <a:spcBef>
                <a:spcPts val="400"/>
              </a:spcBef>
              <a:spcAft>
                <a:spcPts val="0"/>
              </a:spcAft>
              <a:buClr>
                <a:schemeClr val="dk1"/>
              </a:buClr>
              <a:buSzPts val="800"/>
              <a:buChar char="•"/>
              <a:defRPr sz="800"/>
            </a:lvl3pPr>
            <a:lvl4pPr indent="-279400" lvl="3" marL="1828800" algn="l">
              <a:lnSpc>
                <a:spcPct val="100000"/>
              </a:lnSpc>
              <a:spcBef>
                <a:spcPts val="200"/>
              </a:spcBef>
              <a:spcAft>
                <a:spcPts val="0"/>
              </a:spcAft>
              <a:buClr>
                <a:schemeClr val="dk1"/>
              </a:buClr>
              <a:buSzPts val="800"/>
              <a:buChar char="⁃"/>
              <a:defRPr sz="800"/>
            </a:lvl4pPr>
            <a:lvl5pPr indent="-279400" lvl="4" marL="2286000" algn="l">
              <a:lnSpc>
                <a:spcPct val="100000"/>
              </a:lnSpc>
              <a:spcBef>
                <a:spcPts val="100"/>
              </a:spcBef>
              <a:spcAft>
                <a:spcPts val="0"/>
              </a:spcAft>
              <a:buClr>
                <a:schemeClr val="dk1"/>
              </a:buClr>
              <a:buSzPts val="800"/>
              <a:buChar char="⁃"/>
              <a:defRPr sz="8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10" name="Google Shape;910;p138"/>
          <p:cNvSpPr txBox="1"/>
          <p:nvPr>
            <p:ph idx="8" type="body"/>
          </p:nvPr>
        </p:nvSpPr>
        <p:spPr>
          <a:xfrm>
            <a:off x="6704409" y="3349229"/>
            <a:ext cx="1965900" cy="1072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800"/>
              <a:buNone/>
              <a:defRPr sz="800"/>
            </a:lvl1pPr>
            <a:lvl2pPr indent="-228600" lvl="1" marL="914400" algn="l">
              <a:lnSpc>
                <a:spcPct val="100000"/>
              </a:lnSpc>
              <a:spcBef>
                <a:spcPts val="900"/>
              </a:spcBef>
              <a:spcAft>
                <a:spcPts val="0"/>
              </a:spcAft>
              <a:buClr>
                <a:schemeClr val="dk1"/>
              </a:buClr>
              <a:buSzPts val="800"/>
              <a:buNone/>
              <a:defRPr sz="800"/>
            </a:lvl2pPr>
            <a:lvl3pPr indent="-279400" lvl="2" marL="1371600" algn="l">
              <a:lnSpc>
                <a:spcPct val="100000"/>
              </a:lnSpc>
              <a:spcBef>
                <a:spcPts val="400"/>
              </a:spcBef>
              <a:spcAft>
                <a:spcPts val="0"/>
              </a:spcAft>
              <a:buClr>
                <a:schemeClr val="dk1"/>
              </a:buClr>
              <a:buSzPts val="800"/>
              <a:buChar char="•"/>
              <a:defRPr sz="800"/>
            </a:lvl3pPr>
            <a:lvl4pPr indent="-279400" lvl="3" marL="1828800" algn="l">
              <a:lnSpc>
                <a:spcPct val="100000"/>
              </a:lnSpc>
              <a:spcBef>
                <a:spcPts val="200"/>
              </a:spcBef>
              <a:spcAft>
                <a:spcPts val="0"/>
              </a:spcAft>
              <a:buClr>
                <a:schemeClr val="dk1"/>
              </a:buClr>
              <a:buSzPts val="800"/>
              <a:buChar char="⁃"/>
              <a:defRPr sz="800"/>
            </a:lvl4pPr>
            <a:lvl5pPr indent="-279400" lvl="4" marL="2286000" algn="l">
              <a:lnSpc>
                <a:spcPct val="100000"/>
              </a:lnSpc>
              <a:spcBef>
                <a:spcPts val="100"/>
              </a:spcBef>
              <a:spcAft>
                <a:spcPts val="0"/>
              </a:spcAft>
              <a:buClr>
                <a:schemeClr val="dk1"/>
              </a:buClr>
              <a:buSzPts val="800"/>
              <a:buChar char="⁃"/>
              <a:defRPr sz="8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1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_Slide_Text and right picture - White">
  <p:cSld name="Text and right picture - White">
    <p:bg>
      <p:bgPr>
        <a:solidFill>
          <a:schemeClr val="lt1"/>
        </a:solidFill>
      </p:bgPr>
    </p:bg>
    <p:spTree>
      <p:nvGrpSpPr>
        <p:cNvPr id="911" name="Shape 911"/>
        <p:cNvGrpSpPr/>
        <p:nvPr/>
      </p:nvGrpSpPr>
      <p:grpSpPr>
        <a:xfrm>
          <a:off x="0" y="0"/>
          <a:ext cx="0" cy="0"/>
          <a:chOff x="0" y="0"/>
          <a:chExt cx="0" cy="0"/>
        </a:xfrm>
      </p:grpSpPr>
      <p:sp>
        <p:nvSpPr>
          <p:cNvPr id="912" name="Google Shape;912;p139"/>
          <p:cNvSpPr/>
          <p:nvPr>
            <p:ph idx="2" type="pic"/>
          </p:nvPr>
        </p:nvSpPr>
        <p:spPr>
          <a:xfrm>
            <a:off x="4687458" y="1247185"/>
            <a:ext cx="3930600" cy="2675100"/>
          </a:xfrm>
          <a:prstGeom prst="rect">
            <a:avLst/>
          </a:prstGeom>
          <a:solidFill>
            <a:schemeClr val="accent5"/>
          </a:solidFill>
          <a:ln cap="flat" cmpd="sng" w="76200">
            <a:solidFill>
              <a:srgbClr val="F5FF1E"/>
            </a:solidFill>
            <a:prstDash val="solid"/>
            <a:round/>
            <a:headEnd len="sm" w="sm" type="none"/>
            <a:tailEnd len="sm" w="sm" type="none"/>
          </a:ln>
        </p:spPr>
      </p:sp>
      <p:sp>
        <p:nvSpPr>
          <p:cNvPr id="913" name="Google Shape;913;p139"/>
          <p:cNvSpPr txBox="1"/>
          <p:nvPr>
            <p:ph idx="1" type="body"/>
          </p:nvPr>
        </p:nvSpPr>
        <p:spPr>
          <a:xfrm>
            <a:off x="4630339" y="4063604"/>
            <a:ext cx="4039800" cy="207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600"/>
              <a:buNone/>
              <a:defRPr b="0" i="0" sz="6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914" name="Google Shape;914;p139"/>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915" name="Google Shape;915;p139"/>
          <p:cNvSpPr txBox="1"/>
          <p:nvPr>
            <p:ph idx="3" type="body"/>
          </p:nvPr>
        </p:nvSpPr>
        <p:spPr>
          <a:xfrm>
            <a:off x="473870" y="1188244"/>
            <a:ext cx="3343200" cy="2755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1100"/>
              <a:buNone/>
              <a:defRPr sz="1100"/>
            </a:lvl1pPr>
            <a:lvl2pPr indent="-228600" lvl="1" marL="914400" algn="l">
              <a:lnSpc>
                <a:spcPct val="100000"/>
              </a:lnSpc>
              <a:spcBef>
                <a:spcPts val="9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200"/>
              </a:spcBef>
              <a:spcAft>
                <a:spcPts val="0"/>
              </a:spcAft>
              <a:buClr>
                <a:schemeClr val="dk1"/>
              </a:buClr>
              <a:buSzPts val="1100"/>
              <a:buChar char="⁃"/>
              <a:defRPr sz="1100"/>
            </a:lvl4pPr>
            <a:lvl5pPr indent="-298450" lvl="4" marL="2286000" algn="l">
              <a:lnSpc>
                <a:spcPct val="100000"/>
              </a:lnSpc>
              <a:spcBef>
                <a:spcPts val="100"/>
              </a:spcBef>
              <a:spcAft>
                <a:spcPts val="0"/>
              </a:spcAft>
              <a:buClr>
                <a:schemeClr val="dk1"/>
              </a:buClr>
              <a:buSzPts val="1100"/>
              <a:buChar char="⁃"/>
              <a:defRPr sz="11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16" name="Google Shape;916;p139"/>
          <p:cNvSpPr txBox="1"/>
          <p:nvPr>
            <p:ph idx="4" type="body"/>
          </p:nvPr>
        </p:nvSpPr>
        <p:spPr>
          <a:xfrm>
            <a:off x="476251" y="469106"/>
            <a:ext cx="6112500" cy="136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chemeClr val="dk1"/>
              </a:buClr>
              <a:buSzPts val="800"/>
              <a:buNone/>
              <a:defRPr b="0" i="0" sz="800">
                <a:solidFill>
                  <a:schemeClr val="dk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17" name="Google Shape;917;p139"/>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_Slide_Text and right picture BIG - White">
  <p:cSld name="Text and right picture BIG - White">
    <p:bg>
      <p:bgPr>
        <a:solidFill>
          <a:schemeClr val="lt1"/>
        </a:solidFill>
      </p:bgPr>
    </p:bg>
    <p:spTree>
      <p:nvGrpSpPr>
        <p:cNvPr id="918" name="Shape 918"/>
        <p:cNvGrpSpPr/>
        <p:nvPr/>
      </p:nvGrpSpPr>
      <p:grpSpPr>
        <a:xfrm>
          <a:off x="0" y="0"/>
          <a:ext cx="0" cy="0"/>
          <a:chOff x="0" y="0"/>
          <a:chExt cx="0" cy="0"/>
        </a:xfrm>
      </p:grpSpPr>
      <p:sp>
        <p:nvSpPr>
          <p:cNvPr id="919" name="Google Shape;919;p140"/>
          <p:cNvSpPr/>
          <p:nvPr>
            <p:ph idx="2" type="pic"/>
          </p:nvPr>
        </p:nvSpPr>
        <p:spPr>
          <a:xfrm>
            <a:off x="3301550" y="512833"/>
            <a:ext cx="5339400" cy="4150800"/>
          </a:xfrm>
          <a:prstGeom prst="rect">
            <a:avLst/>
          </a:prstGeom>
          <a:solidFill>
            <a:schemeClr val="accent5"/>
          </a:solidFill>
          <a:ln cap="flat" cmpd="sng" w="76200">
            <a:solidFill>
              <a:srgbClr val="F5FF1E"/>
            </a:solidFill>
            <a:prstDash val="solid"/>
            <a:round/>
            <a:headEnd len="sm" w="sm" type="none"/>
            <a:tailEnd len="sm" w="sm" type="none"/>
          </a:ln>
        </p:spPr>
      </p:sp>
      <p:sp>
        <p:nvSpPr>
          <p:cNvPr id="920" name="Google Shape;920;p140"/>
          <p:cNvSpPr txBox="1"/>
          <p:nvPr>
            <p:ph idx="1" type="body"/>
          </p:nvPr>
        </p:nvSpPr>
        <p:spPr>
          <a:xfrm>
            <a:off x="3428672" y="4354043"/>
            <a:ext cx="4039800" cy="207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600"/>
              <a:buNone/>
              <a:defRPr b="0" i="0" sz="6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921" name="Google Shape;921;p140"/>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922" name="Google Shape;922;p140"/>
          <p:cNvSpPr txBox="1"/>
          <p:nvPr>
            <p:ph idx="3" type="body"/>
          </p:nvPr>
        </p:nvSpPr>
        <p:spPr>
          <a:xfrm>
            <a:off x="473870" y="1308497"/>
            <a:ext cx="2646600" cy="2755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1100"/>
              <a:buNone/>
              <a:defRPr sz="1100"/>
            </a:lvl1pPr>
            <a:lvl2pPr indent="-228600" lvl="1" marL="914400" algn="l">
              <a:lnSpc>
                <a:spcPct val="100000"/>
              </a:lnSpc>
              <a:spcBef>
                <a:spcPts val="900"/>
              </a:spcBef>
              <a:spcAft>
                <a:spcPts val="0"/>
              </a:spcAft>
              <a:buSzPts val="1100"/>
              <a:buNone/>
              <a:defRPr sz="1100"/>
            </a:lvl2pPr>
            <a:lvl3pPr indent="-298450" lvl="2" marL="1371600" algn="l">
              <a:lnSpc>
                <a:spcPct val="100000"/>
              </a:lnSpc>
              <a:spcBef>
                <a:spcPts val="400"/>
              </a:spcBef>
              <a:spcAft>
                <a:spcPts val="0"/>
              </a:spcAft>
              <a:buSzPts val="1100"/>
              <a:buChar char="•"/>
              <a:defRPr sz="1100"/>
            </a:lvl3pPr>
            <a:lvl4pPr indent="-298450" lvl="3" marL="1828800" algn="l">
              <a:lnSpc>
                <a:spcPct val="100000"/>
              </a:lnSpc>
              <a:spcBef>
                <a:spcPts val="200"/>
              </a:spcBef>
              <a:spcAft>
                <a:spcPts val="0"/>
              </a:spcAft>
              <a:buSzPts val="1100"/>
              <a:buChar char="⁃"/>
              <a:defRPr sz="1100"/>
            </a:lvl4pPr>
            <a:lvl5pPr indent="-298450" lvl="4" marL="2286000" algn="l">
              <a:lnSpc>
                <a:spcPct val="100000"/>
              </a:lnSpc>
              <a:spcBef>
                <a:spcPts val="100"/>
              </a:spcBef>
              <a:spcAft>
                <a:spcPts val="0"/>
              </a:spcAft>
              <a:buSzPts val="1100"/>
              <a:buChar char="⁃"/>
              <a:defRPr sz="11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923" name="Google Shape;923;p140"/>
          <p:cNvSpPr txBox="1"/>
          <p:nvPr>
            <p:ph idx="4" type="body"/>
          </p:nvPr>
        </p:nvSpPr>
        <p:spPr>
          <a:xfrm>
            <a:off x="476251" y="469106"/>
            <a:ext cx="2644500" cy="148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924" name="Google Shape;924;p140"/>
          <p:cNvSpPr txBox="1"/>
          <p:nvPr>
            <p:ph type="title"/>
          </p:nvPr>
        </p:nvSpPr>
        <p:spPr>
          <a:xfrm>
            <a:off x="473870" y="619857"/>
            <a:ext cx="26466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_Slide_Text and right picture 1/2 - Stone">
  <p:cSld name="Text and right picture 1/2 - Stone">
    <p:bg>
      <p:bgPr>
        <a:solidFill>
          <a:schemeClr val="lt1"/>
        </a:solidFill>
      </p:bgPr>
    </p:bg>
    <p:spTree>
      <p:nvGrpSpPr>
        <p:cNvPr id="925" name="Shape 925"/>
        <p:cNvGrpSpPr/>
        <p:nvPr/>
      </p:nvGrpSpPr>
      <p:grpSpPr>
        <a:xfrm>
          <a:off x="0" y="0"/>
          <a:ext cx="0" cy="0"/>
          <a:chOff x="0" y="0"/>
          <a:chExt cx="0" cy="0"/>
        </a:xfrm>
      </p:grpSpPr>
      <p:sp>
        <p:nvSpPr>
          <p:cNvPr id="926" name="Google Shape;926;p141"/>
          <p:cNvSpPr/>
          <p:nvPr/>
        </p:nvSpPr>
        <p:spPr>
          <a:xfrm>
            <a:off x="-1" y="2578298"/>
            <a:ext cx="9144000" cy="2565300"/>
          </a:xfrm>
          <a:prstGeom prst="rect">
            <a:avLst/>
          </a:prstGeom>
          <a:solidFill>
            <a:schemeClr val="accent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27" name="Google Shape;927;p141"/>
          <p:cNvSpPr/>
          <p:nvPr>
            <p:ph idx="2" type="pic"/>
          </p:nvPr>
        </p:nvSpPr>
        <p:spPr>
          <a:xfrm>
            <a:off x="4626769" y="1188245"/>
            <a:ext cx="4043400" cy="2755200"/>
          </a:xfrm>
          <a:prstGeom prst="rect">
            <a:avLst/>
          </a:prstGeom>
          <a:solidFill>
            <a:schemeClr val="dk1"/>
          </a:solidFill>
          <a:ln>
            <a:noFill/>
          </a:ln>
        </p:spPr>
      </p:sp>
      <p:sp>
        <p:nvSpPr>
          <p:cNvPr id="928" name="Google Shape;928;p141"/>
          <p:cNvSpPr txBox="1"/>
          <p:nvPr>
            <p:ph idx="1" type="body"/>
          </p:nvPr>
        </p:nvSpPr>
        <p:spPr>
          <a:xfrm>
            <a:off x="4626770" y="4063604"/>
            <a:ext cx="4043400" cy="207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600"/>
              <a:buNone/>
              <a:defRPr b="0" i="0" sz="6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929" name="Google Shape;929;p141"/>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930" name="Google Shape;930;p141"/>
          <p:cNvSpPr txBox="1"/>
          <p:nvPr>
            <p:ph idx="3" type="body"/>
          </p:nvPr>
        </p:nvSpPr>
        <p:spPr>
          <a:xfrm>
            <a:off x="473869" y="1188244"/>
            <a:ext cx="2831400" cy="1275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31" name="Google Shape;931;p141"/>
          <p:cNvSpPr txBox="1"/>
          <p:nvPr>
            <p:ph idx="4" type="body"/>
          </p:nvPr>
        </p:nvSpPr>
        <p:spPr>
          <a:xfrm>
            <a:off x="473869" y="2815016"/>
            <a:ext cx="2831400" cy="1485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32" name="Google Shape;932;p141"/>
          <p:cNvSpPr txBox="1"/>
          <p:nvPr/>
        </p:nvSpPr>
        <p:spPr>
          <a:xfrm>
            <a:off x="2625367" y="4761251"/>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Arial"/>
                <a:ea typeface="Arial"/>
                <a:cs typeface="Arial"/>
                <a:sym typeface="Arial"/>
              </a:rPr>
              <a:t>Verizon confidential and proprietary. Unauthorized disclosure, reproduction or other use prohibited.</a:t>
            </a:r>
            <a:endParaRPr b="0" i="0" sz="1100" u="none" cap="none" strike="noStrike">
              <a:solidFill>
                <a:srgbClr val="000000"/>
              </a:solidFill>
              <a:latin typeface="Arial"/>
              <a:ea typeface="Arial"/>
              <a:cs typeface="Arial"/>
              <a:sym typeface="Arial"/>
            </a:endParaRPr>
          </a:p>
        </p:txBody>
      </p:sp>
      <p:pic>
        <p:nvPicPr>
          <p:cNvPr id="933" name="Google Shape;933;p141"/>
          <p:cNvPicPr preferRelativeResize="0"/>
          <p:nvPr/>
        </p:nvPicPr>
        <p:blipFill rotWithShape="1">
          <a:blip r:embed="rId2">
            <a:alphaModFix/>
          </a:blip>
          <a:srcRect b="0" l="0" r="0" t="0"/>
          <a:stretch/>
        </p:blipFill>
        <p:spPr>
          <a:xfrm>
            <a:off x="372624" y="4632722"/>
            <a:ext cx="841577" cy="344233"/>
          </a:xfrm>
          <a:prstGeom prst="rect">
            <a:avLst/>
          </a:prstGeom>
          <a:noFill/>
          <a:ln>
            <a:noFill/>
          </a:ln>
        </p:spPr>
      </p:pic>
      <p:sp>
        <p:nvSpPr>
          <p:cNvPr id="934" name="Google Shape;934;p141"/>
          <p:cNvSpPr txBox="1"/>
          <p:nvPr>
            <p:ph idx="5" type="body"/>
          </p:nvPr>
        </p:nvSpPr>
        <p:spPr>
          <a:xfrm>
            <a:off x="476251" y="469106"/>
            <a:ext cx="6112500" cy="136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chemeClr val="dk1"/>
              </a:buClr>
              <a:buSzPts val="800"/>
              <a:buNone/>
              <a:defRPr b="0" i="0" sz="800">
                <a:solidFill>
                  <a:schemeClr val="dk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35" name="Google Shape;935;p141"/>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_Slide_Title and Content">
  <p:cSld name="Title and Content">
    <p:bg>
      <p:bgPr>
        <a:solidFill>
          <a:schemeClr val="lt1"/>
        </a:solidFill>
      </p:bgPr>
    </p:bg>
    <p:spTree>
      <p:nvGrpSpPr>
        <p:cNvPr id="936" name="Shape 936"/>
        <p:cNvGrpSpPr/>
        <p:nvPr/>
      </p:nvGrpSpPr>
      <p:grpSpPr>
        <a:xfrm>
          <a:off x="0" y="0"/>
          <a:ext cx="0" cy="0"/>
          <a:chOff x="0" y="0"/>
          <a:chExt cx="0" cy="0"/>
        </a:xfrm>
      </p:grpSpPr>
      <p:sp>
        <p:nvSpPr>
          <p:cNvPr id="937" name="Google Shape;937;p142"/>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938" name="Google Shape;938;p142"/>
          <p:cNvSpPr txBox="1"/>
          <p:nvPr>
            <p:ph idx="1" type="body"/>
          </p:nvPr>
        </p:nvSpPr>
        <p:spPr>
          <a:xfrm>
            <a:off x="473870" y="1188244"/>
            <a:ext cx="8196300" cy="3402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SzPts val="900"/>
              <a:buNone/>
              <a:defRPr/>
            </a:lvl1pPr>
            <a:lvl2pPr indent="-228600" lvl="1" marL="914400" algn="l">
              <a:lnSpc>
                <a:spcPct val="100000"/>
              </a:lnSpc>
              <a:spcBef>
                <a:spcPts val="400"/>
              </a:spcBef>
              <a:spcAft>
                <a:spcPts val="0"/>
              </a:spcAft>
              <a:buSzPts val="900"/>
              <a:buNone/>
              <a:defRPr/>
            </a:lvl2pPr>
            <a:lvl3pPr indent="-285750" lvl="2" marL="1371600" algn="l">
              <a:lnSpc>
                <a:spcPct val="100000"/>
              </a:lnSpc>
              <a:spcBef>
                <a:spcPts val="400"/>
              </a:spcBef>
              <a:spcAft>
                <a:spcPts val="0"/>
              </a:spcAft>
              <a:buSzPts val="900"/>
              <a:buChar char="•"/>
              <a:defRPr/>
            </a:lvl3pPr>
            <a:lvl4pPr indent="-285750" lvl="3" marL="1828800" algn="l">
              <a:lnSpc>
                <a:spcPct val="100000"/>
              </a:lnSpc>
              <a:spcBef>
                <a:spcPts val="400"/>
              </a:spcBef>
              <a:spcAft>
                <a:spcPts val="0"/>
              </a:spcAft>
              <a:buSzPts val="900"/>
              <a:buChar char="-"/>
              <a:defRPr/>
            </a:lvl4pPr>
            <a:lvl5pPr indent="-285750" lvl="4" marL="2286000" algn="l">
              <a:lnSpc>
                <a:spcPct val="100000"/>
              </a:lnSpc>
              <a:spcBef>
                <a:spcPts val="400"/>
              </a:spcBef>
              <a:spcAft>
                <a:spcPts val="0"/>
              </a:spcAft>
              <a:buSzPts val="900"/>
              <a:buChar char="-"/>
              <a:defRPr/>
            </a:lvl5pPr>
            <a:lvl6pPr indent="-285750" lvl="5" marL="2743200" algn="l">
              <a:lnSpc>
                <a:spcPct val="90000"/>
              </a:lnSpc>
              <a:spcBef>
                <a:spcPts val="400"/>
              </a:spcBef>
              <a:spcAft>
                <a:spcPts val="0"/>
              </a:spcAft>
              <a:buSzPts val="900"/>
              <a:buChar char="-"/>
              <a:defRPr sz="900"/>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939" name="Google Shape;939;p142"/>
          <p:cNvSpPr txBox="1"/>
          <p:nvPr>
            <p:ph idx="2" type="body"/>
          </p:nvPr>
        </p:nvSpPr>
        <p:spPr>
          <a:xfrm>
            <a:off x="476251" y="469106"/>
            <a:ext cx="6112500" cy="136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940" name="Google Shape;940;p142"/>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2_Slide_Six-piece information">
  <p:cSld name="Six-piece information">
    <p:spTree>
      <p:nvGrpSpPr>
        <p:cNvPr id="941" name="Shape 941"/>
        <p:cNvGrpSpPr/>
        <p:nvPr/>
      </p:nvGrpSpPr>
      <p:grpSpPr>
        <a:xfrm>
          <a:off x="0" y="0"/>
          <a:ext cx="0" cy="0"/>
          <a:chOff x="0" y="0"/>
          <a:chExt cx="0" cy="0"/>
        </a:xfrm>
      </p:grpSpPr>
      <p:sp>
        <p:nvSpPr>
          <p:cNvPr id="942" name="Google Shape;942;p143"/>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943" name="Google Shape;943;p143"/>
          <p:cNvSpPr txBox="1"/>
          <p:nvPr>
            <p:ph idx="1" type="body"/>
          </p:nvPr>
        </p:nvSpPr>
        <p:spPr>
          <a:xfrm>
            <a:off x="470297" y="1188244"/>
            <a:ext cx="2545800" cy="1263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accent6"/>
              </a:buClr>
              <a:buSzPts val="1100"/>
              <a:buNone/>
              <a:defRPr sz="1100">
                <a:solidFill>
                  <a:schemeClr val="accent6"/>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44" name="Google Shape;944;p143"/>
          <p:cNvSpPr txBox="1"/>
          <p:nvPr>
            <p:ph idx="2" type="body"/>
          </p:nvPr>
        </p:nvSpPr>
        <p:spPr>
          <a:xfrm>
            <a:off x="476251" y="469106"/>
            <a:ext cx="6112500" cy="136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945" name="Google Shape;945;p143"/>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46" name="Google Shape;946;p143"/>
          <p:cNvSpPr txBox="1"/>
          <p:nvPr>
            <p:ph idx="3" type="body"/>
          </p:nvPr>
        </p:nvSpPr>
        <p:spPr>
          <a:xfrm>
            <a:off x="3248025" y="1188244"/>
            <a:ext cx="2545800" cy="1263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accent6"/>
              </a:buClr>
              <a:buSzPts val="1100"/>
              <a:buNone/>
              <a:defRPr sz="1100">
                <a:solidFill>
                  <a:schemeClr val="accent6"/>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47" name="Google Shape;947;p143"/>
          <p:cNvSpPr txBox="1"/>
          <p:nvPr>
            <p:ph idx="4" type="body"/>
          </p:nvPr>
        </p:nvSpPr>
        <p:spPr>
          <a:xfrm>
            <a:off x="6012656" y="1188244"/>
            <a:ext cx="2545800" cy="1263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accent6"/>
              </a:buClr>
              <a:buSzPts val="1100"/>
              <a:buNone/>
              <a:defRPr sz="1100">
                <a:solidFill>
                  <a:schemeClr val="accent6"/>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48" name="Google Shape;948;p143"/>
          <p:cNvSpPr txBox="1"/>
          <p:nvPr>
            <p:ph idx="5" type="body"/>
          </p:nvPr>
        </p:nvSpPr>
        <p:spPr>
          <a:xfrm>
            <a:off x="470297" y="2636520"/>
            <a:ext cx="2545800" cy="1263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accent6"/>
              </a:buClr>
              <a:buSzPts val="1100"/>
              <a:buNone/>
              <a:defRPr sz="1100">
                <a:solidFill>
                  <a:schemeClr val="accent6"/>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49" name="Google Shape;949;p143"/>
          <p:cNvSpPr txBox="1"/>
          <p:nvPr>
            <p:ph idx="6" type="body"/>
          </p:nvPr>
        </p:nvSpPr>
        <p:spPr>
          <a:xfrm>
            <a:off x="3248025" y="2636520"/>
            <a:ext cx="2545800" cy="1263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accent6"/>
              </a:buClr>
              <a:buSzPts val="1100"/>
              <a:buNone/>
              <a:defRPr sz="1100">
                <a:solidFill>
                  <a:schemeClr val="accent6"/>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50" name="Google Shape;950;p143"/>
          <p:cNvSpPr txBox="1"/>
          <p:nvPr>
            <p:ph idx="7" type="body"/>
          </p:nvPr>
        </p:nvSpPr>
        <p:spPr>
          <a:xfrm>
            <a:off x="6012656" y="2636520"/>
            <a:ext cx="2545800" cy="1263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accent6"/>
              </a:buClr>
              <a:buSzPts val="1100"/>
              <a:buNone/>
              <a:defRPr sz="1100">
                <a:solidFill>
                  <a:schemeClr val="accent6"/>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_Slide_Six-image - Stone">
  <p:cSld name="Six-image - Stone">
    <p:bg>
      <p:bgPr>
        <a:solidFill>
          <a:schemeClr val="lt2"/>
        </a:solidFill>
      </p:bgPr>
    </p:bg>
    <p:spTree>
      <p:nvGrpSpPr>
        <p:cNvPr id="951" name="Shape 951"/>
        <p:cNvGrpSpPr/>
        <p:nvPr/>
      </p:nvGrpSpPr>
      <p:grpSpPr>
        <a:xfrm>
          <a:off x="0" y="0"/>
          <a:ext cx="0" cy="0"/>
          <a:chOff x="0" y="0"/>
          <a:chExt cx="0" cy="0"/>
        </a:xfrm>
      </p:grpSpPr>
      <p:sp>
        <p:nvSpPr>
          <p:cNvPr id="952" name="Google Shape;952;p144"/>
          <p:cNvSpPr/>
          <p:nvPr/>
        </p:nvSpPr>
        <p:spPr>
          <a:xfrm>
            <a:off x="2555081" y="0"/>
            <a:ext cx="6588900" cy="5143500"/>
          </a:xfrm>
          <a:prstGeom prst="rect">
            <a:avLst/>
          </a:prstGeom>
          <a:solidFill>
            <a:srgbClr val="FF3C2D"/>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53" name="Google Shape;953;p144"/>
          <p:cNvSpPr/>
          <p:nvPr>
            <p:ph idx="2" type="pic"/>
          </p:nvPr>
        </p:nvSpPr>
        <p:spPr>
          <a:xfrm>
            <a:off x="2555081" y="0"/>
            <a:ext cx="2186700" cy="2577000"/>
          </a:xfrm>
          <a:prstGeom prst="rect">
            <a:avLst/>
          </a:prstGeom>
          <a:solidFill>
            <a:schemeClr val="lt1"/>
          </a:solidFill>
          <a:ln>
            <a:noFill/>
          </a:ln>
        </p:spPr>
      </p:sp>
      <p:sp>
        <p:nvSpPr>
          <p:cNvPr id="954" name="Google Shape;954;p144"/>
          <p:cNvSpPr txBox="1"/>
          <p:nvPr>
            <p:ph idx="1" type="body"/>
          </p:nvPr>
        </p:nvSpPr>
        <p:spPr>
          <a:xfrm>
            <a:off x="2670803" y="1666851"/>
            <a:ext cx="1689600" cy="801600"/>
          </a:xfrm>
          <a:prstGeom prst="rect">
            <a:avLst/>
          </a:prstGeom>
          <a:noFill/>
          <a:ln>
            <a:noFill/>
          </a:ln>
        </p:spPr>
        <p:txBody>
          <a:bodyPr anchorCtr="0" anchor="b" bIns="0" lIns="0" spcFirstLastPara="1" rIns="0" wrap="square" tIns="0">
            <a:normAutofit/>
          </a:bodyPr>
          <a:lstStyle>
            <a:lvl1pPr indent="-228600" lvl="0" marL="457200" algn="l">
              <a:lnSpc>
                <a:spcPct val="100000"/>
              </a:lnSpc>
              <a:spcBef>
                <a:spcPts val="0"/>
              </a:spcBef>
              <a:spcAft>
                <a:spcPts val="0"/>
              </a:spcAft>
              <a:buSzPts val="900"/>
              <a:buNone/>
              <a:defRPr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955" name="Google Shape;955;p144"/>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956" name="Google Shape;956;p144"/>
          <p:cNvSpPr txBox="1"/>
          <p:nvPr>
            <p:ph idx="3" type="body"/>
          </p:nvPr>
        </p:nvSpPr>
        <p:spPr>
          <a:xfrm>
            <a:off x="473869" y="1188244"/>
            <a:ext cx="1955100" cy="2283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57" name="Google Shape;957;p144"/>
          <p:cNvSpPr txBox="1"/>
          <p:nvPr>
            <p:ph idx="4" type="body"/>
          </p:nvPr>
        </p:nvSpPr>
        <p:spPr>
          <a:xfrm>
            <a:off x="476251" y="469106"/>
            <a:ext cx="1952700" cy="148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958" name="Google Shape;958;p144"/>
          <p:cNvSpPr txBox="1"/>
          <p:nvPr>
            <p:ph type="title"/>
          </p:nvPr>
        </p:nvSpPr>
        <p:spPr>
          <a:xfrm>
            <a:off x="473870" y="619857"/>
            <a:ext cx="19551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59" name="Google Shape;959;p144"/>
          <p:cNvSpPr/>
          <p:nvPr>
            <p:ph idx="5" type="pic"/>
          </p:nvPr>
        </p:nvSpPr>
        <p:spPr>
          <a:xfrm>
            <a:off x="4746599" y="2571750"/>
            <a:ext cx="2222700" cy="2571900"/>
          </a:xfrm>
          <a:prstGeom prst="rect">
            <a:avLst/>
          </a:prstGeom>
          <a:solidFill>
            <a:schemeClr val="lt1"/>
          </a:solidFill>
          <a:ln>
            <a:noFill/>
          </a:ln>
        </p:spPr>
      </p:sp>
      <p:sp>
        <p:nvSpPr>
          <p:cNvPr id="960" name="Google Shape;960;p144"/>
          <p:cNvSpPr/>
          <p:nvPr>
            <p:ph idx="6" type="pic"/>
          </p:nvPr>
        </p:nvSpPr>
        <p:spPr>
          <a:xfrm>
            <a:off x="6972300" y="0"/>
            <a:ext cx="2186700" cy="2577000"/>
          </a:xfrm>
          <a:prstGeom prst="rect">
            <a:avLst/>
          </a:prstGeom>
          <a:solidFill>
            <a:schemeClr val="lt1"/>
          </a:solidFill>
          <a:ln>
            <a:noFill/>
          </a:ln>
        </p:spPr>
      </p:sp>
      <p:sp>
        <p:nvSpPr>
          <p:cNvPr id="961" name="Google Shape;961;p144"/>
          <p:cNvSpPr txBox="1"/>
          <p:nvPr>
            <p:ph idx="7" type="body"/>
          </p:nvPr>
        </p:nvSpPr>
        <p:spPr>
          <a:xfrm>
            <a:off x="7088021" y="1666851"/>
            <a:ext cx="1689600" cy="801600"/>
          </a:xfrm>
          <a:prstGeom prst="rect">
            <a:avLst/>
          </a:prstGeom>
          <a:noFill/>
          <a:ln>
            <a:noFill/>
          </a:ln>
        </p:spPr>
        <p:txBody>
          <a:bodyPr anchorCtr="0" anchor="b" bIns="0" lIns="0" spcFirstLastPara="1" rIns="0" wrap="square" tIns="0">
            <a:normAutofit/>
          </a:bodyPr>
          <a:lstStyle>
            <a:lvl1pPr indent="-228600" lvl="0" marL="457200" algn="l">
              <a:lnSpc>
                <a:spcPct val="100000"/>
              </a:lnSpc>
              <a:spcBef>
                <a:spcPts val="0"/>
              </a:spcBef>
              <a:spcAft>
                <a:spcPts val="0"/>
              </a:spcAft>
              <a:buSzPts val="900"/>
              <a:buNone/>
              <a:defRPr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962" name="Google Shape;962;p144"/>
          <p:cNvSpPr txBox="1"/>
          <p:nvPr>
            <p:ph idx="8" type="body"/>
          </p:nvPr>
        </p:nvSpPr>
        <p:spPr>
          <a:xfrm>
            <a:off x="4834293" y="2745043"/>
            <a:ext cx="1983600" cy="636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900"/>
              <a:buNone/>
              <a:defRPr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_Slide_Six-image - Yellow">
  <p:cSld name="Six-image - Yellow">
    <p:bg>
      <p:bgPr>
        <a:solidFill>
          <a:schemeClr val="lt2"/>
        </a:solidFill>
      </p:bgPr>
    </p:bg>
    <p:spTree>
      <p:nvGrpSpPr>
        <p:cNvPr id="963" name="Shape 963"/>
        <p:cNvGrpSpPr/>
        <p:nvPr/>
      </p:nvGrpSpPr>
      <p:grpSpPr>
        <a:xfrm>
          <a:off x="0" y="0"/>
          <a:ext cx="0" cy="0"/>
          <a:chOff x="0" y="0"/>
          <a:chExt cx="0" cy="0"/>
        </a:xfrm>
      </p:grpSpPr>
      <p:sp>
        <p:nvSpPr>
          <p:cNvPr id="964" name="Google Shape;964;p145"/>
          <p:cNvSpPr/>
          <p:nvPr/>
        </p:nvSpPr>
        <p:spPr>
          <a:xfrm>
            <a:off x="2555081" y="0"/>
            <a:ext cx="6588900" cy="5143500"/>
          </a:xfrm>
          <a:prstGeom prst="rect">
            <a:avLst/>
          </a:prstGeom>
          <a:solidFill>
            <a:srgbClr val="F5FF1E"/>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65" name="Google Shape;965;p145"/>
          <p:cNvSpPr/>
          <p:nvPr>
            <p:ph idx="2" type="pic"/>
          </p:nvPr>
        </p:nvSpPr>
        <p:spPr>
          <a:xfrm>
            <a:off x="4748405" y="0"/>
            <a:ext cx="2171400" cy="2577000"/>
          </a:xfrm>
          <a:prstGeom prst="rect">
            <a:avLst/>
          </a:prstGeom>
          <a:solidFill>
            <a:schemeClr val="dk2"/>
          </a:solidFill>
          <a:ln>
            <a:noFill/>
          </a:ln>
        </p:spPr>
      </p:sp>
      <p:sp>
        <p:nvSpPr>
          <p:cNvPr id="966" name="Google Shape;966;p145"/>
          <p:cNvSpPr txBox="1"/>
          <p:nvPr>
            <p:ph idx="1" type="body"/>
          </p:nvPr>
        </p:nvSpPr>
        <p:spPr>
          <a:xfrm>
            <a:off x="4864127" y="1666851"/>
            <a:ext cx="1689600" cy="801600"/>
          </a:xfrm>
          <a:prstGeom prst="rect">
            <a:avLst/>
          </a:prstGeom>
          <a:noFill/>
          <a:ln>
            <a:noFill/>
          </a:ln>
        </p:spPr>
        <p:txBody>
          <a:bodyPr anchorCtr="0" anchor="b" bIns="0" lIns="0" spcFirstLastPara="1" rIns="0" wrap="square" tIns="0">
            <a:normAutofit/>
          </a:bodyPr>
          <a:lstStyle>
            <a:lvl1pPr indent="-228600" lvl="0" marL="457200" algn="l">
              <a:lnSpc>
                <a:spcPct val="100000"/>
              </a:lnSpc>
              <a:spcBef>
                <a:spcPts val="0"/>
              </a:spcBef>
              <a:spcAft>
                <a:spcPts val="0"/>
              </a:spcAft>
              <a:buSzPts val="900"/>
              <a:buNone/>
              <a:defRPr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967" name="Google Shape;967;p145"/>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968" name="Google Shape;968;p145"/>
          <p:cNvSpPr txBox="1"/>
          <p:nvPr>
            <p:ph idx="3" type="body"/>
          </p:nvPr>
        </p:nvSpPr>
        <p:spPr>
          <a:xfrm>
            <a:off x="473869" y="1188244"/>
            <a:ext cx="1955100" cy="2283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969" name="Google Shape;969;p145"/>
          <p:cNvSpPr txBox="1"/>
          <p:nvPr>
            <p:ph idx="4" type="body"/>
          </p:nvPr>
        </p:nvSpPr>
        <p:spPr>
          <a:xfrm>
            <a:off x="476251" y="469106"/>
            <a:ext cx="1952700" cy="148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970" name="Google Shape;970;p145"/>
          <p:cNvSpPr txBox="1"/>
          <p:nvPr>
            <p:ph type="title"/>
          </p:nvPr>
        </p:nvSpPr>
        <p:spPr>
          <a:xfrm>
            <a:off x="473870" y="619857"/>
            <a:ext cx="19551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71" name="Google Shape;971;p145"/>
          <p:cNvSpPr/>
          <p:nvPr>
            <p:ph idx="5" type="pic"/>
          </p:nvPr>
        </p:nvSpPr>
        <p:spPr>
          <a:xfrm>
            <a:off x="6921268" y="2571750"/>
            <a:ext cx="2222700" cy="2571900"/>
          </a:xfrm>
          <a:prstGeom prst="rect">
            <a:avLst/>
          </a:prstGeom>
          <a:solidFill>
            <a:schemeClr val="dk2"/>
          </a:solidFill>
          <a:ln>
            <a:noFill/>
          </a:ln>
        </p:spPr>
      </p:sp>
      <p:sp>
        <p:nvSpPr>
          <p:cNvPr id="972" name="Google Shape;972;p145"/>
          <p:cNvSpPr txBox="1"/>
          <p:nvPr>
            <p:ph idx="6" type="body"/>
          </p:nvPr>
        </p:nvSpPr>
        <p:spPr>
          <a:xfrm>
            <a:off x="7008962" y="2745043"/>
            <a:ext cx="1983600" cy="636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900"/>
              <a:buNone/>
              <a:defRPr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973" name="Google Shape;973;p145"/>
          <p:cNvSpPr/>
          <p:nvPr>
            <p:ph idx="7" type="pic"/>
          </p:nvPr>
        </p:nvSpPr>
        <p:spPr>
          <a:xfrm>
            <a:off x="2555082" y="2571750"/>
            <a:ext cx="2190000" cy="2571900"/>
          </a:xfrm>
          <a:prstGeom prst="rect">
            <a:avLst/>
          </a:prstGeom>
          <a:solidFill>
            <a:schemeClr val="dk2"/>
          </a:solidFill>
          <a:ln>
            <a:noFill/>
          </a:ln>
        </p:spPr>
      </p:sp>
      <p:sp>
        <p:nvSpPr>
          <p:cNvPr id="974" name="Google Shape;974;p145"/>
          <p:cNvSpPr txBox="1"/>
          <p:nvPr>
            <p:ph idx="8" type="body"/>
          </p:nvPr>
        </p:nvSpPr>
        <p:spPr>
          <a:xfrm>
            <a:off x="2642775" y="2745043"/>
            <a:ext cx="1983600" cy="636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900"/>
              <a:buNone/>
              <a:defRPr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Tree>
  </p:cSld>
  <p:clrMapOvr>
    <a:masterClrMapping/>
  </p:clrMapOvr>
</p:sldLayout>
</file>

<file path=ppt/slideLayouts/slideLayout1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_Slide_4-image w/ description - White">
  <p:cSld name="4-image w/ description - White">
    <p:bg>
      <p:bgPr>
        <a:solidFill>
          <a:schemeClr val="lt1"/>
        </a:solidFill>
      </p:bgPr>
    </p:bg>
    <p:spTree>
      <p:nvGrpSpPr>
        <p:cNvPr id="975" name="Shape 975"/>
        <p:cNvGrpSpPr/>
        <p:nvPr/>
      </p:nvGrpSpPr>
      <p:grpSpPr>
        <a:xfrm>
          <a:off x="0" y="0"/>
          <a:ext cx="0" cy="0"/>
          <a:chOff x="0" y="0"/>
          <a:chExt cx="0" cy="0"/>
        </a:xfrm>
      </p:grpSpPr>
      <p:sp>
        <p:nvSpPr>
          <p:cNvPr id="976" name="Google Shape;976;p146"/>
          <p:cNvSpPr/>
          <p:nvPr>
            <p:ph idx="2" type="pic"/>
          </p:nvPr>
        </p:nvSpPr>
        <p:spPr>
          <a:xfrm>
            <a:off x="473869" y="1188244"/>
            <a:ext cx="1955100" cy="2046000"/>
          </a:xfrm>
          <a:prstGeom prst="rect">
            <a:avLst/>
          </a:prstGeom>
          <a:solidFill>
            <a:schemeClr val="dk2"/>
          </a:solidFill>
          <a:ln>
            <a:noFill/>
          </a:ln>
        </p:spPr>
      </p:sp>
      <p:sp>
        <p:nvSpPr>
          <p:cNvPr id="977" name="Google Shape;977;p146"/>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978" name="Google Shape;978;p146"/>
          <p:cNvSpPr txBox="1"/>
          <p:nvPr>
            <p:ph idx="1" type="body"/>
          </p:nvPr>
        </p:nvSpPr>
        <p:spPr>
          <a:xfrm>
            <a:off x="473869" y="3349229"/>
            <a:ext cx="1955100" cy="1135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79" name="Google Shape;979;p146"/>
          <p:cNvSpPr txBox="1"/>
          <p:nvPr>
            <p:ph idx="3" type="body"/>
          </p:nvPr>
        </p:nvSpPr>
        <p:spPr>
          <a:xfrm>
            <a:off x="476251" y="469106"/>
            <a:ext cx="6112500" cy="136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980" name="Google Shape;980;p146"/>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81" name="Google Shape;981;p146"/>
          <p:cNvSpPr/>
          <p:nvPr>
            <p:ph idx="4" type="pic"/>
          </p:nvPr>
        </p:nvSpPr>
        <p:spPr>
          <a:xfrm>
            <a:off x="2571750" y="1188244"/>
            <a:ext cx="1955100" cy="2046000"/>
          </a:xfrm>
          <a:prstGeom prst="rect">
            <a:avLst/>
          </a:prstGeom>
          <a:solidFill>
            <a:schemeClr val="dk2"/>
          </a:solidFill>
          <a:ln>
            <a:noFill/>
          </a:ln>
        </p:spPr>
      </p:sp>
      <p:sp>
        <p:nvSpPr>
          <p:cNvPr id="982" name="Google Shape;982;p146"/>
          <p:cNvSpPr txBox="1"/>
          <p:nvPr>
            <p:ph idx="5" type="body"/>
          </p:nvPr>
        </p:nvSpPr>
        <p:spPr>
          <a:xfrm>
            <a:off x="2571750" y="3349229"/>
            <a:ext cx="1955100" cy="1135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83" name="Google Shape;983;p146"/>
          <p:cNvSpPr/>
          <p:nvPr>
            <p:ph idx="6" type="pic"/>
          </p:nvPr>
        </p:nvSpPr>
        <p:spPr>
          <a:xfrm>
            <a:off x="4633913" y="1188244"/>
            <a:ext cx="1955100" cy="2046000"/>
          </a:xfrm>
          <a:prstGeom prst="rect">
            <a:avLst/>
          </a:prstGeom>
          <a:solidFill>
            <a:schemeClr val="dk2"/>
          </a:solidFill>
          <a:ln>
            <a:noFill/>
          </a:ln>
        </p:spPr>
      </p:sp>
      <p:sp>
        <p:nvSpPr>
          <p:cNvPr id="984" name="Google Shape;984;p146"/>
          <p:cNvSpPr txBox="1"/>
          <p:nvPr>
            <p:ph idx="7" type="body"/>
          </p:nvPr>
        </p:nvSpPr>
        <p:spPr>
          <a:xfrm>
            <a:off x="4633913" y="3349229"/>
            <a:ext cx="1955100" cy="1135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85" name="Google Shape;985;p146"/>
          <p:cNvSpPr/>
          <p:nvPr>
            <p:ph idx="8" type="pic"/>
          </p:nvPr>
        </p:nvSpPr>
        <p:spPr>
          <a:xfrm>
            <a:off x="6715125" y="1188244"/>
            <a:ext cx="1955100" cy="2046000"/>
          </a:xfrm>
          <a:prstGeom prst="rect">
            <a:avLst/>
          </a:prstGeom>
          <a:solidFill>
            <a:schemeClr val="dk2"/>
          </a:solidFill>
          <a:ln>
            <a:noFill/>
          </a:ln>
        </p:spPr>
      </p:sp>
      <p:sp>
        <p:nvSpPr>
          <p:cNvPr id="986" name="Google Shape;986;p146"/>
          <p:cNvSpPr txBox="1"/>
          <p:nvPr>
            <p:ph idx="9" type="body"/>
          </p:nvPr>
        </p:nvSpPr>
        <p:spPr>
          <a:xfrm>
            <a:off x="6715125" y="3349229"/>
            <a:ext cx="1955100" cy="1135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1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5_Slide_Org structure - White">
  <p:cSld name="Org structure - White">
    <p:bg>
      <p:bgPr>
        <a:solidFill>
          <a:schemeClr val="lt1"/>
        </a:solidFill>
      </p:bgPr>
    </p:bg>
    <p:spTree>
      <p:nvGrpSpPr>
        <p:cNvPr id="987" name="Shape 987"/>
        <p:cNvGrpSpPr/>
        <p:nvPr/>
      </p:nvGrpSpPr>
      <p:grpSpPr>
        <a:xfrm>
          <a:off x="0" y="0"/>
          <a:ext cx="0" cy="0"/>
          <a:chOff x="0" y="0"/>
          <a:chExt cx="0" cy="0"/>
        </a:xfrm>
      </p:grpSpPr>
      <p:sp>
        <p:nvSpPr>
          <p:cNvPr id="988" name="Google Shape;988;p147"/>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989" name="Google Shape;989;p147"/>
          <p:cNvSpPr txBox="1"/>
          <p:nvPr>
            <p:ph idx="1" type="body"/>
          </p:nvPr>
        </p:nvSpPr>
        <p:spPr>
          <a:xfrm>
            <a:off x="473869" y="1188244"/>
            <a:ext cx="1955100" cy="3083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990" name="Google Shape;990;p147"/>
          <p:cNvSpPr txBox="1"/>
          <p:nvPr>
            <p:ph idx="2" type="body"/>
          </p:nvPr>
        </p:nvSpPr>
        <p:spPr>
          <a:xfrm>
            <a:off x="476251" y="469106"/>
            <a:ext cx="6112500" cy="136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991" name="Google Shape;991;p147"/>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9_Slide_Basic table slide">
  <p:cSld name="Basic table slide">
    <p:bg>
      <p:bgPr>
        <a:solidFill>
          <a:schemeClr val="lt2"/>
        </a:solidFill>
      </p:bgPr>
    </p:bg>
    <p:spTree>
      <p:nvGrpSpPr>
        <p:cNvPr id="992" name="Shape 992"/>
        <p:cNvGrpSpPr/>
        <p:nvPr/>
      </p:nvGrpSpPr>
      <p:grpSpPr>
        <a:xfrm>
          <a:off x="0" y="0"/>
          <a:ext cx="0" cy="0"/>
          <a:chOff x="0" y="0"/>
          <a:chExt cx="0" cy="0"/>
        </a:xfrm>
      </p:grpSpPr>
      <p:sp>
        <p:nvSpPr>
          <p:cNvPr id="993" name="Google Shape;993;p148"/>
          <p:cNvSpPr txBox="1"/>
          <p:nvPr>
            <p:ph idx="1" type="body"/>
          </p:nvPr>
        </p:nvSpPr>
        <p:spPr>
          <a:xfrm>
            <a:off x="4626770" y="469107"/>
            <a:ext cx="4043400" cy="604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900"/>
              <a:buNone/>
              <a:defRPr b="0"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994" name="Google Shape;994;p148"/>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995" name="Google Shape;995;p148"/>
          <p:cNvSpPr txBox="1"/>
          <p:nvPr>
            <p:ph idx="2" type="body"/>
          </p:nvPr>
        </p:nvSpPr>
        <p:spPr>
          <a:xfrm>
            <a:off x="473869" y="1794272"/>
            <a:ext cx="1955100" cy="2279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996" name="Google Shape;996;p148"/>
          <p:cNvSpPr txBox="1"/>
          <p:nvPr>
            <p:ph idx="3" type="body"/>
          </p:nvPr>
        </p:nvSpPr>
        <p:spPr>
          <a:xfrm>
            <a:off x="476251" y="469106"/>
            <a:ext cx="4044600" cy="130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997" name="Google Shape;997;p148"/>
          <p:cNvSpPr txBox="1"/>
          <p:nvPr>
            <p:ph type="title"/>
          </p:nvPr>
        </p:nvSpPr>
        <p:spPr>
          <a:xfrm>
            <a:off x="473870" y="619857"/>
            <a:ext cx="40467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98" name="Google Shape;998;p148"/>
          <p:cNvSpPr txBox="1"/>
          <p:nvPr>
            <p:ph idx="4" type="body"/>
          </p:nvPr>
        </p:nvSpPr>
        <p:spPr>
          <a:xfrm>
            <a:off x="2571750" y="1794272"/>
            <a:ext cx="1955100" cy="2279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999" name="Google Shape;999;p148"/>
          <p:cNvSpPr txBox="1"/>
          <p:nvPr>
            <p:ph idx="5" type="body"/>
          </p:nvPr>
        </p:nvSpPr>
        <p:spPr>
          <a:xfrm>
            <a:off x="4629150" y="1794272"/>
            <a:ext cx="1955100" cy="2279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000" name="Google Shape;1000;p148"/>
          <p:cNvSpPr txBox="1"/>
          <p:nvPr>
            <p:ph idx="6" type="body"/>
          </p:nvPr>
        </p:nvSpPr>
        <p:spPr>
          <a:xfrm>
            <a:off x="6715125" y="1794272"/>
            <a:ext cx="1955100" cy="2279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Tree>
  </p:cSld>
  <p:clrMapOvr>
    <a:masterClrMapping/>
  </p:clrMapOvr>
</p:sldLayout>
</file>

<file path=ppt/slideLayouts/slideLayout1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7_Slide_Left content slide">
  <p:cSld name="Left content slide">
    <p:bg>
      <p:bgPr>
        <a:solidFill>
          <a:schemeClr val="lt1"/>
        </a:solidFill>
      </p:bgPr>
    </p:bg>
    <p:spTree>
      <p:nvGrpSpPr>
        <p:cNvPr id="1001" name="Shape 1001"/>
        <p:cNvGrpSpPr/>
        <p:nvPr/>
      </p:nvGrpSpPr>
      <p:grpSpPr>
        <a:xfrm>
          <a:off x="0" y="0"/>
          <a:ext cx="0" cy="0"/>
          <a:chOff x="0" y="0"/>
          <a:chExt cx="0" cy="0"/>
        </a:xfrm>
      </p:grpSpPr>
      <p:sp>
        <p:nvSpPr>
          <p:cNvPr id="1002" name="Google Shape;1002;p149"/>
          <p:cNvSpPr txBox="1"/>
          <p:nvPr>
            <p:ph idx="1" type="body"/>
          </p:nvPr>
        </p:nvSpPr>
        <p:spPr>
          <a:xfrm>
            <a:off x="476251" y="469106"/>
            <a:ext cx="6112500" cy="136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003" name="Google Shape;1003;p149"/>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004" name="Google Shape;1004;p149"/>
          <p:cNvSpPr txBox="1"/>
          <p:nvPr>
            <p:ph idx="2" type="body"/>
          </p:nvPr>
        </p:nvSpPr>
        <p:spPr>
          <a:xfrm>
            <a:off x="488156" y="1188244"/>
            <a:ext cx="1355100" cy="3083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005" name="Google Shape;1005;p149"/>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8_Slide_Title + Content with Description">
  <p:cSld name="Title + Content with Description">
    <p:bg>
      <p:bgPr>
        <a:solidFill>
          <a:schemeClr val="lt2"/>
        </a:solidFill>
      </p:bgPr>
    </p:bg>
    <p:spTree>
      <p:nvGrpSpPr>
        <p:cNvPr id="1006" name="Shape 1006"/>
        <p:cNvGrpSpPr/>
        <p:nvPr/>
      </p:nvGrpSpPr>
      <p:grpSpPr>
        <a:xfrm>
          <a:off x="0" y="0"/>
          <a:ext cx="0" cy="0"/>
          <a:chOff x="0" y="0"/>
          <a:chExt cx="0" cy="0"/>
        </a:xfrm>
      </p:grpSpPr>
      <p:sp>
        <p:nvSpPr>
          <p:cNvPr id="1007" name="Google Shape;1007;p150"/>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008" name="Google Shape;1008;p150"/>
          <p:cNvSpPr txBox="1"/>
          <p:nvPr>
            <p:ph idx="1" type="body"/>
          </p:nvPr>
        </p:nvSpPr>
        <p:spPr>
          <a:xfrm>
            <a:off x="473868" y="1188244"/>
            <a:ext cx="8196300" cy="3446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SzPts val="900"/>
              <a:buNone/>
              <a:defRPr/>
            </a:lvl1pPr>
            <a:lvl2pPr indent="-228600" lvl="1" marL="914400" algn="l">
              <a:lnSpc>
                <a:spcPct val="100000"/>
              </a:lnSpc>
              <a:spcBef>
                <a:spcPts val="400"/>
              </a:spcBef>
              <a:spcAft>
                <a:spcPts val="0"/>
              </a:spcAft>
              <a:buSzPts val="900"/>
              <a:buNone/>
              <a:defRPr/>
            </a:lvl2pPr>
            <a:lvl3pPr indent="-285750" lvl="2" marL="1371600" algn="l">
              <a:lnSpc>
                <a:spcPct val="100000"/>
              </a:lnSpc>
              <a:spcBef>
                <a:spcPts val="400"/>
              </a:spcBef>
              <a:spcAft>
                <a:spcPts val="0"/>
              </a:spcAft>
              <a:buSzPts val="900"/>
              <a:buChar char="•"/>
              <a:defRPr/>
            </a:lvl3pPr>
            <a:lvl4pPr indent="-285750" lvl="3" marL="1828800" algn="l">
              <a:lnSpc>
                <a:spcPct val="100000"/>
              </a:lnSpc>
              <a:spcBef>
                <a:spcPts val="400"/>
              </a:spcBef>
              <a:spcAft>
                <a:spcPts val="0"/>
              </a:spcAft>
              <a:buSzPts val="900"/>
              <a:buChar char="-"/>
              <a:defRPr/>
            </a:lvl4pPr>
            <a:lvl5pPr indent="-285750" lvl="4" marL="2286000" algn="l">
              <a:lnSpc>
                <a:spcPct val="100000"/>
              </a:lnSpc>
              <a:spcBef>
                <a:spcPts val="400"/>
              </a:spcBef>
              <a:spcAft>
                <a:spcPts val="0"/>
              </a:spcAft>
              <a:buSzPts val="900"/>
              <a:buChar char="-"/>
              <a:defRPr/>
            </a:lvl5pPr>
            <a:lvl6pPr indent="-285750" lvl="5" marL="2743200" algn="l">
              <a:lnSpc>
                <a:spcPct val="90000"/>
              </a:lnSpc>
              <a:spcBef>
                <a:spcPts val="400"/>
              </a:spcBef>
              <a:spcAft>
                <a:spcPts val="0"/>
              </a:spcAft>
              <a:buSzPts val="900"/>
              <a:buChar char="-"/>
              <a:defRPr sz="900"/>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009" name="Google Shape;1009;p150"/>
          <p:cNvSpPr txBox="1"/>
          <p:nvPr>
            <p:ph idx="2" type="body"/>
          </p:nvPr>
        </p:nvSpPr>
        <p:spPr>
          <a:xfrm>
            <a:off x="4626770" y="469107"/>
            <a:ext cx="4043400" cy="604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900"/>
              <a:buNone/>
              <a:defRPr b="0"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010" name="Google Shape;1010;p150"/>
          <p:cNvSpPr txBox="1"/>
          <p:nvPr>
            <p:ph idx="3" type="body"/>
          </p:nvPr>
        </p:nvSpPr>
        <p:spPr>
          <a:xfrm>
            <a:off x="476251" y="469106"/>
            <a:ext cx="4044600" cy="130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011" name="Google Shape;1011;p150"/>
          <p:cNvSpPr txBox="1"/>
          <p:nvPr>
            <p:ph type="title"/>
          </p:nvPr>
        </p:nvSpPr>
        <p:spPr>
          <a:xfrm>
            <a:off x="473870" y="619857"/>
            <a:ext cx="40467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_Slide_Title, Content, Chart">
  <p:cSld name="Title, Content, Chart">
    <p:bg>
      <p:bgPr>
        <a:solidFill>
          <a:schemeClr val="lt1"/>
        </a:solidFill>
      </p:bgPr>
    </p:bg>
    <p:spTree>
      <p:nvGrpSpPr>
        <p:cNvPr id="1012" name="Shape 1012"/>
        <p:cNvGrpSpPr/>
        <p:nvPr/>
      </p:nvGrpSpPr>
      <p:grpSpPr>
        <a:xfrm>
          <a:off x="0" y="0"/>
          <a:ext cx="0" cy="0"/>
          <a:chOff x="0" y="0"/>
          <a:chExt cx="0" cy="0"/>
        </a:xfrm>
      </p:grpSpPr>
      <p:sp>
        <p:nvSpPr>
          <p:cNvPr id="1013" name="Google Shape;1013;p151"/>
          <p:cNvSpPr txBox="1"/>
          <p:nvPr>
            <p:ph idx="1" type="body"/>
          </p:nvPr>
        </p:nvSpPr>
        <p:spPr>
          <a:xfrm>
            <a:off x="473869" y="4161138"/>
            <a:ext cx="2817000" cy="422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600"/>
              <a:buNone/>
              <a:defRPr b="0" i="0" sz="6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cxnSp>
        <p:nvCxnSpPr>
          <p:cNvPr id="1014" name="Google Shape;1014;p151"/>
          <p:cNvCxnSpPr/>
          <p:nvPr/>
        </p:nvCxnSpPr>
        <p:spPr>
          <a:xfrm>
            <a:off x="471488" y="4074512"/>
            <a:ext cx="1705200" cy="0"/>
          </a:xfrm>
          <a:prstGeom prst="straightConnector1">
            <a:avLst/>
          </a:prstGeom>
          <a:noFill/>
          <a:ln cap="flat" cmpd="sng" w="9525">
            <a:solidFill>
              <a:srgbClr val="7F7F7F"/>
            </a:solidFill>
            <a:prstDash val="solid"/>
            <a:miter lim="800000"/>
            <a:headEnd len="sm" w="sm" type="none"/>
            <a:tailEnd len="sm" w="sm" type="none"/>
          </a:ln>
        </p:spPr>
      </p:cxnSp>
      <p:sp>
        <p:nvSpPr>
          <p:cNvPr id="1015" name="Google Shape;1015;p151"/>
          <p:cNvSpPr/>
          <p:nvPr>
            <p:ph idx="2" type="chart"/>
          </p:nvPr>
        </p:nvSpPr>
        <p:spPr>
          <a:xfrm>
            <a:off x="4480322" y="1013937"/>
            <a:ext cx="4189800" cy="3642000"/>
          </a:xfrm>
          <a:prstGeom prst="rect">
            <a:avLst/>
          </a:prstGeom>
          <a:noFill/>
          <a:ln>
            <a:noFill/>
          </a:ln>
        </p:spPr>
        <p:txBody>
          <a:bodyPr anchorCtr="0" anchor="t" bIns="0" lIns="0" spcFirstLastPara="1" rIns="0" wrap="square" tIns="0">
            <a:noAutofit/>
          </a:bodyPr>
          <a:lstStyle>
            <a:lvl1pPr lvl="0" marR="0" rtl="0" algn="l">
              <a:lnSpc>
                <a:spcPct val="100000"/>
              </a:lnSpc>
              <a:spcBef>
                <a:spcPts val="800"/>
              </a:spcBef>
              <a:spcAft>
                <a:spcPts val="0"/>
              </a:spcAft>
              <a:buClr>
                <a:schemeClr val="dk1"/>
              </a:buClr>
              <a:buSzPts val="900"/>
              <a:buFont typeface="Arial"/>
              <a:buNone/>
              <a:defRPr b="1" i="0" sz="900" u="none" cap="none" strike="noStrike">
                <a:solidFill>
                  <a:schemeClr val="dk1"/>
                </a:solidFill>
                <a:latin typeface="Arial"/>
                <a:ea typeface="Arial"/>
                <a:cs typeface="Arial"/>
                <a:sym typeface="Arial"/>
              </a:defRPr>
            </a:lvl1pPr>
            <a:lvl2pPr lvl="1" marR="0" rtl="0" algn="l">
              <a:lnSpc>
                <a:spcPct val="100000"/>
              </a:lnSpc>
              <a:spcBef>
                <a:spcPts val="40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2pPr>
            <a:lvl3pPr lvl="2" marR="0" rtl="0" algn="l">
              <a:lnSpc>
                <a:spcPct val="100000"/>
              </a:lnSpc>
              <a:spcBef>
                <a:spcPts val="4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3pPr>
            <a:lvl4pPr lvl="3" marR="0" rtl="0" algn="l">
              <a:lnSpc>
                <a:spcPct val="100000"/>
              </a:lnSpc>
              <a:spcBef>
                <a:spcPts val="400"/>
              </a:spcBef>
              <a:spcAft>
                <a:spcPts val="0"/>
              </a:spcAft>
              <a:buClr>
                <a:schemeClr val="dk1"/>
              </a:buClr>
              <a:buSzPts val="900"/>
              <a:buFont typeface="NTR"/>
              <a:buChar char="-"/>
              <a:defRPr b="0" i="0" sz="900" u="none" cap="none" strike="noStrike">
                <a:solidFill>
                  <a:schemeClr val="dk1"/>
                </a:solidFill>
                <a:latin typeface="Arial"/>
                <a:ea typeface="Arial"/>
                <a:cs typeface="Arial"/>
                <a:sym typeface="Arial"/>
              </a:defRPr>
            </a:lvl4pPr>
            <a:lvl5pPr lvl="4" marR="0" rtl="0" algn="l">
              <a:lnSpc>
                <a:spcPct val="100000"/>
              </a:lnSpc>
              <a:spcBef>
                <a:spcPts val="400"/>
              </a:spcBef>
              <a:spcAft>
                <a:spcPts val="0"/>
              </a:spcAft>
              <a:buClr>
                <a:schemeClr val="dk1"/>
              </a:buClr>
              <a:buSzPts val="900"/>
              <a:buFont typeface="NTR"/>
              <a:buChar char="-"/>
              <a:defRPr b="0" i="0" sz="900" u="none" cap="none" strike="noStrike">
                <a:solidFill>
                  <a:schemeClr val="dk1"/>
                </a:solidFill>
                <a:latin typeface="Arial"/>
                <a:ea typeface="Arial"/>
                <a:cs typeface="Arial"/>
                <a:sym typeface="Arial"/>
              </a:defRPr>
            </a:lvl5pPr>
            <a:lvl6pPr lvl="5"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lvl="6"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lvl="7"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lvl="8"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1016" name="Google Shape;1016;p151"/>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017" name="Google Shape;1017;p151"/>
          <p:cNvSpPr txBox="1"/>
          <p:nvPr>
            <p:ph idx="3" type="body"/>
          </p:nvPr>
        </p:nvSpPr>
        <p:spPr>
          <a:xfrm>
            <a:off x="488156" y="1188244"/>
            <a:ext cx="3329100" cy="2755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018" name="Google Shape;1018;p151"/>
          <p:cNvSpPr txBox="1"/>
          <p:nvPr>
            <p:ph idx="4" type="body"/>
          </p:nvPr>
        </p:nvSpPr>
        <p:spPr>
          <a:xfrm>
            <a:off x="476251" y="469106"/>
            <a:ext cx="4044600" cy="142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019" name="Google Shape;1019;p151"/>
          <p:cNvSpPr txBox="1"/>
          <p:nvPr>
            <p:ph type="title"/>
          </p:nvPr>
        </p:nvSpPr>
        <p:spPr>
          <a:xfrm>
            <a:off x="473870" y="619857"/>
            <a:ext cx="40467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1_Slide_Numbers graphic slide">
  <p:cSld name="Numbers graphic slide">
    <p:spTree>
      <p:nvGrpSpPr>
        <p:cNvPr id="1020" name="Shape 1020"/>
        <p:cNvGrpSpPr/>
        <p:nvPr/>
      </p:nvGrpSpPr>
      <p:grpSpPr>
        <a:xfrm>
          <a:off x="0" y="0"/>
          <a:ext cx="0" cy="0"/>
          <a:chOff x="0" y="0"/>
          <a:chExt cx="0" cy="0"/>
        </a:xfrm>
      </p:grpSpPr>
      <p:sp>
        <p:nvSpPr>
          <p:cNvPr id="1021" name="Google Shape;1021;p152"/>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022" name="Google Shape;1022;p152"/>
          <p:cNvSpPr txBox="1"/>
          <p:nvPr>
            <p:ph idx="1" type="body"/>
          </p:nvPr>
        </p:nvSpPr>
        <p:spPr>
          <a:xfrm>
            <a:off x="473870" y="1143000"/>
            <a:ext cx="2646600" cy="1022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accent6"/>
              </a:buClr>
              <a:buSzPts val="7500"/>
              <a:buNone/>
              <a:defRPr i="0" sz="7500">
                <a:solidFill>
                  <a:schemeClr val="accent6"/>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023" name="Google Shape;1023;p152"/>
          <p:cNvSpPr txBox="1"/>
          <p:nvPr>
            <p:ph idx="2" type="body"/>
          </p:nvPr>
        </p:nvSpPr>
        <p:spPr>
          <a:xfrm>
            <a:off x="473869" y="2244222"/>
            <a:ext cx="2448600" cy="384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024" name="Google Shape;1024;p152"/>
          <p:cNvSpPr txBox="1"/>
          <p:nvPr>
            <p:ph idx="3" type="body"/>
          </p:nvPr>
        </p:nvSpPr>
        <p:spPr>
          <a:xfrm>
            <a:off x="476251" y="469106"/>
            <a:ext cx="6112500" cy="136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025" name="Google Shape;1025;p152"/>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26" name="Google Shape;1026;p152"/>
          <p:cNvSpPr txBox="1"/>
          <p:nvPr>
            <p:ph idx="4" type="body"/>
          </p:nvPr>
        </p:nvSpPr>
        <p:spPr>
          <a:xfrm>
            <a:off x="3257550" y="1143000"/>
            <a:ext cx="2646600" cy="1022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accent6"/>
              </a:buClr>
              <a:buSzPts val="7500"/>
              <a:buNone/>
              <a:defRPr i="0" sz="7500">
                <a:solidFill>
                  <a:schemeClr val="accent6"/>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027" name="Google Shape;1027;p152"/>
          <p:cNvSpPr txBox="1"/>
          <p:nvPr>
            <p:ph idx="5" type="body"/>
          </p:nvPr>
        </p:nvSpPr>
        <p:spPr>
          <a:xfrm>
            <a:off x="3257549" y="2244222"/>
            <a:ext cx="2448600" cy="384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028" name="Google Shape;1028;p152"/>
          <p:cNvSpPr txBox="1"/>
          <p:nvPr>
            <p:ph idx="6" type="body"/>
          </p:nvPr>
        </p:nvSpPr>
        <p:spPr>
          <a:xfrm>
            <a:off x="6013107" y="1143000"/>
            <a:ext cx="2646600" cy="1022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accent6"/>
              </a:buClr>
              <a:buSzPts val="7500"/>
              <a:buNone/>
              <a:defRPr i="0" sz="7500">
                <a:solidFill>
                  <a:schemeClr val="accent6"/>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029" name="Google Shape;1029;p152"/>
          <p:cNvSpPr txBox="1"/>
          <p:nvPr>
            <p:ph idx="7" type="body"/>
          </p:nvPr>
        </p:nvSpPr>
        <p:spPr>
          <a:xfrm>
            <a:off x="6013106" y="2244222"/>
            <a:ext cx="2448600" cy="384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030" name="Google Shape;1030;p152"/>
          <p:cNvSpPr txBox="1"/>
          <p:nvPr>
            <p:ph idx="8" type="body"/>
          </p:nvPr>
        </p:nvSpPr>
        <p:spPr>
          <a:xfrm>
            <a:off x="473870" y="2857500"/>
            <a:ext cx="2646600" cy="1022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accent6"/>
              </a:buClr>
              <a:buSzPts val="7500"/>
              <a:buNone/>
              <a:defRPr i="0" sz="7500">
                <a:solidFill>
                  <a:schemeClr val="accent6"/>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031" name="Google Shape;1031;p152"/>
          <p:cNvSpPr txBox="1"/>
          <p:nvPr>
            <p:ph idx="9" type="body"/>
          </p:nvPr>
        </p:nvSpPr>
        <p:spPr>
          <a:xfrm>
            <a:off x="473869" y="3958722"/>
            <a:ext cx="2448600" cy="384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032" name="Google Shape;1032;p152"/>
          <p:cNvSpPr txBox="1"/>
          <p:nvPr>
            <p:ph idx="13" type="body"/>
          </p:nvPr>
        </p:nvSpPr>
        <p:spPr>
          <a:xfrm>
            <a:off x="3257550" y="2857500"/>
            <a:ext cx="2646600" cy="1022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accent6"/>
              </a:buClr>
              <a:buSzPts val="7500"/>
              <a:buNone/>
              <a:defRPr i="0" sz="7500">
                <a:solidFill>
                  <a:schemeClr val="accent6"/>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033" name="Google Shape;1033;p152"/>
          <p:cNvSpPr txBox="1"/>
          <p:nvPr>
            <p:ph idx="14" type="body"/>
          </p:nvPr>
        </p:nvSpPr>
        <p:spPr>
          <a:xfrm>
            <a:off x="3257549" y="3958722"/>
            <a:ext cx="2448600" cy="384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034" name="Google Shape;1034;p152"/>
          <p:cNvSpPr txBox="1"/>
          <p:nvPr>
            <p:ph idx="15" type="body"/>
          </p:nvPr>
        </p:nvSpPr>
        <p:spPr>
          <a:xfrm>
            <a:off x="6013107" y="2857500"/>
            <a:ext cx="2646600" cy="1022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accent6"/>
              </a:buClr>
              <a:buSzPts val="7500"/>
              <a:buNone/>
              <a:defRPr i="0" sz="7500">
                <a:solidFill>
                  <a:schemeClr val="accent6"/>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035" name="Google Shape;1035;p152"/>
          <p:cNvSpPr txBox="1"/>
          <p:nvPr>
            <p:ph idx="16" type="body"/>
          </p:nvPr>
        </p:nvSpPr>
        <p:spPr>
          <a:xfrm>
            <a:off x="6013106" y="3958722"/>
            <a:ext cx="2448600" cy="384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Tree>
  </p:cSld>
  <p:clrMapOvr>
    <a:masterClrMapping/>
  </p:clrMapOvr>
</p:sldLayout>
</file>

<file path=ppt/slideLayouts/slideLayout1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4_Slide_Ender 1 - White">
  <p:cSld name="Ender 1 - White">
    <p:bg>
      <p:bgPr>
        <a:solidFill>
          <a:srgbClr val="FFFFFF"/>
        </a:solidFill>
      </p:bgPr>
    </p:bg>
    <p:spTree>
      <p:nvGrpSpPr>
        <p:cNvPr id="1036" name="Shape 1036"/>
        <p:cNvGrpSpPr/>
        <p:nvPr/>
      </p:nvGrpSpPr>
      <p:grpSpPr>
        <a:xfrm>
          <a:off x="0" y="0"/>
          <a:ext cx="0" cy="0"/>
          <a:chOff x="0" y="0"/>
          <a:chExt cx="0" cy="0"/>
        </a:xfrm>
      </p:grpSpPr>
      <p:sp>
        <p:nvSpPr>
          <p:cNvPr id="1037" name="Google Shape;1037;p153"/>
          <p:cNvSpPr/>
          <p:nvPr/>
        </p:nvSpPr>
        <p:spPr>
          <a:xfrm>
            <a:off x="217609" y="4741252"/>
            <a:ext cx="6185400" cy="2241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1038" name="Google Shape;1038;p153"/>
          <p:cNvPicPr preferRelativeResize="0"/>
          <p:nvPr/>
        </p:nvPicPr>
        <p:blipFill rotWithShape="1">
          <a:blip r:embed="rId2">
            <a:alphaModFix/>
          </a:blip>
          <a:srcRect b="0" l="0" r="0" t="0"/>
          <a:stretch/>
        </p:blipFill>
        <p:spPr>
          <a:xfrm>
            <a:off x="-847885" y="1531620"/>
            <a:ext cx="10842227" cy="4434839"/>
          </a:xfrm>
          <a:prstGeom prst="rect">
            <a:avLst/>
          </a:prstGeom>
          <a:noFill/>
          <a:ln>
            <a:noFill/>
          </a:ln>
        </p:spPr>
      </p:pic>
    </p:spTree>
  </p:cSld>
  <p:clrMapOvr>
    <a:masterClrMapping/>
  </p:clrMapOvr>
</p:sldLayout>
</file>

<file path=ppt/slideLayouts/slideLayout1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5_Slide_Ender 1 - Black">
  <p:cSld name="Ender 1 - Black">
    <p:bg>
      <p:bgPr>
        <a:solidFill>
          <a:srgbClr val="000000"/>
        </a:solidFill>
      </p:bgPr>
    </p:bg>
    <p:spTree>
      <p:nvGrpSpPr>
        <p:cNvPr id="1039" name="Shape 1039"/>
        <p:cNvGrpSpPr/>
        <p:nvPr/>
      </p:nvGrpSpPr>
      <p:grpSpPr>
        <a:xfrm>
          <a:off x="0" y="0"/>
          <a:ext cx="0" cy="0"/>
          <a:chOff x="0" y="0"/>
          <a:chExt cx="0" cy="0"/>
        </a:xfrm>
      </p:grpSpPr>
      <p:sp>
        <p:nvSpPr>
          <p:cNvPr id="1040" name="Google Shape;1040;p154"/>
          <p:cNvSpPr/>
          <p:nvPr/>
        </p:nvSpPr>
        <p:spPr>
          <a:xfrm>
            <a:off x="217609" y="4741252"/>
            <a:ext cx="6185400" cy="2241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041" name="Google Shape;1041;p154"/>
          <p:cNvSpPr/>
          <p:nvPr/>
        </p:nvSpPr>
        <p:spPr>
          <a:xfrm>
            <a:off x="178044" y="4668716"/>
            <a:ext cx="824100" cy="3099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1042" name="Google Shape;1042;p154"/>
          <p:cNvPicPr preferRelativeResize="0"/>
          <p:nvPr/>
        </p:nvPicPr>
        <p:blipFill rotWithShape="1">
          <a:blip r:embed="rId2">
            <a:alphaModFix/>
          </a:blip>
          <a:srcRect b="0" l="0" r="0" t="0"/>
          <a:stretch/>
        </p:blipFill>
        <p:spPr>
          <a:xfrm>
            <a:off x="-847885" y="1531620"/>
            <a:ext cx="10842227" cy="4434839"/>
          </a:xfrm>
          <a:prstGeom prst="rect">
            <a:avLst/>
          </a:prstGeom>
          <a:noFill/>
          <a:ln>
            <a:noFill/>
          </a:ln>
        </p:spPr>
      </p:pic>
    </p:spTree>
  </p:cSld>
  <p:clrMapOvr>
    <a:masterClrMapping/>
  </p:clrMapOvr>
</p:sldLayout>
</file>

<file path=ppt/slideLayouts/slideLayout1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6_Slide_Ender 2 - White">
  <p:cSld name="Ender 2 - White">
    <p:bg>
      <p:bgPr>
        <a:solidFill>
          <a:srgbClr val="FFFFFF"/>
        </a:solidFill>
      </p:bgPr>
    </p:bg>
    <p:spTree>
      <p:nvGrpSpPr>
        <p:cNvPr id="1043" name="Shape 1043"/>
        <p:cNvGrpSpPr/>
        <p:nvPr/>
      </p:nvGrpSpPr>
      <p:grpSpPr>
        <a:xfrm>
          <a:off x="0" y="0"/>
          <a:ext cx="0" cy="0"/>
          <a:chOff x="0" y="0"/>
          <a:chExt cx="0" cy="0"/>
        </a:xfrm>
      </p:grpSpPr>
      <p:sp>
        <p:nvSpPr>
          <p:cNvPr id="1044" name="Google Shape;1044;p155"/>
          <p:cNvSpPr/>
          <p:nvPr/>
        </p:nvSpPr>
        <p:spPr>
          <a:xfrm>
            <a:off x="217609" y="4741252"/>
            <a:ext cx="6185400" cy="2241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1045" name="Google Shape;1045;p155"/>
          <p:cNvPicPr preferRelativeResize="0"/>
          <p:nvPr/>
        </p:nvPicPr>
        <p:blipFill rotWithShape="1">
          <a:blip r:embed="rId2">
            <a:alphaModFix/>
          </a:blip>
          <a:srcRect b="0" l="0" r="0" t="0"/>
          <a:stretch/>
        </p:blipFill>
        <p:spPr>
          <a:xfrm>
            <a:off x="3045619" y="1140198"/>
            <a:ext cx="3063717" cy="2865571"/>
          </a:xfrm>
          <a:prstGeom prst="rect">
            <a:avLst/>
          </a:prstGeom>
          <a:noFill/>
          <a:ln>
            <a:noFill/>
          </a:ln>
        </p:spPr>
      </p:pic>
    </p:spTree>
  </p:cSld>
  <p:clrMapOvr>
    <a:masterClrMapping/>
  </p:clrMapOvr>
</p:sldLayout>
</file>

<file path=ppt/slideLayouts/slideLayout1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7_Slide_Ender 2 - Black">
  <p:cSld name="Ender 2 - Black">
    <p:bg>
      <p:bgPr>
        <a:solidFill>
          <a:srgbClr val="000000"/>
        </a:solidFill>
      </p:bgPr>
    </p:bg>
    <p:spTree>
      <p:nvGrpSpPr>
        <p:cNvPr id="1046" name="Shape 1046"/>
        <p:cNvGrpSpPr/>
        <p:nvPr/>
      </p:nvGrpSpPr>
      <p:grpSpPr>
        <a:xfrm>
          <a:off x="0" y="0"/>
          <a:ext cx="0" cy="0"/>
          <a:chOff x="0" y="0"/>
          <a:chExt cx="0" cy="0"/>
        </a:xfrm>
      </p:grpSpPr>
      <p:sp>
        <p:nvSpPr>
          <p:cNvPr id="1047" name="Google Shape;1047;p156"/>
          <p:cNvSpPr/>
          <p:nvPr/>
        </p:nvSpPr>
        <p:spPr>
          <a:xfrm>
            <a:off x="178044" y="4668716"/>
            <a:ext cx="987600" cy="3099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1048" name="Google Shape;1048;p156"/>
          <p:cNvPicPr preferRelativeResize="0"/>
          <p:nvPr/>
        </p:nvPicPr>
        <p:blipFill rotWithShape="1">
          <a:blip r:embed="rId2">
            <a:alphaModFix/>
          </a:blip>
          <a:srcRect b="0" l="0" r="0" t="0"/>
          <a:stretch/>
        </p:blipFill>
        <p:spPr>
          <a:xfrm>
            <a:off x="3045619" y="1140198"/>
            <a:ext cx="3063717" cy="2865571"/>
          </a:xfrm>
          <a:prstGeom prst="rect">
            <a:avLst/>
          </a:prstGeom>
          <a:noFill/>
          <a:ln>
            <a:noFill/>
          </a:ln>
        </p:spPr>
      </p:pic>
    </p:spTree>
  </p:cSld>
  <p:clrMapOvr>
    <a:masterClrMapping/>
  </p:clrMapOvr>
</p:sldLayout>
</file>

<file path=ppt/slideLayouts/slideLayout1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6_Slide_Content slide">
  <p:cSld name="Content slide">
    <p:bg>
      <p:bgPr>
        <a:solidFill>
          <a:schemeClr val="lt1"/>
        </a:solidFill>
      </p:bgPr>
    </p:bg>
    <p:spTree>
      <p:nvGrpSpPr>
        <p:cNvPr id="1049" name="Shape 1049"/>
        <p:cNvGrpSpPr/>
        <p:nvPr/>
      </p:nvGrpSpPr>
      <p:grpSpPr>
        <a:xfrm>
          <a:off x="0" y="0"/>
          <a:ext cx="0" cy="0"/>
          <a:chOff x="0" y="0"/>
          <a:chExt cx="0" cy="0"/>
        </a:xfrm>
      </p:grpSpPr>
      <p:sp>
        <p:nvSpPr>
          <p:cNvPr id="1050" name="Google Shape;1050;p157"/>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051" name="Google Shape;1051;p157"/>
          <p:cNvSpPr txBox="1"/>
          <p:nvPr>
            <p:ph idx="1" type="body"/>
          </p:nvPr>
        </p:nvSpPr>
        <p:spPr>
          <a:xfrm>
            <a:off x="473868" y="1188244"/>
            <a:ext cx="8196300" cy="3446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dk1"/>
              </a:buClr>
              <a:buSzPts val="900"/>
              <a:buNone/>
              <a:defRPr/>
            </a:lvl1pPr>
            <a:lvl2pPr indent="-228600" lvl="1" marL="914400" algn="l">
              <a:lnSpc>
                <a:spcPct val="100000"/>
              </a:lnSpc>
              <a:spcBef>
                <a:spcPts val="400"/>
              </a:spcBef>
              <a:spcAft>
                <a:spcPts val="0"/>
              </a:spcAft>
              <a:buClr>
                <a:schemeClr val="dk1"/>
              </a:buClr>
              <a:buSzPts val="900"/>
              <a:buNone/>
              <a:defRPr/>
            </a:lvl2pPr>
            <a:lvl3pPr indent="-285750" lvl="2" marL="1371600" algn="l">
              <a:lnSpc>
                <a:spcPct val="100000"/>
              </a:lnSpc>
              <a:spcBef>
                <a:spcPts val="400"/>
              </a:spcBef>
              <a:spcAft>
                <a:spcPts val="0"/>
              </a:spcAft>
              <a:buClr>
                <a:schemeClr val="dk1"/>
              </a:buClr>
              <a:buSzPts val="900"/>
              <a:buChar char="•"/>
              <a:defRPr/>
            </a:lvl3pPr>
            <a:lvl4pPr indent="-285750" lvl="3" marL="1828800" algn="l">
              <a:lnSpc>
                <a:spcPct val="100000"/>
              </a:lnSpc>
              <a:spcBef>
                <a:spcPts val="400"/>
              </a:spcBef>
              <a:spcAft>
                <a:spcPts val="0"/>
              </a:spcAft>
              <a:buClr>
                <a:schemeClr val="dk1"/>
              </a:buClr>
              <a:buSzPts val="900"/>
              <a:buChar char="-"/>
              <a:defRPr/>
            </a:lvl4pPr>
            <a:lvl5pPr indent="-285750" lvl="4" marL="2286000" algn="l">
              <a:lnSpc>
                <a:spcPct val="100000"/>
              </a:lnSpc>
              <a:spcBef>
                <a:spcPts val="400"/>
              </a:spcBef>
              <a:spcAft>
                <a:spcPts val="0"/>
              </a:spcAft>
              <a:buClr>
                <a:schemeClr val="dk1"/>
              </a:buClr>
              <a:buSzPts val="900"/>
              <a:buChar char="-"/>
              <a:defRPr/>
            </a:lvl5pPr>
            <a:lvl6pPr indent="-285750" lvl="5" marL="2743200" algn="l">
              <a:lnSpc>
                <a:spcPct val="90000"/>
              </a:lnSpc>
              <a:spcBef>
                <a:spcPts val="400"/>
              </a:spcBef>
              <a:spcAft>
                <a:spcPts val="0"/>
              </a:spcAft>
              <a:buClr>
                <a:schemeClr val="dk1"/>
              </a:buClr>
              <a:buSzPts val="900"/>
              <a:buChar char="-"/>
              <a:defRPr sz="900"/>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052" name="Google Shape;1052;p157"/>
          <p:cNvSpPr txBox="1"/>
          <p:nvPr>
            <p:ph idx="2" type="body"/>
          </p:nvPr>
        </p:nvSpPr>
        <p:spPr>
          <a:xfrm>
            <a:off x="476251" y="469106"/>
            <a:ext cx="6112500" cy="136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chemeClr val="dk1"/>
              </a:buClr>
              <a:buSzPts val="800"/>
              <a:buNone/>
              <a:defRPr b="0" i="0" sz="800">
                <a:solidFill>
                  <a:schemeClr val="dk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053" name="Google Shape;1053;p157"/>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_Slide_Safe Harbor statement 1">
  <p:cSld name="Safe Harbor statement_1">
    <p:spTree>
      <p:nvGrpSpPr>
        <p:cNvPr id="1054" name="Shape 1054"/>
        <p:cNvGrpSpPr/>
        <p:nvPr/>
      </p:nvGrpSpPr>
      <p:grpSpPr>
        <a:xfrm>
          <a:off x="0" y="0"/>
          <a:ext cx="0" cy="0"/>
          <a:chOff x="0" y="0"/>
          <a:chExt cx="0" cy="0"/>
        </a:xfrm>
      </p:grpSpPr>
      <p:sp>
        <p:nvSpPr>
          <p:cNvPr id="1055" name="Google Shape;1055;p158"/>
          <p:cNvSpPr/>
          <p:nvPr/>
        </p:nvSpPr>
        <p:spPr>
          <a:xfrm>
            <a:off x="473869" y="4267200"/>
            <a:ext cx="8196300" cy="3966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056" name="Google Shape;1056;p158"/>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057" name="Google Shape;1057;p158"/>
          <p:cNvSpPr txBox="1"/>
          <p:nvPr/>
        </p:nvSpPr>
        <p:spPr>
          <a:xfrm>
            <a:off x="406114" y="414516"/>
            <a:ext cx="3411000" cy="3924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2100"/>
              <a:buFont typeface="Arial"/>
              <a:buNone/>
            </a:pPr>
            <a:r>
              <a:rPr b="1" i="0" lang="en" sz="2100" u="none" cap="none" strike="noStrike">
                <a:solidFill>
                  <a:schemeClr val="accent6"/>
                </a:solidFill>
                <a:latin typeface="Verizon NHG TX"/>
                <a:ea typeface="Verizon NHG TX"/>
                <a:cs typeface="Verizon NHG TX"/>
                <a:sym typeface="Verizon NHG TX"/>
              </a:rPr>
              <a:t>“Safe Harbor” Statement</a:t>
            </a:r>
            <a:endParaRPr b="0" i="0" sz="1400" u="none" cap="none" strike="noStrike">
              <a:solidFill>
                <a:schemeClr val="accent6"/>
              </a:solidFill>
              <a:latin typeface="Verizon NHG TX"/>
              <a:ea typeface="Verizon NHG TX"/>
              <a:cs typeface="Verizon NHG TX"/>
              <a:sym typeface="Verizon NHG TX"/>
            </a:endParaRPr>
          </a:p>
        </p:txBody>
      </p:sp>
      <p:sp>
        <p:nvSpPr>
          <p:cNvPr id="1058" name="Google Shape;1058;p158"/>
          <p:cNvSpPr txBox="1"/>
          <p:nvPr>
            <p:ph idx="1" type="body"/>
          </p:nvPr>
        </p:nvSpPr>
        <p:spPr>
          <a:xfrm>
            <a:off x="473869" y="1188244"/>
            <a:ext cx="8196300" cy="3012300"/>
          </a:xfrm>
          <a:prstGeom prst="rect">
            <a:avLst/>
          </a:prstGeom>
          <a:noFill/>
          <a:ln>
            <a:noFill/>
          </a:ln>
        </p:spPr>
        <p:txBody>
          <a:bodyPr anchorCtr="0" anchor="t" bIns="0" lIns="0" spcFirstLastPara="1" rIns="0" wrap="square" tIns="0">
            <a:noAutofit/>
          </a:bodyPr>
          <a:lstStyle>
            <a:lvl1pPr indent="-228600" lvl="0" marL="457200" algn="l">
              <a:lnSpc>
                <a:spcPct val="140000"/>
              </a:lnSpc>
              <a:spcBef>
                <a:spcPts val="0"/>
              </a:spcBef>
              <a:spcAft>
                <a:spcPts val="0"/>
              </a:spcAft>
              <a:buClr>
                <a:schemeClr val="dk1"/>
              </a:buClr>
              <a:buSzPts val="800"/>
              <a:buNone/>
              <a:defRPr b="0" sz="800"/>
            </a:lvl1pPr>
            <a:lvl2pPr indent="-228600" lvl="1" marL="914400" algn="l">
              <a:lnSpc>
                <a:spcPct val="100000"/>
              </a:lnSpc>
              <a:spcBef>
                <a:spcPts val="400"/>
              </a:spcBef>
              <a:spcAft>
                <a:spcPts val="0"/>
              </a:spcAft>
              <a:buClr>
                <a:schemeClr val="dk1"/>
              </a:buClr>
              <a:buSzPts val="1400"/>
              <a:buNone/>
              <a:defRPr/>
            </a:lvl2pPr>
            <a:lvl3pPr indent="-317500" lvl="2" marL="1371600" algn="l">
              <a:lnSpc>
                <a:spcPct val="100000"/>
              </a:lnSpc>
              <a:spcBef>
                <a:spcPts val="400"/>
              </a:spcBef>
              <a:spcAft>
                <a:spcPts val="0"/>
              </a:spcAft>
              <a:buClr>
                <a:schemeClr val="dk1"/>
              </a:buClr>
              <a:buSzPts val="1400"/>
              <a:buChar char="•"/>
              <a:defRPr/>
            </a:lvl3pPr>
            <a:lvl4pPr indent="-317500" lvl="3" marL="1828800" algn="l">
              <a:lnSpc>
                <a:spcPct val="100000"/>
              </a:lnSpc>
              <a:spcBef>
                <a:spcPts val="400"/>
              </a:spcBef>
              <a:spcAft>
                <a:spcPts val="0"/>
              </a:spcAft>
              <a:buClr>
                <a:schemeClr val="dk1"/>
              </a:buClr>
              <a:buSzPts val="1400"/>
              <a:buChar char="-"/>
              <a:defRPr/>
            </a:lvl4pPr>
            <a:lvl5pPr indent="-317500" lvl="4" marL="2286000" algn="l">
              <a:lnSpc>
                <a:spcPct val="10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059" name="Google Shape;1059;p158"/>
          <p:cNvSpPr txBox="1"/>
          <p:nvPr>
            <p:ph idx="2" type="body"/>
          </p:nvPr>
        </p:nvSpPr>
        <p:spPr>
          <a:xfrm>
            <a:off x="473869" y="4343401"/>
            <a:ext cx="8196300" cy="320100"/>
          </a:xfrm>
          <a:prstGeom prst="rect">
            <a:avLst/>
          </a:prstGeom>
          <a:noFill/>
          <a:ln>
            <a:noFill/>
          </a:ln>
        </p:spPr>
        <p:txBody>
          <a:bodyPr anchorCtr="0" anchor="t" bIns="0" lIns="0" spcFirstLastPara="1" rIns="0" wrap="square" tIns="0">
            <a:noAutofit/>
          </a:bodyPr>
          <a:lstStyle>
            <a:lvl1pPr indent="-228600" lvl="0" marL="457200" algn="ctr">
              <a:lnSpc>
                <a:spcPct val="116666"/>
              </a:lnSpc>
              <a:spcBef>
                <a:spcPts val="0"/>
              </a:spcBef>
              <a:spcAft>
                <a:spcPts val="0"/>
              </a:spcAft>
              <a:buClr>
                <a:schemeClr val="dk1"/>
              </a:buClr>
              <a:buSzPts val="900"/>
              <a:buNone/>
              <a:defRPr b="0" sz="900"/>
            </a:lvl1pPr>
            <a:lvl2pPr indent="-228600" lvl="1" marL="914400" algn="l">
              <a:lnSpc>
                <a:spcPct val="100000"/>
              </a:lnSpc>
              <a:spcBef>
                <a:spcPts val="400"/>
              </a:spcBef>
              <a:spcAft>
                <a:spcPts val="0"/>
              </a:spcAft>
              <a:buClr>
                <a:schemeClr val="dk1"/>
              </a:buClr>
              <a:buSzPts val="1400"/>
              <a:buNone/>
              <a:defRPr/>
            </a:lvl2pPr>
            <a:lvl3pPr indent="-317500" lvl="2" marL="1371600" algn="l">
              <a:lnSpc>
                <a:spcPct val="100000"/>
              </a:lnSpc>
              <a:spcBef>
                <a:spcPts val="400"/>
              </a:spcBef>
              <a:spcAft>
                <a:spcPts val="0"/>
              </a:spcAft>
              <a:buClr>
                <a:schemeClr val="dk1"/>
              </a:buClr>
              <a:buSzPts val="1400"/>
              <a:buChar char="•"/>
              <a:defRPr/>
            </a:lvl3pPr>
            <a:lvl4pPr indent="-317500" lvl="3" marL="1828800" algn="l">
              <a:lnSpc>
                <a:spcPct val="100000"/>
              </a:lnSpc>
              <a:spcBef>
                <a:spcPts val="400"/>
              </a:spcBef>
              <a:spcAft>
                <a:spcPts val="0"/>
              </a:spcAft>
              <a:buClr>
                <a:schemeClr val="dk1"/>
              </a:buClr>
              <a:buSzPts val="1400"/>
              <a:buChar char="-"/>
              <a:defRPr/>
            </a:lvl4pPr>
            <a:lvl5pPr indent="-317500" lvl="4" marL="2286000" algn="l">
              <a:lnSpc>
                <a:spcPct val="10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1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9_Slide_Blank Layout">
  <p:cSld name="CUSTOM">
    <p:spTree>
      <p:nvGrpSpPr>
        <p:cNvPr id="1060" name="Shape 1060"/>
        <p:cNvGrpSpPr/>
        <p:nvPr/>
      </p:nvGrpSpPr>
      <p:grpSpPr>
        <a:xfrm>
          <a:off x="0" y="0"/>
          <a:ext cx="0" cy="0"/>
          <a:chOff x="0" y="0"/>
          <a:chExt cx="0" cy="0"/>
        </a:xfrm>
      </p:grpSpPr>
      <p:sp>
        <p:nvSpPr>
          <p:cNvPr id="1061" name="Google Shape;1061;p159"/>
          <p:cNvSpPr txBox="1"/>
          <p:nvPr>
            <p:ph type="title"/>
          </p:nvPr>
        </p:nvSpPr>
        <p:spPr>
          <a:xfrm>
            <a:off x="473869" y="469106"/>
            <a:ext cx="7951200" cy="5319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SzPts val="2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62" name="Google Shape;1062;p159"/>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Only">
  <p:cSld name="1_Title Only">
    <p:spTree>
      <p:nvGrpSpPr>
        <p:cNvPr id="1063" name="Shape 1063"/>
        <p:cNvGrpSpPr/>
        <p:nvPr/>
      </p:nvGrpSpPr>
      <p:grpSpPr>
        <a:xfrm>
          <a:off x="0" y="0"/>
          <a:ext cx="0" cy="0"/>
          <a:chOff x="0" y="0"/>
          <a:chExt cx="0" cy="0"/>
        </a:xfrm>
      </p:grpSpPr>
      <p:sp>
        <p:nvSpPr>
          <p:cNvPr id="1064" name="Google Shape;1064;p160"/>
          <p:cNvSpPr txBox="1"/>
          <p:nvPr>
            <p:ph type="title"/>
          </p:nvPr>
        </p:nvSpPr>
        <p:spPr>
          <a:xfrm>
            <a:off x="256765" y="205979"/>
            <a:ext cx="8628000" cy="5334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2700"/>
              <a:buFont typeface="Calibri"/>
              <a:buNone/>
              <a:defRPr sz="2700"/>
            </a:lvl1pPr>
            <a:lvl2pPr lvl="1" algn="l">
              <a:lnSpc>
                <a:spcPct val="100000"/>
              </a:lnSpc>
              <a:spcBef>
                <a:spcPts val="0"/>
              </a:spcBef>
              <a:spcAft>
                <a:spcPts val="0"/>
              </a:spcAft>
              <a:buSzPts val="1100"/>
              <a:buNone/>
              <a:defRPr sz="1100"/>
            </a:lvl2pPr>
            <a:lvl3pPr lvl="2" algn="l">
              <a:lnSpc>
                <a:spcPct val="100000"/>
              </a:lnSpc>
              <a:spcBef>
                <a:spcPts val="0"/>
              </a:spcBef>
              <a:spcAft>
                <a:spcPts val="0"/>
              </a:spcAft>
              <a:buSzPts val="1100"/>
              <a:buNone/>
              <a:defRPr sz="1100"/>
            </a:lvl3pPr>
            <a:lvl4pPr lvl="3" algn="l">
              <a:lnSpc>
                <a:spcPct val="100000"/>
              </a:lnSpc>
              <a:spcBef>
                <a:spcPts val="0"/>
              </a:spcBef>
              <a:spcAft>
                <a:spcPts val="0"/>
              </a:spcAft>
              <a:buSzPts val="1100"/>
              <a:buNone/>
              <a:defRPr sz="1100"/>
            </a:lvl4pPr>
            <a:lvl5pPr lvl="4" algn="l">
              <a:lnSpc>
                <a:spcPct val="100000"/>
              </a:lnSpc>
              <a:spcBef>
                <a:spcPts val="0"/>
              </a:spcBef>
              <a:spcAft>
                <a:spcPts val="0"/>
              </a:spcAft>
              <a:buSzPts val="1100"/>
              <a:buNone/>
              <a:defRPr sz="1100"/>
            </a:lvl5pPr>
            <a:lvl6pPr lvl="5" algn="l">
              <a:lnSpc>
                <a:spcPct val="100000"/>
              </a:lnSpc>
              <a:spcBef>
                <a:spcPts val="0"/>
              </a:spcBef>
              <a:spcAft>
                <a:spcPts val="0"/>
              </a:spcAft>
              <a:buSzPts val="1100"/>
              <a:buNone/>
              <a:defRPr sz="1100"/>
            </a:lvl6pPr>
            <a:lvl7pPr lvl="6" algn="l">
              <a:lnSpc>
                <a:spcPct val="100000"/>
              </a:lnSpc>
              <a:spcBef>
                <a:spcPts val="0"/>
              </a:spcBef>
              <a:spcAft>
                <a:spcPts val="0"/>
              </a:spcAft>
              <a:buSzPts val="1100"/>
              <a:buNone/>
              <a:defRPr sz="1100"/>
            </a:lvl7pPr>
            <a:lvl8pPr lvl="7" algn="l">
              <a:lnSpc>
                <a:spcPct val="100000"/>
              </a:lnSpc>
              <a:spcBef>
                <a:spcPts val="0"/>
              </a:spcBef>
              <a:spcAft>
                <a:spcPts val="0"/>
              </a:spcAft>
              <a:buSzPts val="1100"/>
              <a:buNone/>
              <a:defRPr sz="1100"/>
            </a:lvl8pPr>
            <a:lvl9pPr lvl="8" algn="l">
              <a:lnSpc>
                <a:spcPct val="100000"/>
              </a:lnSpc>
              <a:spcBef>
                <a:spcPts val="0"/>
              </a:spcBef>
              <a:spcAft>
                <a:spcPts val="0"/>
              </a:spcAft>
              <a:buSzPts val="1100"/>
              <a:buNone/>
              <a:defRPr sz="1100"/>
            </a:lvl9pPr>
          </a:lstStyle>
          <a:p/>
        </p:txBody>
      </p:sp>
      <p:sp>
        <p:nvSpPr>
          <p:cNvPr id="1065" name="Google Shape;1065;p160"/>
          <p:cNvSpPr txBox="1"/>
          <p:nvPr>
            <p:ph idx="10" type="dt"/>
          </p:nvPr>
        </p:nvSpPr>
        <p:spPr>
          <a:xfrm>
            <a:off x="261531" y="4767263"/>
            <a:ext cx="2329500" cy="273900"/>
          </a:xfrm>
          <a:prstGeom prst="rect">
            <a:avLst/>
          </a:prstGeom>
          <a:noFill/>
          <a:ln>
            <a:noFill/>
          </a:ln>
        </p:spPr>
        <p:txBody>
          <a:bodyPr anchorCtr="0" anchor="ctr" bIns="0" lIns="0" spcFirstLastPara="1" rIns="0" wrap="square" tIns="0">
            <a:noAutofit/>
          </a:bodyPr>
          <a:lstStyle>
            <a:lvl1pPr lvl="0"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1066" name="Google Shape;1066;p160"/>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1067" name="Google Shape;1067;p160"/>
          <p:cNvSpPr txBox="1"/>
          <p:nvPr>
            <p:ph idx="12" type="sldNum"/>
          </p:nvPr>
        </p:nvSpPr>
        <p:spPr>
          <a:xfrm>
            <a:off x="6553200" y="4767263"/>
            <a:ext cx="2334000" cy="169200"/>
          </a:xfrm>
          <a:prstGeom prst="rect">
            <a:avLst/>
          </a:prstGeom>
          <a:noFill/>
          <a:ln>
            <a:noFill/>
          </a:ln>
        </p:spPr>
        <p:txBody>
          <a:bodyPr anchorCtr="0" anchor="ctr"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068" name="Google Shape;1068;p160"/>
          <p:cNvSpPr txBox="1"/>
          <p:nvPr>
            <p:ph idx="1" type="body"/>
          </p:nvPr>
        </p:nvSpPr>
        <p:spPr>
          <a:xfrm>
            <a:off x="258114" y="699622"/>
            <a:ext cx="8626200" cy="273900"/>
          </a:xfrm>
          <a:prstGeom prst="rect">
            <a:avLst/>
          </a:prstGeom>
          <a:noFill/>
          <a:ln>
            <a:noFill/>
          </a:ln>
        </p:spPr>
        <p:txBody>
          <a:bodyPr anchorCtr="0" anchor="ctr" bIns="0" lIns="0" spcFirstLastPara="1" rIns="0" wrap="square" tIns="0">
            <a:noAutofit/>
          </a:bodyPr>
          <a:lstStyle>
            <a:lvl1pPr indent="-228600" lvl="0" marL="457200" algn="l">
              <a:lnSpc>
                <a:spcPct val="100000"/>
              </a:lnSpc>
              <a:spcBef>
                <a:spcPts val="200"/>
              </a:spcBef>
              <a:spcAft>
                <a:spcPts val="0"/>
              </a:spcAft>
              <a:buClr>
                <a:srgbClr val="7F7F7F"/>
              </a:buClr>
              <a:buSzPts val="1200"/>
              <a:buFont typeface="Open Sans"/>
              <a:buNone/>
              <a:defRPr sz="1200">
                <a:solidFill>
                  <a:srgbClr val="7F7F7F"/>
                </a:solidFill>
                <a:latin typeface="Open Sans"/>
                <a:ea typeface="Open Sans"/>
                <a:cs typeface="Open Sans"/>
                <a:sym typeface="Open Sans"/>
              </a:defRPr>
            </a:lvl1pPr>
            <a:lvl2pPr indent="-228600" lvl="1" marL="914400" algn="l">
              <a:lnSpc>
                <a:spcPct val="100000"/>
              </a:lnSpc>
              <a:spcBef>
                <a:spcPts val="300"/>
              </a:spcBef>
              <a:spcAft>
                <a:spcPts val="0"/>
              </a:spcAft>
              <a:buClr>
                <a:schemeClr val="dk1"/>
              </a:buClr>
              <a:buSzPts val="1400"/>
              <a:buFont typeface="Open Sans"/>
              <a:buNone/>
              <a:defRPr sz="1400">
                <a:latin typeface="Open Sans"/>
                <a:ea typeface="Open Sans"/>
                <a:cs typeface="Open Sans"/>
                <a:sym typeface="Open Sans"/>
              </a:defRPr>
            </a:lvl2pPr>
            <a:lvl3pPr indent="-228600" lvl="2" marL="1371600" algn="l">
              <a:lnSpc>
                <a:spcPct val="100000"/>
              </a:lnSpc>
              <a:spcBef>
                <a:spcPts val="200"/>
              </a:spcBef>
              <a:spcAft>
                <a:spcPts val="0"/>
              </a:spcAft>
              <a:buClr>
                <a:schemeClr val="dk1"/>
              </a:buClr>
              <a:buSzPts val="1100"/>
              <a:buFont typeface="Open Sans"/>
              <a:buNone/>
              <a:defRPr sz="1100">
                <a:latin typeface="Open Sans"/>
                <a:ea typeface="Open Sans"/>
                <a:cs typeface="Open Sans"/>
                <a:sym typeface="Open Sans"/>
              </a:defRPr>
            </a:lvl3pPr>
            <a:lvl4pPr indent="-228600" lvl="3" marL="1828800" algn="l">
              <a:lnSpc>
                <a:spcPct val="100000"/>
              </a:lnSpc>
              <a:spcBef>
                <a:spcPts val="200"/>
              </a:spcBef>
              <a:spcAft>
                <a:spcPts val="0"/>
              </a:spcAft>
              <a:buClr>
                <a:schemeClr val="dk1"/>
              </a:buClr>
              <a:buSzPts val="900"/>
              <a:buFont typeface="Open Sans"/>
              <a:buNone/>
              <a:defRPr sz="900">
                <a:latin typeface="Open Sans"/>
                <a:ea typeface="Open Sans"/>
                <a:cs typeface="Open Sans"/>
                <a:sym typeface="Open Sans"/>
              </a:defRPr>
            </a:lvl4pPr>
            <a:lvl5pPr indent="-228600" lvl="4" marL="2286000" algn="l">
              <a:lnSpc>
                <a:spcPct val="100000"/>
              </a:lnSpc>
              <a:spcBef>
                <a:spcPts val="200"/>
              </a:spcBef>
              <a:spcAft>
                <a:spcPts val="0"/>
              </a:spcAft>
              <a:buClr>
                <a:schemeClr val="dk1"/>
              </a:buClr>
              <a:buSzPts val="900"/>
              <a:buFont typeface="Open Sans"/>
              <a:buNone/>
              <a:defRPr sz="900">
                <a:latin typeface="Open Sans"/>
                <a:ea typeface="Open Sans"/>
                <a:cs typeface="Open Sans"/>
                <a:sym typeface="Open Sans"/>
              </a:defRPr>
            </a:lvl5pPr>
            <a:lvl6pPr indent="-317500" lvl="5" marL="2743200" algn="l">
              <a:lnSpc>
                <a:spcPct val="90000"/>
              </a:lnSpc>
              <a:spcBef>
                <a:spcPts val="300"/>
              </a:spcBef>
              <a:spcAft>
                <a:spcPts val="0"/>
              </a:spcAft>
              <a:buClr>
                <a:schemeClr val="dk1"/>
              </a:buClr>
              <a:buSzPts val="1400"/>
              <a:buChar char="•"/>
              <a:defRPr sz="1100"/>
            </a:lvl6pPr>
            <a:lvl7pPr indent="-317500" lvl="6" marL="3200400" algn="l">
              <a:lnSpc>
                <a:spcPct val="90000"/>
              </a:lnSpc>
              <a:spcBef>
                <a:spcPts val="300"/>
              </a:spcBef>
              <a:spcAft>
                <a:spcPts val="0"/>
              </a:spcAft>
              <a:buClr>
                <a:schemeClr val="dk1"/>
              </a:buClr>
              <a:buSzPts val="1400"/>
              <a:buChar char="•"/>
              <a:defRPr sz="1100"/>
            </a:lvl7pPr>
            <a:lvl8pPr indent="-317500" lvl="7" marL="3657600" algn="l">
              <a:lnSpc>
                <a:spcPct val="90000"/>
              </a:lnSpc>
              <a:spcBef>
                <a:spcPts val="300"/>
              </a:spcBef>
              <a:spcAft>
                <a:spcPts val="0"/>
              </a:spcAft>
              <a:buClr>
                <a:schemeClr val="dk1"/>
              </a:buClr>
              <a:buSzPts val="1400"/>
              <a:buChar char="•"/>
              <a:defRPr sz="1100"/>
            </a:lvl8pPr>
            <a:lvl9pPr indent="-317500" lvl="8" marL="4114800" algn="l">
              <a:lnSpc>
                <a:spcPct val="90000"/>
              </a:lnSpc>
              <a:spcBef>
                <a:spcPts val="300"/>
              </a:spcBef>
              <a:spcAft>
                <a:spcPts val="0"/>
              </a:spcAft>
              <a:buClr>
                <a:schemeClr val="dk1"/>
              </a:buClr>
              <a:buSzPts val="1400"/>
              <a:buChar char="•"/>
              <a:defRPr sz="1100"/>
            </a:lvl9pPr>
          </a:lstStyle>
          <a:p/>
        </p:txBody>
      </p:sp>
    </p:spTree>
  </p:cSld>
  <p:clrMapOvr>
    <a:masterClrMapping/>
  </p:clrMapOvr>
</p:sldLayout>
</file>

<file path=ppt/slideLayouts/slideLayout1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No Overline">
  <p:cSld name="Complex Chart">
    <p:spTree>
      <p:nvGrpSpPr>
        <p:cNvPr id="1069" name="Shape 1069"/>
        <p:cNvGrpSpPr/>
        <p:nvPr/>
      </p:nvGrpSpPr>
      <p:grpSpPr>
        <a:xfrm>
          <a:off x="0" y="0"/>
          <a:ext cx="0" cy="0"/>
          <a:chOff x="0" y="0"/>
          <a:chExt cx="0" cy="0"/>
        </a:xfrm>
      </p:grpSpPr>
      <p:sp>
        <p:nvSpPr>
          <p:cNvPr id="1070" name="Google Shape;1070;p161"/>
          <p:cNvSpPr txBox="1"/>
          <p:nvPr>
            <p:ph type="title"/>
          </p:nvPr>
        </p:nvSpPr>
        <p:spPr>
          <a:xfrm>
            <a:off x="457200" y="247650"/>
            <a:ext cx="7086600" cy="685800"/>
          </a:xfrm>
          <a:prstGeom prst="rect">
            <a:avLst/>
          </a:prstGeom>
          <a:noFill/>
          <a:ln>
            <a:noFill/>
          </a:ln>
        </p:spPr>
        <p:txBody>
          <a:bodyPr anchorCtr="0" anchor="t" bIns="0" lIns="0" spcFirstLastPara="1" rIns="0" wrap="square" tIns="0">
            <a:normAutofit/>
          </a:bodyPr>
          <a:lstStyle>
            <a:lvl1pPr lvl="0" algn="l">
              <a:lnSpc>
                <a:spcPct val="80000"/>
              </a:lnSpc>
              <a:spcBef>
                <a:spcPts val="0"/>
              </a:spcBef>
              <a:spcAft>
                <a:spcPts val="0"/>
              </a:spcAft>
              <a:buClr>
                <a:schemeClr val="dk1"/>
              </a:buClr>
              <a:buSzPts val="1800"/>
              <a:buNone/>
              <a:defRPr sz="1500"/>
            </a:lvl1pPr>
            <a:lvl2pPr lvl="1" algn="l">
              <a:lnSpc>
                <a:spcPct val="100000"/>
              </a:lnSpc>
              <a:spcBef>
                <a:spcPts val="0"/>
              </a:spcBef>
              <a:spcAft>
                <a:spcPts val="0"/>
              </a:spcAft>
              <a:buSzPts val="1500"/>
              <a:buNone/>
              <a:defRPr sz="1500"/>
            </a:lvl2pPr>
            <a:lvl3pPr lvl="2" algn="l">
              <a:lnSpc>
                <a:spcPct val="100000"/>
              </a:lnSpc>
              <a:spcBef>
                <a:spcPts val="0"/>
              </a:spcBef>
              <a:spcAft>
                <a:spcPts val="0"/>
              </a:spcAft>
              <a:buSzPts val="1500"/>
              <a:buNone/>
              <a:defRPr sz="1500"/>
            </a:lvl3pPr>
            <a:lvl4pPr lvl="3" algn="l">
              <a:lnSpc>
                <a:spcPct val="100000"/>
              </a:lnSpc>
              <a:spcBef>
                <a:spcPts val="0"/>
              </a:spcBef>
              <a:spcAft>
                <a:spcPts val="0"/>
              </a:spcAft>
              <a:buSzPts val="1500"/>
              <a:buNone/>
              <a:defRPr sz="1500"/>
            </a:lvl4pPr>
            <a:lvl5pPr lvl="4" algn="l">
              <a:lnSpc>
                <a:spcPct val="100000"/>
              </a:lnSpc>
              <a:spcBef>
                <a:spcPts val="0"/>
              </a:spcBef>
              <a:spcAft>
                <a:spcPts val="0"/>
              </a:spcAft>
              <a:buSzPts val="1500"/>
              <a:buNone/>
              <a:defRPr sz="1500"/>
            </a:lvl5pPr>
            <a:lvl6pPr lvl="5" algn="l">
              <a:lnSpc>
                <a:spcPct val="100000"/>
              </a:lnSpc>
              <a:spcBef>
                <a:spcPts val="0"/>
              </a:spcBef>
              <a:spcAft>
                <a:spcPts val="0"/>
              </a:spcAft>
              <a:buSzPts val="1500"/>
              <a:buNone/>
              <a:defRPr sz="1500"/>
            </a:lvl6pPr>
            <a:lvl7pPr lvl="6" algn="l">
              <a:lnSpc>
                <a:spcPct val="100000"/>
              </a:lnSpc>
              <a:spcBef>
                <a:spcPts val="0"/>
              </a:spcBef>
              <a:spcAft>
                <a:spcPts val="0"/>
              </a:spcAft>
              <a:buSzPts val="1500"/>
              <a:buNone/>
              <a:defRPr sz="1500"/>
            </a:lvl7pPr>
            <a:lvl8pPr lvl="7" algn="l">
              <a:lnSpc>
                <a:spcPct val="100000"/>
              </a:lnSpc>
              <a:spcBef>
                <a:spcPts val="0"/>
              </a:spcBef>
              <a:spcAft>
                <a:spcPts val="0"/>
              </a:spcAft>
              <a:buSzPts val="1500"/>
              <a:buNone/>
              <a:defRPr sz="1500"/>
            </a:lvl8pPr>
            <a:lvl9pPr lvl="8" algn="l">
              <a:lnSpc>
                <a:spcPct val="100000"/>
              </a:lnSpc>
              <a:spcBef>
                <a:spcPts val="0"/>
              </a:spcBef>
              <a:spcAft>
                <a:spcPts val="0"/>
              </a:spcAft>
              <a:buSzPts val="1500"/>
              <a:buNone/>
              <a:defRPr sz="1500"/>
            </a:lvl9pPr>
          </a:lstStyle>
          <a:p/>
        </p:txBody>
      </p:sp>
      <p:sp>
        <p:nvSpPr>
          <p:cNvPr id="1071" name="Google Shape;1071;p161"/>
          <p:cNvSpPr txBox="1"/>
          <p:nvPr>
            <p:ph idx="1" type="body"/>
          </p:nvPr>
        </p:nvSpPr>
        <p:spPr>
          <a:xfrm>
            <a:off x="457200" y="590550"/>
            <a:ext cx="8229600" cy="38481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900"/>
              </a:spcBef>
              <a:spcAft>
                <a:spcPts val="0"/>
              </a:spcAft>
              <a:buClr>
                <a:schemeClr val="dk1"/>
              </a:buClr>
              <a:buSzPts val="1800"/>
              <a:buNone/>
              <a:defRPr sz="1500"/>
            </a:lvl1pPr>
            <a:lvl2pPr indent="-228600" lvl="1" marL="914400" algn="l">
              <a:lnSpc>
                <a:spcPct val="100000"/>
              </a:lnSpc>
              <a:spcBef>
                <a:spcPts val="900"/>
              </a:spcBef>
              <a:spcAft>
                <a:spcPts val="0"/>
              </a:spcAft>
              <a:buClr>
                <a:schemeClr val="dk1"/>
              </a:buClr>
              <a:buSzPts val="1800"/>
              <a:buNone/>
              <a:defRPr sz="1500"/>
            </a:lvl2pPr>
            <a:lvl3pPr indent="-342900" lvl="2" marL="1371600" algn="l">
              <a:lnSpc>
                <a:spcPct val="100000"/>
              </a:lnSpc>
              <a:spcBef>
                <a:spcPts val="600"/>
              </a:spcBef>
              <a:spcAft>
                <a:spcPts val="0"/>
              </a:spcAft>
              <a:buClr>
                <a:schemeClr val="dk1"/>
              </a:buClr>
              <a:buSzPts val="1800"/>
              <a:buChar char="•"/>
              <a:defRPr sz="1500"/>
            </a:lvl3pPr>
            <a:lvl4pPr indent="-342900" lvl="3" marL="1828800" algn="l">
              <a:lnSpc>
                <a:spcPct val="100000"/>
              </a:lnSpc>
              <a:spcBef>
                <a:spcPts val="600"/>
              </a:spcBef>
              <a:spcAft>
                <a:spcPts val="0"/>
              </a:spcAft>
              <a:buClr>
                <a:schemeClr val="dk1"/>
              </a:buClr>
              <a:buSzPts val="1800"/>
              <a:buChar char="-"/>
              <a:defRPr sz="1500"/>
            </a:lvl4pPr>
            <a:lvl5pPr indent="-342900" lvl="4" marL="2286000" algn="l">
              <a:lnSpc>
                <a:spcPct val="100000"/>
              </a:lnSpc>
              <a:spcBef>
                <a:spcPts val="600"/>
              </a:spcBef>
              <a:spcAft>
                <a:spcPts val="0"/>
              </a:spcAft>
              <a:buClr>
                <a:schemeClr val="dk1"/>
              </a:buClr>
              <a:buSzPts val="1800"/>
              <a:buChar char="-"/>
              <a:defRPr sz="1500"/>
            </a:lvl5pPr>
            <a:lvl6pPr indent="-342900" lvl="5" marL="2743200" algn="l">
              <a:lnSpc>
                <a:spcPct val="100000"/>
              </a:lnSpc>
              <a:spcBef>
                <a:spcPts val="600"/>
              </a:spcBef>
              <a:spcAft>
                <a:spcPts val="0"/>
              </a:spcAft>
              <a:buClr>
                <a:schemeClr val="dk1"/>
              </a:buClr>
              <a:buSzPts val="1800"/>
              <a:buChar char="•"/>
              <a:defRPr sz="1500"/>
            </a:lvl6pPr>
            <a:lvl7pPr indent="-342900" lvl="6" marL="3200400" algn="l">
              <a:lnSpc>
                <a:spcPct val="100000"/>
              </a:lnSpc>
              <a:spcBef>
                <a:spcPts val="600"/>
              </a:spcBef>
              <a:spcAft>
                <a:spcPts val="0"/>
              </a:spcAft>
              <a:buClr>
                <a:schemeClr val="dk1"/>
              </a:buClr>
              <a:buSzPts val="1800"/>
              <a:buChar char="•"/>
              <a:defRPr sz="1500"/>
            </a:lvl7pPr>
            <a:lvl8pPr indent="-342900" lvl="7" marL="3657600" algn="l">
              <a:lnSpc>
                <a:spcPct val="100000"/>
              </a:lnSpc>
              <a:spcBef>
                <a:spcPts val="600"/>
              </a:spcBef>
              <a:spcAft>
                <a:spcPts val="0"/>
              </a:spcAft>
              <a:buClr>
                <a:schemeClr val="dk1"/>
              </a:buClr>
              <a:buSzPts val="1800"/>
              <a:buChar char="•"/>
              <a:defRPr sz="1500"/>
            </a:lvl8pPr>
            <a:lvl9pPr indent="-342900" lvl="8" marL="4114800" algn="l">
              <a:lnSpc>
                <a:spcPct val="100000"/>
              </a:lnSpc>
              <a:spcBef>
                <a:spcPts val="600"/>
              </a:spcBef>
              <a:spcAft>
                <a:spcPts val="0"/>
              </a:spcAft>
              <a:buClr>
                <a:schemeClr val="dk1"/>
              </a:buClr>
              <a:buSzPts val="1800"/>
              <a:buChar char="•"/>
              <a:defRPr sz="1500"/>
            </a:lvl9pPr>
          </a:lstStyle>
          <a:p/>
        </p:txBody>
      </p:sp>
      <p:sp>
        <p:nvSpPr>
          <p:cNvPr id="1072" name="Google Shape;1072;p161"/>
          <p:cNvSpPr txBox="1"/>
          <p:nvPr>
            <p:ph idx="12" type="sldNum"/>
          </p:nvPr>
        </p:nvSpPr>
        <p:spPr>
          <a:xfrm>
            <a:off x="8458200" y="4700016"/>
            <a:ext cx="228600" cy="1077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1pPr>
            <a:lvl2pPr indent="0" lvl="1"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2pPr>
            <a:lvl3pPr indent="0" lvl="2"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3pPr>
            <a:lvl4pPr indent="0" lvl="3"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4pPr>
            <a:lvl5pPr indent="0" lvl="4"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5pPr>
            <a:lvl6pPr indent="0" lvl="5"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6pPr>
            <a:lvl7pPr indent="0" lvl="6"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7pPr>
            <a:lvl8pPr indent="0" lvl="7"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8pPr>
            <a:lvl9pPr indent="0" lvl="8"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Statement - Reverse">
  <p:cSld name="Statement - Reverse">
    <p:bg>
      <p:bgPr>
        <a:solidFill>
          <a:schemeClr val="dk1"/>
        </a:solidFill>
      </p:bgPr>
    </p:bg>
    <p:spTree>
      <p:nvGrpSpPr>
        <p:cNvPr id="1073" name="Shape 1073"/>
        <p:cNvGrpSpPr/>
        <p:nvPr/>
      </p:nvGrpSpPr>
      <p:grpSpPr>
        <a:xfrm>
          <a:off x="0" y="0"/>
          <a:ext cx="0" cy="0"/>
          <a:chOff x="0" y="0"/>
          <a:chExt cx="0" cy="0"/>
        </a:xfrm>
      </p:grpSpPr>
      <p:sp>
        <p:nvSpPr>
          <p:cNvPr id="1074" name="Google Shape;1074;p162"/>
          <p:cNvSpPr txBox="1"/>
          <p:nvPr>
            <p:ph type="title"/>
          </p:nvPr>
        </p:nvSpPr>
        <p:spPr>
          <a:xfrm>
            <a:off x="457200" y="594359"/>
            <a:ext cx="7086600" cy="2057400"/>
          </a:xfrm>
          <a:prstGeom prst="rect">
            <a:avLst/>
          </a:prstGeom>
          <a:noFill/>
          <a:ln>
            <a:noFill/>
          </a:ln>
        </p:spPr>
        <p:txBody>
          <a:bodyPr anchorCtr="0" anchor="t" bIns="0" lIns="0" spcFirstLastPara="1" rIns="0" wrap="square" tIns="0">
            <a:noAutofit/>
          </a:bodyPr>
          <a:lstStyle>
            <a:lvl1pPr lvl="0" algn="l">
              <a:lnSpc>
                <a:spcPct val="80000"/>
              </a:lnSpc>
              <a:spcBef>
                <a:spcPts val="0"/>
              </a:spcBef>
              <a:spcAft>
                <a:spcPts val="0"/>
              </a:spcAft>
              <a:buClr>
                <a:schemeClr val="lt1"/>
              </a:buClr>
              <a:buSzPts val="4000"/>
              <a:buFont typeface="Arial"/>
              <a:buNone/>
              <a:defRPr sz="4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75" name="Google Shape;1075;p162"/>
          <p:cNvSpPr txBox="1"/>
          <p:nvPr>
            <p:ph idx="12" type="sldNum"/>
          </p:nvPr>
        </p:nvSpPr>
        <p:spPr>
          <a:xfrm>
            <a:off x="8458200" y="4700016"/>
            <a:ext cx="228600" cy="2286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700"/>
              <a:buFont typeface="Arial"/>
              <a:buNone/>
              <a:defRPr b="1" i="0" sz="7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700"/>
              <a:buFont typeface="Arial"/>
              <a:buNone/>
              <a:defRPr b="1" i="0" sz="7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700"/>
              <a:buFont typeface="Arial"/>
              <a:buNone/>
              <a:defRPr b="1" i="0" sz="7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700"/>
              <a:buFont typeface="Arial"/>
              <a:buNone/>
              <a:defRPr b="1" i="0" sz="7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700"/>
              <a:buFont typeface="Arial"/>
              <a:buNone/>
              <a:defRPr b="1" i="0" sz="7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700"/>
              <a:buFont typeface="Arial"/>
              <a:buNone/>
              <a:defRPr b="1" i="0" sz="7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700"/>
              <a:buFont typeface="Arial"/>
              <a:buNone/>
              <a:defRPr b="1" i="0" sz="7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700"/>
              <a:buFont typeface="Arial"/>
              <a:buNone/>
              <a:defRPr b="1" i="0" sz="7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700"/>
              <a:buFont typeface="Arial"/>
              <a:buNone/>
              <a:defRPr b="1" i="0" sz="7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076" name="Google Shape;1076;p162"/>
          <p:cNvSpPr/>
          <p:nvPr/>
        </p:nvSpPr>
        <p:spPr>
          <a:xfrm>
            <a:off x="108488" y="4531602"/>
            <a:ext cx="2588100" cy="5706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77" name="Google Shape;1077;p162"/>
          <p:cNvSpPr txBox="1"/>
          <p:nvPr/>
        </p:nvSpPr>
        <p:spPr>
          <a:xfrm>
            <a:off x="1333500" y="4700016"/>
            <a:ext cx="7124700" cy="213300"/>
          </a:xfrm>
          <a:prstGeom prst="rect">
            <a:avLst/>
          </a:prstGeom>
          <a:noFill/>
          <a:ln>
            <a:noFill/>
          </a:ln>
        </p:spPr>
        <p:txBody>
          <a:bodyPr anchorCtr="0" anchor="b" bIns="0" lIns="0" spcFirstLastPara="1" rIns="0" wrap="square" tIns="0">
            <a:noAutofit/>
          </a:bodyPr>
          <a:lstStyle/>
          <a:p>
            <a:pPr indent="0" lvl="0" marL="0" marR="0" rtl="0" algn="ctr">
              <a:lnSpc>
                <a:spcPct val="113846"/>
              </a:lnSpc>
              <a:spcBef>
                <a:spcPts val="0"/>
              </a:spcBef>
              <a:spcAft>
                <a:spcPts val="0"/>
              </a:spcAft>
              <a:buClr>
                <a:srgbClr val="000000"/>
              </a:buClr>
              <a:buSzPts val="700"/>
              <a:buFont typeface="Arial"/>
              <a:buNone/>
            </a:pPr>
            <a:r>
              <a:rPr b="0" i="0" lang="en" sz="700" u="none" cap="none" strike="noStrike">
                <a:solidFill>
                  <a:schemeClr val="lt1"/>
                </a:solidFill>
                <a:latin typeface="Arial"/>
                <a:ea typeface="Arial"/>
                <a:cs typeface="Arial"/>
                <a:sym typeface="Arial"/>
              </a:rPr>
              <a:t>Verizon confidential and proprietary. Unauthorized disclosure, reproduction or other use prohibited.</a:t>
            </a:r>
            <a:endParaRPr b="0" i="0" sz="700" u="none" cap="none" strike="noStrike">
              <a:solidFill>
                <a:schemeClr val="lt1"/>
              </a:solidFill>
              <a:latin typeface="Arial"/>
              <a:ea typeface="Arial"/>
              <a:cs typeface="Arial"/>
              <a:sym typeface="Arial"/>
            </a:endParaRPr>
          </a:p>
        </p:txBody>
      </p:sp>
      <p:pic>
        <p:nvPicPr>
          <p:cNvPr id="1078" name="Google Shape;1078;p162"/>
          <p:cNvPicPr preferRelativeResize="0"/>
          <p:nvPr/>
        </p:nvPicPr>
        <p:blipFill rotWithShape="1">
          <a:blip r:embed="rId2">
            <a:alphaModFix/>
          </a:blip>
          <a:srcRect b="0" l="0" r="0" t="0"/>
          <a:stretch/>
        </p:blipFill>
        <p:spPr>
          <a:xfrm>
            <a:off x="352014" y="4573128"/>
            <a:ext cx="402028" cy="433844"/>
          </a:xfrm>
          <a:prstGeom prst="rect">
            <a:avLst/>
          </a:prstGeom>
          <a:noFill/>
          <a:ln>
            <a:noFill/>
          </a:ln>
        </p:spPr>
      </p:pic>
    </p:spTree>
  </p:cSld>
  <p:clrMapOvr>
    <a:masterClrMapping/>
  </p:clrMapOvr>
</p:sldLayout>
</file>

<file path=ppt/slideLayouts/slideLayout1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dex">
  <p:cSld name="Index">
    <p:spTree>
      <p:nvGrpSpPr>
        <p:cNvPr id="1079" name="Shape 1079"/>
        <p:cNvGrpSpPr/>
        <p:nvPr/>
      </p:nvGrpSpPr>
      <p:grpSpPr>
        <a:xfrm>
          <a:off x="0" y="0"/>
          <a:ext cx="0" cy="0"/>
          <a:chOff x="0" y="0"/>
          <a:chExt cx="0" cy="0"/>
        </a:xfrm>
      </p:grpSpPr>
      <p:sp>
        <p:nvSpPr>
          <p:cNvPr id="1080" name="Google Shape;1080;p163"/>
          <p:cNvSpPr txBox="1"/>
          <p:nvPr>
            <p:ph idx="1" type="body"/>
          </p:nvPr>
        </p:nvSpPr>
        <p:spPr>
          <a:xfrm>
            <a:off x="466531" y="561975"/>
            <a:ext cx="8407200" cy="247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900"/>
              </a:spcBef>
              <a:spcAft>
                <a:spcPts val="0"/>
              </a:spcAft>
              <a:buClr>
                <a:schemeClr val="dk1"/>
              </a:buClr>
              <a:buSzPts val="1100"/>
              <a:buFont typeface="Arial"/>
              <a:buNone/>
              <a:defRPr sz="1100"/>
            </a:lvl1pPr>
            <a:lvl2pPr indent="-228600" lvl="1" marL="914400" algn="l">
              <a:lnSpc>
                <a:spcPct val="100000"/>
              </a:lnSpc>
              <a:spcBef>
                <a:spcPts val="900"/>
              </a:spcBef>
              <a:spcAft>
                <a:spcPts val="0"/>
              </a:spcAft>
              <a:buClr>
                <a:schemeClr val="dk1"/>
              </a:buClr>
              <a:buSzPts val="1100"/>
              <a:buFont typeface="Arial"/>
              <a:buNone/>
              <a:defRPr sz="1100"/>
            </a:lvl2pPr>
            <a:lvl3pPr indent="-330200" lvl="2" marL="1371600" algn="l">
              <a:lnSpc>
                <a:spcPct val="100000"/>
              </a:lnSpc>
              <a:spcBef>
                <a:spcPts val="600"/>
              </a:spcBef>
              <a:spcAft>
                <a:spcPts val="0"/>
              </a:spcAft>
              <a:buClr>
                <a:schemeClr val="dk1"/>
              </a:buClr>
              <a:buSzPts val="1600"/>
              <a:buChar char="•"/>
              <a:defRPr sz="1100"/>
            </a:lvl3pPr>
            <a:lvl4pPr indent="-298450" lvl="3" marL="1828800" algn="l">
              <a:lnSpc>
                <a:spcPct val="100000"/>
              </a:lnSpc>
              <a:spcBef>
                <a:spcPts val="600"/>
              </a:spcBef>
              <a:spcAft>
                <a:spcPts val="0"/>
              </a:spcAft>
              <a:buClr>
                <a:schemeClr val="dk1"/>
              </a:buClr>
              <a:buSzPts val="1100"/>
              <a:buChar char="-"/>
              <a:defRPr sz="1100"/>
            </a:lvl4pPr>
            <a:lvl5pPr indent="-298450" lvl="4" marL="2286000" algn="l">
              <a:lnSpc>
                <a:spcPct val="100000"/>
              </a:lnSpc>
              <a:spcBef>
                <a:spcPts val="600"/>
              </a:spcBef>
              <a:spcAft>
                <a:spcPts val="0"/>
              </a:spcAft>
              <a:buClr>
                <a:schemeClr val="dk1"/>
              </a:buClr>
              <a:buSzPts val="1100"/>
              <a:buChar char="-"/>
              <a:defRPr sz="1100"/>
            </a:lvl5pPr>
            <a:lvl6pPr indent="-342900" lvl="5" marL="2743200" algn="l">
              <a:lnSpc>
                <a:spcPct val="100000"/>
              </a:lnSpc>
              <a:spcBef>
                <a:spcPts val="600"/>
              </a:spcBef>
              <a:spcAft>
                <a:spcPts val="0"/>
              </a:spcAft>
              <a:buClr>
                <a:schemeClr val="dk1"/>
              </a:buClr>
              <a:buSzPts val="1800"/>
              <a:buChar char="•"/>
              <a:defRPr/>
            </a:lvl6pPr>
            <a:lvl7pPr indent="-342900" lvl="6" marL="3200400" algn="l">
              <a:lnSpc>
                <a:spcPct val="100000"/>
              </a:lnSpc>
              <a:spcBef>
                <a:spcPts val="600"/>
              </a:spcBef>
              <a:spcAft>
                <a:spcPts val="0"/>
              </a:spcAft>
              <a:buClr>
                <a:schemeClr val="dk1"/>
              </a:buClr>
              <a:buSzPts val="1800"/>
              <a:buChar char="•"/>
              <a:defRPr/>
            </a:lvl7pPr>
            <a:lvl8pPr indent="-342900" lvl="7" marL="3657600" algn="l">
              <a:lnSpc>
                <a:spcPct val="100000"/>
              </a:lnSpc>
              <a:spcBef>
                <a:spcPts val="600"/>
              </a:spcBef>
              <a:spcAft>
                <a:spcPts val="0"/>
              </a:spcAft>
              <a:buClr>
                <a:schemeClr val="dk1"/>
              </a:buClr>
              <a:buSzPts val="1800"/>
              <a:buChar char="•"/>
              <a:defRPr/>
            </a:lvl8pPr>
            <a:lvl9pPr indent="-342900" lvl="8" marL="4114800" algn="l">
              <a:lnSpc>
                <a:spcPct val="100000"/>
              </a:lnSpc>
              <a:spcBef>
                <a:spcPts val="600"/>
              </a:spcBef>
              <a:spcAft>
                <a:spcPts val="0"/>
              </a:spcAft>
              <a:buClr>
                <a:schemeClr val="dk1"/>
              </a:buClr>
              <a:buSzPts val="1800"/>
              <a:buChar char="•"/>
              <a:defRPr/>
            </a:lvl9pPr>
          </a:lstStyle>
          <a:p/>
        </p:txBody>
      </p:sp>
      <p:sp>
        <p:nvSpPr>
          <p:cNvPr id="1081" name="Google Shape;1081;p163"/>
          <p:cNvSpPr txBox="1"/>
          <p:nvPr>
            <p:ph idx="12" type="sldNum"/>
          </p:nvPr>
        </p:nvSpPr>
        <p:spPr>
          <a:xfrm>
            <a:off x="8458200" y="4700016"/>
            <a:ext cx="228600" cy="1077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cxnSp>
        <p:nvCxnSpPr>
          <p:cNvPr id="1082" name="Google Shape;1082;p163"/>
          <p:cNvCxnSpPr/>
          <p:nvPr/>
        </p:nvCxnSpPr>
        <p:spPr>
          <a:xfrm>
            <a:off x="475862" y="468573"/>
            <a:ext cx="8229600" cy="0"/>
          </a:xfrm>
          <a:prstGeom prst="straightConnector1">
            <a:avLst/>
          </a:prstGeom>
          <a:solidFill>
            <a:schemeClr val="accent1"/>
          </a:solidFill>
          <a:ln cap="sq" cmpd="sng" w="25400">
            <a:solidFill>
              <a:schemeClr val="dk1"/>
            </a:solidFill>
            <a:prstDash val="solid"/>
            <a:round/>
            <a:headEnd len="sm" w="sm" type="none"/>
            <a:tailEnd len="sm" w="sm" type="none"/>
          </a:ln>
        </p:spPr>
      </p:cxnSp>
    </p:spTree>
  </p:cSld>
  <p:clrMapOvr>
    <a:masterClrMapping/>
  </p:clrMapOvr>
</p:sldLayout>
</file>

<file path=ppt/slideLayouts/slideLayout1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 Title and Content">
  <p:cSld name="Title and Content_1">
    <p:spTree>
      <p:nvGrpSpPr>
        <p:cNvPr id="1083" name="Shape 1083"/>
        <p:cNvGrpSpPr/>
        <p:nvPr/>
      </p:nvGrpSpPr>
      <p:grpSpPr>
        <a:xfrm>
          <a:off x="0" y="0"/>
          <a:ext cx="0" cy="0"/>
          <a:chOff x="0" y="0"/>
          <a:chExt cx="0" cy="0"/>
        </a:xfrm>
      </p:grpSpPr>
      <p:cxnSp>
        <p:nvCxnSpPr>
          <p:cNvPr id="1084" name="Google Shape;1084;p164"/>
          <p:cNvCxnSpPr/>
          <p:nvPr/>
        </p:nvCxnSpPr>
        <p:spPr>
          <a:xfrm>
            <a:off x="457200" y="457200"/>
            <a:ext cx="8229600" cy="0"/>
          </a:xfrm>
          <a:prstGeom prst="straightConnector1">
            <a:avLst/>
          </a:prstGeom>
          <a:noFill/>
          <a:ln cap="flat" cmpd="sng" w="47625">
            <a:solidFill>
              <a:schemeClr val="dk1"/>
            </a:solidFill>
            <a:prstDash val="solid"/>
            <a:round/>
            <a:headEnd len="sm" w="sm" type="none"/>
            <a:tailEnd len="sm" w="sm" type="none"/>
          </a:ln>
        </p:spPr>
      </p:cxnSp>
      <p:sp>
        <p:nvSpPr>
          <p:cNvPr id="1085" name="Google Shape;1085;p164"/>
          <p:cNvSpPr txBox="1"/>
          <p:nvPr>
            <p:ph type="title"/>
          </p:nvPr>
        </p:nvSpPr>
        <p:spPr>
          <a:xfrm>
            <a:off x="457200" y="590550"/>
            <a:ext cx="7086600" cy="571500"/>
          </a:xfrm>
          <a:prstGeom prst="rect">
            <a:avLst/>
          </a:prstGeom>
          <a:noFill/>
          <a:ln>
            <a:noFill/>
          </a:ln>
        </p:spPr>
        <p:txBody>
          <a:bodyPr anchorCtr="0" anchor="t" bIns="0" lIns="0" spcFirstLastPara="1" rIns="0" wrap="square" tIns="0">
            <a:normAutofit/>
          </a:bodyPr>
          <a:lstStyle>
            <a:lvl1pPr lvl="0" algn="l">
              <a:lnSpc>
                <a:spcPct val="80000"/>
              </a:lnSpc>
              <a:spcBef>
                <a:spcPts val="0"/>
              </a:spcBef>
              <a:spcAft>
                <a:spcPts val="0"/>
              </a:spcAft>
              <a:buClr>
                <a:schemeClr val="dk1"/>
              </a:buClr>
              <a:buSzPts val="18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86" name="Google Shape;1086;p164"/>
          <p:cNvSpPr txBox="1"/>
          <p:nvPr>
            <p:ph idx="1" type="body"/>
          </p:nvPr>
        </p:nvSpPr>
        <p:spPr>
          <a:xfrm>
            <a:off x="457200" y="1352550"/>
            <a:ext cx="7086600" cy="30861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900"/>
              </a:spcBef>
              <a:spcAft>
                <a:spcPts val="0"/>
              </a:spcAft>
              <a:buClr>
                <a:schemeClr val="dk1"/>
              </a:buClr>
              <a:buSzPts val="1800"/>
              <a:buNone/>
              <a:defRPr/>
            </a:lvl1pPr>
            <a:lvl2pPr indent="-228600" lvl="1" marL="914400" algn="l">
              <a:lnSpc>
                <a:spcPct val="100000"/>
              </a:lnSpc>
              <a:spcBef>
                <a:spcPts val="900"/>
              </a:spcBef>
              <a:spcAft>
                <a:spcPts val="0"/>
              </a:spcAft>
              <a:buClr>
                <a:schemeClr val="dk1"/>
              </a:buClr>
              <a:buSzPts val="1800"/>
              <a:buNone/>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600"/>
              </a:spcBef>
              <a:spcAft>
                <a:spcPts val="0"/>
              </a:spcAft>
              <a:buClr>
                <a:schemeClr val="dk1"/>
              </a:buClr>
              <a:buSzPts val="1800"/>
              <a:buChar char="-"/>
              <a:defRPr/>
            </a:lvl4pPr>
            <a:lvl5pPr indent="-342900" lvl="4" marL="2286000" algn="l">
              <a:lnSpc>
                <a:spcPct val="100000"/>
              </a:lnSpc>
              <a:spcBef>
                <a:spcPts val="600"/>
              </a:spcBef>
              <a:spcAft>
                <a:spcPts val="0"/>
              </a:spcAft>
              <a:buClr>
                <a:schemeClr val="dk1"/>
              </a:buClr>
              <a:buSzPts val="1800"/>
              <a:buChar char="-"/>
              <a:defRPr/>
            </a:lvl5pPr>
            <a:lvl6pPr indent="-342900" lvl="5" marL="2743200" algn="l">
              <a:lnSpc>
                <a:spcPct val="100000"/>
              </a:lnSpc>
              <a:spcBef>
                <a:spcPts val="600"/>
              </a:spcBef>
              <a:spcAft>
                <a:spcPts val="0"/>
              </a:spcAft>
              <a:buClr>
                <a:schemeClr val="dk1"/>
              </a:buClr>
              <a:buSzPts val="1800"/>
              <a:buChar char="•"/>
              <a:defRPr/>
            </a:lvl6pPr>
            <a:lvl7pPr indent="-342900" lvl="6" marL="3200400" algn="l">
              <a:lnSpc>
                <a:spcPct val="100000"/>
              </a:lnSpc>
              <a:spcBef>
                <a:spcPts val="600"/>
              </a:spcBef>
              <a:spcAft>
                <a:spcPts val="0"/>
              </a:spcAft>
              <a:buClr>
                <a:schemeClr val="dk1"/>
              </a:buClr>
              <a:buSzPts val="1800"/>
              <a:buChar char="•"/>
              <a:defRPr/>
            </a:lvl7pPr>
            <a:lvl8pPr indent="-342900" lvl="7" marL="3657600" algn="l">
              <a:lnSpc>
                <a:spcPct val="100000"/>
              </a:lnSpc>
              <a:spcBef>
                <a:spcPts val="600"/>
              </a:spcBef>
              <a:spcAft>
                <a:spcPts val="0"/>
              </a:spcAft>
              <a:buClr>
                <a:schemeClr val="dk1"/>
              </a:buClr>
              <a:buSzPts val="1800"/>
              <a:buChar char="•"/>
              <a:defRPr/>
            </a:lvl8pPr>
            <a:lvl9pPr indent="-342900" lvl="8" marL="4114800" algn="l">
              <a:lnSpc>
                <a:spcPct val="100000"/>
              </a:lnSpc>
              <a:spcBef>
                <a:spcPts val="600"/>
              </a:spcBef>
              <a:spcAft>
                <a:spcPts val="0"/>
              </a:spcAft>
              <a:buClr>
                <a:schemeClr val="dk1"/>
              </a:buClr>
              <a:buSzPts val="1800"/>
              <a:buChar char="•"/>
              <a:defRPr/>
            </a:lvl9pPr>
          </a:lstStyle>
          <a:p/>
        </p:txBody>
      </p:sp>
      <p:sp>
        <p:nvSpPr>
          <p:cNvPr id="1087" name="Google Shape;1087;p164"/>
          <p:cNvSpPr txBox="1"/>
          <p:nvPr>
            <p:ph idx="12" type="sldNum"/>
          </p:nvPr>
        </p:nvSpPr>
        <p:spPr>
          <a:xfrm>
            <a:off x="8458200" y="4700016"/>
            <a:ext cx="228600" cy="1077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1pPr>
            <a:lvl2pPr indent="0" lvl="1"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2pPr>
            <a:lvl3pPr indent="0" lvl="2"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3pPr>
            <a:lvl4pPr indent="0" lvl="3"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4pPr>
            <a:lvl5pPr indent="0" lvl="4"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5pPr>
            <a:lvl6pPr indent="0" lvl="5"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6pPr>
            <a:lvl7pPr indent="0" lvl="6"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7pPr>
            <a:lvl8pPr indent="0" lvl="7"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8pPr>
            <a:lvl9pPr indent="0" lvl="8"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 Agenda">
  <p:cSld name="Agenda">
    <p:spTree>
      <p:nvGrpSpPr>
        <p:cNvPr id="1088" name="Shape 1088"/>
        <p:cNvGrpSpPr/>
        <p:nvPr/>
      </p:nvGrpSpPr>
      <p:grpSpPr>
        <a:xfrm>
          <a:off x="0" y="0"/>
          <a:ext cx="0" cy="0"/>
          <a:chOff x="0" y="0"/>
          <a:chExt cx="0" cy="0"/>
        </a:xfrm>
      </p:grpSpPr>
      <p:sp>
        <p:nvSpPr>
          <p:cNvPr id="1089" name="Google Shape;1089;p165"/>
          <p:cNvSpPr txBox="1"/>
          <p:nvPr>
            <p:ph type="title"/>
          </p:nvPr>
        </p:nvSpPr>
        <p:spPr>
          <a:xfrm>
            <a:off x="457200" y="594360"/>
            <a:ext cx="7086600" cy="567600"/>
          </a:xfrm>
          <a:prstGeom prst="rect">
            <a:avLst/>
          </a:prstGeom>
          <a:noFill/>
          <a:ln>
            <a:noFill/>
          </a:ln>
        </p:spPr>
        <p:txBody>
          <a:bodyPr anchorCtr="0" anchor="t" bIns="0" lIns="0" spcFirstLastPara="1" rIns="0" wrap="square" tIns="0">
            <a:normAutofit/>
          </a:bodyPr>
          <a:lstStyle>
            <a:lvl1pPr lvl="0" algn="l">
              <a:lnSpc>
                <a:spcPct val="80000"/>
              </a:lnSpc>
              <a:spcBef>
                <a:spcPts val="0"/>
              </a:spcBef>
              <a:spcAft>
                <a:spcPts val="0"/>
              </a:spcAft>
              <a:buClr>
                <a:schemeClr val="dk1"/>
              </a:buClr>
              <a:buSzPts val="2000"/>
              <a:buFont typeface="Verizon NHG DS"/>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90" name="Google Shape;1090;p165"/>
          <p:cNvSpPr txBox="1"/>
          <p:nvPr>
            <p:ph idx="1" type="body"/>
          </p:nvPr>
        </p:nvSpPr>
        <p:spPr>
          <a:xfrm>
            <a:off x="457200" y="1352550"/>
            <a:ext cx="7086600" cy="3086100"/>
          </a:xfrm>
          <a:prstGeom prst="rect">
            <a:avLst/>
          </a:prstGeom>
          <a:noFill/>
          <a:ln>
            <a:noFill/>
          </a:ln>
        </p:spPr>
        <p:txBody>
          <a:bodyPr anchorCtr="0" anchor="t" bIns="0" lIns="0" spcFirstLastPara="1" rIns="0" wrap="square" tIns="0">
            <a:normAutofit/>
          </a:bodyPr>
          <a:lstStyle>
            <a:lvl1pPr indent="-330200" lvl="0" marL="457200" algn="l">
              <a:lnSpc>
                <a:spcPct val="100000"/>
              </a:lnSpc>
              <a:spcBef>
                <a:spcPts val="900"/>
              </a:spcBef>
              <a:spcAft>
                <a:spcPts val="0"/>
              </a:spcAft>
              <a:buClr>
                <a:schemeClr val="dk1"/>
              </a:buClr>
              <a:buSzPts val="1600"/>
              <a:buFont typeface="Verizon NHG DS"/>
              <a:buAutoNum type="arabicPeriod"/>
              <a:defRPr sz="1600"/>
            </a:lvl1pPr>
            <a:lvl2pPr indent="-228600" lvl="1" marL="914400" algn="l">
              <a:lnSpc>
                <a:spcPct val="100000"/>
              </a:lnSpc>
              <a:spcBef>
                <a:spcPts val="900"/>
              </a:spcBef>
              <a:spcAft>
                <a:spcPts val="0"/>
              </a:spcAft>
              <a:buClr>
                <a:schemeClr val="dk1"/>
              </a:buClr>
              <a:buSzPts val="1800"/>
              <a:buNone/>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600"/>
              </a:spcBef>
              <a:spcAft>
                <a:spcPts val="0"/>
              </a:spcAft>
              <a:buClr>
                <a:schemeClr val="dk1"/>
              </a:buClr>
              <a:buSzPts val="1800"/>
              <a:buChar char="-"/>
              <a:defRPr/>
            </a:lvl4pPr>
            <a:lvl5pPr indent="-342900" lvl="4" marL="2286000" algn="l">
              <a:lnSpc>
                <a:spcPct val="100000"/>
              </a:lnSpc>
              <a:spcBef>
                <a:spcPts val="600"/>
              </a:spcBef>
              <a:spcAft>
                <a:spcPts val="0"/>
              </a:spcAft>
              <a:buClr>
                <a:schemeClr val="dk1"/>
              </a:buClr>
              <a:buSzPts val="1800"/>
              <a:buChar char="-"/>
              <a:defRPr/>
            </a:lvl5pPr>
            <a:lvl6pPr indent="-342900" lvl="5" marL="2743200" algn="l">
              <a:lnSpc>
                <a:spcPct val="100000"/>
              </a:lnSpc>
              <a:spcBef>
                <a:spcPts val="600"/>
              </a:spcBef>
              <a:spcAft>
                <a:spcPts val="0"/>
              </a:spcAft>
              <a:buClr>
                <a:schemeClr val="dk1"/>
              </a:buClr>
              <a:buSzPts val="1800"/>
              <a:buChar char="•"/>
              <a:defRPr/>
            </a:lvl6pPr>
            <a:lvl7pPr indent="-342900" lvl="6" marL="3200400" algn="l">
              <a:lnSpc>
                <a:spcPct val="100000"/>
              </a:lnSpc>
              <a:spcBef>
                <a:spcPts val="600"/>
              </a:spcBef>
              <a:spcAft>
                <a:spcPts val="0"/>
              </a:spcAft>
              <a:buClr>
                <a:schemeClr val="dk1"/>
              </a:buClr>
              <a:buSzPts val="1800"/>
              <a:buChar char="•"/>
              <a:defRPr/>
            </a:lvl7pPr>
            <a:lvl8pPr indent="-342900" lvl="7" marL="3657600" algn="l">
              <a:lnSpc>
                <a:spcPct val="100000"/>
              </a:lnSpc>
              <a:spcBef>
                <a:spcPts val="600"/>
              </a:spcBef>
              <a:spcAft>
                <a:spcPts val="0"/>
              </a:spcAft>
              <a:buClr>
                <a:schemeClr val="dk1"/>
              </a:buClr>
              <a:buSzPts val="1800"/>
              <a:buChar char="•"/>
              <a:defRPr/>
            </a:lvl8pPr>
            <a:lvl9pPr indent="-304800" lvl="8" marL="4114800" algn="l">
              <a:lnSpc>
                <a:spcPct val="100000"/>
              </a:lnSpc>
              <a:spcBef>
                <a:spcPts val="600"/>
              </a:spcBef>
              <a:spcAft>
                <a:spcPts val="0"/>
              </a:spcAft>
              <a:buClr>
                <a:schemeClr val="dk1"/>
              </a:buClr>
              <a:buSzPts val="1200"/>
              <a:buChar char="•"/>
              <a:defRPr/>
            </a:lvl9pPr>
          </a:lstStyle>
          <a:p/>
        </p:txBody>
      </p:sp>
      <p:sp>
        <p:nvSpPr>
          <p:cNvPr id="1091" name="Google Shape;1091;p165"/>
          <p:cNvSpPr txBox="1"/>
          <p:nvPr>
            <p:ph idx="12" type="sldNum"/>
          </p:nvPr>
        </p:nvSpPr>
        <p:spPr>
          <a:xfrm>
            <a:off x="8458200" y="4700016"/>
            <a:ext cx="228600" cy="1077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1pPr>
            <a:lvl2pPr indent="0" lvl="1"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2pPr>
            <a:lvl3pPr indent="0" lvl="2"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3pPr>
            <a:lvl4pPr indent="0" lvl="3"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4pPr>
            <a:lvl5pPr indent="0" lvl="4"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5pPr>
            <a:lvl6pPr indent="0" lvl="5"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6pPr>
            <a:lvl7pPr indent="0" lvl="6"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7pPr>
            <a:lvl8pPr indent="0" lvl="7"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8pPr>
            <a:lvl9pPr indent="0" lvl="8"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9pPr>
          </a:lstStyle>
          <a:p>
            <a:pPr indent="0" lvl="0" marL="0" rtl="0" algn="r">
              <a:spcBef>
                <a:spcPts val="0"/>
              </a:spcBef>
              <a:spcAft>
                <a:spcPts val="0"/>
              </a:spcAft>
              <a:buNone/>
            </a:pPr>
            <a:fld id="{00000000-1234-1234-1234-123412341234}" type="slidenum">
              <a:rPr lang="en"/>
              <a:t>‹#›</a:t>
            </a:fld>
            <a:endParaRPr/>
          </a:p>
        </p:txBody>
      </p:sp>
      <p:cxnSp>
        <p:nvCxnSpPr>
          <p:cNvPr id="1092" name="Google Shape;1092;p165"/>
          <p:cNvCxnSpPr/>
          <p:nvPr/>
        </p:nvCxnSpPr>
        <p:spPr>
          <a:xfrm>
            <a:off x="457200" y="457200"/>
            <a:ext cx="8229600" cy="0"/>
          </a:xfrm>
          <a:prstGeom prst="straightConnector1">
            <a:avLst/>
          </a:prstGeom>
          <a:noFill/>
          <a:ln cap="flat" cmpd="sng" w="47625">
            <a:solidFill>
              <a:schemeClr val="dk1"/>
            </a:solidFill>
            <a:prstDash val="solid"/>
            <a:round/>
            <a:headEnd len="sm" w="sm" type="none"/>
            <a:tailEnd len="sm" w="sm" type="none"/>
          </a:ln>
        </p:spPr>
      </p:cxnSp>
    </p:spTree>
  </p:cSld>
  <p:clrMapOvr>
    <a:masterClrMapping/>
  </p:clrMapOvr>
</p:sldLayout>
</file>

<file path=ppt/slideLayouts/slideLayout1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showMasterSp="0">
  <p:cSld name="Title Only">
    <p:bg>
      <p:bgPr>
        <a:solidFill>
          <a:schemeClr val="lt1"/>
        </a:solidFill>
      </p:bgPr>
    </p:bg>
    <p:spTree>
      <p:nvGrpSpPr>
        <p:cNvPr id="1093" name="Shape 1093"/>
        <p:cNvGrpSpPr/>
        <p:nvPr/>
      </p:nvGrpSpPr>
      <p:grpSpPr>
        <a:xfrm>
          <a:off x="0" y="0"/>
          <a:ext cx="0" cy="0"/>
          <a:chOff x="0" y="0"/>
          <a:chExt cx="0" cy="0"/>
        </a:xfrm>
      </p:grpSpPr>
      <p:sp>
        <p:nvSpPr>
          <p:cNvPr id="1094" name="Google Shape;1094;p166"/>
          <p:cNvSpPr txBox="1"/>
          <p:nvPr>
            <p:ph type="title"/>
          </p:nvPr>
        </p:nvSpPr>
        <p:spPr>
          <a:xfrm>
            <a:off x="464344" y="397402"/>
            <a:ext cx="8215200" cy="5676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SzPts val="2100"/>
              <a:buNone/>
              <a:defRPr b="1" i="0" sz="3100">
                <a:solidFill>
                  <a:schemeClr val="dk1"/>
                </a:solidFill>
                <a:latin typeface="Verizon NHG TX"/>
                <a:ea typeface="Verizon NHG TX"/>
                <a:cs typeface="Verizon NHG TX"/>
                <a:sym typeface="Verizon NHG TX"/>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95" name="Google Shape;1095;p166"/>
          <p:cNvSpPr txBox="1"/>
          <p:nvPr>
            <p:ph idx="11" type="ftr"/>
          </p:nvPr>
        </p:nvSpPr>
        <p:spPr>
          <a:xfrm>
            <a:off x="3108960" y="4783455"/>
            <a:ext cx="2926200" cy="257100"/>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100"/>
              <a:buFont typeface="Arial"/>
              <a:buNone/>
              <a:defRPr b="0" i="0" sz="11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1096" name="Google Shape;1096;p166"/>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100"/>
              <a:buFont typeface="Arial"/>
              <a:buNone/>
              <a:defRPr b="0" i="0" sz="11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1097" name="Google Shape;1097;p166"/>
          <p:cNvSpPr txBox="1"/>
          <p:nvPr>
            <p:ph idx="12" type="sldNum"/>
          </p:nvPr>
        </p:nvSpPr>
        <p:spPr>
          <a:xfrm>
            <a:off x="8484635" y="4712390"/>
            <a:ext cx="223800" cy="169200"/>
          </a:xfrm>
          <a:prstGeom prst="rect">
            <a:avLst/>
          </a:prstGeom>
          <a:noFill/>
          <a:ln>
            <a:noFill/>
          </a:ln>
        </p:spPr>
        <p:txBody>
          <a:bodyPr anchorCtr="0" anchor="t" bIns="0" lIns="0" spcFirstLastPara="1" rIns="0" wrap="square" tIns="0">
            <a:spAutoFit/>
          </a:bodyPr>
          <a:lstStyle>
            <a:lvl1pPr indent="0" lvl="0" marL="10160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10160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10160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10160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10160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10160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10160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10160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10160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10160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_Slide_Bullet point and optional partner 2 - White">
  <p:cSld name="Bullet point and optional partner 2 - White">
    <p:bg>
      <p:bgPr>
        <a:solidFill>
          <a:schemeClr val="lt1"/>
        </a:solidFill>
      </p:bgPr>
    </p:bg>
    <p:spTree>
      <p:nvGrpSpPr>
        <p:cNvPr id="1104" name="Shape 1104"/>
        <p:cNvGrpSpPr/>
        <p:nvPr/>
      </p:nvGrpSpPr>
      <p:grpSpPr>
        <a:xfrm>
          <a:off x="0" y="0"/>
          <a:ext cx="0" cy="0"/>
          <a:chOff x="0" y="0"/>
          <a:chExt cx="0" cy="0"/>
        </a:xfrm>
      </p:grpSpPr>
      <p:sp>
        <p:nvSpPr>
          <p:cNvPr id="1105" name="Google Shape;1105;p168"/>
          <p:cNvSpPr/>
          <p:nvPr>
            <p:ph idx="2" type="pic"/>
          </p:nvPr>
        </p:nvSpPr>
        <p:spPr>
          <a:xfrm>
            <a:off x="7394972" y="469106"/>
            <a:ext cx="1275300" cy="1325100"/>
          </a:xfrm>
          <a:prstGeom prst="rect">
            <a:avLst/>
          </a:prstGeom>
          <a:noFill/>
          <a:ln>
            <a:noFill/>
          </a:ln>
        </p:spPr>
      </p:sp>
      <p:sp>
        <p:nvSpPr>
          <p:cNvPr id="1106" name="Google Shape;1106;p168"/>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107" name="Google Shape;1107;p168"/>
          <p:cNvSpPr txBox="1"/>
          <p:nvPr>
            <p:ph idx="1" type="body"/>
          </p:nvPr>
        </p:nvSpPr>
        <p:spPr>
          <a:xfrm>
            <a:off x="473869" y="1908572"/>
            <a:ext cx="8196300" cy="2283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1100"/>
              <a:buNone/>
              <a:defRPr sz="1100"/>
            </a:lvl1pPr>
            <a:lvl2pPr indent="-228600" lvl="1" marL="914400" algn="l">
              <a:lnSpc>
                <a:spcPct val="100000"/>
              </a:lnSpc>
              <a:spcBef>
                <a:spcPts val="9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200"/>
              </a:spcBef>
              <a:spcAft>
                <a:spcPts val="0"/>
              </a:spcAft>
              <a:buClr>
                <a:schemeClr val="dk1"/>
              </a:buClr>
              <a:buSzPts val="1100"/>
              <a:buChar char="⁃"/>
              <a:defRPr sz="1100"/>
            </a:lvl4pPr>
            <a:lvl5pPr indent="-298450" lvl="4" marL="2286000" algn="l">
              <a:lnSpc>
                <a:spcPct val="100000"/>
              </a:lnSpc>
              <a:spcBef>
                <a:spcPts val="100"/>
              </a:spcBef>
              <a:spcAft>
                <a:spcPts val="0"/>
              </a:spcAft>
              <a:buClr>
                <a:schemeClr val="dk1"/>
              </a:buClr>
              <a:buSzPts val="1100"/>
              <a:buChar char="⁃"/>
              <a:defRPr sz="11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285750" lvl="7" marL="3657600" algn="l">
              <a:lnSpc>
                <a:spcPct val="90000"/>
              </a:lnSpc>
              <a:spcBef>
                <a:spcPts val="400"/>
              </a:spcBef>
              <a:spcAft>
                <a:spcPts val="0"/>
              </a:spcAft>
              <a:buClr>
                <a:schemeClr val="dk1"/>
              </a:buClr>
              <a:buSzPts val="900"/>
              <a:buChar char="•"/>
              <a:defRPr sz="900"/>
            </a:lvl8pPr>
            <a:lvl9pPr indent="-285750" lvl="8" marL="4114800" algn="l">
              <a:lnSpc>
                <a:spcPct val="90000"/>
              </a:lnSpc>
              <a:spcBef>
                <a:spcPts val="400"/>
              </a:spcBef>
              <a:spcAft>
                <a:spcPts val="0"/>
              </a:spcAft>
              <a:buClr>
                <a:schemeClr val="dk1"/>
              </a:buClr>
              <a:buSzPts val="900"/>
              <a:buChar char="•"/>
              <a:defRPr sz="900"/>
            </a:lvl9pPr>
          </a:lstStyle>
          <a:p/>
        </p:txBody>
      </p:sp>
      <p:sp>
        <p:nvSpPr>
          <p:cNvPr id="1108" name="Google Shape;1108;p168"/>
          <p:cNvSpPr txBox="1"/>
          <p:nvPr>
            <p:ph idx="3" type="body"/>
          </p:nvPr>
        </p:nvSpPr>
        <p:spPr>
          <a:xfrm>
            <a:off x="476251" y="469106"/>
            <a:ext cx="6112800" cy="136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1109" name="Google Shape;1109;p168"/>
          <p:cNvSpPr txBox="1"/>
          <p:nvPr>
            <p:ph type="title"/>
          </p:nvPr>
        </p:nvSpPr>
        <p:spPr>
          <a:xfrm>
            <a:off x="473870" y="619857"/>
            <a:ext cx="61152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_Slide_4-image w/ description - White">
  <p:cSld name="4-image w/ description - White">
    <p:bg>
      <p:bgPr>
        <a:solidFill>
          <a:schemeClr val="lt1"/>
        </a:solidFill>
      </p:bgPr>
    </p:bg>
    <p:spTree>
      <p:nvGrpSpPr>
        <p:cNvPr id="1110" name="Shape 1110"/>
        <p:cNvGrpSpPr/>
        <p:nvPr/>
      </p:nvGrpSpPr>
      <p:grpSpPr>
        <a:xfrm>
          <a:off x="0" y="0"/>
          <a:ext cx="0" cy="0"/>
          <a:chOff x="0" y="0"/>
          <a:chExt cx="0" cy="0"/>
        </a:xfrm>
      </p:grpSpPr>
      <p:sp>
        <p:nvSpPr>
          <p:cNvPr id="1111" name="Google Shape;1111;p169"/>
          <p:cNvSpPr/>
          <p:nvPr>
            <p:ph idx="2" type="pic"/>
          </p:nvPr>
        </p:nvSpPr>
        <p:spPr>
          <a:xfrm>
            <a:off x="473869" y="1188244"/>
            <a:ext cx="1955100" cy="2045700"/>
          </a:xfrm>
          <a:prstGeom prst="rect">
            <a:avLst/>
          </a:prstGeom>
          <a:solidFill>
            <a:schemeClr val="dk2"/>
          </a:solidFill>
          <a:ln>
            <a:noFill/>
          </a:ln>
        </p:spPr>
      </p:sp>
      <p:sp>
        <p:nvSpPr>
          <p:cNvPr id="1112" name="Google Shape;1112;p169"/>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113" name="Google Shape;1113;p169"/>
          <p:cNvSpPr txBox="1"/>
          <p:nvPr>
            <p:ph idx="1" type="body"/>
          </p:nvPr>
        </p:nvSpPr>
        <p:spPr>
          <a:xfrm>
            <a:off x="473869" y="3349229"/>
            <a:ext cx="1955100" cy="1135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114" name="Google Shape;1114;p169"/>
          <p:cNvSpPr txBox="1"/>
          <p:nvPr>
            <p:ph idx="3" type="body"/>
          </p:nvPr>
        </p:nvSpPr>
        <p:spPr>
          <a:xfrm>
            <a:off x="476251" y="469106"/>
            <a:ext cx="6112800" cy="136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115" name="Google Shape;1115;p169"/>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16" name="Google Shape;1116;p169"/>
          <p:cNvSpPr/>
          <p:nvPr>
            <p:ph idx="4" type="pic"/>
          </p:nvPr>
        </p:nvSpPr>
        <p:spPr>
          <a:xfrm>
            <a:off x="2571750" y="1188244"/>
            <a:ext cx="1955100" cy="2045700"/>
          </a:xfrm>
          <a:prstGeom prst="rect">
            <a:avLst/>
          </a:prstGeom>
          <a:solidFill>
            <a:schemeClr val="dk2"/>
          </a:solidFill>
          <a:ln>
            <a:noFill/>
          </a:ln>
        </p:spPr>
      </p:sp>
      <p:sp>
        <p:nvSpPr>
          <p:cNvPr id="1117" name="Google Shape;1117;p169"/>
          <p:cNvSpPr txBox="1"/>
          <p:nvPr>
            <p:ph idx="5" type="body"/>
          </p:nvPr>
        </p:nvSpPr>
        <p:spPr>
          <a:xfrm>
            <a:off x="2571750" y="3349229"/>
            <a:ext cx="1955100" cy="1135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118" name="Google Shape;1118;p169"/>
          <p:cNvSpPr/>
          <p:nvPr>
            <p:ph idx="6" type="pic"/>
          </p:nvPr>
        </p:nvSpPr>
        <p:spPr>
          <a:xfrm>
            <a:off x="4633913" y="1188244"/>
            <a:ext cx="1955100" cy="2045700"/>
          </a:xfrm>
          <a:prstGeom prst="rect">
            <a:avLst/>
          </a:prstGeom>
          <a:solidFill>
            <a:schemeClr val="dk2"/>
          </a:solidFill>
          <a:ln>
            <a:noFill/>
          </a:ln>
        </p:spPr>
      </p:sp>
      <p:sp>
        <p:nvSpPr>
          <p:cNvPr id="1119" name="Google Shape;1119;p169"/>
          <p:cNvSpPr txBox="1"/>
          <p:nvPr>
            <p:ph idx="7" type="body"/>
          </p:nvPr>
        </p:nvSpPr>
        <p:spPr>
          <a:xfrm>
            <a:off x="4633913" y="3349229"/>
            <a:ext cx="1955100" cy="1135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120" name="Google Shape;1120;p169"/>
          <p:cNvSpPr/>
          <p:nvPr>
            <p:ph idx="8" type="pic"/>
          </p:nvPr>
        </p:nvSpPr>
        <p:spPr>
          <a:xfrm>
            <a:off x="6715125" y="1188244"/>
            <a:ext cx="1955100" cy="2045700"/>
          </a:xfrm>
          <a:prstGeom prst="rect">
            <a:avLst/>
          </a:prstGeom>
          <a:solidFill>
            <a:schemeClr val="dk2"/>
          </a:solidFill>
          <a:ln>
            <a:noFill/>
          </a:ln>
        </p:spPr>
      </p:sp>
      <p:sp>
        <p:nvSpPr>
          <p:cNvPr id="1121" name="Google Shape;1121;p169"/>
          <p:cNvSpPr txBox="1"/>
          <p:nvPr>
            <p:ph idx="9" type="body"/>
          </p:nvPr>
        </p:nvSpPr>
        <p:spPr>
          <a:xfrm>
            <a:off x="6715125" y="3349229"/>
            <a:ext cx="1955100" cy="1135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1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_Slide_Divider w/ Image - Stone">
  <p:cSld name="Divider w/ Image - Stone">
    <p:bg>
      <p:bgPr>
        <a:solidFill>
          <a:srgbClr val="F3EDE0"/>
        </a:solidFill>
      </p:bgPr>
    </p:bg>
    <p:spTree>
      <p:nvGrpSpPr>
        <p:cNvPr id="1122" name="Shape 1122"/>
        <p:cNvGrpSpPr/>
        <p:nvPr/>
      </p:nvGrpSpPr>
      <p:grpSpPr>
        <a:xfrm>
          <a:off x="0" y="0"/>
          <a:ext cx="0" cy="0"/>
          <a:chOff x="0" y="0"/>
          <a:chExt cx="0" cy="0"/>
        </a:xfrm>
      </p:grpSpPr>
      <p:sp>
        <p:nvSpPr>
          <p:cNvPr id="1123" name="Google Shape;1123;p170"/>
          <p:cNvSpPr/>
          <p:nvPr/>
        </p:nvSpPr>
        <p:spPr>
          <a:xfrm>
            <a:off x="2716823" y="4728064"/>
            <a:ext cx="2017800" cy="1977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124" name="Google Shape;1124;p170"/>
          <p:cNvSpPr/>
          <p:nvPr>
            <p:ph idx="2" type="pic"/>
          </p:nvPr>
        </p:nvSpPr>
        <p:spPr>
          <a:xfrm>
            <a:off x="4510683" y="0"/>
            <a:ext cx="4632600" cy="5143500"/>
          </a:xfrm>
          <a:prstGeom prst="rect">
            <a:avLst/>
          </a:prstGeom>
          <a:solidFill>
            <a:schemeClr val="lt1"/>
          </a:solidFill>
          <a:ln cap="flat" cmpd="sng" w="82550">
            <a:solidFill>
              <a:srgbClr val="F5FF1E"/>
            </a:solidFill>
            <a:prstDash val="solid"/>
            <a:round/>
            <a:headEnd len="sm" w="sm" type="none"/>
            <a:tailEnd len="sm" w="sm" type="none"/>
          </a:ln>
        </p:spPr>
      </p:sp>
      <p:sp>
        <p:nvSpPr>
          <p:cNvPr id="1125" name="Google Shape;1125;p170"/>
          <p:cNvSpPr txBox="1"/>
          <p:nvPr>
            <p:ph type="title"/>
          </p:nvPr>
        </p:nvSpPr>
        <p:spPr>
          <a:xfrm>
            <a:off x="473869" y="1908572"/>
            <a:ext cx="3343200" cy="6060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3600"/>
              <a:buFont typeface="Arial"/>
              <a:buNone/>
              <a:defRPr sz="3600">
                <a:solidFill>
                  <a:schemeClr val="dk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26" name="Google Shape;1126;p170"/>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127" name="Google Shape;1127;p170"/>
          <p:cNvSpPr txBox="1"/>
          <p:nvPr>
            <p:ph idx="1" type="body"/>
          </p:nvPr>
        </p:nvSpPr>
        <p:spPr>
          <a:xfrm>
            <a:off x="473869" y="2628900"/>
            <a:ext cx="3343200" cy="694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dk1"/>
              </a:buClr>
              <a:buSzPts val="1400"/>
              <a:buNone/>
              <a:defRPr/>
            </a:lvl1pPr>
            <a:lvl2pPr indent="-228600" lvl="1" marL="914400" algn="l">
              <a:lnSpc>
                <a:spcPct val="100000"/>
              </a:lnSpc>
              <a:spcBef>
                <a:spcPts val="400"/>
              </a:spcBef>
              <a:spcAft>
                <a:spcPts val="0"/>
              </a:spcAft>
              <a:buClr>
                <a:schemeClr val="dk1"/>
              </a:buClr>
              <a:buSzPts val="1400"/>
              <a:buNone/>
              <a:defRPr/>
            </a:lvl2pPr>
            <a:lvl3pPr indent="-317500" lvl="2" marL="1371600" algn="l">
              <a:lnSpc>
                <a:spcPct val="100000"/>
              </a:lnSpc>
              <a:spcBef>
                <a:spcPts val="400"/>
              </a:spcBef>
              <a:spcAft>
                <a:spcPts val="0"/>
              </a:spcAft>
              <a:buClr>
                <a:schemeClr val="dk1"/>
              </a:buClr>
              <a:buSzPts val="1400"/>
              <a:buChar char="•"/>
              <a:defRPr/>
            </a:lvl3pPr>
            <a:lvl4pPr indent="-317500" lvl="3" marL="1828800" algn="l">
              <a:lnSpc>
                <a:spcPct val="100000"/>
              </a:lnSpc>
              <a:spcBef>
                <a:spcPts val="400"/>
              </a:spcBef>
              <a:spcAft>
                <a:spcPts val="0"/>
              </a:spcAft>
              <a:buClr>
                <a:schemeClr val="dk1"/>
              </a:buClr>
              <a:buSzPts val="1400"/>
              <a:buChar char="-"/>
              <a:defRPr/>
            </a:lvl4pPr>
            <a:lvl5pPr indent="-317500" lvl="4" marL="2286000" algn="l">
              <a:lnSpc>
                <a:spcPct val="100000"/>
              </a:lnSpc>
              <a:spcBef>
                <a:spcPts val="400"/>
              </a:spcBef>
              <a:spcAft>
                <a:spcPts val="0"/>
              </a:spcAft>
              <a:buClr>
                <a:schemeClr val="dk1"/>
              </a:buClr>
              <a:buSzPts val="1400"/>
              <a:buChar char="-"/>
              <a:defRPr/>
            </a:lvl5pPr>
            <a:lvl6pPr indent="-285750" lvl="5" marL="2743200" algn="l">
              <a:lnSpc>
                <a:spcPct val="90000"/>
              </a:lnSpc>
              <a:spcBef>
                <a:spcPts val="400"/>
              </a:spcBef>
              <a:spcAft>
                <a:spcPts val="0"/>
              </a:spcAft>
              <a:buClr>
                <a:schemeClr val="dk1"/>
              </a:buClr>
              <a:buSzPts val="900"/>
              <a:buChar char="•"/>
              <a:defRPr sz="900"/>
            </a:lvl6pPr>
            <a:lvl7pPr indent="-285750" lvl="6" marL="3200400" algn="l">
              <a:lnSpc>
                <a:spcPct val="90000"/>
              </a:lnSpc>
              <a:spcBef>
                <a:spcPts val="400"/>
              </a:spcBef>
              <a:spcAft>
                <a:spcPts val="0"/>
              </a:spcAft>
              <a:buClr>
                <a:schemeClr val="dk1"/>
              </a:buClr>
              <a:buSzPts val="900"/>
              <a:buChar char="•"/>
              <a:defRPr sz="900"/>
            </a:lvl7pPr>
            <a:lvl8pPr indent="-285750" lvl="7" marL="3657600" algn="l">
              <a:lnSpc>
                <a:spcPct val="90000"/>
              </a:lnSpc>
              <a:spcBef>
                <a:spcPts val="400"/>
              </a:spcBef>
              <a:spcAft>
                <a:spcPts val="0"/>
              </a:spcAft>
              <a:buClr>
                <a:schemeClr val="dk1"/>
              </a:buClr>
              <a:buSzPts val="900"/>
              <a:buChar char="•"/>
              <a:defRPr sz="900"/>
            </a:lvl8pPr>
            <a:lvl9pPr indent="-285750" lvl="8" marL="4114800" algn="l">
              <a:lnSpc>
                <a:spcPct val="90000"/>
              </a:lnSpc>
              <a:spcBef>
                <a:spcPts val="400"/>
              </a:spcBef>
              <a:spcAft>
                <a:spcPts val="0"/>
              </a:spcAft>
              <a:buClr>
                <a:schemeClr val="dk1"/>
              </a:buClr>
              <a:buSzPts val="900"/>
              <a:buChar char="•"/>
              <a:defRPr sz="900"/>
            </a:lvl9pPr>
          </a:lstStyle>
          <a:p/>
        </p:txBody>
      </p:sp>
    </p:spTree>
  </p:cSld>
  <p:clrMapOvr>
    <a:masterClrMapping/>
  </p:clrMapOvr>
</p:sldLayout>
</file>

<file path=ppt/slideLayouts/slideLayout1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6_Slide_Content slide">
  <p:cSld name="Content slide">
    <p:bg>
      <p:bgPr>
        <a:solidFill>
          <a:schemeClr val="lt1"/>
        </a:solidFill>
      </p:bgPr>
    </p:bg>
    <p:spTree>
      <p:nvGrpSpPr>
        <p:cNvPr id="1128" name="Shape 1128"/>
        <p:cNvGrpSpPr/>
        <p:nvPr/>
      </p:nvGrpSpPr>
      <p:grpSpPr>
        <a:xfrm>
          <a:off x="0" y="0"/>
          <a:ext cx="0" cy="0"/>
          <a:chOff x="0" y="0"/>
          <a:chExt cx="0" cy="0"/>
        </a:xfrm>
      </p:grpSpPr>
      <p:sp>
        <p:nvSpPr>
          <p:cNvPr id="1129" name="Google Shape;1129;p171"/>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130" name="Google Shape;1130;p171"/>
          <p:cNvSpPr txBox="1"/>
          <p:nvPr>
            <p:ph idx="1" type="body"/>
          </p:nvPr>
        </p:nvSpPr>
        <p:spPr>
          <a:xfrm>
            <a:off x="473868" y="1188244"/>
            <a:ext cx="8196300" cy="3447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dk1"/>
              </a:buClr>
              <a:buSzPts val="900"/>
              <a:buNone/>
              <a:defRPr/>
            </a:lvl1pPr>
            <a:lvl2pPr indent="-228600" lvl="1" marL="914400" algn="l">
              <a:lnSpc>
                <a:spcPct val="100000"/>
              </a:lnSpc>
              <a:spcBef>
                <a:spcPts val="400"/>
              </a:spcBef>
              <a:spcAft>
                <a:spcPts val="0"/>
              </a:spcAft>
              <a:buClr>
                <a:schemeClr val="dk1"/>
              </a:buClr>
              <a:buSzPts val="900"/>
              <a:buNone/>
              <a:defRPr/>
            </a:lvl2pPr>
            <a:lvl3pPr indent="-285750" lvl="2" marL="1371600" algn="l">
              <a:lnSpc>
                <a:spcPct val="100000"/>
              </a:lnSpc>
              <a:spcBef>
                <a:spcPts val="400"/>
              </a:spcBef>
              <a:spcAft>
                <a:spcPts val="0"/>
              </a:spcAft>
              <a:buClr>
                <a:schemeClr val="dk1"/>
              </a:buClr>
              <a:buSzPts val="900"/>
              <a:buChar char="•"/>
              <a:defRPr/>
            </a:lvl3pPr>
            <a:lvl4pPr indent="-285750" lvl="3" marL="1828800" algn="l">
              <a:lnSpc>
                <a:spcPct val="100000"/>
              </a:lnSpc>
              <a:spcBef>
                <a:spcPts val="400"/>
              </a:spcBef>
              <a:spcAft>
                <a:spcPts val="0"/>
              </a:spcAft>
              <a:buClr>
                <a:schemeClr val="dk1"/>
              </a:buClr>
              <a:buSzPts val="900"/>
              <a:buChar char="-"/>
              <a:defRPr/>
            </a:lvl4pPr>
            <a:lvl5pPr indent="-285750" lvl="4" marL="2286000" algn="l">
              <a:lnSpc>
                <a:spcPct val="100000"/>
              </a:lnSpc>
              <a:spcBef>
                <a:spcPts val="400"/>
              </a:spcBef>
              <a:spcAft>
                <a:spcPts val="0"/>
              </a:spcAft>
              <a:buClr>
                <a:schemeClr val="dk1"/>
              </a:buClr>
              <a:buSzPts val="900"/>
              <a:buChar char="-"/>
              <a:defRPr/>
            </a:lvl5pPr>
            <a:lvl6pPr indent="-285750" lvl="5" marL="2743200" algn="l">
              <a:lnSpc>
                <a:spcPct val="90000"/>
              </a:lnSpc>
              <a:spcBef>
                <a:spcPts val="400"/>
              </a:spcBef>
              <a:spcAft>
                <a:spcPts val="0"/>
              </a:spcAft>
              <a:buClr>
                <a:schemeClr val="dk1"/>
              </a:buClr>
              <a:buSzPts val="900"/>
              <a:buChar char="-"/>
              <a:defRPr sz="900"/>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131" name="Google Shape;1131;p171"/>
          <p:cNvSpPr txBox="1"/>
          <p:nvPr>
            <p:ph idx="2" type="body"/>
          </p:nvPr>
        </p:nvSpPr>
        <p:spPr>
          <a:xfrm>
            <a:off x="476251" y="469106"/>
            <a:ext cx="6112800" cy="136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chemeClr val="dk1"/>
              </a:buClr>
              <a:buSzPts val="800"/>
              <a:buNone/>
              <a:defRPr b="0" i="0" sz="800">
                <a:solidFill>
                  <a:schemeClr val="dk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132" name="Google Shape;1132;p171"/>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8_Slide_Info Slide">
  <p:cSld name="Info Slide">
    <p:spTree>
      <p:nvGrpSpPr>
        <p:cNvPr id="1133" name="Shape 1133"/>
        <p:cNvGrpSpPr/>
        <p:nvPr/>
      </p:nvGrpSpPr>
      <p:grpSpPr>
        <a:xfrm>
          <a:off x="0" y="0"/>
          <a:ext cx="0" cy="0"/>
          <a:chOff x="0" y="0"/>
          <a:chExt cx="0" cy="0"/>
        </a:xfrm>
      </p:grpSpPr>
      <p:sp>
        <p:nvSpPr>
          <p:cNvPr id="1134" name="Google Shape;1134;p172"/>
          <p:cNvSpPr/>
          <p:nvPr/>
        </p:nvSpPr>
        <p:spPr>
          <a:xfrm>
            <a:off x="2749794" y="4741252"/>
            <a:ext cx="3653100" cy="2241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135" name="Google Shape;1135;p172"/>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136" name="Google Shape;1136;p172"/>
          <p:cNvSpPr/>
          <p:nvPr/>
        </p:nvSpPr>
        <p:spPr>
          <a:xfrm>
            <a:off x="6126956" y="469106"/>
            <a:ext cx="2543100" cy="207300"/>
          </a:xfrm>
          <a:prstGeom prst="roundRect">
            <a:avLst>
              <a:gd fmla="val 16667" name="adj"/>
            </a:avLst>
          </a:prstGeom>
          <a:solidFill>
            <a:schemeClr val="accent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chemeClr val="lt1"/>
                </a:solidFill>
                <a:latin typeface="Verizon NHG TX"/>
                <a:ea typeface="Verizon NHG TX"/>
                <a:cs typeface="Verizon NHG TX"/>
                <a:sym typeface="Verizon NHG TX"/>
              </a:rPr>
              <a:t>Read this info slide. This is not a template.</a:t>
            </a:r>
            <a:endParaRPr b="0" i="0" sz="1100" u="none" cap="none" strike="noStrike">
              <a:solidFill>
                <a:srgbClr val="000000"/>
              </a:solidFill>
              <a:latin typeface="Verizon NHG TX"/>
              <a:ea typeface="Verizon NHG TX"/>
              <a:cs typeface="Verizon NHG TX"/>
              <a:sym typeface="Verizon NHG TX"/>
            </a:endParaRPr>
          </a:p>
        </p:txBody>
      </p:sp>
    </p:spTree>
  </p:cSld>
  <p:clrMapOvr>
    <a:masterClrMapping/>
  </p:clrMapOvr>
</p:sldLayout>
</file>

<file path=ppt/slideLayouts/slideLayout1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_Slide_Primary Cover - White">
  <p:cSld name="Primary Cover - White">
    <p:bg>
      <p:bgPr>
        <a:solidFill>
          <a:schemeClr val="lt1"/>
        </a:solidFill>
      </p:bgPr>
    </p:bg>
    <p:spTree>
      <p:nvGrpSpPr>
        <p:cNvPr id="1137" name="Shape 1137"/>
        <p:cNvGrpSpPr/>
        <p:nvPr/>
      </p:nvGrpSpPr>
      <p:grpSpPr>
        <a:xfrm>
          <a:off x="0" y="0"/>
          <a:ext cx="0" cy="0"/>
          <a:chOff x="0" y="0"/>
          <a:chExt cx="0" cy="0"/>
        </a:xfrm>
      </p:grpSpPr>
      <p:sp>
        <p:nvSpPr>
          <p:cNvPr id="1138" name="Google Shape;1138;p173"/>
          <p:cNvSpPr/>
          <p:nvPr/>
        </p:nvSpPr>
        <p:spPr>
          <a:xfrm>
            <a:off x="178044" y="4668716"/>
            <a:ext cx="6554700" cy="3099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139" name="Google Shape;1139;p173"/>
          <p:cNvSpPr txBox="1"/>
          <p:nvPr>
            <p:ph idx="1" type="body"/>
          </p:nvPr>
        </p:nvSpPr>
        <p:spPr>
          <a:xfrm>
            <a:off x="473869" y="2628900"/>
            <a:ext cx="6801000" cy="606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chemeClr val="dk1"/>
              </a:buClr>
              <a:buSzPts val="1800"/>
              <a:buNone/>
              <a:defRPr i="0" sz="1800">
                <a:solidFill>
                  <a:schemeClr val="dk1"/>
                </a:solidFill>
              </a:defRPr>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Clr>
                <a:schemeClr val="dk1"/>
              </a:buClr>
              <a:buSzPts val="900"/>
              <a:buChar char="•"/>
              <a:defRPr sz="900"/>
            </a:lvl6pPr>
            <a:lvl7pPr indent="-285750" lvl="6" marL="3200400" algn="l">
              <a:lnSpc>
                <a:spcPct val="90000"/>
              </a:lnSpc>
              <a:spcBef>
                <a:spcPts val="400"/>
              </a:spcBef>
              <a:spcAft>
                <a:spcPts val="0"/>
              </a:spcAft>
              <a:buClr>
                <a:schemeClr val="dk1"/>
              </a:buClr>
              <a:buSzPts val="900"/>
              <a:buChar char="•"/>
              <a:defRPr sz="900"/>
            </a:lvl7pPr>
            <a:lvl8pPr indent="-285750" lvl="7" marL="3657600" algn="l">
              <a:lnSpc>
                <a:spcPct val="90000"/>
              </a:lnSpc>
              <a:spcBef>
                <a:spcPts val="400"/>
              </a:spcBef>
              <a:spcAft>
                <a:spcPts val="0"/>
              </a:spcAft>
              <a:buClr>
                <a:schemeClr val="dk1"/>
              </a:buClr>
              <a:buSzPts val="900"/>
              <a:buChar char="•"/>
              <a:defRPr sz="900"/>
            </a:lvl8pPr>
            <a:lvl9pPr indent="-285750" lvl="8" marL="4114800" algn="l">
              <a:lnSpc>
                <a:spcPct val="90000"/>
              </a:lnSpc>
              <a:spcBef>
                <a:spcPts val="400"/>
              </a:spcBef>
              <a:spcAft>
                <a:spcPts val="0"/>
              </a:spcAft>
              <a:buClr>
                <a:schemeClr val="dk1"/>
              </a:buClr>
              <a:buSzPts val="900"/>
              <a:buChar char="•"/>
              <a:defRPr sz="900"/>
            </a:lvl9pPr>
          </a:lstStyle>
          <a:p/>
        </p:txBody>
      </p:sp>
      <p:sp>
        <p:nvSpPr>
          <p:cNvPr id="1140" name="Google Shape;1140;p173"/>
          <p:cNvSpPr txBox="1"/>
          <p:nvPr>
            <p:ph type="title"/>
          </p:nvPr>
        </p:nvSpPr>
        <p:spPr>
          <a:xfrm>
            <a:off x="473870" y="469106"/>
            <a:ext cx="6115200" cy="13251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5000"/>
              <a:buFont typeface="Arial"/>
              <a:buNone/>
              <a:defRPr sz="50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pic>
        <p:nvPicPr>
          <p:cNvPr id="1141" name="Google Shape;1141;p173"/>
          <p:cNvPicPr preferRelativeResize="0"/>
          <p:nvPr/>
        </p:nvPicPr>
        <p:blipFill rotWithShape="1">
          <a:blip r:embed="rId2">
            <a:alphaModFix/>
          </a:blip>
          <a:srcRect b="0" l="0" r="0" t="0"/>
          <a:stretch/>
        </p:blipFill>
        <p:spPr>
          <a:xfrm>
            <a:off x="283380" y="3639800"/>
            <a:ext cx="1289149" cy="1205773"/>
          </a:xfrm>
          <a:prstGeom prst="rect">
            <a:avLst/>
          </a:prstGeom>
          <a:noFill/>
          <a:ln>
            <a:noFill/>
          </a:ln>
        </p:spPr>
      </p:pic>
    </p:spTree>
  </p:cSld>
  <p:clrMapOvr>
    <a:masterClrMapping/>
  </p:clrMapOvr>
</p:sldLayout>
</file>

<file path=ppt/slideLayouts/slideLayout1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_Slide_Primary Cover - Black">
  <p:cSld name="Primary Cover - Black">
    <p:bg>
      <p:bgPr>
        <a:solidFill>
          <a:schemeClr val="dk1"/>
        </a:solidFill>
      </p:bgPr>
    </p:bg>
    <p:spTree>
      <p:nvGrpSpPr>
        <p:cNvPr id="1142" name="Shape 1142"/>
        <p:cNvGrpSpPr/>
        <p:nvPr/>
      </p:nvGrpSpPr>
      <p:grpSpPr>
        <a:xfrm>
          <a:off x="0" y="0"/>
          <a:ext cx="0" cy="0"/>
          <a:chOff x="0" y="0"/>
          <a:chExt cx="0" cy="0"/>
        </a:xfrm>
      </p:grpSpPr>
      <p:sp>
        <p:nvSpPr>
          <p:cNvPr id="1143" name="Google Shape;1143;p174"/>
          <p:cNvSpPr/>
          <p:nvPr/>
        </p:nvSpPr>
        <p:spPr>
          <a:xfrm>
            <a:off x="178044" y="4668716"/>
            <a:ext cx="6778800" cy="3099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144" name="Google Shape;1144;p174"/>
          <p:cNvSpPr txBox="1"/>
          <p:nvPr>
            <p:ph idx="1" type="body"/>
          </p:nvPr>
        </p:nvSpPr>
        <p:spPr>
          <a:xfrm>
            <a:off x="473869" y="2628900"/>
            <a:ext cx="6801000" cy="606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chemeClr val="lt1"/>
              </a:buClr>
              <a:buSzPts val="1800"/>
              <a:buNone/>
              <a:defRPr i="0" sz="1800">
                <a:solidFill>
                  <a:schemeClr val="lt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285750" lvl="5" marL="2743200" algn="l">
              <a:lnSpc>
                <a:spcPct val="90000"/>
              </a:lnSpc>
              <a:spcBef>
                <a:spcPts val="400"/>
              </a:spcBef>
              <a:spcAft>
                <a:spcPts val="0"/>
              </a:spcAft>
              <a:buClr>
                <a:schemeClr val="lt1"/>
              </a:buClr>
              <a:buSzPts val="900"/>
              <a:buChar char="•"/>
              <a:defRPr sz="900">
                <a:solidFill>
                  <a:schemeClr val="lt1"/>
                </a:solidFill>
              </a:defRPr>
            </a:lvl6pPr>
            <a:lvl7pPr indent="-285750" lvl="6" marL="3200400" algn="l">
              <a:lnSpc>
                <a:spcPct val="90000"/>
              </a:lnSpc>
              <a:spcBef>
                <a:spcPts val="400"/>
              </a:spcBef>
              <a:spcAft>
                <a:spcPts val="0"/>
              </a:spcAft>
              <a:buClr>
                <a:schemeClr val="lt1"/>
              </a:buClr>
              <a:buSzPts val="900"/>
              <a:buChar char="•"/>
              <a:defRPr sz="900">
                <a:solidFill>
                  <a:schemeClr val="lt1"/>
                </a:solidFill>
              </a:defRPr>
            </a:lvl7pPr>
            <a:lvl8pPr indent="-285750" lvl="7" marL="3657600" algn="l">
              <a:lnSpc>
                <a:spcPct val="90000"/>
              </a:lnSpc>
              <a:spcBef>
                <a:spcPts val="400"/>
              </a:spcBef>
              <a:spcAft>
                <a:spcPts val="0"/>
              </a:spcAft>
              <a:buClr>
                <a:schemeClr val="lt1"/>
              </a:buClr>
              <a:buSzPts val="900"/>
              <a:buChar char="•"/>
              <a:defRPr sz="900">
                <a:solidFill>
                  <a:schemeClr val="lt1"/>
                </a:solidFill>
              </a:defRPr>
            </a:lvl8pPr>
            <a:lvl9pPr indent="-285750" lvl="8" marL="4114800" algn="l">
              <a:lnSpc>
                <a:spcPct val="90000"/>
              </a:lnSpc>
              <a:spcBef>
                <a:spcPts val="400"/>
              </a:spcBef>
              <a:spcAft>
                <a:spcPts val="0"/>
              </a:spcAft>
              <a:buClr>
                <a:schemeClr val="lt1"/>
              </a:buClr>
              <a:buSzPts val="900"/>
              <a:buChar char="•"/>
              <a:defRPr sz="900">
                <a:solidFill>
                  <a:schemeClr val="lt1"/>
                </a:solidFill>
              </a:defRPr>
            </a:lvl9pPr>
          </a:lstStyle>
          <a:p/>
        </p:txBody>
      </p:sp>
      <p:sp>
        <p:nvSpPr>
          <p:cNvPr id="1145" name="Google Shape;1145;p174"/>
          <p:cNvSpPr txBox="1"/>
          <p:nvPr>
            <p:ph type="title"/>
          </p:nvPr>
        </p:nvSpPr>
        <p:spPr>
          <a:xfrm>
            <a:off x="473870" y="469106"/>
            <a:ext cx="6115200" cy="13251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lt1"/>
              </a:buClr>
              <a:buSzPts val="5000"/>
              <a:buFont typeface="Arial"/>
              <a:buNone/>
              <a:defRPr sz="5000">
                <a:solidFill>
                  <a:schemeClr val="l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pic>
        <p:nvPicPr>
          <p:cNvPr id="1146" name="Google Shape;1146;p174"/>
          <p:cNvPicPr preferRelativeResize="0"/>
          <p:nvPr/>
        </p:nvPicPr>
        <p:blipFill rotWithShape="1">
          <a:blip r:embed="rId2">
            <a:alphaModFix/>
          </a:blip>
          <a:srcRect b="0" l="0" r="0" t="0"/>
          <a:stretch/>
        </p:blipFill>
        <p:spPr>
          <a:xfrm>
            <a:off x="283380" y="3639800"/>
            <a:ext cx="1289149" cy="1205773"/>
          </a:xfrm>
          <a:prstGeom prst="rect">
            <a:avLst/>
          </a:prstGeom>
          <a:noFill/>
          <a:ln>
            <a:noFill/>
          </a:ln>
        </p:spPr>
      </p:pic>
    </p:spTree>
  </p:cSld>
  <p:clrMapOvr>
    <a:masterClrMapping/>
  </p:clrMapOvr>
</p:sldLayout>
</file>

<file path=ppt/slideLayouts/slideLayout1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_Slide_Secondary Cover - White">
  <p:cSld name="Secondary Cover - White">
    <p:bg>
      <p:bgPr>
        <a:solidFill>
          <a:schemeClr val="lt1"/>
        </a:solidFill>
      </p:bgPr>
    </p:bg>
    <p:spTree>
      <p:nvGrpSpPr>
        <p:cNvPr id="1147" name="Shape 1147"/>
        <p:cNvGrpSpPr/>
        <p:nvPr/>
      </p:nvGrpSpPr>
      <p:grpSpPr>
        <a:xfrm>
          <a:off x="0" y="0"/>
          <a:ext cx="0" cy="0"/>
          <a:chOff x="0" y="0"/>
          <a:chExt cx="0" cy="0"/>
        </a:xfrm>
      </p:grpSpPr>
      <p:sp>
        <p:nvSpPr>
          <p:cNvPr id="1148" name="Google Shape;1148;p175"/>
          <p:cNvSpPr/>
          <p:nvPr/>
        </p:nvSpPr>
        <p:spPr>
          <a:xfrm>
            <a:off x="178044" y="4668716"/>
            <a:ext cx="6554700" cy="3099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1149" name="Google Shape;1149;p175"/>
          <p:cNvPicPr preferRelativeResize="0"/>
          <p:nvPr/>
        </p:nvPicPr>
        <p:blipFill rotWithShape="1">
          <a:blip r:embed="rId2">
            <a:alphaModFix/>
          </a:blip>
          <a:srcRect b="0" l="0" r="0" t="0"/>
          <a:stretch/>
        </p:blipFill>
        <p:spPr>
          <a:xfrm>
            <a:off x="184928" y="187277"/>
            <a:ext cx="2028098" cy="1896925"/>
          </a:xfrm>
          <a:prstGeom prst="rect">
            <a:avLst/>
          </a:prstGeom>
          <a:noFill/>
          <a:ln>
            <a:noFill/>
          </a:ln>
        </p:spPr>
      </p:pic>
      <p:sp>
        <p:nvSpPr>
          <p:cNvPr id="1150" name="Google Shape;1150;p175"/>
          <p:cNvSpPr txBox="1"/>
          <p:nvPr>
            <p:ph idx="1" type="body"/>
          </p:nvPr>
        </p:nvSpPr>
        <p:spPr>
          <a:xfrm>
            <a:off x="6703219" y="3356087"/>
            <a:ext cx="1966800" cy="5874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800"/>
              <a:buNone/>
              <a:defRPr i="0" sz="1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1151" name="Google Shape;1151;p175"/>
          <p:cNvSpPr txBox="1"/>
          <p:nvPr>
            <p:ph type="title"/>
          </p:nvPr>
        </p:nvSpPr>
        <p:spPr>
          <a:xfrm>
            <a:off x="473870" y="3349229"/>
            <a:ext cx="5424600" cy="13146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5000"/>
              <a:buFont typeface="Arial"/>
              <a:buNone/>
              <a:defRPr sz="50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52" name="Google Shape;1152;p175"/>
          <p:cNvSpPr/>
          <p:nvPr>
            <p:ph idx="2" type="pic"/>
          </p:nvPr>
        </p:nvSpPr>
        <p:spPr>
          <a:xfrm>
            <a:off x="7394972" y="469106"/>
            <a:ext cx="1275300" cy="1325100"/>
          </a:xfrm>
          <a:prstGeom prst="rect">
            <a:avLst/>
          </a:prstGeom>
          <a:noFill/>
          <a:ln>
            <a:noFill/>
          </a:ln>
        </p:spPr>
      </p:sp>
    </p:spTree>
  </p:cSld>
  <p:clrMapOvr>
    <a:masterClrMapping/>
  </p:clrMapOvr>
</p:sldLayout>
</file>

<file path=ppt/slideLayouts/slideLayout1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_Slide_Secondary Cover - Black">
  <p:cSld name="Secondary Cover - Black">
    <p:bg>
      <p:bgPr>
        <a:solidFill>
          <a:schemeClr val="dk1"/>
        </a:solidFill>
      </p:bgPr>
    </p:bg>
    <p:spTree>
      <p:nvGrpSpPr>
        <p:cNvPr id="1153" name="Shape 1153"/>
        <p:cNvGrpSpPr/>
        <p:nvPr/>
      </p:nvGrpSpPr>
      <p:grpSpPr>
        <a:xfrm>
          <a:off x="0" y="0"/>
          <a:ext cx="0" cy="0"/>
          <a:chOff x="0" y="0"/>
          <a:chExt cx="0" cy="0"/>
        </a:xfrm>
      </p:grpSpPr>
      <p:sp>
        <p:nvSpPr>
          <p:cNvPr id="1154" name="Google Shape;1154;p176"/>
          <p:cNvSpPr/>
          <p:nvPr/>
        </p:nvSpPr>
        <p:spPr>
          <a:xfrm>
            <a:off x="178044" y="4668716"/>
            <a:ext cx="6284400" cy="3099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1155" name="Google Shape;1155;p176"/>
          <p:cNvPicPr preferRelativeResize="0"/>
          <p:nvPr/>
        </p:nvPicPr>
        <p:blipFill rotWithShape="1">
          <a:blip r:embed="rId2">
            <a:alphaModFix/>
          </a:blip>
          <a:srcRect b="0" l="0" r="0" t="0"/>
          <a:stretch/>
        </p:blipFill>
        <p:spPr>
          <a:xfrm>
            <a:off x="184928" y="187277"/>
            <a:ext cx="2028098" cy="1896925"/>
          </a:xfrm>
          <a:prstGeom prst="rect">
            <a:avLst/>
          </a:prstGeom>
          <a:noFill/>
          <a:ln>
            <a:noFill/>
          </a:ln>
        </p:spPr>
      </p:pic>
      <p:sp>
        <p:nvSpPr>
          <p:cNvPr id="1156" name="Google Shape;1156;p176"/>
          <p:cNvSpPr txBox="1"/>
          <p:nvPr>
            <p:ph idx="1" type="body"/>
          </p:nvPr>
        </p:nvSpPr>
        <p:spPr>
          <a:xfrm>
            <a:off x="6703219" y="3356087"/>
            <a:ext cx="1966800" cy="5874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chemeClr val="lt1"/>
              </a:buClr>
              <a:buSzPts val="1800"/>
              <a:buNone/>
              <a:defRPr i="0" sz="1800">
                <a:solidFill>
                  <a:schemeClr val="lt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lt1"/>
              </a:buClr>
              <a:buSzPts val="1400"/>
              <a:buChar char="•"/>
              <a:defRPr>
                <a:solidFill>
                  <a:schemeClr val="lt1"/>
                </a:solidFill>
              </a:defRPr>
            </a:lvl6pPr>
            <a:lvl7pPr indent="-317500" lvl="6" marL="3200400" algn="l">
              <a:lnSpc>
                <a:spcPct val="90000"/>
              </a:lnSpc>
              <a:spcBef>
                <a:spcPts val="400"/>
              </a:spcBef>
              <a:spcAft>
                <a:spcPts val="0"/>
              </a:spcAft>
              <a:buClr>
                <a:schemeClr val="lt1"/>
              </a:buClr>
              <a:buSzPts val="1400"/>
              <a:buChar char="•"/>
              <a:defRPr>
                <a:solidFill>
                  <a:schemeClr val="lt1"/>
                </a:solidFill>
              </a:defRPr>
            </a:lvl7pPr>
            <a:lvl8pPr indent="-317500" lvl="7" marL="3657600" algn="l">
              <a:lnSpc>
                <a:spcPct val="90000"/>
              </a:lnSpc>
              <a:spcBef>
                <a:spcPts val="400"/>
              </a:spcBef>
              <a:spcAft>
                <a:spcPts val="0"/>
              </a:spcAft>
              <a:buClr>
                <a:schemeClr val="lt1"/>
              </a:buClr>
              <a:buSzPts val="1400"/>
              <a:buChar char="•"/>
              <a:defRPr>
                <a:solidFill>
                  <a:schemeClr val="lt1"/>
                </a:solidFill>
              </a:defRPr>
            </a:lvl8pPr>
            <a:lvl9pPr indent="-317500" lvl="8" marL="4114800" algn="l">
              <a:lnSpc>
                <a:spcPct val="90000"/>
              </a:lnSpc>
              <a:spcBef>
                <a:spcPts val="400"/>
              </a:spcBef>
              <a:spcAft>
                <a:spcPts val="0"/>
              </a:spcAft>
              <a:buClr>
                <a:schemeClr val="lt1"/>
              </a:buClr>
              <a:buSzPts val="1400"/>
              <a:buChar char="•"/>
              <a:defRPr>
                <a:solidFill>
                  <a:schemeClr val="lt1"/>
                </a:solidFill>
              </a:defRPr>
            </a:lvl9pPr>
          </a:lstStyle>
          <a:p/>
        </p:txBody>
      </p:sp>
      <p:sp>
        <p:nvSpPr>
          <p:cNvPr id="1157" name="Google Shape;1157;p176"/>
          <p:cNvSpPr txBox="1"/>
          <p:nvPr>
            <p:ph type="title"/>
          </p:nvPr>
        </p:nvSpPr>
        <p:spPr>
          <a:xfrm>
            <a:off x="473870" y="3349229"/>
            <a:ext cx="5424600" cy="13146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lt1"/>
              </a:buClr>
              <a:buSzPts val="5000"/>
              <a:buFont typeface="Arial"/>
              <a:buNone/>
              <a:defRPr sz="5000">
                <a:solidFill>
                  <a:schemeClr val="l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58" name="Google Shape;1158;p176"/>
          <p:cNvSpPr/>
          <p:nvPr>
            <p:ph idx="2" type="pic"/>
          </p:nvPr>
        </p:nvSpPr>
        <p:spPr>
          <a:xfrm>
            <a:off x="7394972" y="469106"/>
            <a:ext cx="1275300" cy="1325100"/>
          </a:xfrm>
          <a:prstGeom prst="rect">
            <a:avLst/>
          </a:prstGeom>
          <a:noFill/>
          <a:ln>
            <a:noFill/>
          </a:ln>
        </p:spPr>
      </p:sp>
    </p:spTree>
  </p:cSld>
  <p:clrMapOvr>
    <a:masterClrMapping/>
  </p:clrMapOvr>
</p:sldLayout>
</file>

<file path=ppt/slideLayouts/slideLayout1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_Slide_Divider - White">
  <p:cSld name="Divider - White">
    <p:bg>
      <p:bgPr>
        <a:solidFill>
          <a:schemeClr val="lt1"/>
        </a:solidFill>
      </p:bgPr>
    </p:bg>
    <p:spTree>
      <p:nvGrpSpPr>
        <p:cNvPr id="1159" name="Shape 1159"/>
        <p:cNvGrpSpPr/>
        <p:nvPr/>
      </p:nvGrpSpPr>
      <p:grpSpPr>
        <a:xfrm>
          <a:off x="0" y="0"/>
          <a:ext cx="0" cy="0"/>
          <a:chOff x="0" y="0"/>
          <a:chExt cx="0" cy="0"/>
        </a:xfrm>
      </p:grpSpPr>
      <p:sp>
        <p:nvSpPr>
          <p:cNvPr id="1160" name="Google Shape;1160;p177"/>
          <p:cNvSpPr txBox="1"/>
          <p:nvPr>
            <p:ph idx="1" type="body"/>
          </p:nvPr>
        </p:nvSpPr>
        <p:spPr>
          <a:xfrm>
            <a:off x="473869" y="2628900"/>
            <a:ext cx="4047000" cy="1314600"/>
          </a:xfrm>
          <a:prstGeom prst="rect">
            <a:avLst/>
          </a:prstGeom>
          <a:noFill/>
          <a:ln>
            <a:noFill/>
          </a:ln>
        </p:spPr>
        <p:txBody>
          <a:bodyPr anchorCtr="0" anchor="t" bIns="0" lIns="0" spcFirstLastPara="1" rIns="0" wrap="square" tIns="0">
            <a:normAutofit/>
          </a:bodyPr>
          <a:lstStyle>
            <a:lvl1pPr indent="-228600" lvl="0" marL="457200" algn="l">
              <a:lnSpc>
                <a:spcPct val="98125"/>
              </a:lnSpc>
              <a:spcBef>
                <a:spcPts val="0"/>
              </a:spcBef>
              <a:spcAft>
                <a:spcPts val="0"/>
              </a:spcAft>
              <a:buSzPts val="2400"/>
              <a:buNone/>
              <a:defRPr i="0" sz="24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1161" name="Google Shape;1161;p177"/>
          <p:cNvSpPr txBox="1"/>
          <p:nvPr>
            <p:ph type="title"/>
          </p:nvPr>
        </p:nvSpPr>
        <p:spPr>
          <a:xfrm>
            <a:off x="473869" y="469107"/>
            <a:ext cx="6801000" cy="13251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accent6"/>
              </a:buClr>
              <a:buSzPts val="5000"/>
              <a:buFont typeface="Arial"/>
              <a:buNone/>
              <a:defRPr sz="5000">
                <a:solidFill>
                  <a:schemeClr val="accent6"/>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62" name="Google Shape;1162;p177"/>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_Slide_Divider - Black">
  <p:cSld name="Divider - Black">
    <p:bg>
      <p:bgPr>
        <a:solidFill>
          <a:schemeClr val="dk1"/>
        </a:solidFill>
      </p:bgPr>
    </p:bg>
    <p:spTree>
      <p:nvGrpSpPr>
        <p:cNvPr id="1163" name="Shape 1163"/>
        <p:cNvGrpSpPr/>
        <p:nvPr/>
      </p:nvGrpSpPr>
      <p:grpSpPr>
        <a:xfrm>
          <a:off x="0" y="0"/>
          <a:ext cx="0" cy="0"/>
          <a:chOff x="0" y="0"/>
          <a:chExt cx="0" cy="0"/>
        </a:xfrm>
      </p:grpSpPr>
      <p:sp>
        <p:nvSpPr>
          <p:cNvPr id="1164" name="Google Shape;1164;p178"/>
          <p:cNvSpPr txBox="1"/>
          <p:nvPr>
            <p:ph idx="1" type="body"/>
          </p:nvPr>
        </p:nvSpPr>
        <p:spPr>
          <a:xfrm>
            <a:off x="473869" y="2628900"/>
            <a:ext cx="4047000" cy="1314600"/>
          </a:xfrm>
          <a:prstGeom prst="rect">
            <a:avLst/>
          </a:prstGeom>
          <a:noFill/>
          <a:ln>
            <a:noFill/>
          </a:ln>
        </p:spPr>
        <p:txBody>
          <a:bodyPr anchorCtr="0" anchor="t" bIns="0" lIns="0" spcFirstLastPara="1" rIns="0" wrap="square" tIns="0">
            <a:normAutofit/>
          </a:bodyPr>
          <a:lstStyle>
            <a:lvl1pPr indent="-228600" lvl="0" marL="457200" algn="l">
              <a:lnSpc>
                <a:spcPct val="98125"/>
              </a:lnSpc>
              <a:spcBef>
                <a:spcPts val="0"/>
              </a:spcBef>
              <a:spcAft>
                <a:spcPts val="0"/>
              </a:spcAft>
              <a:buClr>
                <a:schemeClr val="lt1"/>
              </a:buClr>
              <a:buSzPts val="2400"/>
              <a:buNone/>
              <a:defRPr i="0" sz="2400">
                <a:solidFill>
                  <a:schemeClr val="lt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285750" lvl="5" marL="2743200" algn="l">
              <a:lnSpc>
                <a:spcPct val="90000"/>
              </a:lnSpc>
              <a:spcBef>
                <a:spcPts val="400"/>
              </a:spcBef>
              <a:spcAft>
                <a:spcPts val="0"/>
              </a:spcAft>
              <a:buClr>
                <a:schemeClr val="lt1"/>
              </a:buClr>
              <a:buSzPts val="900"/>
              <a:buChar char="•"/>
              <a:defRPr sz="900">
                <a:solidFill>
                  <a:schemeClr val="lt1"/>
                </a:solidFill>
              </a:defRPr>
            </a:lvl6pPr>
            <a:lvl7pPr indent="-285750" lvl="6" marL="3200400" algn="l">
              <a:lnSpc>
                <a:spcPct val="90000"/>
              </a:lnSpc>
              <a:spcBef>
                <a:spcPts val="400"/>
              </a:spcBef>
              <a:spcAft>
                <a:spcPts val="0"/>
              </a:spcAft>
              <a:buClr>
                <a:schemeClr val="lt1"/>
              </a:buClr>
              <a:buSzPts val="900"/>
              <a:buChar char="•"/>
              <a:defRPr sz="900">
                <a:solidFill>
                  <a:schemeClr val="lt1"/>
                </a:solidFill>
              </a:defRPr>
            </a:lvl7pPr>
            <a:lvl8pPr indent="-285750" lvl="7" marL="3657600" algn="l">
              <a:lnSpc>
                <a:spcPct val="90000"/>
              </a:lnSpc>
              <a:spcBef>
                <a:spcPts val="400"/>
              </a:spcBef>
              <a:spcAft>
                <a:spcPts val="0"/>
              </a:spcAft>
              <a:buClr>
                <a:schemeClr val="lt1"/>
              </a:buClr>
              <a:buSzPts val="900"/>
              <a:buChar char="•"/>
              <a:defRPr sz="900">
                <a:solidFill>
                  <a:schemeClr val="lt1"/>
                </a:solidFill>
              </a:defRPr>
            </a:lvl8pPr>
            <a:lvl9pPr indent="-285750" lvl="8" marL="4114800" algn="l">
              <a:lnSpc>
                <a:spcPct val="90000"/>
              </a:lnSpc>
              <a:spcBef>
                <a:spcPts val="400"/>
              </a:spcBef>
              <a:spcAft>
                <a:spcPts val="0"/>
              </a:spcAft>
              <a:buClr>
                <a:schemeClr val="lt1"/>
              </a:buClr>
              <a:buSzPts val="900"/>
              <a:buChar char="•"/>
              <a:defRPr sz="900">
                <a:solidFill>
                  <a:schemeClr val="lt1"/>
                </a:solidFill>
              </a:defRPr>
            </a:lvl9pPr>
          </a:lstStyle>
          <a:p/>
        </p:txBody>
      </p:sp>
      <p:sp>
        <p:nvSpPr>
          <p:cNvPr id="1165" name="Google Shape;1165;p178"/>
          <p:cNvSpPr txBox="1"/>
          <p:nvPr>
            <p:ph type="title"/>
          </p:nvPr>
        </p:nvSpPr>
        <p:spPr>
          <a:xfrm>
            <a:off x="473869" y="469107"/>
            <a:ext cx="6801000" cy="13251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accent6"/>
              </a:buClr>
              <a:buSzPts val="5000"/>
              <a:buFont typeface="Arial"/>
              <a:buNone/>
              <a:defRPr sz="5000">
                <a:solidFill>
                  <a:schemeClr val="accent6"/>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66" name="Google Shape;1166;p178"/>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167" name="Google Shape;1167;p178"/>
          <p:cNvSpPr txBox="1"/>
          <p:nvPr/>
        </p:nvSpPr>
        <p:spPr>
          <a:xfrm>
            <a:off x="2625367" y="4761251"/>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Arial"/>
                <a:ea typeface="Arial"/>
                <a:cs typeface="Arial"/>
                <a:sym typeface="Arial"/>
              </a:rPr>
              <a:t>Verizon confidential and proprietary. Unauthorized disclosure, reproduction or other use prohibited.</a:t>
            </a:r>
            <a:endParaRPr b="0" i="0" sz="11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_Slide_Large statement or Divider - White">
  <p:cSld name="Large statement or Divider - White">
    <p:bg>
      <p:bgPr>
        <a:solidFill>
          <a:schemeClr val="dk2"/>
        </a:solidFill>
      </p:bgPr>
    </p:bg>
    <p:spTree>
      <p:nvGrpSpPr>
        <p:cNvPr id="1168" name="Shape 1168"/>
        <p:cNvGrpSpPr/>
        <p:nvPr/>
      </p:nvGrpSpPr>
      <p:grpSpPr>
        <a:xfrm>
          <a:off x="0" y="0"/>
          <a:ext cx="0" cy="0"/>
          <a:chOff x="0" y="0"/>
          <a:chExt cx="0" cy="0"/>
        </a:xfrm>
      </p:grpSpPr>
      <p:sp>
        <p:nvSpPr>
          <p:cNvPr id="1169" name="Google Shape;1169;p179"/>
          <p:cNvSpPr/>
          <p:nvPr/>
        </p:nvSpPr>
        <p:spPr>
          <a:xfrm>
            <a:off x="498022" y="522350"/>
            <a:ext cx="8131500" cy="4074000"/>
          </a:xfrm>
          <a:prstGeom prst="rect">
            <a:avLst/>
          </a:prstGeom>
          <a:solidFill>
            <a:schemeClr val="lt2"/>
          </a:solidFill>
          <a:ln cap="flat" cmpd="sng" w="63500">
            <a:solidFill>
              <a:srgbClr val="F5FF1E"/>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170" name="Google Shape;1170;p179"/>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171" name="Google Shape;1171;p179"/>
          <p:cNvSpPr txBox="1"/>
          <p:nvPr>
            <p:ph type="title"/>
          </p:nvPr>
        </p:nvSpPr>
        <p:spPr>
          <a:xfrm>
            <a:off x="726935" y="742322"/>
            <a:ext cx="5767800" cy="15036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accent6"/>
              </a:buClr>
              <a:buSzPts val="5000"/>
              <a:buFont typeface="Arial"/>
              <a:buNone/>
              <a:defRPr sz="5000">
                <a:solidFill>
                  <a:schemeClr val="accent6"/>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_Slide_Large statement or Divider - Black">
  <p:cSld name="Large statement or Divider - Black">
    <p:bg>
      <p:bgPr>
        <a:solidFill>
          <a:schemeClr val="lt1"/>
        </a:solidFill>
      </p:bgPr>
    </p:bg>
    <p:spTree>
      <p:nvGrpSpPr>
        <p:cNvPr id="1172" name="Shape 1172"/>
        <p:cNvGrpSpPr/>
        <p:nvPr/>
      </p:nvGrpSpPr>
      <p:grpSpPr>
        <a:xfrm>
          <a:off x="0" y="0"/>
          <a:ext cx="0" cy="0"/>
          <a:chOff x="0" y="0"/>
          <a:chExt cx="0" cy="0"/>
        </a:xfrm>
      </p:grpSpPr>
      <p:sp>
        <p:nvSpPr>
          <p:cNvPr id="1173" name="Google Shape;1173;p180"/>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174" name="Google Shape;1174;p180"/>
          <p:cNvSpPr/>
          <p:nvPr/>
        </p:nvSpPr>
        <p:spPr>
          <a:xfrm>
            <a:off x="498022" y="522350"/>
            <a:ext cx="8131500" cy="4074000"/>
          </a:xfrm>
          <a:prstGeom prst="rect">
            <a:avLst/>
          </a:prstGeom>
          <a:solidFill>
            <a:schemeClr val="dk1"/>
          </a:solidFill>
          <a:ln cap="flat" cmpd="sng" w="63500">
            <a:solidFill>
              <a:srgbClr val="F5FF1E"/>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175" name="Google Shape;1175;p180"/>
          <p:cNvSpPr txBox="1"/>
          <p:nvPr>
            <p:ph type="title"/>
          </p:nvPr>
        </p:nvSpPr>
        <p:spPr>
          <a:xfrm>
            <a:off x="726935" y="742322"/>
            <a:ext cx="5767800" cy="15036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1"/>
              </a:buClr>
              <a:buSzPts val="5000"/>
              <a:buFont typeface="Arial"/>
              <a:buNone/>
              <a:defRPr sz="5000">
                <a:solidFill>
                  <a:schemeClr val="l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_Slide_Divider w/ Copy - Yellow">
  <p:cSld name="Divider w/ Copy - Yellow">
    <p:bg>
      <p:bgPr>
        <a:solidFill>
          <a:schemeClr val="lt2"/>
        </a:solidFill>
      </p:bgPr>
    </p:bg>
    <p:spTree>
      <p:nvGrpSpPr>
        <p:cNvPr id="1176" name="Shape 1176"/>
        <p:cNvGrpSpPr/>
        <p:nvPr/>
      </p:nvGrpSpPr>
      <p:grpSpPr>
        <a:xfrm>
          <a:off x="0" y="0"/>
          <a:ext cx="0" cy="0"/>
          <a:chOff x="0" y="0"/>
          <a:chExt cx="0" cy="0"/>
        </a:xfrm>
      </p:grpSpPr>
      <p:sp>
        <p:nvSpPr>
          <p:cNvPr id="1177" name="Google Shape;1177;p181"/>
          <p:cNvSpPr/>
          <p:nvPr/>
        </p:nvSpPr>
        <p:spPr>
          <a:xfrm>
            <a:off x="0" y="0"/>
            <a:ext cx="5053500" cy="51435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178" name="Google Shape;1178;p181"/>
          <p:cNvSpPr/>
          <p:nvPr/>
        </p:nvSpPr>
        <p:spPr>
          <a:xfrm>
            <a:off x="2716823" y="4728064"/>
            <a:ext cx="2017800" cy="1977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179" name="Google Shape;1179;p181"/>
          <p:cNvSpPr/>
          <p:nvPr/>
        </p:nvSpPr>
        <p:spPr>
          <a:xfrm>
            <a:off x="4567428" y="0"/>
            <a:ext cx="4576500" cy="5143500"/>
          </a:xfrm>
          <a:prstGeom prst="rect">
            <a:avLst/>
          </a:prstGeom>
          <a:solidFill>
            <a:schemeClr val="lt2"/>
          </a:solidFill>
          <a:ln cap="flat" cmpd="sng" w="82550">
            <a:solidFill>
              <a:srgbClr val="F5FF1E"/>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180" name="Google Shape;1180;p181"/>
          <p:cNvSpPr txBox="1"/>
          <p:nvPr>
            <p:ph idx="1" type="body"/>
          </p:nvPr>
        </p:nvSpPr>
        <p:spPr>
          <a:xfrm>
            <a:off x="5360194" y="2628900"/>
            <a:ext cx="3552900" cy="1483500"/>
          </a:xfrm>
          <a:prstGeom prst="rect">
            <a:avLst/>
          </a:prstGeom>
          <a:noFill/>
          <a:ln>
            <a:noFill/>
          </a:ln>
        </p:spPr>
        <p:txBody>
          <a:bodyPr anchorCtr="0" anchor="t" bIns="0" lIns="0" spcFirstLastPara="1" rIns="0" wrap="square" tIns="0">
            <a:normAutofit/>
          </a:bodyPr>
          <a:lstStyle>
            <a:lvl1pPr indent="-228600" lvl="0" marL="457200" algn="l">
              <a:lnSpc>
                <a:spcPct val="98125"/>
              </a:lnSpc>
              <a:spcBef>
                <a:spcPts val="0"/>
              </a:spcBef>
              <a:spcAft>
                <a:spcPts val="0"/>
              </a:spcAft>
              <a:buSzPts val="2400"/>
              <a:buNone/>
              <a:defRPr b="0" i="0" sz="24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1181" name="Google Shape;1181;p181"/>
          <p:cNvSpPr txBox="1"/>
          <p:nvPr>
            <p:ph type="title"/>
          </p:nvPr>
        </p:nvSpPr>
        <p:spPr>
          <a:xfrm>
            <a:off x="473869" y="469106"/>
            <a:ext cx="3571800" cy="38937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accent6"/>
              </a:buClr>
              <a:buSzPts val="3600"/>
              <a:buFont typeface="Arial"/>
              <a:buNone/>
              <a:defRPr sz="3600">
                <a:solidFill>
                  <a:schemeClr val="accent6"/>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82" name="Google Shape;1182;p181"/>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pic>
        <p:nvPicPr>
          <p:cNvPr id="1183" name="Google Shape;1183;p181"/>
          <p:cNvPicPr preferRelativeResize="0"/>
          <p:nvPr/>
        </p:nvPicPr>
        <p:blipFill rotWithShape="1">
          <a:blip r:embed="rId2">
            <a:alphaModFix/>
          </a:blip>
          <a:srcRect b="0" l="0" r="0" t="0"/>
          <a:stretch/>
        </p:blipFill>
        <p:spPr>
          <a:xfrm>
            <a:off x="372624" y="4632722"/>
            <a:ext cx="841577" cy="344233"/>
          </a:xfrm>
          <a:prstGeom prst="rect">
            <a:avLst/>
          </a:prstGeom>
          <a:noFill/>
          <a:ln>
            <a:noFill/>
          </a:ln>
        </p:spPr>
      </p:pic>
    </p:spTree>
  </p:cSld>
  <p:clrMapOvr>
    <a:masterClrMapping/>
  </p:clrMapOvr>
</p:sldLayout>
</file>

<file path=ppt/slideLayouts/slideLayout1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Slide_Divider w/ Copy - Red">
  <p:cSld name="Divider w/ Copy - Red">
    <p:bg>
      <p:bgPr>
        <a:solidFill>
          <a:srgbClr val="F3EDE0"/>
        </a:solidFill>
      </p:bgPr>
    </p:bg>
    <p:spTree>
      <p:nvGrpSpPr>
        <p:cNvPr id="1184" name="Shape 1184"/>
        <p:cNvGrpSpPr/>
        <p:nvPr/>
      </p:nvGrpSpPr>
      <p:grpSpPr>
        <a:xfrm>
          <a:off x="0" y="0"/>
          <a:ext cx="0" cy="0"/>
          <a:chOff x="0" y="0"/>
          <a:chExt cx="0" cy="0"/>
        </a:xfrm>
      </p:grpSpPr>
      <p:sp>
        <p:nvSpPr>
          <p:cNvPr id="1185" name="Google Shape;1185;p182"/>
          <p:cNvSpPr/>
          <p:nvPr/>
        </p:nvSpPr>
        <p:spPr>
          <a:xfrm>
            <a:off x="2716823" y="4728064"/>
            <a:ext cx="2017800" cy="1977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186" name="Google Shape;1186;p182"/>
          <p:cNvSpPr/>
          <p:nvPr/>
        </p:nvSpPr>
        <p:spPr>
          <a:xfrm>
            <a:off x="4567428" y="0"/>
            <a:ext cx="4576500" cy="5143500"/>
          </a:xfrm>
          <a:prstGeom prst="rect">
            <a:avLst/>
          </a:prstGeom>
          <a:solidFill>
            <a:schemeClr val="accent6"/>
          </a:solidFill>
          <a:ln cap="flat" cmpd="sng" w="82550">
            <a:solidFill>
              <a:schemeClr val="accent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187" name="Google Shape;1187;p182"/>
          <p:cNvSpPr txBox="1"/>
          <p:nvPr>
            <p:ph idx="1" type="body"/>
          </p:nvPr>
        </p:nvSpPr>
        <p:spPr>
          <a:xfrm>
            <a:off x="5360194" y="2628900"/>
            <a:ext cx="3552900" cy="1483500"/>
          </a:xfrm>
          <a:prstGeom prst="rect">
            <a:avLst/>
          </a:prstGeom>
          <a:noFill/>
          <a:ln>
            <a:noFill/>
          </a:ln>
        </p:spPr>
        <p:txBody>
          <a:bodyPr anchorCtr="0" anchor="t" bIns="0" lIns="0" spcFirstLastPara="1" rIns="0" wrap="square" tIns="0">
            <a:normAutofit/>
          </a:bodyPr>
          <a:lstStyle>
            <a:lvl1pPr indent="-228600" lvl="0" marL="457200" algn="l">
              <a:lnSpc>
                <a:spcPct val="98125"/>
              </a:lnSpc>
              <a:spcBef>
                <a:spcPts val="0"/>
              </a:spcBef>
              <a:spcAft>
                <a:spcPts val="0"/>
              </a:spcAft>
              <a:buClr>
                <a:schemeClr val="lt1"/>
              </a:buClr>
              <a:buSzPts val="2400"/>
              <a:buNone/>
              <a:defRPr b="0" i="0" sz="2400">
                <a:solidFill>
                  <a:schemeClr val="lt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285750" lvl="5" marL="2743200" algn="l">
              <a:lnSpc>
                <a:spcPct val="90000"/>
              </a:lnSpc>
              <a:spcBef>
                <a:spcPts val="400"/>
              </a:spcBef>
              <a:spcAft>
                <a:spcPts val="0"/>
              </a:spcAft>
              <a:buClr>
                <a:schemeClr val="lt1"/>
              </a:buClr>
              <a:buSzPts val="900"/>
              <a:buChar char="•"/>
              <a:defRPr sz="900">
                <a:solidFill>
                  <a:schemeClr val="lt1"/>
                </a:solidFill>
              </a:defRPr>
            </a:lvl6pPr>
            <a:lvl7pPr indent="-285750" lvl="6" marL="3200400" algn="l">
              <a:lnSpc>
                <a:spcPct val="90000"/>
              </a:lnSpc>
              <a:spcBef>
                <a:spcPts val="400"/>
              </a:spcBef>
              <a:spcAft>
                <a:spcPts val="0"/>
              </a:spcAft>
              <a:buClr>
                <a:schemeClr val="lt1"/>
              </a:buClr>
              <a:buSzPts val="900"/>
              <a:buChar char="•"/>
              <a:defRPr sz="900">
                <a:solidFill>
                  <a:schemeClr val="lt1"/>
                </a:solidFill>
              </a:defRPr>
            </a:lvl7pPr>
            <a:lvl8pPr indent="-285750" lvl="7" marL="3657600" algn="l">
              <a:lnSpc>
                <a:spcPct val="90000"/>
              </a:lnSpc>
              <a:spcBef>
                <a:spcPts val="400"/>
              </a:spcBef>
              <a:spcAft>
                <a:spcPts val="0"/>
              </a:spcAft>
              <a:buClr>
                <a:schemeClr val="lt1"/>
              </a:buClr>
              <a:buSzPts val="900"/>
              <a:buChar char="•"/>
              <a:defRPr sz="900">
                <a:solidFill>
                  <a:schemeClr val="lt1"/>
                </a:solidFill>
              </a:defRPr>
            </a:lvl8pPr>
            <a:lvl9pPr indent="-285750" lvl="8" marL="4114800" algn="l">
              <a:lnSpc>
                <a:spcPct val="90000"/>
              </a:lnSpc>
              <a:spcBef>
                <a:spcPts val="400"/>
              </a:spcBef>
              <a:spcAft>
                <a:spcPts val="0"/>
              </a:spcAft>
              <a:buClr>
                <a:schemeClr val="lt1"/>
              </a:buClr>
              <a:buSzPts val="900"/>
              <a:buChar char="•"/>
              <a:defRPr sz="900">
                <a:solidFill>
                  <a:schemeClr val="lt1"/>
                </a:solidFill>
              </a:defRPr>
            </a:lvl9pPr>
          </a:lstStyle>
          <a:p/>
        </p:txBody>
      </p:sp>
      <p:sp>
        <p:nvSpPr>
          <p:cNvPr id="1188" name="Google Shape;1188;p182"/>
          <p:cNvSpPr txBox="1"/>
          <p:nvPr>
            <p:ph type="title"/>
          </p:nvPr>
        </p:nvSpPr>
        <p:spPr>
          <a:xfrm>
            <a:off x="473869" y="469106"/>
            <a:ext cx="3571800" cy="38937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3600"/>
              <a:buFont typeface="Arial"/>
              <a:buNone/>
              <a:defRPr sz="3600">
                <a:solidFill>
                  <a:schemeClr val="dk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89" name="Google Shape;1189;p182"/>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Slide_Divider w/ Image - Red">
  <p:cSld name="Divider w/ Image - Red">
    <p:bg>
      <p:bgPr>
        <a:solidFill>
          <a:schemeClr val="accent6"/>
        </a:solidFill>
      </p:bgPr>
    </p:bg>
    <p:spTree>
      <p:nvGrpSpPr>
        <p:cNvPr id="1190" name="Shape 1190"/>
        <p:cNvGrpSpPr/>
        <p:nvPr/>
      </p:nvGrpSpPr>
      <p:grpSpPr>
        <a:xfrm>
          <a:off x="0" y="0"/>
          <a:ext cx="0" cy="0"/>
          <a:chOff x="0" y="0"/>
          <a:chExt cx="0" cy="0"/>
        </a:xfrm>
      </p:grpSpPr>
      <p:sp>
        <p:nvSpPr>
          <p:cNvPr id="1191" name="Google Shape;1191;p183"/>
          <p:cNvSpPr/>
          <p:nvPr/>
        </p:nvSpPr>
        <p:spPr>
          <a:xfrm>
            <a:off x="2716823" y="4728064"/>
            <a:ext cx="2017800" cy="197700"/>
          </a:xfrm>
          <a:prstGeom prst="rect">
            <a:avLst/>
          </a:prstGeom>
          <a:solidFill>
            <a:schemeClr val="accent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192" name="Google Shape;1192;p183"/>
          <p:cNvSpPr/>
          <p:nvPr>
            <p:ph idx="2" type="pic"/>
          </p:nvPr>
        </p:nvSpPr>
        <p:spPr>
          <a:xfrm>
            <a:off x="4510683" y="0"/>
            <a:ext cx="4632600" cy="5143500"/>
          </a:xfrm>
          <a:prstGeom prst="rect">
            <a:avLst/>
          </a:prstGeom>
          <a:solidFill>
            <a:schemeClr val="lt1"/>
          </a:solidFill>
          <a:ln>
            <a:noFill/>
          </a:ln>
        </p:spPr>
      </p:sp>
      <p:sp>
        <p:nvSpPr>
          <p:cNvPr id="1193" name="Google Shape;1193;p183"/>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194" name="Google Shape;1194;p183"/>
          <p:cNvSpPr txBox="1"/>
          <p:nvPr>
            <p:ph type="title"/>
          </p:nvPr>
        </p:nvSpPr>
        <p:spPr>
          <a:xfrm>
            <a:off x="473869" y="1908572"/>
            <a:ext cx="3343200" cy="6060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lt1"/>
              </a:buClr>
              <a:buSzPts val="3600"/>
              <a:buFont typeface="Arial"/>
              <a:buNone/>
              <a:defRPr sz="3600">
                <a:solidFill>
                  <a:schemeClr val="l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95" name="Google Shape;1195;p183"/>
          <p:cNvSpPr txBox="1"/>
          <p:nvPr>
            <p:ph idx="1" type="body"/>
          </p:nvPr>
        </p:nvSpPr>
        <p:spPr>
          <a:xfrm>
            <a:off x="473869" y="2634095"/>
            <a:ext cx="3343200" cy="694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lt1"/>
              </a:buClr>
              <a:buSzPts val="900"/>
              <a:buNone/>
              <a:defRPr>
                <a:solidFill>
                  <a:schemeClr val="lt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85750" lvl="2" marL="1371600" algn="l">
              <a:lnSpc>
                <a:spcPct val="100000"/>
              </a:lnSpc>
              <a:spcBef>
                <a:spcPts val="400"/>
              </a:spcBef>
              <a:spcAft>
                <a:spcPts val="0"/>
              </a:spcAft>
              <a:buClr>
                <a:schemeClr val="lt1"/>
              </a:buClr>
              <a:buSzPts val="900"/>
              <a:buChar char="•"/>
              <a:defRPr>
                <a:solidFill>
                  <a:schemeClr val="lt1"/>
                </a:solidFill>
              </a:defRPr>
            </a:lvl3pPr>
            <a:lvl4pPr indent="-285750" lvl="3" marL="1828800" algn="l">
              <a:lnSpc>
                <a:spcPct val="100000"/>
              </a:lnSpc>
              <a:spcBef>
                <a:spcPts val="400"/>
              </a:spcBef>
              <a:spcAft>
                <a:spcPts val="0"/>
              </a:spcAft>
              <a:buClr>
                <a:schemeClr val="lt1"/>
              </a:buClr>
              <a:buSzPts val="900"/>
              <a:buChar char="-"/>
              <a:defRPr>
                <a:solidFill>
                  <a:schemeClr val="lt1"/>
                </a:solidFill>
              </a:defRPr>
            </a:lvl4pPr>
            <a:lvl5pPr indent="-285750" lvl="4" marL="2286000" algn="l">
              <a:lnSpc>
                <a:spcPct val="100000"/>
              </a:lnSpc>
              <a:spcBef>
                <a:spcPts val="400"/>
              </a:spcBef>
              <a:spcAft>
                <a:spcPts val="0"/>
              </a:spcAft>
              <a:buClr>
                <a:schemeClr val="lt1"/>
              </a:buClr>
              <a:buSzPts val="900"/>
              <a:buChar char="-"/>
              <a:defRPr>
                <a:solidFill>
                  <a:schemeClr val="lt1"/>
                </a:solidFill>
              </a:defRPr>
            </a:lvl5pPr>
            <a:lvl6pPr indent="-285750" lvl="5" marL="2743200" algn="l">
              <a:lnSpc>
                <a:spcPct val="90000"/>
              </a:lnSpc>
              <a:spcBef>
                <a:spcPts val="400"/>
              </a:spcBef>
              <a:spcAft>
                <a:spcPts val="0"/>
              </a:spcAft>
              <a:buClr>
                <a:schemeClr val="lt1"/>
              </a:buClr>
              <a:buSzPts val="900"/>
              <a:buChar char="•"/>
              <a:defRPr sz="900">
                <a:solidFill>
                  <a:schemeClr val="lt1"/>
                </a:solidFill>
              </a:defRPr>
            </a:lvl6pPr>
            <a:lvl7pPr indent="-285750" lvl="6" marL="3200400" algn="l">
              <a:lnSpc>
                <a:spcPct val="90000"/>
              </a:lnSpc>
              <a:spcBef>
                <a:spcPts val="400"/>
              </a:spcBef>
              <a:spcAft>
                <a:spcPts val="0"/>
              </a:spcAft>
              <a:buClr>
                <a:schemeClr val="lt1"/>
              </a:buClr>
              <a:buSzPts val="900"/>
              <a:buChar char="•"/>
              <a:defRPr sz="900">
                <a:solidFill>
                  <a:schemeClr val="lt1"/>
                </a:solidFill>
              </a:defRPr>
            </a:lvl7pPr>
            <a:lvl8pPr indent="-285750" lvl="7" marL="3657600" algn="l">
              <a:lnSpc>
                <a:spcPct val="90000"/>
              </a:lnSpc>
              <a:spcBef>
                <a:spcPts val="400"/>
              </a:spcBef>
              <a:spcAft>
                <a:spcPts val="0"/>
              </a:spcAft>
              <a:buClr>
                <a:schemeClr val="lt1"/>
              </a:buClr>
              <a:buSzPts val="900"/>
              <a:buChar char="•"/>
              <a:defRPr sz="900">
                <a:solidFill>
                  <a:schemeClr val="lt1"/>
                </a:solidFill>
              </a:defRPr>
            </a:lvl8pPr>
            <a:lvl9pPr indent="-285750" lvl="8" marL="4114800" algn="l">
              <a:lnSpc>
                <a:spcPct val="90000"/>
              </a:lnSpc>
              <a:spcBef>
                <a:spcPts val="400"/>
              </a:spcBef>
              <a:spcAft>
                <a:spcPts val="0"/>
              </a:spcAft>
              <a:buClr>
                <a:schemeClr val="lt1"/>
              </a:buClr>
              <a:buSzPts val="900"/>
              <a:buChar char="•"/>
              <a:defRPr sz="900">
                <a:solidFill>
                  <a:schemeClr val="lt1"/>
                </a:solidFill>
              </a:defRPr>
            </a:lvl9pPr>
          </a:lstStyle>
          <a:p/>
        </p:txBody>
      </p:sp>
      <p:pic>
        <p:nvPicPr>
          <p:cNvPr id="1196" name="Google Shape;1196;p183"/>
          <p:cNvPicPr preferRelativeResize="0"/>
          <p:nvPr/>
        </p:nvPicPr>
        <p:blipFill rotWithShape="1">
          <a:blip r:embed="rId2">
            <a:alphaModFix/>
          </a:blip>
          <a:srcRect b="0" l="0" r="0" t="0"/>
          <a:stretch/>
        </p:blipFill>
        <p:spPr>
          <a:xfrm>
            <a:off x="372692" y="4632722"/>
            <a:ext cx="841577" cy="344233"/>
          </a:xfrm>
          <a:prstGeom prst="rect">
            <a:avLst/>
          </a:prstGeom>
          <a:noFill/>
          <a:ln>
            <a:noFill/>
          </a:ln>
        </p:spPr>
      </p:pic>
    </p:spTree>
  </p:cSld>
  <p:clrMapOvr>
    <a:masterClrMapping/>
  </p:clrMapOvr>
</p:sldLayout>
</file>

<file path=ppt/slideLayouts/slideLayout1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_Slide_Agenda/TOC - White">
  <p:cSld name="Agenda/TOC - White">
    <p:spTree>
      <p:nvGrpSpPr>
        <p:cNvPr id="1197" name="Shape 1197"/>
        <p:cNvGrpSpPr/>
        <p:nvPr/>
      </p:nvGrpSpPr>
      <p:grpSpPr>
        <a:xfrm>
          <a:off x="0" y="0"/>
          <a:ext cx="0" cy="0"/>
          <a:chOff x="0" y="0"/>
          <a:chExt cx="0" cy="0"/>
        </a:xfrm>
      </p:grpSpPr>
      <p:sp>
        <p:nvSpPr>
          <p:cNvPr id="1198" name="Google Shape;1198;p184"/>
          <p:cNvSpPr txBox="1"/>
          <p:nvPr>
            <p:ph type="title"/>
          </p:nvPr>
        </p:nvSpPr>
        <p:spPr>
          <a:xfrm>
            <a:off x="473869" y="469106"/>
            <a:ext cx="7504500" cy="604800"/>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accent6"/>
              </a:buClr>
              <a:buSzPts val="3600"/>
              <a:buFont typeface="Arial"/>
              <a:buNone/>
              <a:defRPr sz="3600">
                <a:solidFill>
                  <a:schemeClr val="accent6"/>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99" name="Google Shape;1199;p184"/>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200" name="Google Shape;1200;p184"/>
          <p:cNvSpPr/>
          <p:nvPr>
            <p:ph idx="2" type="tbl"/>
          </p:nvPr>
        </p:nvSpPr>
        <p:spPr>
          <a:xfrm>
            <a:off x="473869" y="1301354"/>
            <a:ext cx="8196300" cy="3362400"/>
          </a:xfrm>
          <a:prstGeom prst="rect">
            <a:avLst/>
          </a:prstGeom>
          <a:noFill/>
          <a:ln>
            <a:noFill/>
          </a:ln>
        </p:spPr>
        <p:txBody>
          <a:bodyPr anchorCtr="0" anchor="t" bIns="34275" lIns="68575" spcFirstLastPara="1" rIns="68575" wrap="square" tIns="34275">
            <a:noAutofit/>
          </a:bodyPr>
          <a:lstStyle>
            <a:lvl1pPr lvl="0" marR="0" rtl="0" algn="l">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_Slide_Agenda/TOC Alt - White">
  <p:cSld name="Agenda/TOC Alt - White">
    <p:spTree>
      <p:nvGrpSpPr>
        <p:cNvPr id="1201" name="Shape 1201"/>
        <p:cNvGrpSpPr/>
        <p:nvPr/>
      </p:nvGrpSpPr>
      <p:grpSpPr>
        <a:xfrm>
          <a:off x="0" y="0"/>
          <a:ext cx="0" cy="0"/>
          <a:chOff x="0" y="0"/>
          <a:chExt cx="0" cy="0"/>
        </a:xfrm>
      </p:grpSpPr>
      <p:sp>
        <p:nvSpPr>
          <p:cNvPr id="1202" name="Google Shape;1202;p185"/>
          <p:cNvSpPr txBox="1"/>
          <p:nvPr>
            <p:ph idx="1" type="body"/>
          </p:nvPr>
        </p:nvSpPr>
        <p:spPr>
          <a:xfrm>
            <a:off x="473870" y="1908572"/>
            <a:ext cx="3343200" cy="2404800"/>
          </a:xfrm>
          <a:prstGeom prst="rect">
            <a:avLst/>
          </a:prstGeom>
          <a:noFill/>
          <a:ln>
            <a:noFill/>
          </a:ln>
        </p:spPr>
        <p:txBody>
          <a:bodyPr anchorCtr="0" anchor="t" bIns="0" lIns="0" spcFirstLastPara="1" rIns="0" wrap="square" tIns="0">
            <a:normAutofit/>
          </a:bodyPr>
          <a:lstStyle>
            <a:lvl1pPr indent="-228600" lvl="0" marL="457200" algn="l">
              <a:lnSpc>
                <a:spcPct val="101250"/>
              </a:lnSpc>
              <a:spcBef>
                <a:spcPts val="0"/>
              </a:spcBef>
              <a:spcAft>
                <a:spcPts val="0"/>
              </a:spcAft>
              <a:buSzPts val="3600"/>
              <a:buNone/>
              <a:defRPr i="0" sz="36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1203" name="Google Shape;1203;p185"/>
          <p:cNvSpPr txBox="1"/>
          <p:nvPr>
            <p:ph idx="2" type="body"/>
          </p:nvPr>
        </p:nvSpPr>
        <p:spPr>
          <a:xfrm>
            <a:off x="4626769" y="1908572"/>
            <a:ext cx="3351600" cy="2411400"/>
          </a:xfrm>
          <a:prstGeom prst="rect">
            <a:avLst/>
          </a:prstGeom>
          <a:noFill/>
          <a:ln>
            <a:noFill/>
          </a:ln>
        </p:spPr>
        <p:txBody>
          <a:bodyPr anchorCtr="0" anchor="t" bIns="0" lIns="0" spcFirstLastPara="1" rIns="0" wrap="square" tIns="0">
            <a:normAutofit/>
          </a:bodyPr>
          <a:lstStyle>
            <a:lvl1pPr indent="-228600" lvl="0" marL="457200" algn="l">
              <a:lnSpc>
                <a:spcPct val="101250"/>
              </a:lnSpc>
              <a:spcBef>
                <a:spcPts val="0"/>
              </a:spcBef>
              <a:spcAft>
                <a:spcPts val="0"/>
              </a:spcAft>
              <a:buSzPts val="3600"/>
              <a:buNone/>
              <a:defRPr i="0" sz="36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1204" name="Google Shape;1204;p185"/>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205" name="Google Shape;1205;p185"/>
          <p:cNvSpPr txBox="1"/>
          <p:nvPr>
            <p:ph type="title"/>
          </p:nvPr>
        </p:nvSpPr>
        <p:spPr>
          <a:xfrm>
            <a:off x="473869" y="469106"/>
            <a:ext cx="7504500" cy="604800"/>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accent6"/>
              </a:buClr>
              <a:buSzPts val="3600"/>
              <a:buFont typeface="Arial"/>
              <a:buNone/>
              <a:defRPr sz="3600">
                <a:solidFill>
                  <a:schemeClr val="accent6"/>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_Slide_Ideals/Principles - White">
  <p:cSld name="Ideals/Principles - White">
    <p:bg>
      <p:bgPr>
        <a:solidFill>
          <a:srgbClr val="FFFFFF"/>
        </a:solidFill>
      </p:bgPr>
    </p:bg>
    <p:spTree>
      <p:nvGrpSpPr>
        <p:cNvPr id="1206" name="Shape 1206"/>
        <p:cNvGrpSpPr/>
        <p:nvPr/>
      </p:nvGrpSpPr>
      <p:grpSpPr>
        <a:xfrm>
          <a:off x="0" y="0"/>
          <a:ext cx="0" cy="0"/>
          <a:chOff x="0" y="0"/>
          <a:chExt cx="0" cy="0"/>
        </a:xfrm>
      </p:grpSpPr>
      <p:sp>
        <p:nvSpPr>
          <p:cNvPr id="1207" name="Google Shape;1207;p186"/>
          <p:cNvSpPr txBox="1"/>
          <p:nvPr>
            <p:ph idx="1" type="body"/>
          </p:nvPr>
        </p:nvSpPr>
        <p:spPr>
          <a:xfrm>
            <a:off x="473869" y="1912482"/>
            <a:ext cx="6115200" cy="2286000"/>
          </a:xfrm>
          <a:prstGeom prst="rect">
            <a:avLst/>
          </a:prstGeom>
          <a:noFill/>
          <a:ln>
            <a:noFill/>
          </a:ln>
        </p:spPr>
        <p:txBody>
          <a:bodyPr anchorCtr="0" anchor="t" bIns="0" lIns="0" spcFirstLastPara="1" rIns="0" wrap="square" tIns="0">
            <a:normAutofit/>
          </a:bodyPr>
          <a:lstStyle>
            <a:lvl1pPr indent="-228600" lvl="0" marL="457200" algn="l">
              <a:lnSpc>
                <a:spcPct val="101250"/>
              </a:lnSpc>
              <a:spcBef>
                <a:spcPts val="0"/>
              </a:spcBef>
              <a:spcAft>
                <a:spcPts val="0"/>
              </a:spcAft>
              <a:buSzPts val="3600"/>
              <a:buNone/>
              <a:defRPr i="0" sz="36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1208" name="Google Shape;1208;p186"/>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209" name="Google Shape;1209;p186"/>
          <p:cNvSpPr txBox="1"/>
          <p:nvPr>
            <p:ph type="title"/>
          </p:nvPr>
        </p:nvSpPr>
        <p:spPr>
          <a:xfrm>
            <a:off x="473869" y="469106"/>
            <a:ext cx="7504500" cy="604800"/>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accent6"/>
              </a:buClr>
              <a:buSzPts val="3600"/>
              <a:buFont typeface="Arial"/>
              <a:buNone/>
              <a:defRPr sz="3600">
                <a:solidFill>
                  <a:schemeClr val="accent6"/>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_Slide_Three column picture - White">
  <p:cSld name="Three column picture - White">
    <p:bg>
      <p:bgPr>
        <a:solidFill>
          <a:schemeClr val="lt1"/>
        </a:solidFill>
      </p:bgPr>
    </p:bg>
    <p:spTree>
      <p:nvGrpSpPr>
        <p:cNvPr id="1210" name="Shape 1210"/>
        <p:cNvGrpSpPr/>
        <p:nvPr/>
      </p:nvGrpSpPr>
      <p:grpSpPr>
        <a:xfrm>
          <a:off x="0" y="0"/>
          <a:ext cx="0" cy="0"/>
          <a:chOff x="0" y="0"/>
          <a:chExt cx="0" cy="0"/>
        </a:xfrm>
      </p:grpSpPr>
      <p:sp>
        <p:nvSpPr>
          <p:cNvPr id="1211" name="Google Shape;1211;p187"/>
          <p:cNvSpPr txBox="1"/>
          <p:nvPr>
            <p:ph idx="1" type="body"/>
          </p:nvPr>
        </p:nvSpPr>
        <p:spPr>
          <a:xfrm>
            <a:off x="476251" y="469106"/>
            <a:ext cx="6112800" cy="136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chemeClr val="dk1"/>
              </a:buClr>
              <a:buSzPts val="800"/>
              <a:buNone/>
              <a:defRPr b="0" i="0" sz="800">
                <a:solidFill>
                  <a:schemeClr val="dk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12" name="Google Shape;1212;p187"/>
          <p:cNvSpPr/>
          <p:nvPr>
            <p:ph idx="2" type="pic"/>
          </p:nvPr>
        </p:nvSpPr>
        <p:spPr>
          <a:xfrm>
            <a:off x="2555081" y="1188244"/>
            <a:ext cx="1965600" cy="2054100"/>
          </a:xfrm>
          <a:prstGeom prst="round2SameRect">
            <a:avLst>
              <a:gd fmla="val 0" name="adj1"/>
              <a:gd fmla="val 0" name="adj2"/>
            </a:avLst>
          </a:prstGeom>
          <a:solidFill>
            <a:schemeClr val="accent5"/>
          </a:solidFill>
          <a:ln>
            <a:noFill/>
          </a:ln>
        </p:spPr>
      </p:sp>
      <p:sp>
        <p:nvSpPr>
          <p:cNvPr id="1213" name="Google Shape;1213;p187"/>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214" name="Google Shape;1214;p187"/>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15" name="Google Shape;1215;p187"/>
          <p:cNvSpPr txBox="1"/>
          <p:nvPr>
            <p:ph idx="3" type="body"/>
          </p:nvPr>
        </p:nvSpPr>
        <p:spPr>
          <a:xfrm>
            <a:off x="473869" y="1188244"/>
            <a:ext cx="1955100" cy="2283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1100"/>
              <a:buNone/>
              <a:defRPr sz="1100"/>
            </a:lvl1pPr>
            <a:lvl2pPr indent="-228600" lvl="1" marL="914400" algn="l">
              <a:lnSpc>
                <a:spcPct val="100000"/>
              </a:lnSpc>
              <a:spcBef>
                <a:spcPts val="9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200"/>
              </a:spcBef>
              <a:spcAft>
                <a:spcPts val="0"/>
              </a:spcAft>
              <a:buClr>
                <a:schemeClr val="dk1"/>
              </a:buClr>
              <a:buSzPts val="1100"/>
              <a:buChar char="⁃"/>
              <a:defRPr sz="1100"/>
            </a:lvl4pPr>
            <a:lvl5pPr indent="-298450" lvl="4" marL="2286000" algn="l">
              <a:lnSpc>
                <a:spcPct val="100000"/>
              </a:lnSpc>
              <a:spcBef>
                <a:spcPts val="100"/>
              </a:spcBef>
              <a:spcAft>
                <a:spcPts val="0"/>
              </a:spcAft>
              <a:buClr>
                <a:schemeClr val="dk1"/>
              </a:buClr>
              <a:buSzPts val="1100"/>
              <a:buChar char="⁃"/>
              <a:defRPr sz="11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16" name="Google Shape;1216;p187"/>
          <p:cNvSpPr txBox="1"/>
          <p:nvPr>
            <p:ph idx="4" type="body"/>
          </p:nvPr>
        </p:nvSpPr>
        <p:spPr>
          <a:xfrm>
            <a:off x="2555081" y="3349229"/>
            <a:ext cx="1965600" cy="1072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800"/>
              <a:buNone/>
              <a:defRPr sz="800"/>
            </a:lvl1pPr>
            <a:lvl2pPr indent="-228600" lvl="1" marL="914400" algn="l">
              <a:lnSpc>
                <a:spcPct val="100000"/>
              </a:lnSpc>
              <a:spcBef>
                <a:spcPts val="900"/>
              </a:spcBef>
              <a:spcAft>
                <a:spcPts val="0"/>
              </a:spcAft>
              <a:buClr>
                <a:schemeClr val="dk1"/>
              </a:buClr>
              <a:buSzPts val="800"/>
              <a:buNone/>
              <a:defRPr sz="800"/>
            </a:lvl2pPr>
            <a:lvl3pPr indent="-279400" lvl="2" marL="1371600" algn="l">
              <a:lnSpc>
                <a:spcPct val="100000"/>
              </a:lnSpc>
              <a:spcBef>
                <a:spcPts val="400"/>
              </a:spcBef>
              <a:spcAft>
                <a:spcPts val="0"/>
              </a:spcAft>
              <a:buClr>
                <a:schemeClr val="dk1"/>
              </a:buClr>
              <a:buSzPts val="800"/>
              <a:buChar char="•"/>
              <a:defRPr sz="800"/>
            </a:lvl3pPr>
            <a:lvl4pPr indent="-279400" lvl="3" marL="1828800" algn="l">
              <a:lnSpc>
                <a:spcPct val="100000"/>
              </a:lnSpc>
              <a:spcBef>
                <a:spcPts val="200"/>
              </a:spcBef>
              <a:spcAft>
                <a:spcPts val="0"/>
              </a:spcAft>
              <a:buClr>
                <a:schemeClr val="dk1"/>
              </a:buClr>
              <a:buSzPts val="800"/>
              <a:buChar char="⁃"/>
              <a:defRPr sz="800"/>
            </a:lvl4pPr>
            <a:lvl5pPr indent="-279400" lvl="4" marL="2286000" algn="l">
              <a:lnSpc>
                <a:spcPct val="100000"/>
              </a:lnSpc>
              <a:spcBef>
                <a:spcPts val="100"/>
              </a:spcBef>
              <a:spcAft>
                <a:spcPts val="0"/>
              </a:spcAft>
              <a:buClr>
                <a:schemeClr val="dk1"/>
              </a:buClr>
              <a:buSzPts val="800"/>
              <a:buChar char="⁃"/>
              <a:defRPr sz="8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17" name="Google Shape;1217;p187"/>
          <p:cNvSpPr/>
          <p:nvPr>
            <p:ph idx="5" type="pic"/>
          </p:nvPr>
        </p:nvSpPr>
        <p:spPr>
          <a:xfrm>
            <a:off x="4626769" y="1188244"/>
            <a:ext cx="1965600" cy="2054100"/>
          </a:xfrm>
          <a:prstGeom prst="round2SameRect">
            <a:avLst>
              <a:gd fmla="val 0" name="adj1"/>
              <a:gd fmla="val 0" name="adj2"/>
            </a:avLst>
          </a:prstGeom>
          <a:solidFill>
            <a:schemeClr val="accent5"/>
          </a:solidFill>
          <a:ln>
            <a:noFill/>
          </a:ln>
        </p:spPr>
      </p:sp>
      <p:sp>
        <p:nvSpPr>
          <p:cNvPr id="1218" name="Google Shape;1218;p187"/>
          <p:cNvSpPr/>
          <p:nvPr>
            <p:ph idx="6" type="pic"/>
          </p:nvPr>
        </p:nvSpPr>
        <p:spPr>
          <a:xfrm>
            <a:off x="6704409" y="1188244"/>
            <a:ext cx="1965600" cy="2054100"/>
          </a:xfrm>
          <a:prstGeom prst="round2SameRect">
            <a:avLst>
              <a:gd fmla="val 0" name="adj1"/>
              <a:gd fmla="val 0" name="adj2"/>
            </a:avLst>
          </a:prstGeom>
          <a:solidFill>
            <a:schemeClr val="accent5"/>
          </a:solidFill>
          <a:ln>
            <a:noFill/>
          </a:ln>
        </p:spPr>
      </p:sp>
      <p:sp>
        <p:nvSpPr>
          <p:cNvPr id="1219" name="Google Shape;1219;p187"/>
          <p:cNvSpPr txBox="1"/>
          <p:nvPr>
            <p:ph idx="7" type="body"/>
          </p:nvPr>
        </p:nvSpPr>
        <p:spPr>
          <a:xfrm>
            <a:off x="4629150" y="3349229"/>
            <a:ext cx="1965600" cy="1072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800"/>
              <a:buNone/>
              <a:defRPr sz="800"/>
            </a:lvl1pPr>
            <a:lvl2pPr indent="-228600" lvl="1" marL="914400" algn="l">
              <a:lnSpc>
                <a:spcPct val="100000"/>
              </a:lnSpc>
              <a:spcBef>
                <a:spcPts val="900"/>
              </a:spcBef>
              <a:spcAft>
                <a:spcPts val="0"/>
              </a:spcAft>
              <a:buClr>
                <a:schemeClr val="dk1"/>
              </a:buClr>
              <a:buSzPts val="800"/>
              <a:buNone/>
              <a:defRPr sz="800"/>
            </a:lvl2pPr>
            <a:lvl3pPr indent="-279400" lvl="2" marL="1371600" algn="l">
              <a:lnSpc>
                <a:spcPct val="100000"/>
              </a:lnSpc>
              <a:spcBef>
                <a:spcPts val="400"/>
              </a:spcBef>
              <a:spcAft>
                <a:spcPts val="0"/>
              </a:spcAft>
              <a:buClr>
                <a:schemeClr val="dk1"/>
              </a:buClr>
              <a:buSzPts val="800"/>
              <a:buChar char="•"/>
              <a:defRPr sz="800"/>
            </a:lvl3pPr>
            <a:lvl4pPr indent="-279400" lvl="3" marL="1828800" algn="l">
              <a:lnSpc>
                <a:spcPct val="100000"/>
              </a:lnSpc>
              <a:spcBef>
                <a:spcPts val="200"/>
              </a:spcBef>
              <a:spcAft>
                <a:spcPts val="0"/>
              </a:spcAft>
              <a:buClr>
                <a:schemeClr val="dk1"/>
              </a:buClr>
              <a:buSzPts val="800"/>
              <a:buChar char="⁃"/>
              <a:defRPr sz="800"/>
            </a:lvl4pPr>
            <a:lvl5pPr indent="-279400" lvl="4" marL="2286000" algn="l">
              <a:lnSpc>
                <a:spcPct val="100000"/>
              </a:lnSpc>
              <a:spcBef>
                <a:spcPts val="100"/>
              </a:spcBef>
              <a:spcAft>
                <a:spcPts val="0"/>
              </a:spcAft>
              <a:buClr>
                <a:schemeClr val="dk1"/>
              </a:buClr>
              <a:buSzPts val="800"/>
              <a:buChar char="⁃"/>
              <a:defRPr sz="8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20" name="Google Shape;1220;p187"/>
          <p:cNvSpPr txBox="1"/>
          <p:nvPr>
            <p:ph idx="8" type="body"/>
          </p:nvPr>
        </p:nvSpPr>
        <p:spPr>
          <a:xfrm>
            <a:off x="6704409" y="3349229"/>
            <a:ext cx="1965600" cy="1072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800"/>
              <a:buNone/>
              <a:defRPr sz="800"/>
            </a:lvl1pPr>
            <a:lvl2pPr indent="-228600" lvl="1" marL="914400" algn="l">
              <a:lnSpc>
                <a:spcPct val="100000"/>
              </a:lnSpc>
              <a:spcBef>
                <a:spcPts val="900"/>
              </a:spcBef>
              <a:spcAft>
                <a:spcPts val="0"/>
              </a:spcAft>
              <a:buClr>
                <a:schemeClr val="dk1"/>
              </a:buClr>
              <a:buSzPts val="800"/>
              <a:buNone/>
              <a:defRPr sz="800"/>
            </a:lvl2pPr>
            <a:lvl3pPr indent="-279400" lvl="2" marL="1371600" algn="l">
              <a:lnSpc>
                <a:spcPct val="100000"/>
              </a:lnSpc>
              <a:spcBef>
                <a:spcPts val="400"/>
              </a:spcBef>
              <a:spcAft>
                <a:spcPts val="0"/>
              </a:spcAft>
              <a:buClr>
                <a:schemeClr val="dk1"/>
              </a:buClr>
              <a:buSzPts val="800"/>
              <a:buChar char="•"/>
              <a:defRPr sz="800"/>
            </a:lvl3pPr>
            <a:lvl4pPr indent="-279400" lvl="3" marL="1828800" algn="l">
              <a:lnSpc>
                <a:spcPct val="100000"/>
              </a:lnSpc>
              <a:spcBef>
                <a:spcPts val="200"/>
              </a:spcBef>
              <a:spcAft>
                <a:spcPts val="0"/>
              </a:spcAft>
              <a:buClr>
                <a:schemeClr val="dk1"/>
              </a:buClr>
              <a:buSzPts val="800"/>
              <a:buChar char="⁃"/>
              <a:defRPr sz="800"/>
            </a:lvl4pPr>
            <a:lvl5pPr indent="-279400" lvl="4" marL="2286000" algn="l">
              <a:lnSpc>
                <a:spcPct val="100000"/>
              </a:lnSpc>
              <a:spcBef>
                <a:spcPts val="100"/>
              </a:spcBef>
              <a:spcAft>
                <a:spcPts val="0"/>
              </a:spcAft>
              <a:buClr>
                <a:schemeClr val="dk1"/>
              </a:buClr>
              <a:buSzPts val="800"/>
              <a:buChar char="⁃"/>
              <a:defRPr sz="8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1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_Slide_Text and right picture - White">
  <p:cSld name="Text and right picture - White">
    <p:bg>
      <p:bgPr>
        <a:solidFill>
          <a:schemeClr val="lt1"/>
        </a:solidFill>
      </p:bgPr>
    </p:bg>
    <p:spTree>
      <p:nvGrpSpPr>
        <p:cNvPr id="1221" name="Shape 1221"/>
        <p:cNvGrpSpPr/>
        <p:nvPr/>
      </p:nvGrpSpPr>
      <p:grpSpPr>
        <a:xfrm>
          <a:off x="0" y="0"/>
          <a:ext cx="0" cy="0"/>
          <a:chOff x="0" y="0"/>
          <a:chExt cx="0" cy="0"/>
        </a:xfrm>
      </p:grpSpPr>
      <p:sp>
        <p:nvSpPr>
          <p:cNvPr id="1222" name="Google Shape;1222;p188"/>
          <p:cNvSpPr/>
          <p:nvPr>
            <p:ph idx="2" type="pic"/>
          </p:nvPr>
        </p:nvSpPr>
        <p:spPr>
          <a:xfrm>
            <a:off x="4687458" y="1247185"/>
            <a:ext cx="3930600" cy="2675100"/>
          </a:xfrm>
          <a:prstGeom prst="rect">
            <a:avLst/>
          </a:prstGeom>
          <a:solidFill>
            <a:schemeClr val="accent5"/>
          </a:solidFill>
          <a:ln cap="flat" cmpd="sng" w="76200">
            <a:solidFill>
              <a:srgbClr val="F5FF1E"/>
            </a:solidFill>
            <a:prstDash val="solid"/>
            <a:round/>
            <a:headEnd len="sm" w="sm" type="none"/>
            <a:tailEnd len="sm" w="sm" type="none"/>
          </a:ln>
        </p:spPr>
      </p:sp>
      <p:sp>
        <p:nvSpPr>
          <p:cNvPr id="1223" name="Google Shape;1223;p188"/>
          <p:cNvSpPr txBox="1"/>
          <p:nvPr>
            <p:ph idx="1" type="body"/>
          </p:nvPr>
        </p:nvSpPr>
        <p:spPr>
          <a:xfrm>
            <a:off x="4630339" y="4063604"/>
            <a:ext cx="4039800" cy="207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600"/>
              <a:buNone/>
              <a:defRPr b="0" i="0" sz="6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224" name="Google Shape;1224;p188"/>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225" name="Google Shape;1225;p188"/>
          <p:cNvSpPr txBox="1"/>
          <p:nvPr>
            <p:ph idx="3" type="body"/>
          </p:nvPr>
        </p:nvSpPr>
        <p:spPr>
          <a:xfrm>
            <a:off x="473870" y="1188244"/>
            <a:ext cx="3343200" cy="2755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1100"/>
              <a:buNone/>
              <a:defRPr sz="1100"/>
            </a:lvl1pPr>
            <a:lvl2pPr indent="-228600" lvl="1" marL="914400" algn="l">
              <a:lnSpc>
                <a:spcPct val="100000"/>
              </a:lnSpc>
              <a:spcBef>
                <a:spcPts val="9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200"/>
              </a:spcBef>
              <a:spcAft>
                <a:spcPts val="0"/>
              </a:spcAft>
              <a:buClr>
                <a:schemeClr val="dk1"/>
              </a:buClr>
              <a:buSzPts val="1100"/>
              <a:buChar char="⁃"/>
              <a:defRPr sz="1100"/>
            </a:lvl4pPr>
            <a:lvl5pPr indent="-298450" lvl="4" marL="2286000" algn="l">
              <a:lnSpc>
                <a:spcPct val="100000"/>
              </a:lnSpc>
              <a:spcBef>
                <a:spcPts val="100"/>
              </a:spcBef>
              <a:spcAft>
                <a:spcPts val="0"/>
              </a:spcAft>
              <a:buClr>
                <a:schemeClr val="dk1"/>
              </a:buClr>
              <a:buSzPts val="1100"/>
              <a:buChar char="⁃"/>
              <a:defRPr sz="11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26" name="Google Shape;1226;p188"/>
          <p:cNvSpPr txBox="1"/>
          <p:nvPr>
            <p:ph idx="4" type="body"/>
          </p:nvPr>
        </p:nvSpPr>
        <p:spPr>
          <a:xfrm>
            <a:off x="476251" y="469106"/>
            <a:ext cx="6112800" cy="136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chemeClr val="dk1"/>
              </a:buClr>
              <a:buSzPts val="800"/>
              <a:buNone/>
              <a:defRPr b="0" i="0" sz="800">
                <a:solidFill>
                  <a:schemeClr val="dk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27" name="Google Shape;1227;p188"/>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_Slide_Text and right picture BIG - White">
  <p:cSld name="Text and right picture BIG - White">
    <p:bg>
      <p:bgPr>
        <a:solidFill>
          <a:schemeClr val="lt1"/>
        </a:solidFill>
      </p:bgPr>
    </p:bg>
    <p:spTree>
      <p:nvGrpSpPr>
        <p:cNvPr id="1228" name="Shape 1228"/>
        <p:cNvGrpSpPr/>
        <p:nvPr/>
      </p:nvGrpSpPr>
      <p:grpSpPr>
        <a:xfrm>
          <a:off x="0" y="0"/>
          <a:ext cx="0" cy="0"/>
          <a:chOff x="0" y="0"/>
          <a:chExt cx="0" cy="0"/>
        </a:xfrm>
      </p:grpSpPr>
      <p:sp>
        <p:nvSpPr>
          <p:cNvPr id="1229" name="Google Shape;1229;p189"/>
          <p:cNvSpPr/>
          <p:nvPr>
            <p:ph idx="2" type="pic"/>
          </p:nvPr>
        </p:nvSpPr>
        <p:spPr>
          <a:xfrm>
            <a:off x="3301550" y="512833"/>
            <a:ext cx="5339400" cy="4150800"/>
          </a:xfrm>
          <a:prstGeom prst="rect">
            <a:avLst/>
          </a:prstGeom>
          <a:solidFill>
            <a:schemeClr val="accent5"/>
          </a:solidFill>
          <a:ln cap="flat" cmpd="sng" w="76200">
            <a:solidFill>
              <a:srgbClr val="F5FF1E"/>
            </a:solidFill>
            <a:prstDash val="solid"/>
            <a:round/>
            <a:headEnd len="sm" w="sm" type="none"/>
            <a:tailEnd len="sm" w="sm" type="none"/>
          </a:ln>
        </p:spPr>
      </p:sp>
      <p:sp>
        <p:nvSpPr>
          <p:cNvPr id="1230" name="Google Shape;1230;p189"/>
          <p:cNvSpPr txBox="1"/>
          <p:nvPr>
            <p:ph idx="1" type="body"/>
          </p:nvPr>
        </p:nvSpPr>
        <p:spPr>
          <a:xfrm>
            <a:off x="3428672" y="4354043"/>
            <a:ext cx="4039800" cy="207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600"/>
              <a:buNone/>
              <a:defRPr b="0" i="0" sz="6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231" name="Google Shape;1231;p189"/>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232" name="Google Shape;1232;p189"/>
          <p:cNvSpPr txBox="1"/>
          <p:nvPr>
            <p:ph idx="3" type="body"/>
          </p:nvPr>
        </p:nvSpPr>
        <p:spPr>
          <a:xfrm>
            <a:off x="473870" y="1308497"/>
            <a:ext cx="2646900" cy="2755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1100"/>
              <a:buNone/>
              <a:defRPr sz="1100"/>
            </a:lvl1pPr>
            <a:lvl2pPr indent="-228600" lvl="1" marL="914400" algn="l">
              <a:lnSpc>
                <a:spcPct val="100000"/>
              </a:lnSpc>
              <a:spcBef>
                <a:spcPts val="900"/>
              </a:spcBef>
              <a:spcAft>
                <a:spcPts val="0"/>
              </a:spcAft>
              <a:buSzPts val="1100"/>
              <a:buNone/>
              <a:defRPr sz="1100"/>
            </a:lvl2pPr>
            <a:lvl3pPr indent="-298450" lvl="2" marL="1371600" algn="l">
              <a:lnSpc>
                <a:spcPct val="100000"/>
              </a:lnSpc>
              <a:spcBef>
                <a:spcPts val="400"/>
              </a:spcBef>
              <a:spcAft>
                <a:spcPts val="0"/>
              </a:spcAft>
              <a:buSzPts val="1100"/>
              <a:buChar char="•"/>
              <a:defRPr sz="1100"/>
            </a:lvl3pPr>
            <a:lvl4pPr indent="-298450" lvl="3" marL="1828800" algn="l">
              <a:lnSpc>
                <a:spcPct val="100000"/>
              </a:lnSpc>
              <a:spcBef>
                <a:spcPts val="200"/>
              </a:spcBef>
              <a:spcAft>
                <a:spcPts val="0"/>
              </a:spcAft>
              <a:buSzPts val="1100"/>
              <a:buChar char="⁃"/>
              <a:defRPr sz="1100"/>
            </a:lvl4pPr>
            <a:lvl5pPr indent="-298450" lvl="4" marL="2286000" algn="l">
              <a:lnSpc>
                <a:spcPct val="100000"/>
              </a:lnSpc>
              <a:spcBef>
                <a:spcPts val="100"/>
              </a:spcBef>
              <a:spcAft>
                <a:spcPts val="0"/>
              </a:spcAft>
              <a:buSzPts val="1100"/>
              <a:buChar char="⁃"/>
              <a:defRPr sz="11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233" name="Google Shape;1233;p189"/>
          <p:cNvSpPr txBox="1"/>
          <p:nvPr>
            <p:ph idx="4" type="body"/>
          </p:nvPr>
        </p:nvSpPr>
        <p:spPr>
          <a:xfrm>
            <a:off x="476251" y="469106"/>
            <a:ext cx="2644500" cy="148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234" name="Google Shape;1234;p189"/>
          <p:cNvSpPr txBox="1"/>
          <p:nvPr>
            <p:ph type="title"/>
          </p:nvPr>
        </p:nvSpPr>
        <p:spPr>
          <a:xfrm>
            <a:off x="473870" y="619857"/>
            <a:ext cx="26469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_Slide_Text and right picture 1/2 - Stone">
  <p:cSld name="Text and right picture 1/2 - Stone">
    <p:bg>
      <p:bgPr>
        <a:solidFill>
          <a:schemeClr val="lt1"/>
        </a:solidFill>
      </p:bgPr>
    </p:bg>
    <p:spTree>
      <p:nvGrpSpPr>
        <p:cNvPr id="1235" name="Shape 1235"/>
        <p:cNvGrpSpPr/>
        <p:nvPr/>
      </p:nvGrpSpPr>
      <p:grpSpPr>
        <a:xfrm>
          <a:off x="0" y="0"/>
          <a:ext cx="0" cy="0"/>
          <a:chOff x="0" y="0"/>
          <a:chExt cx="0" cy="0"/>
        </a:xfrm>
      </p:grpSpPr>
      <p:sp>
        <p:nvSpPr>
          <p:cNvPr id="1236" name="Google Shape;1236;p190"/>
          <p:cNvSpPr/>
          <p:nvPr/>
        </p:nvSpPr>
        <p:spPr>
          <a:xfrm>
            <a:off x="-1" y="2578298"/>
            <a:ext cx="9144000" cy="2565300"/>
          </a:xfrm>
          <a:prstGeom prst="rect">
            <a:avLst/>
          </a:prstGeom>
          <a:solidFill>
            <a:schemeClr val="accent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237" name="Google Shape;1237;p190"/>
          <p:cNvSpPr/>
          <p:nvPr>
            <p:ph idx="2" type="pic"/>
          </p:nvPr>
        </p:nvSpPr>
        <p:spPr>
          <a:xfrm>
            <a:off x="4626769" y="1188245"/>
            <a:ext cx="4043400" cy="2755200"/>
          </a:xfrm>
          <a:prstGeom prst="rect">
            <a:avLst/>
          </a:prstGeom>
          <a:solidFill>
            <a:schemeClr val="dk1"/>
          </a:solidFill>
          <a:ln>
            <a:noFill/>
          </a:ln>
        </p:spPr>
      </p:sp>
      <p:sp>
        <p:nvSpPr>
          <p:cNvPr id="1238" name="Google Shape;1238;p190"/>
          <p:cNvSpPr txBox="1"/>
          <p:nvPr>
            <p:ph idx="1" type="body"/>
          </p:nvPr>
        </p:nvSpPr>
        <p:spPr>
          <a:xfrm>
            <a:off x="4626770" y="4063604"/>
            <a:ext cx="4043400" cy="207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600"/>
              <a:buNone/>
              <a:defRPr b="0" i="0" sz="6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239" name="Google Shape;1239;p190"/>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240" name="Google Shape;1240;p190"/>
          <p:cNvSpPr txBox="1"/>
          <p:nvPr>
            <p:ph idx="3" type="body"/>
          </p:nvPr>
        </p:nvSpPr>
        <p:spPr>
          <a:xfrm>
            <a:off x="473869" y="1188244"/>
            <a:ext cx="2831400" cy="1275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41" name="Google Shape;1241;p190"/>
          <p:cNvSpPr txBox="1"/>
          <p:nvPr>
            <p:ph idx="4" type="body"/>
          </p:nvPr>
        </p:nvSpPr>
        <p:spPr>
          <a:xfrm>
            <a:off x="473869" y="2815016"/>
            <a:ext cx="2831400" cy="1485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42" name="Google Shape;1242;p190"/>
          <p:cNvSpPr txBox="1"/>
          <p:nvPr/>
        </p:nvSpPr>
        <p:spPr>
          <a:xfrm>
            <a:off x="2625367" y="4761251"/>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Arial"/>
                <a:ea typeface="Arial"/>
                <a:cs typeface="Arial"/>
                <a:sym typeface="Arial"/>
              </a:rPr>
              <a:t>Verizon confidential and proprietary. Unauthorized disclosure, reproduction or other use prohibited.</a:t>
            </a:r>
            <a:endParaRPr b="0" i="0" sz="1100" u="none" cap="none" strike="noStrike">
              <a:solidFill>
                <a:srgbClr val="000000"/>
              </a:solidFill>
              <a:latin typeface="Arial"/>
              <a:ea typeface="Arial"/>
              <a:cs typeface="Arial"/>
              <a:sym typeface="Arial"/>
            </a:endParaRPr>
          </a:p>
        </p:txBody>
      </p:sp>
      <p:pic>
        <p:nvPicPr>
          <p:cNvPr id="1243" name="Google Shape;1243;p190"/>
          <p:cNvPicPr preferRelativeResize="0"/>
          <p:nvPr/>
        </p:nvPicPr>
        <p:blipFill rotWithShape="1">
          <a:blip r:embed="rId2">
            <a:alphaModFix/>
          </a:blip>
          <a:srcRect b="0" l="0" r="0" t="0"/>
          <a:stretch/>
        </p:blipFill>
        <p:spPr>
          <a:xfrm>
            <a:off x="372624" y="4632722"/>
            <a:ext cx="841577" cy="344233"/>
          </a:xfrm>
          <a:prstGeom prst="rect">
            <a:avLst/>
          </a:prstGeom>
          <a:noFill/>
          <a:ln>
            <a:noFill/>
          </a:ln>
        </p:spPr>
      </p:pic>
      <p:sp>
        <p:nvSpPr>
          <p:cNvPr id="1244" name="Google Shape;1244;p190"/>
          <p:cNvSpPr txBox="1"/>
          <p:nvPr>
            <p:ph idx="5" type="body"/>
          </p:nvPr>
        </p:nvSpPr>
        <p:spPr>
          <a:xfrm>
            <a:off x="476251" y="469106"/>
            <a:ext cx="6112800" cy="136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chemeClr val="dk1"/>
              </a:buClr>
              <a:buSzPts val="800"/>
              <a:buNone/>
              <a:defRPr b="0" i="0" sz="800">
                <a:solidFill>
                  <a:schemeClr val="dk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45" name="Google Shape;1245;p190"/>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_Slide_Title and Content">
  <p:cSld name="Title and Content">
    <p:bg>
      <p:bgPr>
        <a:solidFill>
          <a:schemeClr val="lt1"/>
        </a:solidFill>
      </p:bgPr>
    </p:bg>
    <p:spTree>
      <p:nvGrpSpPr>
        <p:cNvPr id="1246" name="Shape 1246"/>
        <p:cNvGrpSpPr/>
        <p:nvPr/>
      </p:nvGrpSpPr>
      <p:grpSpPr>
        <a:xfrm>
          <a:off x="0" y="0"/>
          <a:ext cx="0" cy="0"/>
          <a:chOff x="0" y="0"/>
          <a:chExt cx="0" cy="0"/>
        </a:xfrm>
      </p:grpSpPr>
      <p:sp>
        <p:nvSpPr>
          <p:cNvPr id="1247" name="Google Shape;1247;p191"/>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248" name="Google Shape;1248;p191"/>
          <p:cNvSpPr txBox="1"/>
          <p:nvPr>
            <p:ph idx="1" type="body"/>
          </p:nvPr>
        </p:nvSpPr>
        <p:spPr>
          <a:xfrm>
            <a:off x="473870" y="1188244"/>
            <a:ext cx="8196300" cy="3402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SzPts val="900"/>
              <a:buNone/>
              <a:defRPr/>
            </a:lvl1pPr>
            <a:lvl2pPr indent="-228600" lvl="1" marL="914400" algn="l">
              <a:lnSpc>
                <a:spcPct val="100000"/>
              </a:lnSpc>
              <a:spcBef>
                <a:spcPts val="400"/>
              </a:spcBef>
              <a:spcAft>
                <a:spcPts val="0"/>
              </a:spcAft>
              <a:buSzPts val="900"/>
              <a:buNone/>
              <a:defRPr/>
            </a:lvl2pPr>
            <a:lvl3pPr indent="-285750" lvl="2" marL="1371600" algn="l">
              <a:lnSpc>
                <a:spcPct val="100000"/>
              </a:lnSpc>
              <a:spcBef>
                <a:spcPts val="400"/>
              </a:spcBef>
              <a:spcAft>
                <a:spcPts val="0"/>
              </a:spcAft>
              <a:buSzPts val="900"/>
              <a:buChar char="•"/>
              <a:defRPr/>
            </a:lvl3pPr>
            <a:lvl4pPr indent="-285750" lvl="3" marL="1828800" algn="l">
              <a:lnSpc>
                <a:spcPct val="100000"/>
              </a:lnSpc>
              <a:spcBef>
                <a:spcPts val="400"/>
              </a:spcBef>
              <a:spcAft>
                <a:spcPts val="0"/>
              </a:spcAft>
              <a:buSzPts val="900"/>
              <a:buChar char="-"/>
              <a:defRPr/>
            </a:lvl4pPr>
            <a:lvl5pPr indent="-285750" lvl="4" marL="2286000" algn="l">
              <a:lnSpc>
                <a:spcPct val="100000"/>
              </a:lnSpc>
              <a:spcBef>
                <a:spcPts val="400"/>
              </a:spcBef>
              <a:spcAft>
                <a:spcPts val="0"/>
              </a:spcAft>
              <a:buSzPts val="900"/>
              <a:buChar char="-"/>
              <a:defRPr/>
            </a:lvl5pPr>
            <a:lvl6pPr indent="-285750" lvl="5" marL="2743200" algn="l">
              <a:lnSpc>
                <a:spcPct val="90000"/>
              </a:lnSpc>
              <a:spcBef>
                <a:spcPts val="400"/>
              </a:spcBef>
              <a:spcAft>
                <a:spcPts val="0"/>
              </a:spcAft>
              <a:buSzPts val="900"/>
              <a:buChar char="-"/>
              <a:defRPr sz="900"/>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249" name="Google Shape;1249;p191"/>
          <p:cNvSpPr txBox="1"/>
          <p:nvPr>
            <p:ph idx="2" type="body"/>
          </p:nvPr>
        </p:nvSpPr>
        <p:spPr>
          <a:xfrm>
            <a:off x="476251" y="469106"/>
            <a:ext cx="6112800" cy="136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250" name="Google Shape;1250;p191"/>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2_Slide_Six-piece information">
  <p:cSld name="Six-piece information">
    <p:spTree>
      <p:nvGrpSpPr>
        <p:cNvPr id="1251" name="Shape 1251"/>
        <p:cNvGrpSpPr/>
        <p:nvPr/>
      </p:nvGrpSpPr>
      <p:grpSpPr>
        <a:xfrm>
          <a:off x="0" y="0"/>
          <a:ext cx="0" cy="0"/>
          <a:chOff x="0" y="0"/>
          <a:chExt cx="0" cy="0"/>
        </a:xfrm>
      </p:grpSpPr>
      <p:sp>
        <p:nvSpPr>
          <p:cNvPr id="1252" name="Google Shape;1252;p192"/>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253" name="Google Shape;1253;p192"/>
          <p:cNvSpPr txBox="1"/>
          <p:nvPr>
            <p:ph idx="1" type="body"/>
          </p:nvPr>
        </p:nvSpPr>
        <p:spPr>
          <a:xfrm>
            <a:off x="470297" y="1188244"/>
            <a:ext cx="2545500" cy="1263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accent6"/>
              </a:buClr>
              <a:buSzPts val="1100"/>
              <a:buNone/>
              <a:defRPr sz="1100">
                <a:solidFill>
                  <a:schemeClr val="accent6"/>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54" name="Google Shape;1254;p192"/>
          <p:cNvSpPr txBox="1"/>
          <p:nvPr>
            <p:ph idx="2" type="body"/>
          </p:nvPr>
        </p:nvSpPr>
        <p:spPr>
          <a:xfrm>
            <a:off x="476251" y="469106"/>
            <a:ext cx="6112800" cy="136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255" name="Google Shape;1255;p192"/>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56" name="Google Shape;1256;p192"/>
          <p:cNvSpPr txBox="1"/>
          <p:nvPr>
            <p:ph idx="3" type="body"/>
          </p:nvPr>
        </p:nvSpPr>
        <p:spPr>
          <a:xfrm>
            <a:off x="3248025" y="1188244"/>
            <a:ext cx="2545500" cy="1263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accent6"/>
              </a:buClr>
              <a:buSzPts val="1100"/>
              <a:buNone/>
              <a:defRPr sz="1100">
                <a:solidFill>
                  <a:schemeClr val="accent6"/>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57" name="Google Shape;1257;p192"/>
          <p:cNvSpPr txBox="1"/>
          <p:nvPr>
            <p:ph idx="4" type="body"/>
          </p:nvPr>
        </p:nvSpPr>
        <p:spPr>
          <a:xfrm>
            <a:off x="6012656" y="1188244"/>
            <a:ext cx="2545500" cy="1263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accent6"/>
              </a:buClr>
              <a:buSzPts val="1100"/>
              <a:buNone/>
              <a:defRPr sz="1100">
                <a:solidFill>
                  <a:schemeClr val="accent6"/>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58" name="Google Shape;1258;p192"/>
          <p:cNvSpPr txBox="1"/>
          <p:nvPr>
            <p:ph idx="5" type="body"/>
          </p:nvPr>
        </p:nvSpPr>
        <p:spPr>
          <a:xfrm>
            <a:off x="470297" y="2636520"/>
            <a:ext cx="2545500" cy="1263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accent6"/>
              </a:buClr>
              <a:buSzPts val="1100"/>
              <a:buNone/>
              <a:defRPr sz="1100">
                <a:solidFill>
                  <a:schemeClr val="accent6"/>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59" name="Google Shape;1259;p192"/>
          <p:cNvSpPr txBox="1"/>
          <p:nvPr>
            <p:ph idx="6" type="body"/>
          </p:nvPr>
        </p:nvSpPr>
        <p:spPr>
          <a:xfrm>
            <a:off x="3248025" y="2636520"/>
            <a:ext cx="2545500" cy="1263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accent6"/>
              </a:buClr>
              <a:buSzPts val="1100"/>
              <a:buNone/>
              <a:defRPr sz="1100">
                <a:solidFill>
                  <a:schemeClr val="accent6"/>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60" name="Google Shape;1260;p192"/>
          <p:cNvSpPr txBox="1"/>
          <p:nvPr>
            <p:ph idx="7" type="body"/>
          </p:nvPr>
        </p:nvSpPr>
        <p:spPr>
          <a:xfrm>
            <a:off x="6012656" y="2636520"/>
            <a:ext cx="2545500" cy="1263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accent6"/>
              </a:buClr>
              <a:buSzPts val="1100"/>
              <a:buNone/>
              <a:defRPr sz="1100">
                <a:solidFill>
                  <a:schemeClr val="accent6"/>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1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_Slide_Six-image - Stone">
  <p:cSld name="Six-image - Stone">
    <p:bg>
      <p:bgPr>
        <a:solidFill>
          <a:schemeClr val="lt2"/>
        </a:solidFill>
      </p:bgPr>
    </p:bg>
    <p:spTree>
      <p:nvGrpSpPr>
        <p:cNvPr id="1261" name="Shape 1261"/>
        <p:cNvGrpSpPr/>
        <p:nvPr/>
      </p:nvGrpSpPr>
      <p:grpSpPr>
        <a:xfrm>
          <a:off x="0" y="0"/>
          <a:ext cx="0" cy="0"/>
          <a:chOff x="0" y="0"/>
          <a:chExt cx="0" cy="0"/>
        </a:xfrm>
      </p:grpSpPr>
      <p:sp>
        <p:nvSpPr>
          <p:cNvPr id="1262" name="Google Shape;1262;p193"/>
          <p:cNvSpPr/>
          <p:nvPr/>
        </p:nvSpPr>
        <p:spPr>
          <a:xfrm>
            <a:off x="2555081" y="0"/>
            <a:ext cx="6588900" cy="5143500"/>
          </a:xfrm>
          <a:prstGeom prst="rect">
            <a:avLst/>
          </a:prstGeom>
          <a:solidFill>
            <a:srgbClr val="FF3C2D"/>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263" name="Google Shape;1263;p193"/>
          <p:cNvSpPr/>
          <p:nvPr>
            <p:ph idx="2" type="pic"/>
          </p:nvPr>
        </p:nvSpPr>
        <p:spPr>
          <a:xfrm>
            <a:off x="2555081" y="0"/>
            <a:ext cx="2186400" cy="2577000"/>
          </a:xfrm>
          <a:prstGeom prst="rect">
            <a:avLst/>
          </a:prstGeom>
          <a:solidFill>
            <a:schemeClr val="lt1"/>
          </a:solidFill>
          <a:ln>
            <a:noFill/>
          </a:ln>
        </p:spPr>
      </p:sp>
      <p:sp>
        <p:nvSpPr>
          <p:cNvPr id="1264" name="Google Shape;1264;p193"/>
          <p:cNvSpPr txBox="1"/>
          <p:nvPr>
            <p:ph idx="1" type="body"/>
          </p:nvPr>
        </p:nvSpPr>
        <p:spPr>
          <a:xfrm>
            <a:off x="2670803" y="1666851"/>
            <a:ext cx="1689600" cy="801600"/>
          </a:xfrm>
          <a:prstGeom prst="rect">
            <a:avLst/>
          </a:prstGeom>
          <a:noFill/>
          <a:ln>
            <a:noFill/>
          </a:ln>
        </p:spPr>
        <p:txBody>
          <a:bodyPr anchorCtr="0" anchor="b" bIns="0" lIns="0" spcFirstLastPara="1" rIns="0" wrap="square" tIns="0">
            <a:normAutofit/>
          </a:bodyPr>
          <a:lstStyle>
            <a:lvl1pPr indent="-228600" lvl="0" marL="457200" algn="l">
              <a:lnSpc>
                <a:spcPct val="100000"/>
              </a:lnSpc>
              <a:spcBef>
                <a:spcPts val="0"/>
              </a:spcBef>
              <a:spcAft>
                <a:spcPts val="0"/>
              </a:spcAft>
              <a:buSzPts val="900"/>
              <a:buNone/>
              <a:defRPr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265" name="Google Shape;1265;p193"/>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266" name="Google Shape;1266;p193"/>
          <p:cNvSpPr txBox="1"/>
          <p:nvPr>
            <p:ph idx="3" type="body"/>
          </p:nvPr>
        </p:nvSpPr>
        <p:spPr>
          <a:xfrm>
            <a:off x="473869" y="1188244"/>
            <a:ext cx="1955100" cy="2283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67" name="Google Shape;1267;p193"/>
          <p:cNvSpPr txBox="1"/>
          <p:nvPr>
            <p:ph idx="4" type="body"/>
          </p:nvPr>
        </p:nvSpPr>
        <p:spPr>
          <a:xfrm>
            <a:off x="476251" y="469106"/>
            <a:ext cx="1952700" cy="148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268" name="Google Shape;1268;p193"/>
          <p:cNvSpPr txBox="1"/>
          <p:nvPr>
            <p:ph type="title"/>
          </p:nvPr>
        </p:nvSpPr>
        <p:spPr>
          <a:xfrm>
            <a:off x="473870" y="619857"/>
            <a:ext cx="19551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69" name="Google Shape;1269;p193"/>
          <p:cNvSpPr/>
          <p:nvPr>
            <p:ph idx="5" type="pic"/>
          </p:nvPr>
        </p:nvSpPr>
        <p:spPr>
          <a:xfrm>
            <a:off x="4746599" y="2571750"/>
            <a:ext cx="2222700" cy="2571900"/>
          </a:xfrm>
          <a:prstGeom prst="rect">
            <a:avLst/>
          </a:prstGeom>
          <a:solidFill>
            <a:schemeClr val="lt1"/>
          </a:solidFill>
          <a:ln>
            <a:noFill/>
          </a:ln>
        </p:spPr>
      </p:sp>
      <p:sp>
        <p:nvSpPr>
          <p:cNvPr id="1270" name="Google Shape;1270;p193"/>
          <p:cNvSpPr/>
          <p:nvPr>
            <p:ph idx="6" type="pic"/>
          </p:nvPr>
        </p:nvSpPr>
        <p:spPr>
          <a:xfrm>
            <a:off x="6972300" y="0"/>
            <a:ext cx="2186400" cy="2577000"/>
          </a:xfrm>
          <a:prstGeom prst="rect">
            <a:avLst/>
          </a:prstGeom>
          <a:solidFill>
            <a:schemeClr val="lt1"/>
          </a:solidFill>
          <a:ln>
            <a:noFill/>
          </a:ln>
        </p:spPr>
      </p:sp>
      <p:sp>
        <p:nvSpPr>
          <p:cNvPr id="1271" name="Google Shape;1271;p193"/>
          <p:cNvSpPr txBox="1"/>
          <p:nvPr>
            <p:ph idx="7" type="body"/>
          </p:nvPr>
        </p:nvSpPr>
        <p:spPr>
          <a:xfrm>
            <a:off x="7088021" y="1666851"/>
            <a:ext cx="1689600" cy="801600"/>
          </a:xfrm>
          <a:prstGeom prst="rect">
            <a:avLst/>
          </a:prstGeom>
          <a:noFill/>
          <a:ln>
            <a:noFill/>
          </a:ln>
        </p:spPr>
        <p:txBody>
          <a:bodyPr anchorCtr="0" anchor="b" bIns="0" lIns="0" spcFirstLastPara="1" rIns="0" wrap="square" tIns="0">
            <a:normAutofit/>
          </a:bodyPr>
          <a:lstStyle>
            <a:lvl1pPr indent="-228600" lvl="0" marL="457200" algn="l">
              <a:lnSpc>
                <a:spcPct val="100000"/>
              </a:lnSpc>
              <a:spcBef>
                <a:spcPts val="0"/>
              </a:spcBef>
              <a:spcAft>
                <a:spcPts val="0"/>
              </a:spcAft>
              <a:buSzPts val="900"/>
              <a:buNone/>
              <a:defRPr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272" name="Google Shape;1272;p193"/>
          <p:cNvSpPr txBox="1"/>
          <p:nvPr>
            <p:ph idx="8" type="body"/>
          </p:nvPr>
        </p:nvSpPr>
        <p:spPr>
          <a:xfrm>
            <a:off x="4834293" y="2745043"/>
            <a:ext cx="1983600" cy="636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900"/>
              <a:buNone/>
              <a:defRPr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Tree>
  </p:cSld>
  <p:clrMapOvr>
    <a:masterClrMapping/>
  </p:clrMapOvr>
</p:sldLayout>
</file>

<file path=ppt/slideLayouts/slideLayout1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_Slide_Six-image - Yellow">
  <p:cSld name="Six-image - Yellow">
    <p:bg>
      <p:bgPr>
        <a:solidFill>
          <a:schemeClr val="lt2"/>
        </a:solidFill>
      </p:bgPr>
    </p:bg>
    <p:spTree>
      <p:nvGrpSpPr>
        <p:cNvPr id="1273" name="Shape 1273"/>
        <p:cNvGrpSpPr/>
        <p:nvPr/>
      </p:nvGrpSpPr>
      <p:grpSpPr>
        <a:xfrm>
          <a:off x="0" y="0"/>
          <a:ext cx="0" cy="0"/>
          <a:chOff x="0" y="0"/>
          <a:chExt cx="0" cy="0"/>
        </a:xfrm>
      </p:grpSpPr>
      <p:sp>
        <p:nvSpPr>
          <p:cNvPr id="1274" name="Google Shape;1274;p194"/>
          <p:cNvSpPr/>
          <p:nvPr/>
        </p:nvSpPr>
        <p:spPr>
          <a:xfrm>
            <a:off x="2555081" y="0"/>
            <a:ext cx="6588900" cy="5143500"/>
          </a:xfrm>
          <a:prstGeom prst="rect">
            <a:avLst/>
          </a:prstGeom>
          <a:solidFill>
            <a:srgbClr val="F5FF1E"/>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275" name="Google Shape;1275;p194"/>
          <p:cNvSpPr/>
          <p:nvPr>
            <p:ph idx="2" type="pic"/>
          </p:nvPr>
        </p:nvSpPr>
        <p:spPr>
          <a:xfrm>
            <a:off x="4748405" y="0"/>
            <a:ext cx="2171400" cy="2577000"/>
          </a:xfrm>
          <a:prstGeom prst="rect">
            <a:avLst/>
          </a:prstGeom>
          <a:solidFill>
            <a:schemeClr val="dk2"/>
          </a:solidFill>
          <a:ln>
            <a:noFill/>
          </a:ln>
        </p:spPr>
      </p:sp>
      <p:sp>
        <p:nvSpPr>
          <p:cNvPr id="1276" name="Google Shape;1276;p194"/>
          <p:cNvSpPr txBox="1"/>
          <p:nvPr>
            <p:ph idx="1" type="body"/>
          </p:nvPr>
        </p:nvSpPr>
        <p:spPr>
          <a:xfrm>
            <a:off x="4864127" y="1666851"/>
            <a:ext cx="1689600" cy="801600"/>
          </a:xfrm>
          <a:prstGeom prst="rect">
            <a:avLst/>
          </a:prstGeom>
          <a:noFill/>
          <a:ln>
            <a:noFill/>
          </a:ln>
        </p:spPr>
        <p:txBody>
          <a:bodyPr anchorCtr="0" anchor="b" bIns="0" lIns="0" spcFirstLastPara="1" rIns="0" wrap="square" tIns="0">
            <a:normAutofit/>
          </a:bodyPr>
          <a:lstStyle>
            <a:lvl1pPr indent="-228600" lvl="0" marL="457200" algn="l">
              <a:lnSpc>
                <a:spcPct val="100000"/>
              </a:lnSpc>
              <a:spcBef>
                <a:spcPts val="0"/>
              </a:spcBef>
              <a:spcAft>
                <a:spcPts val="0"/>
              </a:spcAft>
              <a:buSzPts val="900"/>
              <a:buNone/>
              <a:defRPr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277" name="Google Shape;1277;p194"/>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278" name="Google Shape;1278;p194"/>
          <p:cNvSpPr txBox="1"/>
          <p:nvPr>
            <p:ph idx="3" type="body"/>
          </p:nvPr>
        </p:nvSpPr>
        <p:spPr>
          <a:xfrm>
            <a:off x="473869" y="1188244"/>
            <a:ext cx="1955100" cy="2283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279" name="Google Shape;1279;p194"/>
          <p:cNvSpPr txBox="1"/>
          <p:nvPr>
            <p:ph idx="4" type="body"/>
          </p:nvPr>
        </p:nvSpPr>
        <p:spPr>
          <a:xfrm>
            <a:off x="476251" y="469106"/>
            <a:ext cx="1952700" cy="148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280" name="Google Shape;1280;p194"/>
          <p:cNvSpPr txBox="1"/>
          <p:nvPr>
            <p:ph type="title"/>
          </p:nvPr>
        </p:nvSpPr>
        <p:spPr>
          <a:xfrm>
            <a:off x="473870" y="619857"/>
            <a:ext cx="19551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81" name="Google Shape;1281;p194"/>
          <p:cNvSpPr/>
          <p:nvPr>
            <p:ph idx="5" type="pic"/>
          </p:nvPr>
        </p:nvSpPr>
        <p:spPr>
          <a:xfrm>
            <a:off x="6921268" y="2571750"/>
            <a:ext cx="2222700" cy="2571900"/>
          </a:xfrm>
          <a:prstGeom prst="rect">
            <a:avLst/>
          </a:prstGeom>
          <a:solidFill>
            <a:schemeClr val="dk2"/>
          </a:solidFill>
          <a:ln>
            <a:noFill/>
          </a:ln>
        </p:spPr>
      </p:sp>
      <p:sp>
        <p:nvSpPr>
          <p:cNvPr id="1282" name="Google Shape;1282;p194"/>
          <p:cNvSpPr txBox="1"/>
          <p:nvPr>
            <p:ph idx="6" type="body"/>
          </p:nvPr>
        </p:nvSpPr>
        <p:spPr>
          <a:xfrm>
            <a:off x="7008962" y="2745043"/>
            <a:ext cx="1983600" cy="636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900"/>
              <a:buNone/>
              <a:defRPr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283" name="Google Shape;1283;p194"/>
          <p:cNvSpPr/>
          <p:nvPr>
            <p:ph idx="7" type="pic"/>
          </p:nvPr>
        </p:nvSpPr>
        <p:spPr>
          <a:xfrm>
            <a:off x="2555082" y="2571750"/>
            <a:ext cx="2190000" cy="2571900"/>
          </a:xfrm>
          <a:prstGeom prst="rect">
            <a:avLst/>
          </a:prstGeom>
          <a:solidFill>
            <a:schemeClr val="dk2"/>
          </a:solidFill>
          <a:ln>
            <a:noFill/>
          </a:ln>
        </p:spPr>
      </p:sp>
      <p:sp>
        <p:nvSpPr>
          <p:cNvPr id="1284" name="Google Shape;1284;p194"/>
          <p:cNvSpPr txBox="1"/>
          <p:nvPr>
            <p:ph idx="8" type="body"/>
          </p:nvPr>
        </p:nvSpPr>
        <p:spPr>
          <a:xfrm>
            <a:off x="2642775" y="2745043"/>
            <a:ext cx="1983600" cy="636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900"/>
              <a:buNone/>
              <a:defRPr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Tree>
  </p:cSld>
  <p:clrMapOvr>
    <a:masterClrMapping/>
  </p:clrMapOvr>
</p:sldLayout>
</file>

<file path=ppt/slideLayouts/slideLayout1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5_Slide_Org structure - White">
  <p:cSld name="Org structure - White">
    <p:bg>
      <p:bgPr>
        <a:solidFill>
          <a:schemeClr val="lt1"/>
        </a:solidFill>
      </p:bgPr>
    </p:bg>
    <p:spTree>
      <p:nvGrpSpPr>
        <p:cNvPr id="1285" name="Shape 1285"/>
        <p:cNvGrpSpPr/>
        <p:nvPr/>
      </p:nvGrpSpPr>
      <p:grpSpPr>
        <a:xfrm>
          <a:off x="0" y="0"/>
          <a:ext cx="0" cy="0"/>
          <a:chOff x="0" y="0"/>
          <a:chExt cx="0" cy="0"/>
        </a:xfrm>
      </p:grpSpPr>
      <p:sp>
        <p:nvSpPr>
          <p:cNvPr id="1286" name="Google Shape;1286;p195"/>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287" name="Google Shape;1287;p195"/>
          <p:cNvSpPr txBox="1"/>
          <p:nvPr>
            <p:ph idx="1" type="body"/>
          </p:nvPr>
        </p:nvSpPr>
        <p:spPr>
          <a:xfrm>
            <a:off x="473869" y="1188244"/>
            <a:ext cx="1955100" cy="3083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288" name="Google Shape;1288;p195"/>
          <p:cNvSpPr txBox="1"/>
          <p:nvPr>
            <p:ph idx="2" type="body"/>
          </p:nvPr>
        </p:nvSpPr>
        <p:spPr>
          <a:xfrm>
            <a:off x="476251" y="469106"/>
            <a:ext cx="6112800" cy="136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289" name="Google Shape;1289;p195"/>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9_Slide_Basic table slide">
  <p:cSld name="Basic table slide">
    <p:bg>
      <p:bgPr>
        <a:solidFill>
          <a:schemeClr val="lt2"/>
        </a:solidFill>
      </p:bgPr>
    </p:bg>
    <p:spTree>
      <p:nvGrpSpPr>
        <p:cNvPr id="1290" name="Shape 1290"/>
        <p:cNvGrpSpPr/>
        <p:nvPr/>
      </p:nvGrpSpPr>
      <p:grpSpPr>
        <a:xfrm>
          <a:off x="0" y="0"/>
          <a:ext cx="0" cy="0"/>
          <a:chOff x="0" y="0"/>
          <a:chExt cx="0" cy="0"/>
        </a:xfrm>
      </p:grpSpPr>
      <p:sp>
        <p:nvSpPr>
          <p:cNvPr id="1291" name="Google Shape;1291;p196"/>
          <p:cNvSpPr txBox="1"/>
          <p:nvPr>
            <p:ph idx="1" type="body"/>
          </p:nvPr>
        </p:nvSpPr>
        <p:spPr>
          <a:xfrm>
            <a:off x="4626770" y="469107"/>
            <a:ext cx="4043400" cy="604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900"/>
              <a:buNone/>
              <a:defRPr b="0"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292" name="Google Shape;1292;p196"/>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293" name="Google Shape;1293;p196"/>
          <p:cNvSpPr txBox="1"/>
          <p:nvPr>
            <p:ph idx="2" type="body"/>
          </p:nvPr>
        </p:nvSpPr>
        <p:spPr>
          <a:xfrm>
            <a:off x="473869" y="1794272"/>
            <a:ext cx="1955100" cy="2279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294" name="Google Shape;1294;p196"/>
          <p:cNvSpPr txBox="1"/>
          <p:nvPr>
            <p:ph idx="3" type="body"/>
          </p:nvPr>
        </p:nvSpPr>
        <p:spPr>
          <a:xfrm>
            <a:off x="476251" y="469106"/>
            <a:ext cx="4044600" cy="130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295" name="Google Shape;1295;p196"/>
          <p:cNvSpPr txBox="1"/>
          <p:nvPr>
            <p:ph type="title"/>
          </p:nvPr>
        </p:nvSpPr>
        <p:spPr>
          <a:xfrm>
            <a:off x="473870" y="619857"/>
            <a:ext cx="40470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96" name="Google Shape;1296;p196"/>
          <p:cNvSpPr txBox="1"/>
          <p:nvPr>
            <p:ph idx="4" type="body"/>
          </p:nvPr>
        </p:nvSpPr>
        <p:spPr>
          <a:xfrm>
            <a:off x="2571750" y="1794272"/>
            <a:ext cx="1955100" cy="2279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297" name="Google Shape;1297;p196"/>
          <p:cNvSpPr txBox="1"/>
          <p:nvPr>
            <p:ph idx="5" type="body"/>
          </p:nvPr>
        </p:nvSpPr>
        <p:spPr>
          <a:xfrm>
            <a:off x="4629150" y="1794272"/>
            <a:ext cx="1955100" cy="2279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298" name="Google Shape;1298;p196"/>
          <p:cNvSpPr txBox="1"/>
          <p:nvPr>
            <p:ph idx="6" type="body"/>
          </p:nvPr>
        </p:nvSpPr>
        <p:spPr>
          <a:xfrm>
            <a:off x="6715125" y="1794272"/>
            <a:ext cx="1955100" cy="2279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Tree>
  </p:cSld>
  <p:clrMapOvr>
    <a:masterClrMapping/>
  </p:clrMapOvr>
</p:sldLayout>
</file>

<file path=ppt/slideLayouts/slideLayout1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7_Slide_Left content slide">
  <p:cSld name="Left content slide">
    <p:bg>
      <p:bgPr>
        <a:solidFill>
          <a:schemeClr val="lt1"/>
        </a:solidFill>
      </p:bgPr>
    </p:bg>
    <p:spTree>
      <p:nvGrpSpPr>
        <p:cNvPr id="1299" name="Shape 1299"/>
        <p:cNvGrpSpPr/>
        <p:nvPr/>
      </p:nvGrpSpPr>
      <p:grpSpPr>
        <a:xfrm>
          <a:off x="0" y="0"/>
          <a:ext cx="0" cy="0"/>
          <a:chOff x="0" y="0"/>
          <a:chExt cx="0" cy="0"/>
        </a:xfrm>
      </p:grpSpPr>
      <p:sp>
        <p:nvSpPr>
          <p:cNvPr id="1300" name="Google Shape;1300;p197"/>
          <p:cNvSpPr txBox="1"/>
          <p:nvPr>
            <p:ph idx="1" type="body"/>
          </p:nvPr>
        </p:nvSpPr>
        <p:spPr>
          <a:xfrm>
            <a:off x="476251" y="469106"/>
            <a:ext cx="6112800" cy="136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301" name="Google Shape;1301;p197"/>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302" name="Google Shape;1302;p197"/>
          <p:cNvSpPr txBox="1"/>
          <p:nvPr>
            <p:ph idx="2" type="body"/>
          </p:nvPr>
        </p:nvSpPr>
        <p:spPr>
          <a:xfrm>
            <a:off x="488156" y="1188244"/>
            <a:ext cx="1354800" cy="3083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303" name="Google Shape;1303;p197"/>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8_Slide_Title + Content with Description">
  <p:cSld name="Title + Content with Description">
    <p:bg>
      <p:bgPr>
        <a:solidFill>
          <a:schemeClr val="lt2"/>
        </a:solidFill>
      </p:bgPr>
    </p:bg>
    <p:spTree>
      <p:nvGrpSpPr>
        <p:cNvPr id="1304" name="Shape 1304"/>
        <p:cNvGrpSpPr/>
        <p:nvPr/>
      </p:nvGrpSpPr>
      <p:grpSpPr>
        <a:xfrm>
          <a:off x="0" y="0"/>
          <a:ext cx="0" cy="0"/>
          <a:chOff x="0" y="0"/>
          <a:chExt cx="0" cy="0"/>
        </a:xfrm>
      </p:grpSpPr>
      <p:sp>
        <p:nvSpPr>
          <p:cNvPr id="1305" name="Google Shape;1305;p198"/>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306" name="Google Shape;1306;p198"/>
          <p:cNvSpPr txBox="1"/>
          <p:nvPr>
            <p:ph idx="1" type="body"/>
          </p:nvPr>
        </p:nvSpPr>
        <p:spPr>
          <a:xfrm>
            <a:off x="473868" y="1188244"/>
            <a:ext cx="8196300" cy="3447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SzPts val="900"/>
              <a:buNone/>
              <a:defRPr/>
            </a:lvl1pPr>
            <a:lvl2pPr indent="-228600" lvl="1" marL="914400" algn="l">
              <a:lnSpc>
                <a:spcPct val="100000"/>
              </a:lnSpc>
              <a:spcBef>
                <a:spcPts val="400"/>
              </a:spcBef>
              <a:spcAft>
                <a:spcPts val="0"/>
              </a:spcAft>
              <a:buSzPts val="900"/>
              <a:buNone/>
              <a:defRPr/>
            </a:lvl2pPr>
            <a:lvl3pPr indent="-285750" lvl="2" marL="1371600" algn="l">
              <a:lnSpc>
                <a:spcPct val="100000"/>
              </a:lnSpc>
              <a:spcBef>
                <a:spcPts val="400"/>
              </a:spcBef>
              <a:spcAft>
                <a:spcPts val="0"/>
              </a:spcAft>
              <a:buSzPts val="900"/>
              <a:buChar char="•"/>
              <a:defRPr/>
            </a:lvl3pPr>
            <a:lvl4pPr indent="-285750" lvl="3" marL="1828800" algn="l">
              <a:lnSpc>
                <a:spcPct val="100000"/>
              </a:lnSpc>
              <a:spcBef>
                <a:spcPts val="400"/>
              </a:spcBef>
              <a:spcAft>
                <a:spcPts val="0"/>
              </a:spcAft>
              <a:buSzPts val="900"/>
              <a:buChar char="-"/>
              <a:defRPr/>
            </a:lvl4pPr>
            <a:lvl5pPr indent="-285750" lvl="4" marL="2286000" algn="l">
              <a:lnSpc>
                <a:spcPct val="100000"/>
              </a:lnSpc>
              <a:spcBef>
                <a:spcPts val="400"/>
              </a:spcBef>
              <a:spcAft>
                <a:spcPts val="0"/>
              </a:spcAft>
              <a:buSzPts val="900"/>
              <a:buChar char="-"/>
              <a:defRPr/>
            </a:lvl5pPr>
            <a:lvl6pPr indent="-285750" lvl="5" marL="2743200" algn="l">
              <a:lnSpc>
                <a:spcPct val="90000"/>
              </a:lnSpc>
              <a:spcBef>
                <a:spcPts val="400"/>
              </a:spcBef>
              <a:spcAft>
                <a:spcPts val="0"/>
              </a:spcAft>
              <a:buSzPts val="900"/>
              <a:buChar char="-"/>
              <a:defRPr sz="900"/>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307" name="Google Shape;1307;p198"/>
          <p:cNvSpPr txBox="1"/>
          <p:nvPr>
            <p:ph idx="2" type="body"/>
          </p:nvPr>
        </p:nvSpPr>
        <p:spPr>
          <a:xfrm>
            <a:off x="4626770" y="469107"/>
            <a:ext cx="4043400" cy="604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900"/>
              <a:buNone/>
              <a:defRPr b="0"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308" name="Google Shape;1308;p198"/>
          <p:cNvSpPr txBox="1"/>
          <p:nvPr>
            <p:ph idx="3" type="body"/>
          </p:nvPr>
        </p:nvSpPr>
        <p:spPr>
          <a:xfrm>
            <a:off x="476251" y="469106"/>
            <a:ext cx="4044600" cy="130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309" name="Google Shape;1309;p198"/>
          <p:cNvSpPr txBox="1"/>
          <p:nvPr>
            <p:ph type="title"/>
          </p:nvPr>
        </p:nvSpPr>
        <p:spPr>
          <a:xfrm>
            <a:off x="473870" y="619857"/>
            <a:ext cx="40470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_Slide_Title, Content, Chart">
  <p:cSld name="Title, Content, Chart">
    <p:bg>
      <p:bgPr>
        <a:solidFill>
          <a:schemeClr val="lt1"/>
        </a:solidFill>
      </p:bgPr>
    </p:bg>
    <p:spTree>
      <p:nvGrpSpPr>
        <p:cNvPr id="1310" name="Shape 1310"/>
        <p:cNvGrpSpPr/>
        <p:nvPr/>
      </p:nvGrpSpPr>
      <p:grpSpPr>
        <a:xfrm>
          <a:off x="0" y="0"/>
          <a:ext cx="0" cy="0"/>
          <a:chOff x="0" y="0"/>
          <a:chExt cx="0" cy="0"/>
        </a:xfrm>
      </p:grpSpPr>
      <p:sp>
        <p:nvSpPr>
          <p:cNvPr id="1311" name="Google Shape;1311;p199"/>
          <p:cNvSpPr txBox="1"/>
          <p:nvPr>
            <p:ph idx="1" type="body"/>
          </p:nvPr>
        </p:nvSpPr>
        <p:spPr>
          <a:xfrm>
            <a:off x="473869" y="4161138"/>
            <a:ext cx="2817000" cy="422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600"/>
              <a:buNone/>
              <a:defRPr b="0" i="0" sz="6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cxnSp>
        <p:nvCxnSpPr>
          <p:cNvPr id="1312" name="Google Shape;1312;p199"/>
          <p:cNvCxnSpPr/>
          <p:nvPr/>
        </p:nvCxnSpPr>
        <p:spPr>
          <a:xfrm>
            <a:off x="471488" y="4074512"/>
            <a:ext cx="1704900" cy="0"/>
          </a:xfrm>
          <a:prstGeom prst="straightConnector1">
            <a:avLst/>
          </a:prstGeom>
          <a:noFill/>
          <a:ln cap="flat" cmpd="sng" w="9525">
            <a:solidFill>
              <a:srgbClr val="7F7F7F"/>
            </a:solidFill>
            <a:prstDash val="solid"/>
            <a:miter lim="800000"/>
            <a:headEnd len="sm" w="sm" type="none"/>
            <a:tailEnd len="sm" w="sm" type="none"/>
          </a:ln>
        </p:spPr>
      </p:cxnSp>
      <p:sp>
        <p:nvSpPr>
          <p:cNvPr id="1313" name="Google Shape;1313;p199"/>
          <p:cNvSpPr/>
          <p:nvPr>
            <p:ph idx="2" type="chart"/>
          </p:nvPr>
        </p:nvSpPr>
        <p:spPr>
          <a:xfrm>
            <a:off x="4480322" y="1013937"/>
            <a:ext cx="4189800" cy="3642000"/>
          </a:xfrm>
          <a:prstGeom prst="rect">
            <a:avLst/>
          </a:prstGeom>
          <a:noFill/>
          <a:ln>
            <a:noFill/>
          </a:ln>
        </p:spPr>
        <p:txBody>
          <a:bodyPr anchorCtr="0" anchor="t" bIns="0" lIns="0" spcFirstLastPara="1" rIns="0" wrap="square" tIns="0">
            <a:noAutofit/>
          </a:bodyPr>
          <a:lstStyle>
            <a:lvl1pPr lvl="0" marR="0" rtl="0" algn="l">
              <a:lnSpc>
                <a:spcPct val="100000"/>
              </a:lnSpc>
              <a:spcBef>
                <a:spcPts val="800"/>
              </a:spcBef>
              <a:spcAft>
                <a:spcPts val="0"/>
              </a:spcAft>
              <a:buClr>
                <a:schemeClr val="dk1"/>
              </a:buClr>
              <a:buSzPts val="900"/>
              <a:buFont typeface="Arial"/>
              <a:buNone/>
              <a:defRPr b="1" i="0" sz="900" u="none" cap="none" strike="noStrike">
                <a:solidFill>
                  <a:schemeClr val="dk1"/>
                </a:solidFill>
                <a:latin typeface="Arial"/>
                <a:ea typeface="Arial"/>
                <a:cs typeface="Arial"/>
                <a:sym typeface="Arial"/>
              </a:defRPr>
            </a:lvl1pPr>
            <a:lvl2pPr lvl="1" marR="0" rtl="0" algn="l">
              <a:lnSpc>
                <a:spcPct val="100000"/>
              </a:lnSpc>
              <a:spcBef>
                <a:spcPts val="40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2pPr>
            <a:lvl3pPr lvl="2" marR="0" rtl="0" algn="l">
              <a:lnSpc>
                <a:spcPct val="100000"/>
              </a:lnSpc>
              <a:spcBef>
                <a:spcPts val="4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3pPr>
            <a:lvl4pPr lvl="3" marR="0" rtl="0" algn="l">
              <a:lnSpc>
                <a:spcPct val="100000"/>
              </a:lnSpc>
              <a:spcBef>
                <a:spcPts val="400"/>
              </a:spcBef>
              <a:spcAft>
                <a:spcPts val="0"/>
              </a:spcAft>
              <a:buClr>
                <a:schemeClr val="dk1"/>
              </a:buClr>
              <a:buSzPts val="900"/>
              <a:buFont typeface="NTR"/>
              <a:buChar char="-"/>
              <a:defRPr b="0" i="0" sz="900" u="none" cap="none" strike="noStrike">
                <a:solidFill>
                  <a:schemeClr val="dk1"/>
                </a:solidFill>
                <a:latin typeface="Arial"/>
                <a:ea typeface="Arial"/>
                <a:cs typeface="Arial"/>
                <a:sym typeface="Arial"/>
              </a:defRPr>
            </a:lvl4pPr>
            <a:lvl5pPr lvl="4" marR="0" rtl="0" algn="l">
              <a:lnSpc>
                <a:spcPct val="100000"/>
              </a:lnSpc>
              <a:spcBef>
                <a:spcPts val="400"/>
              </a:spcBef>
              <a:spcAft>
                <a:spcPts val="0"/>
              </a:spcAft>
              <a:buClr>
                <a:schemeClr val="dk1"/>
              </a:buClr>
              <a:buSzPts val="900"/>
              <a:buFont typeface="NTR"/>
              <a:buChar char="-"/>
              <a:defRPr b="0" i="0" sz="900" u="none" cap="none" strike="noStrike">
                <a:solidFill>
                  <a:schemeClr val="dk1"/>
                </a:solidFill>
                <a:latin typeface="Arial"/>
                <a:ea typeface="Arial"/>
                <a:cs typeface="Arial"/>
                <a:sym typeface="Arial"/>
              </a:defRPr>
            </a:lvl5pPr>
            <a:lvl6pPr lvl="5"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lvl="6"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lvl="7"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lvl="8"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1314" name="Google Shape;1314;p199"/>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315" name="Google Shape;1315;p199"/>
          <p:cNvSpPr txBox="1"/>
          <p:nvPr>
            <p:ph idx="3" type="body"/>
          </p:nvPr>
        </p:nvSpPr>
        <p:spPr>
          <a:xfrm>
            <a:off x="488156" y="1188244"/>
            <a:ext cx="3329100" cy="2755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316" name="Google Shape;1316;p199"/>
          <p:cNvSpPr txBox="1"/>
          <p:nvPr>
            <p:ph idx="4" type="body"/>
          </p:nvPr>
        </p:nvSpPr>
        <p:spPr>
          <a:xfrm>
            <a:off x="476251" y="469106"/>
            <a:ext cx="4044600" cy="142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317" name="Google Shape;1317;p199"/>
          <p:cNvSpPr txBox="1"/>
          <p:nvPr>
            <p:ph type="title"/>
          </p:nvPr>
        </p:nvSpPr>
        <p:spPr>
          <a:xfrm>
            <a:off x="473870" y="619857"/>
            <a:ext cx="40470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1_Slide_Numbers graphic slide">
  <p:cSld name="Numbers graphic slide">
    <p:spTree>
      <p:nvGrpSpPr>
        <p:cNvPr id="1318" name="Shape 1318"/>
        <p:cNvGrpSpPr/>
        <p:nvPr/>
      </p:nvGrpSpPr>
      <p:grpSpPr>
        <a:xfrm>
          <a:off x="0" y="0"/>
          <a:ext cx="0" cy="0"/>
          <a:chOff x="0" y="0"/>
          <a:chExt cx="0" cy="0"/>
        </a:xfrm>
      </p:grpSpPr>
      <p:sp>
        <p:nvSpPr>
          <p:cNvPr id="1319" name="Google Shape;1319;p200"/>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320" name="Google Shape;1320;p200"/>
          <p:cNvSpPr txBox="1"/>
          <p:nvPr>
            <p:ph idx="1" type="body"/>
          </p:nvPr>
        </p:nvSpPr>
        <p:spPr>
          <a:xfrm>
            <a:off x="473870" y="1143000"/>
            <a:ext cx="2646900" cy="1022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accent6"/>
              </a:buClr>
              <a:buSzPts val="7500"/>
              <a:buNone/>
              <a:defRPr i="0" sz="7500">
                <a:solidFill>
                  <a:schemeClr val="accent6"/>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321" name="Google Shape;1321;p200"/>
          <p:cNvSpPr txBox="1"/>
          <p:nvPr>
            <p:ph idx="2" type="body"/>
          </p:nvPr>
        </p:nvSpPr>
        <p:spPr>
          <a:xfrm>
            <a:off x="473869" y="2244222"/>
            <a:ext cx="2448300" cy="384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322" name="Google Shape;1322;p200"/>
          <p:cNvSpPr txBox="1"/>
          <p:nvPr>
            <p:ph idx="3" type="body"/>
          </p:nvPr>
        </p:nvSpPr>
        <p:spPr>
          <a:xfrm>
            <a:off x="476251" y="469106"/>
            <a:ext cx="6112800" cy="136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323" name="Google Shape;1323;p200"/>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24" name="Google Shape;1324;p200"/>
          <p:cNvSpPr txBox="1"/>
          <p:nvPr>
            <p:ph idx="4" type="body"/>
          </p:nvPr>
        </p:nvSpPr>
        <p:spPr>
          <a:xfrm>
            <a:off x="3257550" y="1143000"/>
            <a:ext cx="2646900" cy="1022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accent6"/>
              </a:buClr>
              <a:buSzPts val="7500"/>
              <a:buNone/>
              <a:defRPr i="0" sz="7500">
                <a:solidFill>
                  <a:schemeClr val="accent6"/>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325" name="Google Shape;1325;p200"/>
          <p:cNvSpPr txBox="1"/>
          <p:nvPr>
            <p:ph idx="5" type="body"/>
          </p:nvPr>
        </p:nvSpPr>
        <p:spPr>
          <a:xfrm>
            <a:off x="3257549" y="2244222"/>
            <a:ext cx="2448300" cy="384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326" name="Google Shape;1326;p200"/>
          <p:cNvSpPr txBox="1"/>
          <p:nvPr>
            <p:ph idx="6" type="body"/>
          </p:nvPr>
        </p:nvSpPr>
        <p:spPr>
          <a:xfrm>
            <a:off x="6013107" y="1143000"/>
            <a:ext cx="2646900" cy="1022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accent6"/>
              </a:buClr>
              <a:buSzPts val="7500"/>
              <a:buNone/>
              <a:defRPr i="0" sz="7500">
                <a:solidFill>
                  <a:schemeClr val="accent6"/>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327" name="Google Shape;1327;p200"/>
          <p:cNvSpPr txBox="1"/>
          <p:nvPr>
            <p:ph idx="7" type="body"/>
          </p:nvPr>
        </p:nvSpPr>
        <p:spPr>
          <a:xfrm>
            <a:off x="6013106" y="2244222"/>
            <a:ext cx="2448300" cy="384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328" name="Google Shape;1328;p200"/>
          <p:cNvSpPr txBox="1"/>
          <p:nvPr>
            <p:ph idx="8" type="body"/>
          </p:nvPr>
        </p:nvSpPr>
        <p:spPr>
          <a:xfrm>
            <a:off x="473870" y="2857500"/>
            <a:ext cx="2646900" cy="1022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accent6"/>
              </a:buClr>
              <a:buSzPts val="7500"/>
              <a:buNone/>
              <a:defRPr i="0" sz="7500">
                <a:solidFill>
                  <a:schemeClr val="accent6"/>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329" name="Google Shape;1329;p200"/>
          <p:cNvSpPr txBox="1"/>
          <p:nvPr>
            <p:ph idx="9" type="body"/>
          </p:nvPr>
        </p:nvSpPr>
        <p:spPr>
          <a:xfrm>
            <a:off x="473869" y="3958722"/>
            <a:ext cx="2448300" cy="384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330" name="Google Shape;1330;p200"/>
          <p:cNvSpPr txBox="1"/>
          <p:nvPr>
            <p:ph idx="13" type="body"/>
          </p:nvPr>
        </p:nvSpPr>
        <p:spPr>
          <a:xfrm>
            <a:off x="3257550" y="2857500"/>
            <a:ext cx="2646900" cy="1022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accent6"/>
              </a:buClr>
              <a:buSzPts val="7500"/>
              <a:buNone/>
              <a:defRPr i="0" sz="7500">
                <a:solidFill>
                  <a:schemeClr val="accent6"/>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331" name="Google Shape;1331;p200"/>
          <p:cNvSpPr txBox="1"/>
          <p:nvPr>
            <p:ph idx="14" type="body"/>
          </p:nvPr>
        </p:nvSpPr>
        <p:spPr>
          <a:xfrm>
            <a:off x="3257549" y="3958722"/>
            <a:ext cx="2448300" cy="384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332" name="Google Shape;1332;p200"/>
          <p:cNvSpPr txBox="1"/>
          <p:nvPr>
            <p:ph idx="15" type="body"/>
          </p:nvPr>
        </p:nvSpPr>
        <p:spPr>
          <a:xfrm>
            <a:off x="6013107" y="2857500"/>
            <a:ext cx="2646900" cy="1022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accent6"/>
              </a:buClr>
              <a:buSzPts val="7500"/>
              <a:buNone/>
              <a:defRPr i="0" sz="7500">
                <a:solidFill>
                  <a:schemeClr val="accent6"/>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333" name="Google Shape;1333;p200"/>
          <p:cNvSpPr txBox="1"/>
          <p:nvPr>
            <p:ph idx="16" type="body"/>
          </p:nvPr>
        </p:nvSpPr>
        <p:spPr>
          <a:xfrm>
            <a:off x="6013106" y="3958722"/>
            <a:ext cx="2448300" cy="384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Tree>
  </p:cSld>
  <p:clrMapOvr>
    <a:masterClrMapping/>
  </p:clrMapOvr>
</p:sldLayout>
</file>

<file path=ppt/slideLayouts/slideLayout1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4_Slide_Ender 1 - White">
  <p:cSld name="Ender 1 - White">
    <p:bg>
      <p:bgPr>
        <a:solidFill>
          <a:srgbClr val="FFFFFF"/>
        </a:solidFill>
      </p:bgPr>
    </p:bg>
    <p:spTree>
      <p:nvGrpSpPr>
        <p:cNvPr id="1334" name="Shape 1334"/>
        <p:cNvGrpSpPr/>
        <p:nvPr/>
      </p:nvGrpSpPr>
      <p:grpSpPr>
        <a:xfrm>
          <a:off x="0" y="0"/>
          <a:ext cx="0" cy="0"/>
          <a:chOff x="0" y="0"/>
          <a:chExt cx="0" cy="0"/>
        </a:xfrm>
      </p:grpSpPr>
      <p:sp>
        <p:nvSpPr>
          <p:cNvPr id="1335" name="Google Shape;1335;p201"/>
          <p:cNvSpPr/>
          <p:nvPr/>
        </p:nvSpPr>
        <p:spPr>
          <a:xfrm>
            <a:off x="217609" y="4741252"/>
            <a:ext cx="6185400" cy="2241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1336" name="Google Shape;1336;p201"/>
          <p:cNvPicPr preferRelativeResize="0"/>
          <p:nvPr/>
        </p:nvPicPr>
        <p:blipFill rotWithShape="1">
          <a:blip r:embed="rId2">
            <a:alphaModFix/>
          </a:blip>
          <a:srcRect b="0" l="0" r="0" t="0"/>
          <a:stretch/>
        </p:blipFill>
        <p:spPr>
          <a:xfrm>
            <a:off x="-847885" y="1531620"/>
            <a:ext cx="10842227" cy="4434839"/>
          </a:xfrm>
          <a:prstGeom prst="rect">
            <a:avLst/>
          </a:prstGeom>
          <a:noFill/>
          <a:ln>
            <a:noFill/>
          </a:ln>
        </p:spPr>
      </p:pic>
    </p:spTree>
  </p:cSld>
  <p:clrMapOvr>
    <a:masterClrMapping/>
  </p:clrMapOvr>
</p:sldLayout>
</file>

<file path=ppt/slideLayouts/slideLayout1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5_Slide_Ender 1 - Black">
  <p:cSld name="Ender 1 - Black">
    <p:bg>
      <p:bgPr>
        <a:solidFill>
          <a:srgbClr val="000000"/>
        </a:solidFill>
      </p:bgPr>
    </p:bg>
    <p:spTree>
      <p:nvGrpSpPr>
        <p:cNvPr id="1337" name="Shape 1337"/>
        <p:cNvGrpSpPr/>
        <p:nvPr/>
      </p:nvGrpSpPr>
      <p:grpSpPr>
        <a:xfrm>
          <a:off x="0" y="0"/>
          <a:ext cx="0" cy="0"/>
          <a:chOff x="0" y="0"/>
          <a:chExt cx="0" cy="0"/>
        </a:xfrm>
      </p:grpSpPr>
      <p:sp>
        <p:nvSpPr>
          <p:cNvPr id="1338" name="Google Shape;1338;p202"/>
          <p:cNvSpPr/>
          <p:nvPr/>
        </p:nvSpPr>
        <p:spPr>
          <a:xfrm>
            <a:off x="217609" y="4741252"/>
            <a:ext cx="6185400" cy="2241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339" name="Google Shape;1339;p202"/>
          <p:cNvSpPr/>
          <p:nvPr/>
        </p:nvSpPr>
        <p:spPr>
          <a:xfrm>
            <a:off x="178044" y="4668716"/>
            <a:ext cx="824400" cy="3099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1340" name="Google Shape;1340;p202"/>
          <p:cNvPicPr preferRelativeResize="0"/>
          <p:nvPr/>
        </p:nvPicPr>
        <p:blipFill rotWithShape="1">
          <a:blip r:embed="rId2">
            <a:alphaModFix/>
          </a:blip>
          <a:srcRect b="0" l="0" r="0" t="0"/>
          <a:stretch/>
        </p:blipFill>
        <p:spPr>
          <a:xfrm>
            <a:off x="-847885" y="1531620"/>
            <a:ext cx="10842227" cy="4434839"/>
          </a:xfrm>
          <a:prstGeom prst="rect">
            <a:avLst/>
          </a:prstGeom>
          <a:noFill/>
          <a:ln>
            <a:noFill/>
          </a:ln>
        </p:spPr>
      </p:pic>
    </p:spTree>
  </p:cSld>
  <p:clrMapOvr>
    <a:masterClrMapping/>
  </p:clrMapOvr>
</p:sldLayout>
</file>

<file path=ppt/slideLayouts/slideLayout1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6_Slide_Ender 2 - White">
  <p:cSld name="Ender 2 - White">
    <p:bg>
      <p:bgPr>
        <a:solidFill>
          <a:srgbClr val="FFFFFF"/>
        </a:solidFill>
      </p:bgPr>
    </p:bg>
    <p:spTree>
      <p:nvGrpSpPr>
        <p:cNvPr id="1341" name="Shape 1341"/>
        <p:cNvGrpSpPr/>
        <p:nvPr/>
      </p:nvGrpSpPr>
      <p:grpSpPr>
        <a:xfrm>
          <a:off x="0" y="0"/>
          <a:ext cx="0" cy="0"/>
          <a:chOff x="0" y="0"/>
          <a:chExt cx="0" cy="0"/>
        </a:xfrm>
      </p:grpSpPr>
      <p:sp>
        <p:nvSpPr>
          <p:cNvPr id="1342" name="Google Shape;1342;p203"/>
          <p:cNvSpPr/>
          <p:nvPr/>
        </p:nvSpPr>
        <p:spPr>
          <a:xfrm>
            <a:off x="217609" y="4741252"/>
            <a:ext cx="6185400" cy="2241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1343" name="Google Shape;1343;p203"/>
          <p:cNvPicPr preferRelativeResize="0"/>
          <p:nvPr/>
        </p:nvPicPr>
        <p:blipFill rotWithShape="1">
          <a:blip r:embed="rId2">
            <a:alphaModFix/>
          </a:blip>
          <a:srcRect b="0" l="0" r="0" t="0"/>
          <a:stretch/>
        </p:blipFill>
        <p:spPr>
          <a:xfrm>
            <a:off x="3045619" y="1140198"/>
            <a:ext cx="3063717" cy="2865567"/>
          </a:xfrm>
          <a:prstGeom prst="rect">
            <a:avLst/>
          </a:prstGeom>
          <a:noFill/>
          <a:ln>
            <a:noFill/>
          </a:ln>
        </p:spPr>
      </p:pic>
    </p:spTree>
  </p:cSld>
  <p:clrMapOvr>
    <a:masterClrMapping/>
  </p:clrMapOvr>
</p:sldLayout>
</file>

<file path=ppt/slideLayouts/slideLayout2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7_Slide_Ender 2 - Black">
  <p:cSld name="Ender 2 - Black">
    <p:bg>
      <p:bgPr>
        <a:solidFill>
          <a:srgbClr val="000000"/>
        </a:solidFill>
      </p:bgPr>
    </p:bg>
    <p:spTree>
      <p:nvGrpSpPr>
        <p:cNvPr id="1344" name="Shape 1344"/>
        <p:cNvGrpSpPr/>
        <p:nvPr/>
      </p:nvGrpSpPr>
      <p:grpSpPr>
        <a:xfrm>
          <a:off x="0" y="0"/>
          <a:ext cx="0" cy="0"/>
          <a:chOff x="0" y="0"/>
          <a:chExt cx="0" cy="0"/>
        </a:xfrm>
      </p:grpSpPr>
      <p:sp>
        <p:nvSpPr>
          <p:cNvPr id="1345" name="Google Shape;1345;p204"/>
          <p:cNvSpPr/>
          <p:nvPr/>
        </p:nvSpPr>
        <p:spPr>
          <a:xfrm>
            <a:off x="178044" y="4668716"/>
            <a:ext cx="987600" cy="3099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1346" name="Google Shape;1346;p204"/>
          <p:cNvPicPr preferRelativeResize="0"/>
          <p:nvPr/>
        </p:nvPicPr>
        <p:blipFill rotWithShape="1">
          <a:blip r:embed="rId2">
            <a:alphaModFix/>
          </a:blip>
          <a:srcRect b="0" l="0" r="0" t="0"/>
          <a:stretch/>
        </p:blipFill>
        <p:spPr>
          <a:xfrm>
            <a:off x="3045619" y="1140198"/>
            <a:ext cx="3063717" cy="2865567"/>
          </a:xfrm>
          <a:prstGeom prst="rect">
            <a:avLst/>
          </a:prstGeom>
          <a:noFill/>
          <a:ln>
            <a:noFill/>
          </a:ln>
        </p:spPr>
      </p:pic>
    </p:spTree>
  </p:cSld>
  <p:clrMapOvr>
    <a:masterClrMapping/>
  </p:clrMapOvr>
</p:sldLayout>
</file>

<file path=ppt/slideLayouts/slideLayout2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_Slide_Safe Harbor statement 1">
  <p:cSld name="Safe Harbor statement_1">
    <p:spTree>
      <p:nvGrpSpPr>
        <p:cNvPr id="1347" name="Shape 1347"/>
        <p:cNvGrpSpPr/>
        <p:nvPr/>
      </p:nvGrpSpPr>
      <p:grpSpPr>
        <a:xfrm>
          <a:off x="0" y="0"/>
          <a:ext cx="0" cy="0"/>
          <a:chOff x="0" y="0"/>
          <a:chExt cx="0" cy="0"/>
        </a:xfrm>
      </p:grpSpPr>
      <p:sp>
        <p:nvSpPr>
          <p:cNvPr id="1348" name="Google Shape;1348;p205"/>
          <p:cNvSpPr/>
          <p:nvPr/>
        </p:nvSpPr>
        <p:spPr>
          <a:xfrm>
            <a:off x="473869" y="4267200"/>
            <a:ext cx="8196300" cy="3966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349" name="Google Shape;1349;p205"/>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350" name="Google Shape;1350;p205"/>
          <p:cNvSpPr txBox="1"/>
          <p:nvPr/>
        </p:nvSpPr>
        <p:spPr>
          <a:xfrm>
            <a:off x="406114" y="414516"/>
            <a:ext cx="3411000" cy="3924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2100"/>
              <a:buFont typeface="Arial"/>
              <a:buNone/>
            </a:pPr>
            <a:r>
              <a:rPr b="1" i="0" lang="en" sz="2100" u="none" cap="none" strike="noStrike">
                <a:solidFill>
                  <a:schemeClr val="accent6"/>
                </a:solidFill>
                <a:latin typeface="Verizon NHG TX"/>
                <a:ea typeface="Verizon NHG TX"/>
                <a:cs typeface="Verizon NHG TX"/>
                <a:sym typeface="Verizon NHG TX"/>
              </a:rPr>
              <a:t>“Safe Harbor” Statement</a:t>
            </a:r>
            <a:endParaRPr b="0" i="0" sz="1400" u="none" cap="none" strike="noStrike">
              <a:solidFill>
                <a:schemeClr val="accent6"/>
              </a:solidFill>
              <a:latin typeface="Verizon NHG TX"/>
              <a:ea typeface="Verizon NHG TX"/>
              <a:cs typeface="Verizon NHG TX"/>
              <a:sym typeface="Verizon NHG TX"/>
            </a:endParaRPr>
          </a:p>
        </p:txBody>
      </p:sp>
      <p:sp>
        <p:nvSpPr>
          <p:cNvPr id="1351" name="Google Shape;1351;p205"/>
          <p:cNvSpPr txBox="1"/>
          <p:nvPr>
            <p:ph idx="1" type="body"/>
          </p:nvPr>
        </p:nvSpPr>
        <p:spPr>
          <a:xfrm>
            <a:off x="473869" y="1188244"/>
            <a:ext cx="8196300" cy="3012300"/>
          </a:xfrm>
          <a:prstGeom prst="rect">
            <a:avLst/>
          </a:prstGeom>
          <a:noFill/>
          <a:ln>
            <a:noFill/>
          </a:ln>
        </p:spPr>
        <p:txBody>
          <a:bodyPr anchorCtr="0" anchor="t" bIns="0" lIns="0" spcFirstLastPara="1" rIns="0" wrap="square" tIns="0">
            <a:noAutofit/>
          </a:bodyPr>
          <a:lstStyle>
            <a:lvl1pPr indent="-228600" lvl="0" marL="457200" algn="l">
              <a:lnSpc>
                <a:spcPct val="140000"/>
              </a:lnSpc>
              <a:spcBef>
                <a:spcPts val="0"/>
              </a:spcBef>
              <a:spcAft>
                <a:spcPts val="0"/>
              </a:spcAft>
              <a:buClr>
                <a:schemeClr val="dk1"/>
              </a:buClr>
              <a:buSzPts val="800"/>
              <a:buNone/>
              <a:defRPr b="0" sz="800"/>
            </a:lvl1pPr>
            <a:lvl2pPr indent="-228600" lvl="1" marL="914400" algn="l">
              <a:lnSpc>
                <a:spcPct val="100000"/>
              </a:lnSpc>
              <a:spcBef>
                <a:spcPts val="400"/>
              </a:spcBef>
              <a:spcAft>
                <a:spcPts val="0"/>
              </a:spcAft>
              <a:buClr>
                <a:schemeClr val="dk1"/>
              </a:buClr>
              <a:buSzPts val="1400"/>
              <a:buNone/>
              <a:defRPr/>
            </a:lvl2pPr>
            <a:lvl3pPr indent="-317500" lvl="2" marL="1371600" algn="l">
              <a:lnSpc>
                <a:spcPct val="100000"/>
              </a:lnSpc>
              <a:spcBef>
                <a:spcPts val="400"/>
              </a:spcBef>
              <a:spcAft>
                <a:spcPts val="0"/>
              </a:spcAft>
              <a:buClr>
                <a:schemeClr val="dk1"/>
              </a:buClr>
              <a:buSzPts val="1400"/>
              <a:buChar char="•"/>
              <a:defRPr/>
            </a:lvl3pPr>
            <a:lvl4pPr indent="-317500" lvl="3" marL="1828800" algn="l">
              <a:lnSpc>
                <a:spcPct val="100000"/>
              </a:lnSpc>
              <a:spcBef>
                <a:spcPts val="400"/>
              </a:spcBef>
              <a:spcAft>
                <a:spcPts val="0"/>
              </a:spcAft>
              <a:buClr>
                <a:schemeClr val="dk1"/>
              </a:buClr>
              <a:buSzPts val="1400"/>
              <a:buChar char="-"/>
              <a:defRPr/>
            </a:lvl4pPr>
            <a:lvl5pPr indent="-317500" lvl="4" marL="2286000" algn="l">
              <a:lnSpc>
                <a:spcPct val="10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352" name="Google Shape;1352;p205"/>
          <p:cNvSpPr txBox="1"/>
          <p:nvPr>
            <p:ph idx="2" type="body"/>
          </p:nvPr>
        </p:nvSpPr>
        <p:spPr>
          <a:xfrm>
            <a:off x="473869" y="4343401"/>
            <a:ext cx="8196300" cy="320100"/>
          </a:xfrm>
          <a:prstGeom prst="rect">
            <a:avLst/>
          </a:prstGeom>
          <a:noFill/>
          <a:ln>
            <a:noFill/>
          </a:ln>
        </p:spPr>
        <p:txBody>
          <a:bodyPr anchorCtr="0" anchor="t" bIns="0" lIns="0" spcFirstLastPara="1" rIns="0" wrap="square" tIns="0">
            <a:noAutofit/>
          </a:bodyPr>
          <a:lstStyle>
            <a:lvl1pPr indent="-228600" lvl="0" marL="457200" algn="ctr">
              <a:lnSpc>
                <a:spcPct val="116666"/>
              </a:lnSpc>
              <a:spcBef>
                <a:spcPts val="0"/>
              </a:spcBef>
              <a:spcAft>
                <a:spcPts val="0"/>
              </a:spcAft>
              <a:buClr>
                <a:schemeClr val="dk1"/>
              </a:buClr>
              <a:buSzPts val="900"/>
              <a:buNone/>
              <a:defRPr b="0" sz="900"/>
            </a:lvl1pPr>
            <a:lvl2pPr indent="-228600" lvl="1" marL="914400" algn="l">
              <a:lnSpc>
                <a:spcPct val="100000"/>
              </a:lnSpc>
              <a:spcBef>
                <a:spcPts val="400"/>
              </a:spcBef>
              <a:spcAft>
                <a:spcPts val="0"/>
              </a:spcAft>
              <a:buClr>
                <a:schemeClr val="dk1"/>
              </a:buClr>
              <a:buSzPts val="1400"/>
              <a:buNone/>
              <a:defRPr/>
            </a:lvl2pPr>
            <a:lvl3pPr indent="-317500" lvl="2" marL="1371600" algn="l">
              <a:lnSpc>
                <a:spcPct val="100000"/>
              </a:lnSpc>
              <a:spcBef>
                <a:spcPts val="400"/>
              </a:spcBef>
              <a:spcAft>
                <a:spcPts val="0"/>
              </a:spcAft>
              <a:buClr>
                <a:schemeClr val="dk1"/>
              </a:buClr>
              <a:buSzPts val="1400"/>
              <a:buChar char="•"/>
              <a:defRPr/>
            </a:lvl3pPr>
            <a:lvl4pPr indent="-317500" lvl="3" marL="1828800" algn="l">
              <a:lnSpc>
                <a:spcPct val="100000"/>
              </a:lnSpc>
              <a:spcBef>
                <a:spcPts val="400"/>
              </a:spcBef>
              <a:spcAft>
                <a:spcPts val="0"/>
              </a:spcAft>
              <a:buClr>
                <a:schemeClr val="dk1"/>
              </a:buClr>
              <a:buSzPts val="1400"/>
              <a:buChar char="-"/>
              <a:defRPr/>
            </a:lvl4pPr>
            <a:lvl5pPr indent="-317500" lvl="4" marL="2286000" algn="l">
              <a:lnSpc>
                <a:spcPct val="10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2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9_Slide_Blank Layout">
  <p:cSld name="CUSTOM">
    <p:spTree>
      <p:nvGrpSpPr>
        <p:cNvPr id="1353" name="Shape 1353"/>
        <p:cNvGrpSpPr/>
        <p:nvPr/>
      </p:nvGrpSpPr>
      <p:grpSpPr>
        <a:xfrm>
          <a:off x="0" y="0"/>
          <a:ext cx="0" cy="0"/>
          <a:chOff x="0" y="0"/>
          <a:chExt cx="0" cy="0"/>
        </a:xfrm>
      </p:grpSpPr>
      <p:sp>
        <p:nvSpPr>
          <p:cNvPr id="1354" name="Google Shape;1354;p206"/>
          <p:cNvSpPr txBox="1"/>
          <p:nvPr>
            <p:ph type="title"/>
          </p:nvPr>
        </p:nvSpPr>
        <p:spPr>
          <a:xfrm>
            <a:off x="473869" y="469106"/>
            <a:ext cx="7951200" cy="5319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SzPts val="2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55" name="Google Shape;1355;p206"/>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Cover - Reverse">
  <p:cSld name="Cover slide - wht_1">
    <p:bg>
      <p:bgPr>
        <a:solidFill>
          <a:schemeClr val="dk1"/>
        </a:solidFill>
      </p:bgPr>
    </p:bg>
    <p:spTree>
      <p:nvGrpSpPr>
        <p:cNvPr id="1356" name="Shape 1356"/>
        <p:cNvGrpSpPr/>
        <p:nvPr/>
      </p:nvGrpSpPr>
      <p:grpSpPr>
        <a:xfrm>
          <a:off x="0" y="0"/>
          <a:ext cx="0" cy="0"/>
          <a:chOff x="0" y="0"/>
          <a:chExt cx="0" cy="0"/>
        </a:xfrm>
      </p:grpSpPr>
      <p:sp>
        <p:nvSpPr>
          <p:cNvPr id="1357" name="Google Shape;1357;p207"/>
          <p:cNvSpPr txBox="1"/>
          <p:nvPr>
            <p:ph type="ctrTitle"/>
          </p:nvPr>
        </p:nvSpPr>
        <p:spPr>
          <a:xfrm>
            <a:off x="457200" y="463073"/>
            <a:ext cx="6271800" cy="1737300"/>
          </a:xfrm>
          <a:prstGeom prst="rect">
            <a:avLst/>
          </a:prstGeom>
          <a:noFill/>
          <a:ln>
            <a:noFill/>
          </a:ln>
        </p:spPr>
        <p:txBody>
          <a:bodyPr anchorCtr="0" anchor="t" bIns="0" lIns="0" spcFirstLastPara="1" rIns="0" wrap="square" tIns="0">
            <a:noAutofit/>
          </a:bodyPr>
          <a:lstStyle>
            <a:lvl1pPr lvl="0" algn="l">
              <a:lnSpc>
                <a:spcPct val="80000"/>
              </a:lnSpc>
              <a:spcBef>
                <a:spcPts val="0"/>
              </a:spcBef>
              <a:spcAft>
                <a:spcPts val="0"/>
              </a:spcAft>
              <a:buClr>
                <a:schemeClr val="lt1"/>
              </a:buClr>
              <a:buSzPts val="6000"/>
              <a:buFont typeface="Verizon NHG DS"/>
              <a:buNone/>
              <a:defRPr b="1" i="0" sz="6000">
                <a:solidFill>
                  <a:schemeClr val="lt1"/>
                </a:solidFill>
                <a:latin typeface="Verizon NHG DS"/>
                <a:ea typeface="Verizon NHG DS"/>
                <a:cs typeface="Verizon NHG DS"/>
                <a:sym typeface="Verizon NHG DS"/>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58" name="Google Shape;1358;p207"/>
          <p:cNvSpPr txBox="1"/>
          <p:nvPr>
            <p:ph idx="1" type="subTitle"/>
          </p:nvPr>
        </p:nvSpPr>
        <p:spPr>
          <a:xfrm>
            <a:off x="457200" y="2291873"/>
            <a:ext cx="4114800" cy="1371600"/>
          </a:xfrm>
          <a:prstGeom prst="rect">
            <a:avLst/>
          </a:prstGeom>
          <a:noFill/>
          <a:ln>
            <a:noFill/>
          </a:ln>
        </p:spPr>
        <p:txBody>
          <a:bodyPr anchorCtr="0" anchor="t" bIns="0" lIns="0" spcFirstLastPara="1" rIns="0" wrap="square" tIns="0">
            <a:noAutofit/>
          </a:bodyPr>
          <a:lstStyle>
            <a:lvl1pPr lvl="0" algn="l">
              <a:lnSpc>
                <a:spcPct val="80000"/>
              </a:lnSpc>
              <a:spcBef>
                <a:spcPts val="900"/>
              </a:spcBef>
              <a:spcAft>
                <a:spcPts val="0"/>
              </a:spcAft>
              <a:buClr>
                <a:schemeClr val="lt1"/>
              </a:buClr>
              <a:buSzPts val="2400"/>
              <a:buFont typeface="Verizon NHG TX"/>
              <a:buNone/>
              <a:defRPr b="0" i="0" sz="2400">
                <a:solidFill>
                  <a:schemeClr val="lt1"/>
                </a:solidFill>
                <a:latin typeface="Verizon NHG TX"/>
                <a:ea typeface="Verizon NHG TX"/>
                <a:cs typeface="Verizon NHG TX"/>
                <a:sym typeface="Verizon NHG TX"/>
              </a:defRPr>
            </a:lvl1pPr>
            <a:lvl2pPr lvl="1" algn="l">
              <a:lnSpc>
                <a:spcPct val="80000"/>
              </a:lnSpc>
              <a:spcBef>
                <a:spcPts val="900"/>
              </a:spcBef>
              <a:spcAft>
                <a:spcPts val="0"/>
              </a:spcAft>
              <a:buClr>
                <a:schemeClr val="lt1"/>
              </a:buClr>
              <a:buSzPts val="2000"/>
              <a:buFont typeface="Verizon NHG TX"/>
              <a:buNone/>
              <a:defRPr b="1" sz="2000">
                <a:solidFill>
                  <a:schemeClr val="lt1"/>
                </a:solidFill>
              </a:defRPr>
            </a:lvl2pPr>
            <a:lvl3pPr lvl="2" algn="l">
              <a:lnSpc>
                <a:spcPct val="80000"/>
              </a:lnSpc>
              <a:spcBef>
                <a:spcPts val="900"/>
              </a:spcBef>
              <a:spcAft>
                <a:spcPts val="0"/>
              </a:spcAft>
              <a:buClr>
                <a:schemeClr val="lt1"/>
              </a:buClr>
              <a:buSzPts val="2000"/>
              <a:buNone/>
              <a:defRPr b="1" sz="2000">
                <a:solidFill>
                  <a:schemeClr val="lt1"/>
                </a:solidFill>
              </a:defRPr>
            </a:lvl3pPr>
            <a:lvl4pPr lvl="3" algn="l">
              <a:lnSpc>
                <a:spcPct val="80000"/>
              </a:lnSpc>
              <a:spcBef>
                <a:spcPts val="900"/>
              </a:spcBef>
              <a:spcAft>
                <a:spcPts val="0"/>
              </a:spcAft>
              <a:buClr>
                <a:schemeClr val="lt1"/>
              </a:buClr>
              <a:buSzPts val="2000"/>
              <a:buNone/>
              <a:defRPr b="1" sz="2000">
                <a:solidFill>
                  <a:schemeClr val="lt1"/>
                </a:solidFill>
              </a:defRPr>
            </a:lvl4pPr>
            <a:lvl5pPr lvl="4" algn="l">
              <a:lnSpc>
                <a:spcPct val="80000"/>
              </a:lnSpc>
              <a:spcBef>
                <a:spcPts val="900"/>
              </a:spcBef>
              <a:spcAft>
                <a:spcPts val="0"/>
              </a:spcAft>
              <a:buClr>
                <a:schemeClr val="lt1"/>
              </a:buClr>
              <a:buSzPts val="2000"/>
              <a:buNone/>
              <a:defRPr b="1" sz="2000">
                <a:solidFill>
                  <a:schemeClr val="lt1"/>
                </a:solidFill>
              </a:defRPr>
            </a:lvl5pPr>
            <a:lvl6pPr lvl="5" algn="l">
              <a:lnSpc>
                <a:spcPct val="80000"/>
              </a:lnSpc>
              <a:spcBef>
                <a:spcPts val="900"/>
              </a:spcBef>
              <a:spcAft>
                <a:spcPts val="0"/>
              </a:spcAft>
              <a:buClr>
                <a:schemeClr val="lt1"/>
              </a:buClr>
              <a:buSzPts val="2000"/>
              <a:buNone/>
              <a:defRPr b="1" sz="2000">
                <a:solidFill>
                  <a:schemeClr val="lt1"/>
                </a:solidFill>
              </a:defRPr>
            </a:lvl6pPr>
            <a:lvl7pPr lvl="6" algn="l">
              <a:lnSpc>
                <a:spcPct val="80000"/>
              </a:lnSpc>
              <a:spcBef>
                <a:spcPts val="900"/>
              </a:spcBef>
              <a:spcAft>
                <a:spcPts val="0"/>
              </a:spcAft>
              <a:buClr>
                <a:schemeClr val="lt1"/>
              </a:buClr>
              <a:buSzPts val="2000"/>
              <a:buNone/>
              <a:defRPr b="1" sz="2000">
                <a:solidFill>
                  <a:schemeClr val="lt1"/>
                </a:solidFill>
              </a:defRPr>
            </a:lvl7pPr>
            <a:lvl8pPr lvl="7" algn="l">
              <a:lnSpc>
                <a:spcPct val="80000"/>
              </a:lnSpc>
              <a:spcBef>
                <a:spcPts val="900"/>
              </a:spcBef>
              <a:spcAft>
                <a:spcPts val="0"/>
              </a:spcAft>
              <a:buClr>
                <a:schemeClr val="lt1"/>
              </a:buClr>
              <a:buSzPts val="2000"/>
              <a:buNone/>
              <a:defRPr b="1" sz="2000">
                <a:solidFill>
                  <a:schemeClr val="lt1"/>
                </a:solidFill>
              </a:defRPr>
            </a:lvl8pPr>
            <a:lvl9pPr lvl="8" algn="l">
              <a:lnSpc>
                <a:spcPct val="80000"/>
              </a:lnSpc>
              <a:spcBef>
                <a:spcPts val="900"/>
              </a:spcBef>
              <a:spcAft>
                <a:spcPts val="0"/>
              </a:spcAft>
              <a:buClr>
                <a:schemeClr val="lt1"/>
              </a:buClr>
              <a:buSzPts val="2000"/>
              <a:buNone/>
              <a:defRPr b="1" sz="2000">
                <a:solidFill>
                  <a:schemeClr val="lt1"/>
                </a:solidFill>
              </a:defRPr>
            </a:lvl9pPr>
          </a:lstStyle>
          <a:p/>
        </p:txBody>
      </p:sp>
      <p:sp>
        <p:nvSpPr>
          <p:cNvPr id="1359" name="Google Shape;1359;p207"/>
          <p:cNvSpPr/>
          <p:nvPr/>
        </p:nvSpPr>
        <p:spPr>
          <a:xfrm>
            <a:off x="44181" y="4572318"/>
            <a:ext cx="8513100" cy="5712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Verizon NHG TX"/>
              <a:ea typeface="Verizon NHG TX"/>
              <a:cs typeface="Verizon NHG TX"/>
              <a:sym typeface="Verizon NHG TX"/>
            </a:endParaRPr>
          </a:p>
        </p:txBody>
      </p:sp>
      <p:pic>
        <p:nvPicPr>
          <p:cNvPr id="1360" name="Google Shape;1360;p207"/>
          <p:cNvPicPr preferRelativeResize="0"/>
          <p:nvPr/>
        </p:nvPicPr>
        <p:blipFill rotWithShape="1">
          <a:blip r:embed="rId2">
            <a:alphaModFix/>
          </a:blip>
          <a:srcRect b="0" l="0" r="0" t="0"/>
          <a:stretch/>
        </p:blipFill>
        <p:spPr>
          <a:xfrm>
            <a:off x="7240137" y="3106187"/>
            <a:ext cx="1981181" cy="2137963"/>
          </a:xfrm>
          <a:prstGeom prst="rect">
            <a:avLst/>
          </a:prstGeom>
          <a:noFill/>
          <a:ln>
            <a:noFill/>
          </a:ln>
        </p:spPr>
      </p:pic>
    </p:spTree>
  </p:cSld>
  <p:clrMapOvr>
    <a:masterClrMapping/>
  </p:clrMapOvr>
</p:sldLayout>
</file>

<file path=ppt/slideLayouts/slideLayout2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 Agenda">
  <p:cSld name="Agenda">
    <p:spTree>
      <p:nvGrpSpPr>
        <p:cNvPr id="1361" name="Shape 1361"/>
        <p:cNvGrpSpPr/>
        <p:nvPr/>
      </p:nvGrpSpPr>
      <p:grpSpPr>
        <a:xfrm>
          <a:off x="0" y="0"/>
          <a:ext cx="0" cy="0"/>
          <a:chOff x="0" y="0"/>
          <a:chExt cx="0" cy="0"/>
        </a:xfrm>
      </p:grpSpPr>
      <p:sp>
        <p:nvSpPr>
          <p:cNvPr id="1362" name="Google Shape;1362;p208"/>
          <p:cNvSpPr txBox="1"/>
          <p:nvPr>
            <p:ph type="title"/>
          </p:nvPr>
        </p:nvSpPr>
        <p:spPr>
          <a:xfrm>
            <a:off x="457200" y="594360"/>
            <a:ext cx="7086600" cy="567600"/>
          </a:xfrm>
          <a:prstGeom prst="rect">
            <a:avLst/>
          </a:prstGeom>
          <a:noFill/>
          <a:ln>
            <a:noFill/>
          </a:ln>
        </p:spPr>
        <p:txBody>
          <a:bodyPr anchorCtr="0" anchor="t" bIns="0" lIns="0" spcFirstLastPara="1" rIns="0" wrap="square" tIns="0">
            <a:normAutofit/>
          </a:bodyPr>
          <a:lstStyle>
            <a:lvl1pPr lvl="0" algn="l">
              <a:lnSpc>
                <a:spcPct val="80000"/>
              </a:lnSpc>
              <a:spcBef>
                <a:spcPts val="0"/>
              </a:spcBef>
              <a:spcAft>
                <a:spcPts val="0"/>
              </a:spcAft>
              <a:buClr>
                <a:schemeClr val="dk1"/>
              </a:buClr>
              <a:buSzPts val="2000"/>
              <a:buFont typeface="Verizon NHG DS"/>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63" name="Google Shape;1363;p208"/>
          <p:cNvSpPr txBox="1"/>
          <p:nvPr>
            <p:ph idx="1" type="body"/>
          </p:nvPr>
        </p:nvSpPr>
        <p:spPr>
          <a:xfrm>
            <a:off x="457200" y="1352550"/>
            <a:ext cx="7086600" cy="3086100"/>
          </a:xfrm>
          <a:prstGeom prst="rect">
            <a:avLst/>
          </a:prstGeom>
          <a:noFill/>
          <a:ln>
            <a:noFill/>
          </a:ln>
        </p:spPr>
        <p:txBody>
          <a:bodyPr anchorCtr="0" anchor="t" bIns="0" lIns="0" spcFirstLastPara="1" rIns="0" wrap="square" tIns="0">
            <a:normAutofit/>
          </a:bodyPr>
          <a:lstStyle>
            <a:lvl1pPr indent="-330200" lvl="0" marL="457200" algn="l">
              <a:lnSpc>
                <a:spcPct val="100000"/>
              </a:lnSpc>
              <a:spcBef>
                <a:spcPts val="900"/>
              </a:spcBef>
              <a:spcAft>
                <a:spcPts val="0"/>
              </a:spcAft>
              <a:buClr>
                <a:schemeClr val="dk1"/>
              </a:buClr>
              <a:buSzPts val="1600"/>
              <a:buFont typeface="Verizon NHG DS"/>
              <a:buAutoNum type="arabicPeriod"/>
              <a:defRPr sz="1600"/>
            </a:lvl1pPr>
            <a:lvl2pPr indent="-228600" lvl="1" marL="914400" algn="l">
              <a:lnSpc>
                <a:spcPct val="100000"/>
              </a:lnSpc>
              <a:spcBef>
                <a:spcPts val="900"/>
              </a:spcBef>
              <a:spcAft>
                <a:spcPts val="0"/>
              </a:spcAft>
              <a:buClr>
                <a:schemeClr val="dk1"/>
              </a:buClr>
              <a:buSzPts val="1800"/>
              <a:buNone/>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600"/>
              </a:spcBef>
              <a:spcAft>
                <a:spcPts val="0"/>
              </a:spcAft>
              <a:buClr>
                <a:schemeClr val="dk1"/>
              </a:buClr>
              <a:buSzPts val="1800"/>
              <a:buChar char="-"/>
              <a:defRPr/>
            </a:lvl4pPr>
            <a:lvl5pPr indent="-342900" lvl="4" marL="2286000" algn="l">
              <a:lnSpc>
                <a:spcPct val="100000"/>
              </a:lnSpc>
              <a:spcBef>
                <a:spcPts val="600"/>
              </a:spcBef>
              <a:spcAft>
                <a:spcPts val="0"/>
              </a:spcAft>
              <a:buClr>
                <a:schemeClr val="dk1"/>
              </a:buClr>
              <a:buSzPts val="1800"/>
              <a:buChar char="-"/>
              <a:defRPr/>
            </a:lvl5pPr>
            <a:lvl6pPr indent="-342900" lvl="5" marL="2743200" algn="l">
              <a:lnSpc>
                <a:spcPct val="100000"/>
              </a:lnSpc>
              <a:spcBef>
                <a:spcPts val="600"/>
              </a:spcBef>
              <a:spcAft>
                <a:spcPts val="0"/>
              </a:spcAft>
              <a:buClr>
                <a:schemeClr val="dk1"/>
              </a:buClr>
              <a:buSzPts val="1800"/>
              <a:buChar char="•"/>
              <a:defRPr/>
            </a:lvl6pPr>
            <a:lvl7pPr indent="-342900" lvl="6" marL="3200400" algn="l">
              <a:lnSpc>
                <a:spcPct val="100000"/>
              </a:lnSpc>
              <a:spcBef>
                <a:spcPts val="600"/>
              </a:spcBef>
              <a:spcAft>
                <a:spcPts val="0"/>
              </a:spcAft>
              <a:buClr>
                <a:schemeClr val="dk1"/>
              </a:buClr>
              <a:buSzPts val="1800"/>
              <a:buChar char="•"/>
              <a:defRPr/>
            </a:lvl7pPr>
            <a:lvl8pPr indent="-342900" lvl="7" marL="3657600" algn="l">
              <a:lnSpc>
                <a:spcPct val="100000"/>
              </a:lnSpc>
              <a:spcBef>
                <a:spcPts val="600"/>
              </a:spcBef>
              <a:spcAft>
                <a:spcPts val="0"/>
              </a:spcAft>
              <a:buClr>
                <a:schemeClr val="dk1"/>
              </a:buClr>
              <a:buSzPts val="1800"/>
              <a:buChar char="•"/>
              <a:defRPr/>
            </a:lvl8pPr>
            <a:lvl9pPr indent="-304800" lvl="8" marL="4114800" algn="l">
              <a:lnSpc>
                <a:spcPct val="100000"/>
              </a:lnSpc>
              <a:spcBef>
                <a:spcPts val="600"/>
              </a:spcBef>
              <a:spcAft>
                <a:spcPts val="0"/>
              </a:spcAft>
              <a:buClr>
                <a:schemeClr val="dk1"/>
              </a:buClr>
              <a:buSzPts val="1200"/>
              <a:buChar char="•"/>
              <a:defRPr/>
            </a:lvl9pPr>
          </a:lstStyle>
          <a:p/>
        </p:txBody>
      </p:sp>
      <p:sp>
        <p:nvSpPr>
          <p:cNvPr id="1364" name="Google Shape;1364;p208"/>
          <p:cNvSpPr txBox="1"/>
          <p:nvPr>
            <p:ph idx="12" type="sldNum"/>
          </p:nvPr>
        </p:nvSpPr>
        <p:spPr>
          <a:xfrm>
            <a:off x="8458200" y="4700016"/>
            <a:ext cx="228600" cy="1077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1pPr>
            <a:lvl2pPr indent="0" lvl="1"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2pPr>
            <a:lvl3pPr indent="0" lvl="2"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3pPr>
            <a:lvl4pPr indent="0" lvl="3"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4pPr>
            <a:lvl5pPr indent="0" lvl="4"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5pPr>
            <a:lvl6pPr indent="0" lvl="5"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6pPr>
            <a:lvl7pPr indent="0" lvl="6"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7pPr>
            <a:lvl8pPr indent="0" lvl="7"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8pPr>
            <a:lvl9pPr indent="0" lvl="8"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9pPr>
          </a:lstStyle>
          <a:p>
            <a:pPr indent="0" lvl="0" marL="0" rtl="0" algn="r">
              <a:spcBef>
                <a:spcPts val="0"/>
              </a:spcBef>
              <a:spcAft>
                <a:spcPts val="0"/>
              </a:spcAft>
              <a:buNone/>
            </a:pPr>
            <a:fld id="{00000000-1234-1234-1234-123412341234}" type="slidenum">
              <a:rPr lang="en"/>
              <a:t>‹#›</a:t>
            </a:fld>
            <a:endParaRPr/>
          </a:p>
        </p:txBody>
      </p:sp>
      <p:cxnSp>
        <p:nvCxnSpPr>
          <p:cNvPr id="1365" name="Google Shape;1365;p208"/>
          <p:cNvCxnSpPr/>
          <p:nvPr/>
        </p:nvCxnSpPr>
        <p:spPr>
          <a:xfrm>
            <a:off x="457200" y="457200"/>
            <a:ext cx="8229600" cy="0"/>
          </a:xfrm>
          <a:prstGeom prst="straightConnector1">
            <a:avLst/>
          </a:prstGeom>
          <a:noFill/>
          <a:ln cap="flat" cmpd="sng" w="47625">
            <a:solidFill>
              <a:schemeClr val="dk1"/>
            </a:solidFill>
            <a:prstDash val="solid"/>
            <a:round/>
            <a:headEnd len="sm" w="sm" type="none"/>
            <a:tailEnd len="sm" w="sm" type="none"/>
          </a:ln>
        </p:spPr>
      </p:cxnSp>
    </p:spTree>
  </p:cSld>
  <p:clrMapOvr>
    <a:masterClrMapping/>
  </p:clrMapOvr>
</p:sldLayout>
</file>

<file path=ppt/slideLayouts/slideLayout2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66" name="Shape 1366"/>
        <p:cNvGrpSpPr/>
        <p:nvPr/>
      </p:nvGrpSpPr>
      <p:grpSpPr>
        <a:xfrm>
          <a:off x="0" y="0"/>
          <a:ext cx="0" cy="0"/>
          <a:chOff x="0" y="0"/>
          <a:chExt cx="0" cy="0"/>
        </a:xfrm>
      </p:grpSpPr>
      <p:sp>
        <p:nvSpPr>
          <p:cNvPr id="1367" name="Google Shape;1367;p209"/>
          <p:cNvSpPr txBox="1"/>
          <p:nvPr>
            <p:ph idx="10" type="dt"/>
          </p:nvPr>
        </p:nvSpPr>
        <p:spPr>
          <a:xfrm>
            <a:off x="457200" y="4767263"/>
            <a:ext cx="2133600" cy="273900"/>
          </a:xfrm>
          <a:prstGeom prst="rect">
            <a:avLst/>
          </a:prstGeom>
          <a:noFill/>
          <a:ln>
            <a:noFill/>
          </a:ln>
        </p:spPr>
        <p:txBody>
          <a:bodyPr anchorCtr="0" anchor="ctr" bIns="45700" lIns="0" spcFirstLastPara="1" rIns="0"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368" name="Google Shape;1368;p209"/>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369" name="Google Shape;1369;p209"/>
          <p:cNvSpPr txBox="1"/>
          <p:nvPr>
            <p:ph idx="12" type="sldNum"/>
          </p:nvPr>
        </p:nvSpPr>
        <p:spPr>
          <a:xfrm>
            <a:off x="6553200" y="4767263"/>
            <a:ext cx="2133600" cy="261600"/>
          </a:xfrm>
          <a:prstGeom prst="rect">
            <a:avLst/>
          </a:prstGeom>
          <a:noFill/>
          <a:ln>
            <a:noFill/>
          </a:ln>
        </p:spPr>
        <p:txBody>
          <a:bodyPr anchorCtr="0" anchor="ctr" bIns="45700" lIns="0" spcFirstLastPara="1" rIns="0" wrap="square" tIns="4570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Cover - Reverse 1">
  <p:cSld name="Cover slide - wht_1_2">
    <p:bg>
      <p:bgPr>
        <a:solidFill>
          <a:schemeClr val="dk1"/>
        </a:solidFill>
      </p:bgPr>
    </p:bg>
    <p:spTree>
      <p:nvGrpSpPr>
        <p:cNvPr id="1370" name="Shape 1370"/>
        <p:cNvGrpSpPr/>
        <p:nvPr/>
      </p:nvGrpSpPr>
      <p:grpSpPr>
        <a:xfrm>
          <a:off x="0" y="0"/>
          <a:ext cx="0" cy="0"/>
          <a:chOff x="0" y="0"/>
          <a:chExt cx="0" cy="0"/>
        </a:xfrm>
      </p:grpSpPr>
      <p:sp>
        <p:nvSpPr>
          <p:cNvPr id="1371" name="Google Shape;1371;p210"/>
          <p:cNvSpPr txBox="1"/>
          <p:nvPr>
            <p:ph type="ctrTitle"/>
          </p:nvPr>
        </p:nvSpPr>
        <p:spPr>
          <a:xfrm>
            <a:off x="457200" y="463073"/>
            <a:ext cx="6271800" cy="1737300"/>
          </a:xfrm>
          <a:prstGeom prst="rect">
            <a:avLst/>
          </a:prstGeom>
          <a:noFill/>
          <a:ln>
            <a:noFill/>
          </a:ln>
        </p:spPr>
        <p:txBody>
          <a:bodyPr anchorCtr="0" anchor="t" bIns="0" lIns="0" spcFirstLastPara="1" rIns="0" wrap="square" tIns="0">
            <a:noAutofit/>
          </a:bodyPr>
          <a:lstStyle>
            <a:lvl1pPr lvl="0" algn="l">
              <a:lnSpc>
                <a:spcPct val="80000"/>
              </a:lnSpc>
              <a:spcBef>
                <a:spcPts val="0"/>
              </a:spcBef>
              <a:spcAft>
                <a:spcPts val="0"/>
              </a:spcAft>
              <a:buClr>
                <a:schemeClr val="lt1"/>
              </a:buClr>
              <a:buSzPts val="6000"/>
              <a:buFont typeface="Verizon NHG DS"/>
              <a:buNone/>
              <a:defRPr b="1" i="0" sz="6000">
                <a:solidFill>
                  <a:schemeClr val="lt1"/>
                </a:solidFill>
                <a:latin typeface="Verizon NHG DS"/>
                <a:ea typeface="Verizon NHG DS"/>
                <a:cs typeface="Verizon NHG DS"/>
                <a:sym typeface="Verizon NHG DS"/>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72" name="Google Shape;1372;p210"/>
          <p:cNvSpPr txBox="1"/>
          <p:nvPr>
            <p:ph idx="1" type="subTitle"/>
          </p:nvPr>
        </p:nvSpPr>
        <p:spPr>
          <a:xfrm>
            <a:off x="457200" y="2291873"/>
            <a:ext cx="4114800" cy="1371600"/>
          </a:xfrm>
          <a:prstGeom prst="rect">
            <a:avLst/>
          </a:prstGeom>
          <a:noFill/>
          <a:ln>
            <a:noFill/>
          </a:ln>
        </p:spPr>
        <p:txBody>
          <a:bodyPr anchorCtr="0" anchor="t" bIns="0" lIns="0" spcFirstLastPara="1" rIns="0" wrap="square" tIns="0">
            <a:noAutofit/>
          </a:bodyPr>
          <a:lstStyle>
            <a:lvl1pPr lvl="0" algn="l">
              <a:lnSpc>
                <a:spcPct val="80000"/>
              </a:lnSpc>
              <a:spcBef>
                <a:spcPts val="900"/>
              </a:spcBef>
              <a:spcAft>
                <a:spcPts val="0"/>
              </a:spcAft>
              <a:buClr>
                <a:schemeClr val="lt1"/>
              </a:buClr>
              <a:buSzPts val="2400"/>
              <a:buFont typeface="Verizon NHG TX"/>
              <a:buNone/>
              <a:defRPr b="0" i="0" sz="2400">
                <a:solidFill>
                  <a:schemeClr val="lt1"/>
                </a:solidFill>
                <a:latin typeface="Verizon NHG TX"/>
                <a:ea typeface="Verizon NHG TX"/>
                <a:cs typeface="Verizon NHG TX"/>
                <a:sym typeface="Verizon NHG TX"/>
              </a:defRPr>
            </a:lvl1pPr>
            <a:lvl2pPr lvl="1" algn="l">
              <a:lnSpc>
                <a:spcPct val="80000"/>
              </a:lnSpc>
              <a:spcBef>
                <a:spcPts val="900"/>
              </a:spcBef>
              <a:spcAft>
                <a:spcPts val="0"/>
              </a:spcAft>
              <a:buClr>
                <a:schemeClr val="lt1"/>
              </a:buClr>
              <a:buSzPts val="2000"/>
              <a:buFont typeface="Verizon NHG TX"/>
              <a:buNone/>
              <a:defRPr b="1" sz="2000">
                <a:solidFill>
                  <a:schemeClr val="lt1"/>
                </a:solidFill>
              </a:defRPr>
            </a:lvl2pPr>
            <a:lvl3pPr lvl="2" algn="l">
              <a:lnSpc>
                <a:spcPct val="80000"/>
              </a:lnSpc>
              <a:spcBef>
                <a:spcPts val="900"/>
              </a:spcBef>
              <a:spcAft>
                <a:spcPts val="0"/>
              </a:spcAft>
              <a:buClr>
                <a:schemeClr val="lt1"/>
              </a:buClr>
              <a:buSzPts val="2000"/>
              <a:buNone/>
              <a:defRPr b="1" sz="2000">
                <a:solidFill>
                  <a:schemeClr val="lt1"/>
                </a:solidFill>
              </a:defRPr>
            </a:lvl3pPr>
            <a:lvl4pPr lvl="3" algn="l">
              <a:lnSpc>
                <a:spcPct val="80000"/>
              </a:lnSpc>
              <a:spcBef>
                <a:spcPts val="900"/>
              </a:spcBef>
              <a:spcAft>
                <a:spcPts val="0"/>
              </a:spcAft>
              <a:buClr>
                <a:schemeClr val="lt1"/>
              </a:buClr>
              <a:buSzPts val="2000"/>
              <a:buNone/>
              <a:defRPr b="1" sz="2000">
                <a:solidFill>
                  <a:schemeClr val="lt1"/>
                </a:solidFill>
              </a:defRPr>
            </a:lvl4pPr>
            <a:lvl5pPr lvl="4" algn="l">
              <a:lnSpc>
                <a:spcPct val="80000"/>
              </a:lnSpc>
              <a:spcBef>
                <a:spcPts val="900"/>
              </a:spcBef>
              <a:spcAft>
                <a:spcPts val="0"/>
              </a:spcAft>
              <a:buClr>
                <a:schemeClr val="lt1"/>
              </a:buClr>
              <a:buSzPts val="2000"/>
              <a:buNone/>
              <a:defRPr b="1" sz="2000">
                <a:solidFill>
                  <a:schemeClr val="lt1"/>
                </a:solidFill>
              </a:defRPr>
            </a:lvl5pPr>
            <a:lvl6pPr lvl="5" algn="l">
              <a:lnSpc>
                <a:spcPct val="80000"/>
              </a:lnSpc>
              <a:spcBef>
                <a:spcPts val="900"/>
              </a:spcBef>
              <a:spcAft>
                <a:spcPts val="0"/>
              </a:spcAft>
              <a:buClr>
                <a:schemeClr val="lt1"/>
              </a:buClr>
              <a:buSzPts val="2000"/>
              <a:buNone/>
              <a:defRPr b="1" sz="2000">
                <a:solidFill>
                  <a:schemeClr val="lt1"/>
                </a:solidFill>
              </a:defRPr>
            </a:lvl6pPr>
            <a:lvl7pPr lvl="6" algn="l">
              <a:lnSpc>
                <a:spcPct val="80000"/>
              </a:lnSpc>
              <a:spcBef>
                <a:spcPts val="900"/>
              </a:spcBef>
              <a:spcAft>
                <a:spcPts val="0"/>
              </a:spcAft>
              <a:buClr>
                <a:schemeClr val="lt1"/>
              </a:buClr>
              <a:buSzPts val="2000"/>
              <a:buNone/>
              <a:defRPr b="1" sz="2000">
                <a:solidFill>
                  <a:schemeClr val="lt1"/>
                </a:solidFill>
              </a:defRPr>
            </a:lvl7pPr>
            <a:lvl8pPr lvl="7" algn="l">
              <a:lnSpc>
                <a:spcPct val="80000"/>
              </a:lnSpc>
              <a:spcBef>
                <a:spcPts val="900"/>
              </a:spcBef>
              <a:spcAft>
                <a:spcPts val="0"/>
              </a:spcAft>
              <a:buClr>
                <a:schemeClr val="lt1"/>
              </a:buClr>
              <a:buSzPts val="2000"/>
              <a:buNone/>
              <a:defRPr b="1" sz="2000">
                <a:solidFill>
                  <a:schemeClr val="lt1"/>
                </a:solidFill>
              </a:defRPr>
            </a:lvl8pPr>
            <a:lvl9pPr lvl="8" algn="l">
              <a:lnSpc>
                <a:spcPct val="80000"/>
              </a:lnSpc>
              <a:spcBef>
                <a:spcPts val="900"/>
              </a:spcBef>
              <a:spcAft>
                <a:spcPts val="0"/>
              </a:spcAft>
              <a:buClr>
                <a:schemeClr val="lt1"/>
              </a:buClr>
              <a:buSzPts val="2000"/>
              <a:buNone/>
              <a:defRPr b="1" sz="2000">
                <a:solidFill>
                  <a:schemeClr val="lt1"/>
                </a:solidFill>
              </a:defRPr>
            </a:lvl9pPr>
          </a:lstStyle>
          <a:p/>
        </p:txBody>
      </p:sp>
      <p:sp>
        <p:nvSpPr>
          <p:cNvPr id="1373" name="Google Shape;1373;p210"/>
          <p:cNvSpPr/>
          <p:nvPr/>
        </p:nvSpPr>
        <p:spPr>
          <a:xfrm>
            <a:off x="44181" y="4572318"/>
            <a:ext cx="8513100" cy="5712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Verizon NHG TX"/>
              <a:ea typeface="Verizon NHG TX"/>
              <a:cs typeface="Verizon NHG TX"/>
              <a:sym typeface="Verizon NHG TX"/>
            </a:endParaRPr>
          </a:p>
        </p:txBody>
      </p:sp>
      <p:pic>
        <p:nvPicPr>
          <p:cNvPr id="1374" name="Google Shape;1374;p210"/>
          <p:cNvPicPr preferRelativeResize="0"/>
          <p:nvPr/>
        </p:nvPicPr>
        <p:blipFill rotWithShape="1">
          <a:blip r:embed="rId2">
            <a:alphaModFix/>
          </a:blip>
          <a:srcRect b="0" l="0" r="0" t="0"/>
          <a:stretch/>
        </p:blipFill>
        <p:spPr>
          <a:xfrm>
            <a:off x="7240137" y="3106187"/>
            <a:ext cx="1981181" cy="2137963"/>
          </a:xfrm>
          <a:prstGeom prst="rect">
            <a:avLst/>
          </a:prstGeom>
          <a:noFill/>
          <a:ln>
            <a:noFill/>
          </a:ln>
        </p:spPr>
      </p:pic>
    </p:spTree>
  </p:cSld>
  <p:clrMapOvr>
    <a:masterClrMapping/>
  </p:clrMapOvr>
</p:sldLayout>
</file>

<file path=ppt/slideLayouts/slideLayout2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No Overline">
  <p:cSld name="Complex Chart">
    <p:spTree>
      <p:nvGrpSpPr>
        <p:cNvPr id="1375" name="Shape 1375"/>
        <p:cNvGrpSpPr/>
        <p:nvPr/>
      </p:nvGrpSpPr>
      <p:grpSpPr>
        <a:xfrm>
          <a:off x="0" y="0"/>
          <a:ext cx="0" cy="0"/>
          <a:chOff x="0" y="0"/>
          <a:chExt cx="0" cy="0"/>
        </a:xfrm>
      </p:grpSpPr>
      <p:sp>
        <p:nvSpPr>
          <p:cNvPr id="1376" name="Google Shape;1376;p211"/>
          <p:cNvSpPr txBox="1"/>
          <p:nvPr>
            <p:ph idx="12" type="sldNum"/>
          </p:nvPr>
        </p:nvSpPr>
        <p:spPr>
          <a:xfrm>
            <a:off x="8458200" y="4700016"/>
            <a:ext cx="228600" cy="1077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1pPr>
            <a:lvl2pPr indent="0" lvl="1"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2pPr>
            <a:lvl3pPr indent="0" lvl="2"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3pPr>
            <a:lvl4pPr indent="0" lvl="3"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4pPr>
            <a:lvl5pPr indent="0" lvl="4"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5pPr>
            <a:lvl6pPr indent="0" lvl="5"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6pPr>
            <a:lvl7pPr indent="0" lvl="6"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7pPr>
            <a:lvl8pPr indent="0" lvl="7"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8pPr>
            <a:lvl9pPr indent="0" lvl="8"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9pPr>
          </a:lstStyle>
          <a:p>
            <a:pPr indent="0" lvl="0" marL="0" rtl="0" algn="r">
              <a:spcBef>
                <a:spcPts val="0"/>
              </a:spcBef>
              <a:spcAft>
                <a:spcPts val="0"/>
              </a:spcAft>
              <a:buNone/>
            </a:pPr>
            <a:fld id="{00000000-1234-1234-1234-123412341234}" type="slidenum">
              <a:rPr lang="en"/>
              <a:t>‹#›</a:t>
            </a:fld>
            <a:endParaRPr/>
          </a:p>
        </p:txBody>
      </p:sp>
      <p:sp>
        <p:nvSpPr>
          <p:cNvPr id="1377" name="Google Shape;1377;p211"/>
          <p:cNvSpPr txBox="1"/>
          <p:nvPr>
            <p:ph type="title"/>
          </p:nvPr>
        </p:nvSpPr>
        <p:spPr>
          <a:xfrm>
            <a:off x="457200" y="247650"/>
            <a:ext cx="7086600" cy="685800"/>
          </a:xfrm>
          <a:prstGeom prst="rect">
            <a:avLst/>
          </a:prstGeom>
          <a:noFill/>
          <a:ln>
            <a:noFill/>
          </a:ln>
        </p:spPr>
        <p:txBody>
          <a:bodyPr anchorCtr="0" anchor="t" bIns="0" lIns="0" spcFirstLastPara="1" rIns="0" wrap="square" tIns="0">
            <a:normAutofit/>
          </a:bodyPr>
          <a:lstStyle>
            <a:lvl1pPr lvl="0" algn="l">
              <a:lnSpc>
                <a:spcPct val="80000"/>
              </a:lnSpc>
              <a:spcBef>
                <a:spcPts val="0"/>
              </a:spcBef>
              <a:spcAft>
                <a:spcPts val="0"/>
              </a:spcAft>
              <a:buClr>
                <a:schemeClr val="dk1"/>
              </a:buClr>
              <a:buSzPts val="18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78" name="Google Shape;1378;p211"/>
          <p:cNvSpPr txBox="1"/>
          <p:nvPr>
            <p:ph idx="1" type="body"/>
          </p:nvPr>
        </p:nvSpPr>
        <p:spPr>
          <a:xfrm>
            <a:off x="457200" y="590550"/>
            <a:ext cx="8229600" cy="38481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900"/>
              </a:spcBef>
              <a:spcAft>
                <a:spcPts val="0"/>
              </a:spcAft>
              <a:buClr>
                <a:schemeClr val="dk1"/>
              </a:buClr>
              <a:buSzPts val="1800"/>
              <a:buNone/>
              <a:defRPr/>
            </a:lvl1pPr>
            <a:lvl2pPr indent="-228600" lvl="1" marL="914400" algn="l">
              <a:lnSpc>
                <a:spcPct val="100000"/>
              </a:lnSpc>
              <a:spcBef>
                <a:spcPts val="900"/>
              </a:spcBef>
              <a:spcAft>
                <a:spcPts val="0"/>
              </a:spcAft>
              <a:buClr>
                <a:schemeClr val="dk1"/>
              </a:buClr>
              <a:buSzPts val="1800"/>
              <a:buNone/>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600"/>
              </a:spcBef>
              <a:spcAft>
                <a:spcPts val="0"/>
              </a:spcAft>
              <a:buClr>
                <a:schemeClr val="dk1"/>
              </a:buClr>
              <a:buSzPts val="1800"/>
              <a:buChar char="-"/>
              <a:defRPr/>
            </a:lvl4pPr>
            <a:lvl5pPr indent="-342900" lvl="4" marL="2286000" algn="l">
              <a:lnSpc>
                <a:spcPct val="100000"/>
              </a:lnSpc>
              <a:spcBef>
                <a:spcPts val="600"/>
              </a:spcBef>
              <a:spcAft>
                <a:spcPts val="0"/>
              </a:spcAft>
              <a:buClr>
                <a:schemeClr val="dk1"/>
              </a:buClr>
              <a:buSzPts val="1800"/>
              <a:buChar char="-"/>
              <a:defRPr/>
            </a:lvl5pPr>
            <a:lvl6pPr indent="-342900" lvl="5" marL="2743200" algn="l">
              <a:lnSpc>
                <a:spcPct val="100000"/>
              </a:lnSpc>
              <a:spcBef>
                <a:spcPts val="600"/>
              </a:spcBef>
              <a:spcAft>
                <a:spcPts val="0"/>
              </a:spcAft>
              <a:buClr>
                <a:schemeClr val="dk1"/>
              </a:buClr>
              <a:buSzPts val="1800"/>
              <a:buChar char="•"/>
              <a:defRPr/>
            </a:lvl6pPr>
            <a:lvl7pPr indent="-342900" lvl="6" marL="3200400" algn="l">
              <a:lnSpc>
                <a:spcPct val="100000"/>
              </a:lnSpc>
              <a:spcBef>
                <a:spcPts val="600"/>
              </a:spcBef>
              <a:spcAft>
                <a:spcPts val="0"/>
              </a:spcAft>
              <a:buClr>
                <a:schemeClr val="dk1"/>
              </a:buClr>
              <a:buSzPts val="1800"/>
              <a:buChar char="•"/>
              <a:defRPr/>
            </a:lvl7pPr>
            <a:lvl8pPr indent="-342900" lvl="7" marL="3657600" algn="l">
              <a:lnSpc>
                <a:spcPct val="100000"/>
              </a:lnSpc>
              <a:spcBef>
                <a:spcPts val="600"/>
              </a:spcBef>
              <a:spcAft>
                <a:spcPts val="0"/>
              </a:spcAft>
              <a:buClr>
                <a:schemeClr val="dk1"/>
              </a:buClr>
              <a:buSzPts val="1800"/>
              <a:buChar char="•"/>
              <a:defRPr/>
            </a:lvl8pPr>
            <a:lvl9pPr indent="-342900" lvl="8" marL="4114800" algn="l">
              <a:lnSpc>
                <a:spcPct val="100000"/>
              </a:lnSpc>
              <a:spcBef>
                <a:spcPts val="600"/>
              </a:spcBef>
              <a:spcAft>
                <a:spcPts val="0"/>
              </a:spcAft>
              <a:buClr>
                <a:schemeClr val="dk1"/>
              </a:buClr>
              <a:buSzPts val="1800"/>
              <a:buChar char="•"/>
              <a:defRPr/>
            </a:lvl9pPr>
          </a:lstStyle>
          <a:p/>
        </p:txBody>
      </p:sp>
    </p:spTree>
  </p:cSld>
  <p:clrMapOvr>
    <a:masterClrMapping/>
  </p:clrMapOvr>
</p:sldLayout>
</file>

<file path=ppt/slideLayouts/slideLayout2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Cover - Reverse 2">
  <p:cSld name="Cover slide - wht_1_1">
    <p:bg>
      <p:bgPr>
        <a:solidFill>
          <a:schemeClr val="dk1"/>
        </a:solidFill>
      </p:bgPr>
    </p:bg>
    <p:spTree>
      <p:nvGrpSpPr>
        <p:cNvPr id="1379" name="Shape 1379"/>
        <p:cNvGrpSpPr/>
        <p:nvPr/>
      </p:nvGrpSpPr>
      <p:grpSpPr>
        <a:xfrm>
          <a:off x="0" y="0"/>
          <a:ext cx="0" cy="0"/>
          <a:chOff x="0" y="0"/>
          <a:chExt cx="0" cy="0"/>
        </a:xfrm>
      </p:grpSpPr>
      <p:sp>
        <p:nvSpPr>
          <p:cNvPr id="1380" name="Google Shape;1380;p212"/>
          <p:cNvSpPr txBox="1"/>
          <p:nvPr>
            <p:ph type="ctrTitle"/>
          </p:nvPr>
        </p:nvSpPr>
        <p:spPr>
          <a:xfrm>
            <a:off x="457200" y="463073"/>
            <a:ext cx="6271800" cy="1737300"/>
          </a:xfrm>
          <a:prstGeom prst="rect">
            <a:avLst/>
          </a:prstGeom>
          <a:noFill/>
          <a:ln>
            <a:noFill/>
          </a:ln>
        </p:spPr>
        <p:txBody>
          <a:bodyPr anchorCtr="0" anchor="t" bIns="0" lIns="0" spcFirstLastPara="1" rIns="0" wrap="square" tIns="0">
            <a:noAutofit/>
          </a:bodyPr>
          <a:lstStyle>
            <a:lvl1pPr lvl="0" algn="l">
              <a:lnSpc>
                <a:spcPct val="80000"/>
              </a:lnSpc>
              <a:spcBef>
                <a:spcPts val="0"/>
              </a:spcBef>
              <a:spcAft>
                <a:spcPts val="0"/>
              </a:spcAft>
              <a:buClr>
                <a:schemeClr val="lt1"/>
              </a:buClr>
              <a:buSzPts val="6000"/>
              <a:buFont typeface="Verizon NHG DS"/>
              <a:buNone/>
              <a:defRPr b="1" i="0" sz="6000">
                <a:solidFill>
                  <a:schemeClr val="lt1"/>
                </a:solidFill>
                <a:latin typeface="Verizon NHG DS"/>
                <a:ea typeface="Verizon NHG DS"/>
                <a:cs typeface="Verizon NHG DS"/>
                <a:sym typeface="Verizon NHG DS"/>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81" name="Google Shape;1381;p212"/>
          <p:cNvSpPr txBox="1"/>
          <p:nvPr>
            <p:ph idx="1" type="subTitle"/>
          </p:nvPr>
        </p:nvSpPr>
        <p:spPr>
          <a:xfrm>
            <a:off x="457200" y="2291873"/>
            <a:ext cx="4114800" cy="1371600"/>
          </a:xfrm>
          <a:prstGeom prst="rect">
            <a:avLst/>
          </a:prstGeom>
          <a:noFill/>
          <a:ln>
            <a:noFill/>
          </a:ln>
        </p:spPr>
        <p:txBody>
          <a:bodyPr anchorCtr="0" anchor="t" bIns="0" lIns="0" spcFirstLastPara="1" rIns="0" wrap="square" tIns="0">
            <a:noAutofit/>
          </a:bodyPr>
          <a:lstStyle>
            <a:lvl1pPr lvl="0" algn="l">
              <a:lnSpc>
                <a:spcPct val="80000"/>
              </a:lnSpc>
              <a:spcBef>
                <a:spcPts val="900"/>
              </a:spcBef>
              <a:spcAft>
                <a:spcPts val="0"/>
              </a:spcAft>
              <a:buClr>
                <a:schemeClr val="lt1"/>
              </a:buClr>
              <a:buSzPts val="2400"/>
              <a:buFont typeface="Verizon NHG TX"/>
              <a:buNone/>
              <a:defRPr b="0" i="0" sz="2400">
                <a:solidFill>
                  <a:schemeClr val="lt1"/>
                </a:solidFill>
                <a:latin typeface="Verizon NHG TX"/>
                <a:ea typeface="Verizon NHG TX"/>
                <a:cs typeface="Verizon NHG TX"/>
                <a:sym typeface="Verizon NHG TX"/>
              </a:defRPr>
            </a:lvl1pPr>
            <a:lvl2pPr lvl="1" algn="l">
              <a:lnSpc>
                <a:spcPct val="80000"/>
              </a:lnSpc>
              <a:spcBef>
                <a:spcPts val="900"/>
              </a:spcBef>
              <a:spcAft>
                <a:spcPts val="0"/>
              </a:spcAft>
              <a:buClr>
                <a:schemeClr val="lt1"/>
              </a:buClr>
              <a:buSzPts val="2000"/>
              <a:buFont typeface="Verizon NHG TX"/>
              <a:buNone/>
              <a:defRPr b="1" sz="2000">
                <a:solidFill>
                  <a:schemeClr val="lt1"/>
                </a:solidFill>
              </a:defRPr>
            </a:lvl2pPr>
            <a:lvl3pPr lvl="2" algn="l">
              <a:lnSpc>
                <a:spcPct val="80000"/>
              </a:lnSpc>
              <a:spcBef>
                <a:spcPts val="900"/>
              </a:spcBef>
              <a:spcAft>
                <a:spcPts val="0"/>
              </a:spcAft>
              <a:buClr>
                <a:schemeClr val="lt1"/>
              </a:buClr>
              <a:buSzPts val="2000"/>
              <a:buNone/>
              <a:defRPr b="1" sz="2000">
                <a:solidFill>
                  <a:schemeClr val="lt1"/>
                </a:solidFill>
              </a:defRPr>
            </a:lvl3pPr>
            <a:lvl4pPr lvl="3" algn="l">
              <a:lnSpc>
                <a:spcPct val="80000"/>
              </a:lnSpc>
              <a:spcBef>
                <a:spcPts val="900"/>
              </a:spcBef>
              <a:spcAft>
                <a:spcPts val="0"/>
              </a:spcAft>
              <a:buClr>
                <a:schemeClr val="lt1"/>
              </a:buClr>
              <a:buSzPts val="2000"/>
              <a:buNone/>
              <a:defRPr b="1" sz="2000">
                <a:solidFill>
                  <a:schemeClr val="lt1"/>
                </a:solidFill>
              </a:defRPr>
            </a:lvl4pPr>
            <a:lvl5pPr lvl="4" algn="l">
              <a:lnSpc>
                <a:spcPct val="80000"/>
              </a:lnSpc>
              <a:spcBef>
                <a:spcPts val="900"/>
              </a:spcBef>
              <a:spcAft>
                <a:spcPts val="0"/>
              </a:spcAft>
              <a:buClr>
                <a:schemeClr val="lt1"/>
              </a:buClr>
              <a:buSzPts val="2000"/>
              <a:buNone/>
              <a:defRPr b="1" sz="2000">
                <a:solidFill>
                  <a:schemeClr val="lt1"/>
                </a:solidFill>
              </a:defRPr>
            </a:lvl5pPr>
            <a:lvl6pPr lvl="5" algn="l">
              <a:lnSpc>
                <a:spcPct val="80000"/>
              </a:lnSpc>
              <a:spcBef>
                <a:spcPts val="900"/>
              </a:spcBef>
              <a:spcAft>
                <a:spcPts val="0"/>
              </a:spcAft>
              <a:buClr>
                <a:schemeClr val="lt1"/>
              </a:buClr>
              <a:buSzPts val="2000"/>
              <a:buNone/>
              <a:defRPr b="1" sz="2000">
                <a:solidFill>
                  <a:schemeClr val="lt1"/>
                </a:solidFill>
              </a:defRPr>
            </a:lvl6pPr>
            <a:lvl7pPr lvl="6" algn="l">
              <a:lnSpc>
                <a:spcPct val="80000"/>
              </a:lnSpc>
              <a:spcBef>
                <a:spcPts val="900"/>
              </a:spcBef>
              <a:spcAft>
                <a:spcPts val="0"/>
              </a:spcAft>
              <a:buClr>
                <a:schemeClr val="lt1"/>
              </a:buClr>
              <a:buSzPts val="2000"/>
              <a:buNone/>
              <a:defRPr b="1" sz="2000">
                <a:solidFill>
                  <a:schemeClr val="lt1"/>
                </a:solidFill>
              </a:defRPr>
            </a:lvl7pPr>
            <a:lvl8pPr lvl="7" algn="l">
              <a:lnSpc>
                <a:spcPct val="80000"/>
              </a:lnSpc>
              <a:spcBef>
                <a:spcPts val="900"/>
              </a:spcBef>
              <a:spcAft>
                <a:spcPts val="0"/>
              </a:spcAft>
              <a:buClr>
                <a:schemeClr val="lt1"/>
              </a:buClr>
              <a:buSzPts val="2000"/>
              <a:buNone/>
              <a:defRPr b="1" sz="2000">
                <a:solidFill>
                  <a:schemeClr val="lt1"/>
                </a:solidFill>
              </a:defRPr>
            </a:lvl8pPr>
            <a:lvl9pPr lvl="8" algn="l">
              <a:lnSpc>
                <a:spcPct val="80000"/>
              </a:lnSpc>
              <a:spcBef>
                <a:spcPts val="900"/>
              </a:spcBef>
              <a:spcAft>
                <a:spcPts val="0"/>
              </a:spcAft>
              <a:buClr>
                <a:schemeClr val="lt1"/>
              </a:buClr>
              <a:buSzPts val="2000"/>
              <a:buNone/>
              <a:defRPr b="1" sz="2000">
                <a:solidFill>
                  <a:schemeClr val="lt1"/>
                </a:solidFill>
              </a:defRPr>
            </a:lvl9pPr>
          </a:lstStyle>
          <a:p/>
        </p:txBody>
      </p:sp>
      <p:sp>
        <p:nvSpPr>
          <p:cNvPr id="1382" name="Google Shape;1382;p212"/>
          <p:cNvSpPr/>
          <p:nvPr/>
        </p:nvSpPr>
        <p:spPr>
          <a:xfrm>
            <a:off x="44181" y="4572318"/>
            <a:ext cx="8513100" cy="5712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Verizon NHG TX"/>
              <a:ea typeface="Verizon NHG TX"/>
              <a:cs typeface="Verizon NHG TX"/>
              <a:sym typeface="Verizon NHG TX"/>
            </a:endParaRPr>
          </a:p>
        </p:txBody>
      </p:sp>
      <p:pic>
        <p:nvPicPr>
          <p:cNvPr id="1383" name="Google Shape;1383;p212" title="Verizon checkmark"/>
          <p:cNvPicPr preferRelativeResize="0"/>
          <p:nvPr/>
        </p:nvPicPr>
        <p:blipFill rotWithShape="1">
          <a:blip r:embed="rId2">
            <a:alphaModFix/>
          </a:blip>
          <a:srcRect b="0" l="0" r="0" t="0"/>
          <a:stretch/>
        </p:blipFill>
        <p:spPr>
          <a:xfrm>
            <a:off x="7240137" y="3106187"/>
            <a:ext cx="1981181" cy="2137963"/>
          </a:xfrm>
          <a:prstGeom prst="rect">
            <a:avLst/>
          </a:prstGeom>
          <a:noFill/>
          <a:ln>
            <a:noFill/>
          </a:ln>
        </p:spPr>
      </p:pic>
    </p:spTree>
  </p:cSld>
  <p:clrMapOvr>
    <a:masterClrMapping/>
  </p:clrMapOvr>
</p:sldLayout>
</file>

<file path=ppt/slideLayouts/slideLayout2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 External Cover">
  <p:cSld name="Cover slide - wht_2">
    <p:spTree>
      <p:nvGrpSpPr>
        <p:cNvPr id="1384" name="Shape 1384"/>
        <p:cNvGrpSpPr/>
        <p:nvPr/>
      </p:nvGrpSpPr>
      <p:grpSpPr>
        <a:xfrm>
          <a:off x="0" y="0"/>
          <a:ext cx="0" cy="0"/>
          <a:chOff x="0" y="0"/>
          <a:chExt cx="0" cy="0"/>
        </a:xfrm>
      </p:grpSpPr>
      <p:sp>
        <p:nvSpPr>
          <p:cNvPr id="1385" name="Google Shape;1385;p213"/>
          <p:cNvSpPr txBox="1"/>
          <p:nvPr>
            <p:ph type="ctrTitle"/>
          </p:nvPr>
        </p:nvSpPr>
        <p:spPr>
          <a:xfrm>
            <a:off x="457200" y="463073"/>
            <a:ext cx="6271800" cy="1737300"/>
          </a:xfrm>
          <a:prstGeom prst="rect">
            <a:avLst/>
          </a:prstGeom>
          <a:noFill/>
          <a:ln>
            <a:noFill/>
          </a:ln>
        </p:spPr>
        <p:txBody>
          <a:bodyPr anchorCtr="0" anchor="t" bIns="0" lIns="0" spcFirstLastPara="1" rIns="0" wrap="square" tIns="0">
            <a:noAutofit/>
          </a:bodyPr>
          <a:lstStyle>
            <a:lvl1pPr lvl="0" algn="l">
              <a:lnSpc>
                <a:spcPct val="80000"/>
              </a:lnSpc>
              <a:spcBef>
                <a:spcPts val="0"/>
              </a:spcBef>
              <a:spcAft>
                <a:spcPts val="0"/>
              </a:spcAft>
              <a:buClr>
                <a:schemeClr val="dk1"/>
              </a:buClr>
              <a:buSzPts val="6000"/>
              <a:buFont typeface="Verizon NHG DS"/>
              <a:buNone/>
              <a:defRPr b="1" i="0" sz="6000">
                <a:latin typeface="Verizon NHG DS"/>
                <a:ea typeface="Verizon NHG DS"/>
                <a:cs typeface="Verizon NHG DS"/>
                <a:sym typeface="Verizon NHG DS"/>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86" name="Google Shape;1386;p213"/>
          <p:cNvSpPr txBox="1"/>
          <p:nvPr>
            <p:ph idx="1" type="subTitle"/>
          </p:nvPr>
        </p:nvSpPr>
        <p:spPr>
          <a:xfrm>
            <a:off x="457200" y="2291873"/>
            <a:ext cx="4114800" cy="1371600"/>
          </a:xfrm>
          <a:prstGeom prst="rect">
            <a:avLst/>
          </a:prstGeom>
          <a:noFill/>
          <a:ln>
            <a:noFill/>
          </a:ln>
        </p:spPr>
        <p:txBody>
          <a:bodyPr anchorCtr="0" anchor="t" bIns="0" lIns="0" spcFirstLastPara="1" rIns="0" wrap="square" tIns="0">
            <a:noAutofit/>
          </a:bodyPr>
          <a:lstStyle>
            <a:lvl1pPr lvl="0" algn="l">
              <a:lnSpc>
                <a:spcPct val="80000"/>
              </a:lnSpc>
              <a:spcBef>
                <a:spcPts val="900"/>
              </a:spcBef>
              <a:spcAft>
                <a:spcPts val="0"/>
              </a:spcAft>
              <a:buClr>
                <a:schemeClr val="dk1"/>
              </a:buClr>
              <a:buSzPts val="2400"/>
              <a:buFont typeface="Verizon NHG TX"/>
              <a:buNone/>
              <a:defRPr b="0" i="0" sz="2400">
                <a:solidFill>
                  <a:schemeClr val="dk1"/>
                </a:solidFill>
                <a:latin typeface="Verizon NHG TX"/>
                <a:ea typeface="Verizon NHG TX"/>
                <a:cs typeface="Verizon NHG TX"/>
                <a:sym typeface="Verizon NHG TX"/>
              </a:defRPr>
            </a:lvl1pPr>
            <a:lvl2pPr lvl="1" algn="l">
              <a:lnSpc>
                <a:spcPct val="80000"/>
              </a:lnSpc>
              <a:spcBef>
                <a:spcPts val="900"/>
              </a:spcBef>
              <a:spcAft>
                <a:spcPts val="0"/>
              </a:spcAft>
              <a:buClr>
                <a:schemeClr val="dk1"/>
              </a:buClr>
              <a:buSzPts val="2000"/>
              <a:buFont typeface="Verizon NHG TX"/>
              <a:buNone/>
              <a:defRPr b="1" sz="2000">
                <a:solidFill>
                  <a:schemeClr val="dk1"/>
                </a:solidFill>
              </a:defRPr>
            </a:lvl2pPr>
            <a:lvl3pPr lvl="2" algn="l">
              <a:lnSpc>
                <a:spcPct val="80000"/>
              </a:lnSpc>
              <a:spcBef>
                <a:spcPts val="900"/>
              </a:spcBef>
              <a:spcAft>
                <a:spcPts val="0"/>
              </a:spcAft>
              <a:buClr>
                <a:schemeClr val="dk1"/>
              </a:buClr>
              <a:buSzPts val="2000"/>
              <a:buNone/>
              <a:defRPr b="1" sz="2000">
                <a:solidFill>
                  <a:schemeClr val="dk1"/>
                </a:solidFill>
              </a:defRPr>
            </a:lvl3pPr>
            <a:lvl4pPr lvl="3" algn="l">
              <a:lnSpc>
                <a:spcPct val="80000"/>
              </a:lnSpc>
              <a:spcBef>
                <a:spcPts val="900"/>
              </a:spcBef>
              <a:spcAft>
                <a:spcPts val="0"/>
              </a:spcAft>
              <a:buClr>
                <a:schemeClr val="dk1"/>
              </a:buClr>
              <a:buSzPts val="2000"/>
              <a:buNone/>
              <a:defRPr b="1" sz="2000">
                <a:solidFill>
                  <a:schemeClr val="dk1"/>
                </a:solidFill>
              </a:defRPr>
            </a:lvl4pPr>
            <a:lvl5pPr lvl="4" algn="l">
              <a:lnSpc>
                <a:spcPct val="80000"/>
              </a:lnSpc>
              <a:spcBef>
                <a:spcPts val="900"/>
              </a:spcBef>
              <a:spcAft>
                <a:spcPts val="0"/>
              </a:spcAft>
              <a:buClr>
                <a:schemeClr val="dk1"/>
              </a:buClr>
              <a:buSzPts val="2000"/>
              <a:buNone/>
              <a:defRPr b="1" sz="2000">
                <a:solidFill>
                  <a:schemeClr val="dk1"/>
                </a:solidFill>
              </a:defRPr>
            </a:lvl5pPr>
            <a:lvl6pPr lvl="5" algn="l">
              <a:lnSpc>
                <a:spcPct val="80000"/>
              </a:lnSpc>
              <a:spcBef>
                <a:spcPts val="900"/>
              </a:spcBef>
              <a:spcAft>
                <a:spcPts val="0"/>
              </a:spcAft>
              <a:buClr>
                <a:schemeClr val="dk1"/>
              </a:buClr>
              <a:buSzPts val="2000"/>
              <a:buNone/>
              <a:defRPr b="1" sz="2000">
                <a:solidFill>
                  <a:schemeClr val="dk1"/>
                </a:solidFill>
              </a:defRPr>
            </a:lvl6pPr>
            <a:lvl7pPr lvl="6" algn="l">
              <a:lnSpc>
                <a:spcPct val="80000"/>
              </a:lnSpc>
              <a:spcBef>
                <a:spcPts val="900"/>
              </a:spcBef>
              <a:spcAft>
                <a:spcPts val="0"/>
              </a:spcAft>
              <a:buClr>
                <a:schemeClr val="dk1"/>
              </a:buClr>
              <a:buSzPts val="2000"/>
              <a:buNone/>
              <a:defRPr b="1" sz="2000">
                <a:solidFill>
                  <a:schemeClr val="dk1"/>
                </a:solidFill>
              </a:defRPr>
            </a:lvl7pPr>
            <a:lvl8pPr lvl="7" algn="l">
              <a:lnSpc>
                <a:spcPct val="80000"/>
              </a:lnSpc>
              <a:spcBef>
                <a:spcPts val="900"/>
              </a:spcBef>
              <a:spcAft>
                <a:spcPts val="0"/>
              </a:spcAft>
              <a:buClr>
                <a:schemeClr val="dk1"/>
              </a:buClr>
              <a:buSzPts val="2000"/>
              <a:buNone/>
              <a:defRPr b="1" sz="2000">
                <a:solidFill>
                  <a:schemeClr val="dk1"/>
                </a:solidFill>
              </a:defRPr>
            </a:lvl8pPr>
            <a:lvl9pPr lvl="8" algn="l">
              <a:lnSpc>
                <a:spcPct val="80000"/>
              </a:lnSpc>
              <a:spcBef>
                <a:spcPts val="900"/>
              </a:spcBef>
              <a:spcAft>
                <a:spcPts val="0"/>
              </a:spcAft>
              <a:buClr>
                <a:schemeClr val="dk1"/>
              </a:buClr>
              <a:buSzPts val="2000"/>
              <a:buNone/>
              <a:defRPr b="1" sz="2000">
                <a:solidFill>
                  <a:schemeClr val="dk1"/>
                </a:solidFill>
              </a:defRPr>
            </a:lvl9pPr>
          </a:lstStyle>
          <a:p/>
        </p:txBody>
      </p:sp>
      <p:sp>
        <p:nvSpPr>
          <p:cNvPr id="1387" name="Google Shape;1387;p213"/>
          <p:cNvSpPr/>
          <p:nvPr/>
        </p:nvSpPr>
        <p:spPr>
          <a:xfrm>
            <a:off x="44181" y="4572318"/>
            <a:ext cx="8513100" cy="5712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Verizon NHG TX"/>
              <a:ea typeface="Verizon NHG TX"/>
              <a:cs typeface="Verizon NHG TX"/>
              <a:sym typeface="Verizon NHG TX"/>
            </a:endParaRPr>
          </a:p>
        </p:txBody>
      </p:sp>
      <p:pic>
        <p:nvPicPr>
          <p:cNvPr id="1388" name="Google Shape;1388;p213"/>
          <p:cNvPicPr preferRelativeResize="0"/>
          <p:nvPr/>
        </p:nvPicPr>
        <p:blipFill rotWithShape="1">
          <a:blip r:embed="rId2">
            <a:alphaModFix/>
          </a:blip>
          <a:srcRect b="0" l="0" r="0" t="0"/>
          <a:stretch/>
        </p:blipFill>
        <p:spPr>
          <a:xfrm>
            <a:off x="351886" y="4584645"/>
            <a:ext cx="1123624" cy="421733"/>
          </a:xfrm>
          <a:prstGeom prst="rect">
            <a:avLst/>
          </a:prstGeom>
          <a:noFill/>
          <a:ln>
            <a:noFill/>
          </a:ln>
        </p:spPr>
      </p:pic>
    </p:spTree>
  </p:cSld>
  <p:clrMapOvr>
    <a:masterClrMapping/>
  </p:clrMapOvr>
</p:sldLayout>
</file>

<file path=ppt/slideLayouts/slideLayout2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 Title and Content">
  <p:cSld name="Title and Content_1">
    <p:spTree>
      <p:nvGrpSpPr>
        <p:cNvPr id="1389" name="Shape 1389"/>
        <p:cNvGrpSpPr/>
        <p:nvPr/>
      </p:nvGrpSpPr>
      <p:grpSpPr>
        <a:xfrm>
          <a:off x="0" y="0"/>
          <a:ext cx="0" cy="0"/>
          <a:chOff x="0" y="0"/>
          <a:chExt cx="0" cy="0"/>
        </a:xfrm>
      </p:grpSpPr>
      <p:cxnSp>
        <p:nvCxnSpPr>
          <p:cNvPr id="1390" name="Google Shape;1390;p214"/>
          <p:cNvCxnSpPr/>
          <p:nvPr/>
        </p:nvCxnSpPr>
        <p:spPr>
          <a:xfrm>
            <a:off x="457200" y="457200"/>
            <a:ext cx="8229600" cy="0"/>
          </a:xfrm>
          <a:prstGeom prst="straightConnector1">
            <a:avLst/>
          </a:prstGeom>
          <a:noFill/>
          <a:ln cap="flat" cmpd="sng" w="47625">
            <a:solidFill>
              <a:schemeClr val="dk1"/>
            </a:solidFill>
            <a:prstDash val="solid"/>
            <a:round/>
            <a:headEnd len="sm" w="sm" type="none"/>
            <a:tailEnd len="sm" w="sm" type="none"/>
          </a:ln>
        </p:spPr>
      </p:cxnSp>
      <p:sp>
        <p:nvSpPr>
          <p:cNvPr id="1391" name="Google Shape;1391;p214"/>
          <p:cNvSpPr txBox="1"/>
          <p:nvPr>
            <p:ph type="title"/>
          </p:nvPr>
        </p:nvSpPr>
        <p:spPr>
          <a:xfrm>
            <a:off x="457200" y="590550"/>
            <a:ext cx="7086600" cy="571500"/>
          </a:xfrm>
          <a:prstGeom prst="rect">
            <a:avLst/>
          </a:prstGeom>
          <a:noFill/>
          <a:ln>
            <a:noFill/>
          </a:ln>
        </p:spPr>
        <p:txBody>
          <a:bodyPr anchorCtr="0" anchor="t" bIns="0" lIns="0" spcFirstLastPara="1" rIns="0" wrap="square" tIns="0">
            <a:normAutofit/>
          </a:bodyPr>
          <a:lstStyle>
            <a:lvl1pPr lvl="0" algn="l">
              <a:lnSpc>
                <a:spcPct val="80000"/>
              </a:lnSpc>
              <a:spcBef>
                <a:spcPts val="0"/>
              </a:spcBef>
              <a:spcAft>
                <a:spcPts val="0"/>
              </a:spcAft>
              <a:buClr>
                <a:schemeClr val="dk1"/>
              </a:buClr>
              <a:buSzPts val="18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92" name="Google Shape;1392;p214"/>
          <p:cNvSpPr txBox="1"/>
          <p:nvPr>
            <p:ph idx="1" type="body"/>
          </p:nvPr>
        </p:nvSpPr>
        <p:spPr>
          <a:xfrm>
            <a:off x="457200" y="1352550"/>
            <a:ext cx="7086600" cy="30861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900"/>
              </a:spcBef>
              <a:spcAft>
                <a:spcPts val="0"/>
              </a:spcAft>
              <a:buClr>
                <a:schemeClr val="dk1"/>
              </a:buClr>
              <a:buSzPts val="1800"/>
              <a:buNone/>
              <a:defRPr/>
            </a:lvl1pPr>
            <a:lvl2pPr indent="-228600" lvl="1" marL="914400" algn="l">
              <a:lnSpc>
                <a:spcPct val="100000"/>
              </a:lnSpc>
              <a:spcBef>
                <a:spcPts val="900"/>
              </a:spcBef>
              <a:spcAft>
                <a:spcPts val="0"/>
              </a:spcAft>
              <a:buClr>
                <a:schemeClr val="dk1"/>
              </a:buClr>
              <a:buSzPts val="1800"/>
              <a:buNone/>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600"/>
              </a:spcBef>
              <a:spcAft>
                <a:spcPts val="0"/>
              </a:spcAft>
              <a:buClr>
                <a:schemeClr val="dk1"/>
              </a:buClr>
              <a:buSzPts val="1800"/>
              <a:buChar char="-"/>
              <a:defRPr/>
            </a:lvl4pPr>
            <a:lvl5pPr indent="-342900" lvl="4" marL="2286000" algn="l">
              <a:lnSpc>
                <a:spcPct val="100000"/>
              </a:lnSpc>
              <a:spcBef>
                <a:spcPts val="600"/>
              </a:spcBef>
              <a:spcAft>
                <a:spcPts val="0"/>
              </a:spcAft>
              <a:buClr>
                <a:schemeClr val="dk1"/>
              </a:buClr>
              <a:buSzPts val="1800"/>
              <a:buChar char="-"/>
              <a:defRPr/>
            </a:lvl5pPr>
            <a:lvl6pPr indent="-342900" lvl="5" marL="2743200" algn="l">
              <a:lnSpc>
                <a:spcPct val="100000"/>
              </a:lnSpc>
              <a:spcBef>
                <a:spcPts val="600"/>
              </a:spcBef>
              <a:spcAft>
                <a:spcPts val="0"/>
              </a:spcAft>
              <a:buClr>
                <a:schemeClr val="dk1"/>
              </a:buClr>
              <a:buSzPts val="1800"/>
              <a:buChar char="•"/>
              <a:defRPr/>
            </a:lvl6pPr>
            <a:lvl7pPr indent="-342900" lvl="6" marL="3200400" algn="l">
              <a:lnSpc>
                <a:spcPct val="100000"/>
              </a:lnSpc>
              <a:spcBef>
                <a:spcPts val="600"/>
              </a:spcBef>
              <a:spcAft>
                <a:spcPts val="0"/>
              </a:spcAft>
              <a:buClr>
                <a:schemeClr val="dk1"/>
              </a:buClr>
              <a:buSzPts val="1800"/>
              <a:buChar char="•"/>
              <a:defRPr/>
            </a:lvl7pPr>
            <a:lvl8pPr indent="-342900" lvl="7" marL="3657600" algn="l">
              <a:lnSpc>
                <a:spcPct val="100000"/>
              </a:lnSpc>
              <a:spcBef>
                <a:spcPts val="600"/>
              </a:spcBef>
              <a:spcAft>
                <a:spcPts val="0"/>
              </a:spcAft>
              <a:buClr>
                <a:schemeClr val="dk1"/>
              </a:buClr>
              <a:buSzPts val="1800"/>
              <a:buChar char="•"/>
              <a:defRPr/>
            </a:lvl8pPr>
            <a:lvl9pPr indent="-342900" lvl="8" marL="4114800" algn="l">
              <a:lnSpc>
                <a:spcPct val="100000"/>
              </a:lnSpc>
              <a:spcBef>
                <a:spcPts val="600"/>
              </a:spcBef>
              <a:spcAft>
                <a:spcPts val="0"/>
              </a:spcAft>
              <a:buClr>
                <a:schemeClr val="dk1"/>
              </a:buClr>
              <a:buSzPts val="1800"/>
              <a:buChar char="•"/>
              <a:defRPr/>
            </a:lvl9pPr>
          </a:lstStyle>
          <a:p/>
        </p:txBody>
      </p:sp>
      <p:sp>
        <p:nvSpPr>
          <p:cNvPr id="1393" name="Google Shape;1393;p214"/>
          <p:cNvSpPr txBox="1"/>
          <p:nvPr>
            <p:ph idx="12" type="sldNum"/>
          </p:nvPr>
        </p:nvSpPr>
        <p:spPr>
          <a:xfrm>
            <a:off x="8458200" y="4700016"/>
            <a:ext cx="228600" cy="1077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1pPr>
            <a:lvl2pPr indent="0" lvl="1"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2pPr>
            <a:lvl3pPr indent="0" lvl="2"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3pPr>
            <a:lvl4pPr indent="0" lvl="3"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4pPr>
            <a:lvl5pPr indent="0" lvl="4"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5pPr>
            <a:lvl6pPr indent="0" lvl="5"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6pPr>
            <a:lvl7pPr indent="0" lvl="6"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7pPr>
            <a:lvl8pPr indent="0" lvl="7"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8pPr>
            <a:lvl9pPr indent="0" lvl="8"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White">
  <p:cSld name="Divider - White_1">
    <p:bg>
      <p:bgPr>
        <a:solidFill>
          <a:schemeClr val="lt1"/>
        </a:solidFill>
      </p:bgPr>
    </p:bg>
    <p:spTree>
      <p:nvGrpSpPr>
        <p:cNvPr id="1394" name="Shape 1394"/>
        <p:cNvGrpSpPr/>
        <p:nvPr/>
      </p:nvGrpSpPr>
      <p:grpSpPr>
        <a:xfrm>
          <a:off x="0" y="0"/>
          <a:ext cx="0" cy="0"/>
          <a:chOff x="0" y="0"/>
          <a:chExt cx="0" cy="0"/>
        </a:xfrm>
      </p:grpSpPr>
      <p:sp>
        <p:nvSpPr>
          <p:cNvPr id="1395" name="Google Shape;1395;p215"/>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b="0" i="0" sz="1100" u="none" cap="none" strike="noStrike">
              <a:solidFill>
                <a:srgbClr val="000000"/>
              </a:solidFill>
              <a:latin typeface="Verizon NHG TX"/>
              <a:ea typeface="Verizon NHG TX"/>
              <a:cs typeface="Verizon NHG TX"/>
              <a:sym typeface="Verizon NHG TX"/>
            </a:endParaRPr>
          </a:p>
        </p:txBody>
      </p:sp>
      <p:sp>
        <p:nvSpPr>
          <p:cNvPr id="1396" name="Google Shape;1396;p215"/>
          <p:cNvSpPr txBox="1"/>
          <p:nvPr/>
        </p:nvSpPr>
        <p:spPr>
          <a:xfrm>
            <a:off x="8642255" y="4759509"/>
            <a:ext cx="272700" cy="1692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1" i="0" lang="en" sz="1100" u="none" cap="none" strike="noStrike">
                <a:solidFill>
                  <a:schemeClr val="accent1"/>
                </a:solidFill>
                <a:latin typeface="Verizon NHG TX"/>
                <a:ea typeface="Verizon NHG TX"/>
                <a:cs typeface="Verizon NHG TX"/>
                <a:sym typeface="Verizon NHG TX"/>
              </a:rPr>
              <a:t>‹#›</a:t>
            </a:fld>
            <a:endParaRPr b="1" i="0" sz="1100" u="none" cap="none" strike="noStrike">
              <a:solidFill>
                <a:schemeClr val="accent1"/>
              </a:solidFill>
              <a:latin typeface="Verizon NHG TX"/>
              <a:ea typeface="Verizon NHG TX"/>
              <a:cs typeface="Verizon NHG TX"/>
              <a:sym typeface="Verizon NHG TX"/>
            </a:endParaRPr>
          </a:p>
        </p:txBody>
      </p:sp>
      <p:pic>
        <p:nvPicPr>
          <p:cNvPr id="1397" name="Google Shape;1397;p215"/>
          <p:cNvPicPr preferRelativeResize="0"/>
          <p:nvPr/>
        </p:nvPicPr>
        <p:blipFill rotWithShape="1">
          <a:blip r:embed="rId2">
            <a:alphaModFix/>
          </a:blip>
          <a:srcRect b="0" l="0" r="0" t="0"/>
          <a:stretch/>
        </p:blipFill>
        <p:spPr>
          <a:xfrm>
            <a:off x="229133" y="4768923"/>
            <a:ext cx="637643" cy="142756"/>
          </a:xfrm>
          <a:prstGeom prst="rect">
            <a:avLst/>
          </a:prstGeom>
          <a:noFill/>
          <a:ln>
            <a:noFill/>
          </a:ln>
        </p:spPr>
      </p:pic>
      <p:sp>
        <p:nvSpPr>
          <p:cNvPr id="1398" name="Google Shape;1398;p215"/>
          <p:cNvSpPr txBox="1"/>
          <p:nvPr>
            <p:ph idx="1" type="body"/>
          </p:nvPr>
        </p:nvSpPr>
        <p:spPr>
          <a:xfrm>
            <a:off x="226219" y="228600"/>
            <a:ext cx="6487800" cy="1485900"/>
          </a:xfrm>
          <a:prstGeom prst="rect">
            <a:avLst/>
          </a:prstGeom>
          <a:noFill/>
          <a:ln>
            <a:noFill/>
          </a:ln>
        </p:spPr>
        <p:txBody>
          <a:bodyPr anchorCtr="0" anchor="t" bIns="0" lIns="0" spcFirstLastPara="1" rIns="0" wrap="square" tIns="0">
            <a:normAutofit/>
          </a:bodyPr>
          <a:lstStyle>
            <a:lvl1pPr indent="-228600" lvl="0" marL="457200" marR="0" algn="l">
              <a:lnSpc>
                <a:spcPct val="99090"/>
              </a:lnSpc>
              <a:spcBef>
                <a:spcPts val="0"/>
              </a:spcBef>
              <a:spcAft>
                <a:spcPts val="0"/>
              </a:spcAft>
              <a:buClr>
                <a:srgbClr val="F50A23"/>
              </a:buClr>
              <a:buSzPts val="5000"/>
              <a:buFont typeface="Verizon NHG TX"/>
              <a:buNone/>
              <a:defRPr b="1" i="0" sz="5000" u="none" cap="none" strike="noStrike">
                <a:solidFill>
                  <a:srgbClr val="F50A23"/>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1399" name="Google Shape;1399;p215"/>
          <p:cNvSpPr txBox="1"/>
          <p:nvPr>
            <p:ph idx="2" type="body"/>
          </p:nvPr>
        </p:nvSpPr>
        <p:spPr>
          <a:xfrm>
            <a:off x="226219" y="2638020"/>
            <a:ext cx="6487800" cy="1476600"/>
          </a:xfrm>
          <a:prstGeom prst="rect">
            <a:avLst/>
          </a:prstGeom>
          <a:noFill/>
          <a:ln>
            <a:noFill/>
          </a:ln>
        </p:spPr>
        <p:txBody>
          <a:bodyPr anchorCtr="0" anchor="t" bIns="0" lIns="0" spcFirstLastPara="1" rIns="0" wrap="square" tIns="0">
            <a:normAutofit/>
          </a:bodyPr>
          <a:lstStyle>
            <a:lvl1pPr indent="-228600" lvl="0" marL="457200" marR="0" algn="l">
              <a:lnSpc>
                <a:spcPct val="98125"/>
              </a:lnSpc>
              <a:spcBef>
                <a:spcPts val="0"/>
              </a:spcBef>
              <a:spcAft>
                <a:spcPts val="0"/>
              </a:spcAft>
              <a:buClr>
                <a:schemeClr val="dk1"/>
              </a:buClr>
              <a:buSzPts val="2400"/>
              <a:buFont typeface="Verizon NHG TX"/>
              <a:buNone/>
              <a:defRPr b="1" i="0" sz="24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2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No Overline">
  <p:cSld name="Complex Chart">
    <p:spTree>
      <p:nvGrpSpPr>
        <p:cNvPr id="1406" name="Shape 1406"/>
        <p:cNvGrpSpPr/>
        <p:nvPr/>
      </p:nvGrpSpPr>
      <p:grpSpPr>
        <a:xfrm>
          <a:off x="0" y="0"/>
          <a:ext cx="0" cy="0"/>
          <a:chOff x="0" y="0"/>
          <a:chExt cx="0" cy="0"/>
        </a:xfrm>
      </p:grpSpPr>
      <p:sp>
        <p:nvSpPr>
          <p:cNvPr id="1407" name="Google Shape;1407;p217"/>
          <p:cNvSpPr txBox="1"/>
          <p:nvPr>
            <p:ph idx="12" type="sldNum"/>
          </p:nvPr>
        </p:nvSpPr>
        <p:spPr>
          <a:xfrm>
            <a:off x="8458200" y="4700016"/>
            <a:ext cx="228600" cy="1077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1pPr>
            <a:lvl2pPr indent="0" lvl="1"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2pPr>
            <a:lvl3pPr indent="0" lvl="2"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3pPr>
            <a:lvl4pPr indent="0" lvl="3"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4pPr>
            <a:lvl5pPr indent="0" lvl="4"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5pPr>
            <a:lvl6pPr indent="0" lvl="5"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6pPr>
            <a:lvl7pPr indent="0" lvl="6"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7pPr>
            <a:lvl8pPr indent="0" lvl="7"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8pPr>
            <a:lvl9pPr indent="0" lvl="8"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9pPr>
          </a:lstStyle>
          <a:p>
            <a:pPr indent="0" lvl="0" marL="0" rtl="0" algn="r">
              <a:spcBef>
                <a:spcPts val="0"/>
              </a:spcBef>
              <a:spcAft>
                <a:spcPts val="0"/>
              </a:spcAft>
              <a:buNone/>
            </a:pPr>
            <a:fld id="{00000000-1234-1234-1234-123412341234}" type="slidenum">
              <a:rPr lang="en"/>
              <a:t>‹#›</a:t>
            </a:fld>
            <a:endParaRPr/>
          </a:p>
        </p:txBody>
      </p:sp>
      <p:sp>
        <p:nvSpPr>
          <p:cNvPr id="1408" name="Google Shape;1408;p217"/>
          <p:cNvSpPr txBox="1"/>
          <p:nvPr>
            <p:ph type="title"/>
          </p:nvPr>
        </p:nvSpPr>
        <p:spPr>
          <a:xfrm>
            <a:off x="457200" y="247650"/>
            <a:ext cx="7086600" cy="685800"/>
          </a:xfrm>
          <a:prstGeom prst="rect">
            <a:avLst/>
          </a:prstGeom>
          <a:noFill/>
          <a:ln>
            <a:noFill/>
          </a:ln>
        </p:spPr>
        <p:txBody>
          <a:bodyPr anchorCtr="0" anchor="t" bIns="0" lIns="0" spcFirstLastPara="1" rIns="0" wrap="square" tIns="0">
            <a:normAutofit/>
          </a:bodyPr>
          <a:lstStyle>
            <a:lvl1pPr lvl="0" algn="l">
              <a:lnSpc>
                <a:spcPct val="80000"/>
              </a:lnSpc>
              <a:spcBef>
                <a:spcPts val="0"/>
              </a:spcBef>
              <a:spcAft>
                <a:spcPts val="0"/>
              </a:spcAft>
              <a:buClr>
                <a:schemeClr val="dk1"/>
              </a:buClr>
              <a:buSzPts val="18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409" name="Google Shape;1409;p217"/>
          <p:cNvSpPr txBox="1"/>
          <p:nvPr>
            <p:ph idx="1" type="body"/>
          </p:nvPr>
        </p:nvSpPr>
        <p:spPr>
          <a:xfrm>
            <a:off x="457200" y="590550"/>
            <a:ext cx="8229600" cy="38481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900"/>
              </a:spcBef>
              <a:spcAft>
                <a:spcPts val="0"/>
              </a:spcAft>
              <a:buClr>
                <a:schemeClr val="dk1"/>
              </a:buClr>
              <a:buSzPts val="1800"/>
              <a:buNone/>
              <a:defRPr/>
            </a:lvl1pPr>
            <a:lvl2pPr indent="-228600" lvl="1" marL="914400" algn="l">
              <a:lnSpc>
                <a:spcPct val="100000"/>
              </a:lnSpc>
              <a:spcBef>
                <a:spcPts val="900"/>
              </a:spcBef>
              <a:spcAft>
                <a:spcPts val="0"/>
              </a:spcAft>
              <a:buClr>
                <a:schemeClr val="dk1"/>
              </a:buClr>
              <a:buSzPts val="1800"/>
              <a:buNone/>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600"/>
              </a:spcBef>
              <a:spcAft>
                <a:spcPts val="0"/>
              </a:spcAft>
              <a:buClr>
                <a:schemeClr val="dk1"/>
              </a:buClr>
              <a:buSzPts val="1800"/>
              <a:buChar char="-"/>
              <a:defRPr/>
            </a:lvl4pPr>
            <a:lvl5pPr indent="-342900" lvl="4" marL="2286000" algn="l">
              <a:lnSpc>
                <a:spcPct val="100000"/>
              </a:lnSpc>
              <a:spcBef>
                <a:spcPts val="600"/>
              </a:spcBef>
              <a:spcAft>
                <a:spcPts val="0"/>
              </a:spcAft>
              <a:buClr>
                <a:schemeClr val="dk1"/>
              </a:buClr>
              <a:buSzPts val="1800"/>
              <a:buChar char="-"/>
              <a:defRPr/>
            </a:lvl5pPr>
            <a:lvl6pPr indent="-342900" lvl="5" marL="2743200" algn="l">
              <a:lnSpc>
                <a:spcPct val="100000"/>
              </a:lnSpc>
              <a:spcBef>
                <a:spcPts val="600"/>
              </a:spcBef>
              <a:spcAft>
                <a:spcPts val="0"/>
              </a:spcAft>
              <a:buClr>
                <a:schemeClr val="dk1"/>
              </a:buClr>
              <a:buSzPts val="1800"/>
              <a:buChar char="•"/>
              <a:defRPr/>
            </a:lvl6pPr>
            <a:lvl7pPr indent="-342900" lvl="6" marL="3200400" algn="l">
              <a:lnSpc>
                <a:spcPct val="100000"/>
              </a:lnSpc>
              <a:spcBef>
                <a:spcPts val="600"/>
              </a:spcBef>
              <a:spcAft>
                <a:spcPts val="0"/>
              </a:spcAft>
              <a:buClr>
                <a:schemeClr val="dk1"/>
              </a:buClr>
              <a:buSzPts val="1800"/>
              <a:buChar char="•"/>
              <a:defRPr/>
            </a:lvl7pPr>
            <a:lvl8pPr indent="-342900" lvl="7" marL="3657600" algn="l">
              <a:lnSpc>
                <a:spcPct val="100000"/>
              </a:lnSpc>
              <a:spcBef>
                <a:spcPts val="600"/>
              </a:spcBef>
              <a:spcAft>
                <a:spcPts val="0"/>
              </a:spcAft>
              <a:buClr>
                <a:schemeClr val="dk1"/>
              </a:buClr>
              <a:buSzPts val="1800"/>
              <a:buChar char="•"/>
              <a:defRPr/>
            </a:lvl8pPr>
            <a:lvl9pPr indent="-342900" lvl="8" marL="4114800" algn="l">
              <a:lnSpc>
                <a:spcPct val="100000"/>
              </a:lnSpc>
              <a:spcBef>
                <a:spcPts val="600"/>
              </a:spcBef>
              <a:spcAft>
                <a:spcPts val="0"/>
              </a:spcAft>
              <a:buClr>
                <a:schemeClr val="dk1"/>
              </a:buClr>
              <a:buSzPts val="1800"/>
              <a:buChar char="•"/>
              <a:defRPr/>
            </a:lvl9pPr>
          </a:lstStyle>
          <a:p/>
        </p:txBody>
      </p:sp>
    </p:spTree>
  </p:cSld>
  <p:clrMapOvr>
    <a:masterClrMapping/>
  </p:clrMapOvr>
</p:sldLayout>
</file>

<file path=ppt/slideLayouts/slideLayout2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_Slide_Bullet point and optional partner 2 - White">
  <p:cSld name="Bullet point and optional partner 2 - White">
    <p:bg>
      <p:bgPr>
        <a:solidFill>
          <a:schemeClr val="lt1"/>
        </a:solidFill>
      </p:bgPr>
    </p:bg>
    <p:spTree>
      <p:nvGrpSpPr>
        <p:cNvPr id="1410" name="Shape 1410"/>
        <p:cNvGrpSpPr/>
        <p:nvPr/>
      </p:nvGrpSpPr>
      <p:grpSpPr>
        <a:xfrm>
          <a:off x="0" y="0"/>
          <a:ext cx="0" cy="0"/>
          <a:chOff x="0" y="0"/>
          <a:chExt cx="0" cy="0"/>
        </a:xfrm>
      </p:grpSpPr>
      <p:sp>
        <p:nvSpPr>
          <p:cNvPr id="1411" name="Google Shape;1411;p218"/>
          <p:cNvSpPr/>
          <p:nvPr>
            <p:ph idx="2" type="pic"/>
          </p:nvPr>
        </p:nvSpPr>
        <p:spPr>
          <a:xfrm>
            <a:off x="7394972" y="469106"/>
            <a:ext cx="1275300" cy="1325100"/>
          </a:xfrm>
          <a:prstGeom prst="rect">
            <a:avLst/>
          </a:prstGeom>
          <a:noFill/>
          <a:ln>
            <a:noFill/>
          </a:ln>
        </p:spPr>
      </p:sp>
      <p:sp>
        <p:nvSpPr>
          <p:cNvPr id="1412" name="Google Shape;1412;p218"/>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413" name="Google Shape;1413;p218"/>
          <p:cNvSpPr txBox="1"/>
          <p:nvPr>
            <p:ph idx="1" type="body"/>
          </p:nvPr>
        </p:nvSpPr>
        <p:spPr>
          <a:xfrm>
            <a:off x="473869" y="1908572"/>
            <a:ext cx="8196300" cy="2283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1100"/>
              <a:buNone/>
              <a:defRPr sz="1100"/>
            </a:lvl1pPr>
            <a:lvl2pPr indent="-228600" lvl="1" marL="914400" algn="l">
              <a:lnSpc>
                <a:spcPct val="100000"/>
              </a:lnSpc>
              <a:spcBef>
                <a:spcPts val="9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200"/>
              </a:spcBef>
              <a:spcAft>
                <a:spcPts val="0"/>
              </a:spcAft>
              <a:buClr>
                <a:schemeClr val="dk1"/>
              </a:buClr>
              <a:buSzPts val="1100"/>
              <a:buChar char="⁃"/>
              <a:defRPr sz="1100"/>
            </a:lvl4pPr>
            <a:lvl5pPr indent="-298450" lvl="4" marL="2286000" algn="l">
              <a:lnSpc>
                <a:spcPct val="100000"/>
              </a:lnSpc>
              <a:spcBef>
                <a:spcPts val="100"/>
              </a:spcBef>
              <a:spcAft>
                <a:spcPts val="0"/>
              </a:spcAft>
              <a:buClr>
                <a:schemeClr val="dk1"/>
              </a:buClr>
              <a:buSzPts val="1100"/>
              <a:buChar char="⁃"/>
              <a:defRPr sz="11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285750" lvl="7" marL="3657600" algn="l">
              <a:lnSpc>
                <a:spcPct val="90000"/>
              </a:lnSpc>
              <a:spcBef>
                <a:spcPts val="400"/>
              </a:spcBef>
              <a:spcAft>
                <a:spcPts val="0"/>
              </a:spcAft>
              <a:buClr>
                <a:schemeClr val="dk1"/>
              </a:buClr>
              <a:buSzPts val="900"/>
              <a:buChar char="•"/>
              <a:defRPr sz="900"/>
            </a:lvl8pPr>
            <a:lvl9pPr indent="-285750" lvl="8" marL="4114800" algn="l">
              <a:lnSpc>
                <a:spcPct val="90000"/>
              </a:lnSpc>
              <a:spcBef>
                <a:spcPts val="400"/>
              </a:spcBef>
              <a:spcAft>
                <a:spcPts val="0"/>
              </a:spcAft>
              <a:buClr>
                <a:schemeClr val="dk1"/>
              </a:buClr>
              <a:buSzPts val="900"/>
              <a:buChar char="•"/>
              <a:defRPr sz="900"/>
            </a:lvl9pPr>
          </a:lstStyle>
          <a:p/>
        </p:txBody>
      </p:sp>
      <p:sp>
        <p:nvSpPr>
          <p:cNvPr id="1414" name="Google Shape;1414;p218"/>
          <p:cNvSpPr txBox="1"/>
          <p:nvPr>
            <p:ph idx="3" type="body"/>
          </p:nvPr>
        </p:nvSpPr>
        <p:spPr>
          <a:xfrm>
            <a:off x="476251" y="469106"/>
            <a:ext cx="6112800" cy="136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1415" name="Google Shape;1415;p218"/>
          <p:cNvSpPr txBox="1"/>
          <p:nvPr>
            <p:ph type="title"/>
          </p:nvPr>
        </p:nvSpPr>
        <p:spPr>
          <a:xfrm>
            <a:off x="473870" y="619857"/>
            <a:ext cx="61152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2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_Slide_Divider - Black">
  <p:cSld name="Divider - Black">
    <p:bg>
      <p:bgPr>
        <a:solidFill>
          <a:schemeClr val="dk1"/>
        </a:solidFill>
      </p:bgPr>
    </p:bg>
    <p:spTree>
      <p:nvGrpSpPr>
        <p:cNvPr id="1416" name="Shape 1416"/>
        <p:cNvGrpSpPr/>
        <p:nvPr/>
      </p:nvGrpSpPr>
      <p:grpSpPr>
        <a:xfrm>
          <a:off x="0" y="0"/>
          <a:ext cx="0" cy="0"/>
          <a:chOff x="0" y="0"/>
          <a:chExt cx="0" cy="0"/>
        </a:xfrm>
      </p:grpSpPr>
      <p:sp>
        <p:nvSpPr>
          <p:cNvPr id="1417" name="Google Shape;1417;p219"/>
          <p:cNvSpPr txBox="1"/>
          <p:nvPr>
            <p:ph idx="1" type="body"/>
          </p:nvPr>
        </p:nvSpPr>
        <p:spPr>
          <a:xfrm>
            <a:off x="473869" y="2628900"/>
            <a:ext cx="4047000" cy="1314600"/>
          </a:xfrm>
          <a:prstGeom prst="rect">
            <a:avLst/>
          </a:prstGeom>
          <a:noFill/>
          <a:ln>
            <a:noFill/>
          </a:ln>
        </p:spPr>
        <p:txBody>
          <a:bodyPr anchorCtr="0" anchor="t" bIns="0" lIns="0" spcFirstLastPara="1" rIns="0" wrap="square" tIns="0">
            <a:normAutofit/>
          </a:bodyPr>
          <a:lstStyle>
            <a:lvl1pPr indent="-228600" lvl="0" marL="457200" algn="l">
              <a:lnSpc>
                <a:spcPct val="98125"/>
              </a:lnSpc>
              <a:spcBef>
                <a:spcPts val="0"/>
              </a:spcBef>
              <a:spcAft>
                <a:spcPts val="0"/>
              </a:spcAft>
              <a:buClr>
                <a:schemeClr val="lt1"/>
              </a:buClr>
              <a:buSzPts val="2400"/>
              <a:buNone/>
              <a:defRPr i="0" sz="2400">
                <a:solidFill>
                  <a:schemeClr val="lt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285750" lvl="5" marL="2743200" algn="l">
              <a:lnSpc>
                <a:spcPct val="90000"/>
              </a:lnSpc>
              <a:spcBef>
                <a:spcPts val="400"/>
              </a:spcBef>
              <a:spcAft>
                <a:spcPts val="0"/>
              </a:spcAft>
              <a:buClr>
                <a:schemeClr val="lt1"/>
              </a:buClr>
              <a:buSzPts val="900"/>
              <a:buChar char="•"/>
              <a:defRPr sz="900">
                <a:solidFill>
                  <a:schemeClr val="lt1"/>
                </a:solidFill>
              </a:defRPr>
            </a:lvl6pPr>
            <a:lvl7pPr indent="-285750" lvl="6" marL="3200400" algn="l">
              <a:lnSpc>
                <a:spcPct val="90000"/>
              </a:lnSpc>
              <a:spcBef>
                <a:spcPts val="400"/>
              </a:spcBef>
              <a:spcAft>
                <a:spcPts val="0"/>
              </a:spcAft>
              <a:buClr>
                <a:schemeClr val="lt1"/>
              </a:buClr>
              <a:buSzPts val="900"/>
              <a:buChar char="•"/>
              <a:defRPr sz="900">
                <a:solidFill>
                  <a:schemeClr val="lt1"/>
                </a:solidFill>
              </a:defRPr>
            </a:lvl7pPr>
            <a:lvl8pPr indent="-285750" lvl="7" marL="3657600" algn="l">
              <a:lnSpc>
                <a:spcPct val="90000"/>
              </a:lnSpc>
              <a:spcBef>
                <a:spcPts val="400"/>
              </a:spcBef>
              <a:spcAft>
                <a:spcPts val="0"/>
              </a:spcAft>
              <a:buClr>
                <a:schemeClr val="lt1"/>
              </a:buClr>
              <a:buSzPts val="900"/>
              <a:buChar char="•"/>
              <a:defRPr sz="900">
                <a:solidFill>
                  <a:schemeClr val="lt1"/>
                </a:solidFill>
              </a:defRPr>
            </a:lvl8pPr>
            <a:lvl9pPr indent="-285750" lvl="8" marL="4114800" algn="l">
              <a:lnSpc>
                <a:spcPct val="90000"/>
              </a:lnSpc>
              <a:spcBef>
                <a:spcPts val="400"/>
              </a:spcBef>
              <a:spcAft>
                <a:spcPts val="0"/>
              </a:spcAft>
              <a:buClr>
                <a:schemeClr val="lt1"/>
              </a:buClr>
              <a:buSzPts val="900"/>
              <a:buChar char="•"/>
              <a:defRPr sz="900">
                <a:solidFill>
                  <a:schemeClr val="lt1"/>
                </a:solidFill>
              </a:defRPr>
            </a:lvl9pPr>
          </a:lstStyle>
          <a:p/>
        </p:txBody>
      </p:sp>
      <p:sp>
        <p:nvSpPr>
          <p:cNvPr id="1418" name="Google Shape;1418;p219"/>
          <p:cNvSpPr txBox="1"/>
          <p:nvPr>
            <p:ph type="title"/>
          </p:nvPr>
        </p:nvSpPr>
        <p:spPr>
          <a:xfrm>
            <a:off x="473869" y="469107"/>
            <a:ext cx="6801000" cy="13251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accent6"/>
              </a:buClr>
              <a:buSzPts val="5000"/>
              <a:buFont typeface="Arial"/>
              <a:buNone/>
              <a:defRPr sz="5000">
                <a:solidFill>
                  <a:schemeClr val="accent6"/>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419" name="Google Shape;1419;p219"/>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420" name="Google Shape;1420;p219"/>
          <p:cNvSpPr txBox="1"/>
          <p:nvPr/>
        </p:nvSpPr>
        <p:spPr>
          <a:xfrm>
            <a:off x="2625367" y="4761251"/>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Arial"/>
                <a:ea typeface="Arial"/>
                <a:cs typeface="Arial"/>
                <a:sym typeface="Arial"/>
              </a:rPr>
              <a:t>Verizon confidential and proprietary. Unauthorized disclosure, reproduction or other use prohibited.</a:t>
            </a:r>
            <a:endParaRPr b="0" i="0" sz="11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8_Slide_Info Slide">
  <p:cSld name="Info Slide">
    <p:spTree>
      <p:nvGrpSpPr>
        <p:cNvPr id="1421" name="Shape 1421"/>
        <p:cNvGrpSpPr/>
        <p:nvPr/>
      </p:nvGrpSpPr>
      <p:grpSpPr>
        <a:xfrm>
          <a:off x="0" y="0"/>
          <a:ext cx="0" cy="0"/>
          <a:chOff x="0" y="0"/>
          <a:chExt cx="0" cy="0"/>
        </a:xfrm>
      </p:grpSpPr>
      <p:sp>
        <p:nvSpPr>
          <p:cNvPr id="1422" name="Google Shape;1422;p220"/>
          <p:cNvSpPr/>
          <p:nvPr/>
        </p:nvSpPr>
        <p:spPr>
          <a:xfrm>
            <a:off x="2749794" y="4741252"/>
            <a:ext cx="3653100" cy="2241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423" name="Google Shape;1423;p220"/>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424" name="Google Shape;1424;p220"/>
          <p:cNvSpPr/>
          <p:nvPr/>
        </p:nvSpPr>
        <p:spPr>
          <a:xfrm>
            <a:off x="6126956" y="469106"/>
            <a:ext cx="2543100" cy="207300"/>
          </a:xfrm>
          <a:prstGeom prst="roundRect">
            <a:avLst>
              <a:gd fmla="val 16667" name="adj"/>
            </a:avLst>
          </a:prstGeom>
          <a:solidFill>
            <a:schemeClr val="accent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chemeClr val="lt1"/>
                </a:solidFill>
                <a:latin typeface="Verizon NHG TX"/>
                <a:ea typeface="Verizon NHG TX"/>
                <a:cs typeface="Verizon NHG TX"/>
                <a:sym typeface="Verizon NHG TX"/>
              </a:rPr>
              <a:t>Read this info slide. This is not a template.</a:t>
            </a:r>
            <a:endParaRPr b="0" i="0" sz="1100" u="none" cap="none" strike="noStrike">
              <a:solidFill>
                <a:srgbClr val="000000"/>
              </a:solidFill>
              <a:latin typeface="Verizon NHG TX"/>
              <a:ea typeface="Verizon NHG TX"/>
              <a:cs typeface="Verizon NHG TX"/>
              <a:sym typeface="Verizon NHG TX"/>
            </a:endParaRPr>
          </a:p>
        </p:txBody>
      </p:sp>
    </p:spTree>
  </p:cSld>
  <p:clrMapOvr>
    <a:masterClrMapping/>
  </p:clrMapOvr>
</p:sldLayout>
</file>

<file path=ppt/slideLayouts/slideLayout2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_Slide_Primary Cover - White">
  <p:cSld name="Primary Cover - White">
    <p:bg>
      <p:bgPr>
        <a:solidFill>
          <a:schemeClr val="lt1"/>
        </a:solidFill>
      </p:bgPr>
    </p:bg>
    <p:spTree>
      <p:nvGrpSpPr>
        <p:cNvPr id="1425" name="Shape 1425"/>
        <p:cNvGrpSpPr/>
        <p:nvPr/>
      </p:nvGrpSpPr>
      <p:grpSpPr>
        <a:xfrm>
          <a:off x="0" y="0"/>
          <a:ext cx="0" cy="0"/>
          <a:chOff x="0" y="0"/>
          <a:chExt cx="0" cy="0"/>
        </a:xfrm>
      </p:grpSpPr>
      <p:sp>
        <p:nvSpPr>
          <p:cNvPr id="1426" name="Google Shape;1426;p221"/>
          <p:cNvSpPr/>
          <p:nvPr/>
        </p:nvSpPr>
        <p:spPr>
          <a:xfrm>
            <a:off x="178044" y="4668716"/>
            <a:ext cx="6554700" cy="3099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427" name="Google Shape;1427;p221"/>
          <p:cNvSpPr txBox="1"/>
          <p:nvPr>
            <p:ph idx="1" type="body"/>
          </p:nvPr>
        </p:nvSpPr>
        <p:spPr>
          <a:xfrm>
            <a:off x="473869" y="2628900"/>
            <a:ext cx="6801000" cy="606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chemeClr val="dk1"/>
              </a:buClr>
              <a:buSzPts val="1800"/>
              <a:buNone/>
              <a:defRPr i="0" sz="1800">
                <a:solidFill>
                  <a:schemeClr val="dk1"/>
                </a:solidFill>
              </a:defRPr>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Clr>
                <a:schemeClr val="dk1"/>
              </a:buClr>
              <a:buSzPts val="900"/>
              <a:buChar char="•"/>
              <a:defRPr sz="900"/>
            </a:lvl6pPr>
            <a:lvl7pPr indent="-285750" lvl="6" marL="3200400" algn="l">
              <a:lnSpc>
                <a:spcPct val="90000"/>
              </a:lnSpc>
              <a:spcBef>
                <a:spcPts val="400"/>
              </a:spcBef>
              <a:spcAft>
                <a:spcPts val="0"/>
              </a:spcAft>
              <a:buClr>
                <a:schemeClr val="dk1"/>
              </a:buClr>
              <a:buSzPts val="900"/>
              <a:buChar char="•"/>
              <a:defRPr sz="900"/>
            </a:lvl7pPr>
            <a:lvl8pPr indent="-285750" lvl="7" marL="3657600" algn="l">
              <a:lnSpc>
                <a:spcPct val="90000"/>
              </a:lnSpc>
              <a:spcBef>
                <a:spcPts val="400"/>
              </a:spcBef>
              <a:spcAft>
                <a:spcPts val="0"/>
              </a:spcAft>
              <a:buClr>
                <a:schemeClr val="dk1"/>
              </a:buClr>
              <a:buSzPts val="900"/>
              <a:buChar char="•"/>
              <a:defRPr sz="900"/>
            </a:lvl8pPr>
            <a:lvl9pPr indent="-285750" lvl="8" marL="4114800" algn="l">
              <a:lnSpc>
                <a:spcPct val="90000"/>
              </a:lnSpc>
              <a:spcBef>
                <a:spcPts val="400"/>
              </a:spcBef>
              <a:spcAft>
                <a:spcPts val="0"/>
              </a:spcAft>
              <a:buClr>
                <a:schemeClr val="dk1"/>
              </a:buClr>
              <a:buSzPts val="900"/>
              <a:buChar char="•"/>
              <a:defRPr sz="900"/>
            </a:lvl9pPr>
          </a:lstStyle>
          <a:p/>
        </p:txBody>
      </p:sp>
      <p:sp>
        <p:nvSpPr>
          <p:cNvPr id="1428" name="Google Shape;1428;p221"/>
          <p:cNvSpPr txBox="1"/>
          <p:nvPr>
            <p:ph type="title"/>
          </p:nvPr>
        </p:nvSpPr>
        <p:spPr>
          <a:xfrm>
            <a:off x="473870" y="469106"/>
            <a:ext cx="6115200" cy="13251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5000"/>
              <a:buFont typeface="Arial"/>
              <a:buNone/>
              <a:defRPr sz="50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pic>
        <p:nvPicPr>
          <p:cNvPr id="1429" name="Google Shape;1429;p221"/>
          <p:cNvPicPr preferRelativeResize="0"/>
          <p:nvPr/>
        </p:nvPicPr>
        <p:blipFill rotWithShape="1">
          <a:blip r:embed="rId2">
            <a:alphaModFix/>
          </a:blip>
          <a:srcRect b="0" l="0" r="0" t="0"/>
          <a:stretch/>
        </p:blipFill>
        <p:spPr>
          <a:xfrm>
            <a:off x="283380" y="3639800"/>
            <a:ext cx="1289149" cy="1205773"/>
          </a:xfrm>
          <a:prstGeom prst="rect">
            <a:avLst/>
          </a:prstGeom>
          <a:noFill/>
          <a:ln>
            <a:noFill/>
          </a:ln>
        </p:spPr>
      </p:pic>
    </p:spTree>
  </p:cSld>
  <p:clrMapOvr>
    <a:masterClrMapping/>
  </p:clrMapOvr>
</p:sldLayout>
</file>

<file path=ppt/slideLayouts/slideLayout2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_Slide_Primary Cover - Black">
  <p:cSld name="Primary Cover - Black">
    <p:bg>
      <p:bgPr>
        <a:solidFill>
          <a:schemeClr val="dk1"/>
        </a:solidFill>
      </p:bgPr>
    </p:bg>
    <p:spTree>
      <p:nvGrpSpPr>
        <p:cNvPr id="1430" name="Shape 1430"/>
        <p:cNvGrpSpPr/>
        <p:nvPr/>
      </p:nvGrpSpPr>
      <p:grpSpPr>
        <a:xfrm>
          <a:off x="0" y="0"/>
          <a:ext cx="0" cy="0"/>
          <a:chOff x="0" y="0"/>
          <a:chExt cx="0" cy="0"/>
        </a:xfrm>
      </p:grpSpPr>
      <p:sp>
        <p:nvSpPr>
          <p:cNvPr id="1431" name="Google Shape;1431;p222"/>
          <p:cNvSpPr/>
          <p:nvPr/>
        </p:nvSpPr>
        <p:spPr>
          <a:xfrm>
            <a:off x="178044" y="4668716"/>
            <a:ext cx="6778800" cy="3099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432" name="Google Shape;1432;p222"/>
          <p:cNvSpPr txBox="1"/>
          <p:nvPr>
            <p:ph idx="1" type="body"/>
          </p:nvPr>
        </p:nvSpPr>
        <p:spPr>
          <a:xfrm>
            <a:off x="473869" y="2628900"/>
            <a:ext cx="6801000" cy="606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chemeClr val="lt1"/>
              </a:buClr>
              <a:buSzPts val="1800"/>
              <a:buNone/>
              <a:defRPr i="0" sz="1800">
                <a:solidFill>
                  <a:schemeClr val="lt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285750" lvl="5" marL="2743200" algn="l">
              <a:lnSpc>
                <a:spcPct val="90000"/>
              </a:lnSpc>
              <a:spcBef>
                <a:spcPts val="400"/>
              </a:spcBef>
              <a:spcAft>
                <a:spcPts val="0"/>
              </a:spcAft>
              <a:buClr>
                <a:schemeClr val="lt1"/>
              </a:buClr>
              <a:buSzPts val="900"/>
              <a:buChar char="•"/>
              <a:defRPr sz="900">
                <a:solidFill>
                  <a:schemeClr val="lt1"/>
                </a:solidFill>
              </a:defRPr>
            </a:lvl6pPr>
            <a:lvl7pPr indent="-285750" lvl="6" marL="3200400" algn="l">
              <a:lnSpc>
                <a:spcPct val="90000"/>
              </a:lnSpc>
              <a:spcBef>
                <a:spcPts val="400"/>
              </a:spcBef>
              <a:spcAft>
                <a:spcPts val="0"/>
              </a:spcAft>
              <a:buClr>
                <a:schemeClr val="lt1"/>
              </a:buClr>
              <a:buSzPts val="900"/>
              <a:buChar char="•"/>
              <a:defRPr sz="900">
                <a:solidFill>
                  <a:schemeClr val="lt1"/>
                </a:solidFill>
              </a:defRPr>
            </a:lvl7pPr>
            <a:lvl8pPr indent="-285750" lvl="7" marL="3657600" algn="l">
              <a:lnSpc>
                <a:spcPct val="90000"/>
              </a:lnSpc>
              <a:spcBef>
                <a:spcPts val="400"/>
              </a:spcBef>
              <a:spcAft>
                <a:spcPts val="0"/>
              </a:spcAft>
              <a:buClr>
                <a:schemeClr val="lt1"/>
              </a:buClr>
              <a:buSzPts val="900"/>
              <a:buChar char="•"/>
              <a:defRPr sz="900">
                <a:solidFill>
                  <a:schemeClr val="lt1"/>
                </a:solidFill>
              </a:defRPr>
            </a:lvl8pPr>
            <a:lvl9pPr indent="-285750" lvl="8" marL="4114800" algn="l">
              <a:lnSpc>
                <a:spcPct val="90000"/>
              </a:lnSpc>
              <a:spcBef>
                <a:spcPts val="400"/>
              </a:spcBef>
              <a:spcAft>
                <a:spcPts val="0"/>
              </a:spcAft>
              <a:buClr>
                <a:schemeClr val="lt1"/>
              </a:buClr>
              <a:buSzPts val="900"/>
              <a:buChar char="•"/>
              <a:defRPr sz="900">
                <a:solidFill>
                  <a:schemeClr val="lt1"/>
                </a:solidFill>
              </a:defRPr>
            </a:lvl9pPr>
          </a:lstStyle>
          <a:p/>
        </p:txBody>
      </p:sp>
      <p:sp>
        <p:nvSpPr>
          <p:cNvPr id="1433" name="Google Shape;1433;p222"/>
          <p:cNvSpPr txBox="1"/>
          <p:nvPr>
            <p:ph type="title"/>
          </p:nvPr>
        </p:nvSpPr>
        <p:spPr>
          <a:xfrm>
            <a:off x="473870" y="469106"/>
            <a:ext cx="6115200" cy="13251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lt1"/>
              </a:buClr>
              <a:buSzPts val="5000"/>
              <a:buFont typeface="Arial"/>
              <a:buNone/>
              <a:defRPr sz="5000">
                <a:solidFill>
                  <a:schemeClr val="l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pic>
        <p:nvPicPr>
          <p:cNvPr id="1434" name="Google Shape;1434;p222"/>
          <p:cNvPicPr preferRelativeResize="0"/>
          <p:nvPr/>
        </p:nvPicPr>
        <p:blipFill rotWithShape="1">
          <a:blip r:embed="rId2">
            <a:alphaModFix/>
          </a:blip>
          <a:srcRect b="0" l="0" r="0" t="0"/>
          <a:stretch/>
        </p:blipFill>
        <p:spPr>
          <a:xfrm>
            <a:off x="283380" y="3639800"/>
            <a:ext cx="1289149" cy="1205773"/>
          </a:xfrm>
          <a:prstGeom prst="rect">
            <a:avLst/>
          </a:prstGeom>
          <a:noFill/>
          <a:ln>
            <a:noFill/>
          </a:ln>
        </p:spPr>
      </p:pic>
    </p:spTree>
  </p:cSld>
  <p:clrMapOvr>
    <a:masterClrMapping/>
  </p:clrMapOvr>
</p:sldLayout>
</file>

<file path=ppt/slideLayouts/slideLayout2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_Slide_Secondary Cover - White">
  <p:cSld name="Secondary Cover - White">
    <p:bg>
      <p:bgPr>
        <a:solidFill>
          <a:schemeClr val="lt1"/>
        </a:solidFill>
      </p:bgPr>
    </p:bg>
    <p:spTree>
      <p:nvGrpSpPr>
        <p:cNvPr id="1435" name="Shape 1435"/>
        <p:cNvGrpSpPr/>
        <p:nvPr/>
      </p:nvGrpSpPr>
      <p:grpSpPr>
        <a:xfrm>
          <a:off x="0" y="0"/>
          <a:ext cx="0" cy="0"/>
          <a:chOff x="0" y="0"/>
          <a:chExt cx="0" cy="0"/>
        </a:xfrm>
      </p:grpSpPr>
      <p:sp>
        <p:nvSpPr>
          <p:cNvPr id="1436" name="Google Shape;1436;p223"/>
          <p:cNvSpPr/>
          <p:nvPr/>
        </p:nvSpPr>
        <p:spPr>
          <a:xfrm>
            <a:off x="178044" y="4668716"/>
            <a:ext cx="6554700" cy="3099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1437" name="Google Shape;1437;p223"/>
          <p:cNvPicPr preferRelativeResize="0"/>
          <p:nvPr/>
        </p:nvPicPr>
        <p:blipFill rotWithShape="1">
          <a:blip r:embed="rId2">
            <a:alphaModFix/>
          </a:blip>
          <a:srcRect b="0" l="0" r="0" t="0"/>
          <a:stretch/>
        </p:blipFill>
        <p:spPr>
          <a:xfrm>
            <a:off x="184928" y="187277"/>
            <a:ext cx="2028098" cy="1896925"/>
          </a:xfrm>
          <a:prstGeom prst="rect">
            <a:avLst/>
          </a:prstGeom>
          <a:noFill/>
          <a:ln>
            <a:noFill/>
          </a:ln>
        </p:spPr>
      </p:pic>
      <p:sp>
        <p:nvSpPr>
          <p:cNvPr id="1438" name="Google Shape;1438;p223"/>
          <p:cNvSpPr txBox="1"/>
          <p:nvPr>
            <p:ph idx="1" type="body"/>
          </p:nvPr>
        </p:nvSpPr>
        <p:spPr>
          <a:xfrm>
            <a:off x="6703219" y="3356087"/>
            <a:ext cx="1966800" cy="5874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800"/>
              <a:buNone/>
              <a:defRPr i="0" sz="1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1439" name="Google Shape;1439;p223"/>
          <p:cNvSpPr txBox="1"/>
          <p:nvPr>
            <p:ph type="title"/>
          </p:nvPr>
        </p:nvSpPr>
        <p:spPr>
          <a:xfrm>
            <a:off x="473870" y="3349229"/>
            <a:ext cx="5424600" cy="13146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5000"/>
              <a:buFont typeface="Arial"/>
              <a:buNone/>
              <a:defRPr sz="50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440" name="Google Shape;1440;p223"/>
          <p:cNvSpPr/>
          <p:nvPr>
            <p:ph idx="2" type="pic"/>
          </p:nvPr>
        </p:nvSpPr>
        <p:spPr>
          <a:xfrm>
            <a:off x="7394972" y="469106"/>
            <a:ext cx="1275300" cy="1325100"/>
          </a:xfrm>
          <a:prstGeom prst="rect">
            <a:avLst/>
          </a:prstGeom>
          <a:noFill/>
          <a:ln>
            <a:noFill/>
          </a:ln>
        </p:spPr>
      </p:sp>
    </p:spTree>
  </p:cSld>
  <p:clrMapOvr>
    <a:masterClrMapping/>
  </p:clrMapOvr>
</p:sldLayout>
</file>

<file path=ppt/slideLayouts/slideLayout2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_Slide_Secondary Cover - Black">
  <p:cSld name="Secondary Cover - Black">
    <p:bg>
      <p:bgPr>
        <a:solidFill>
          <a:schemeClr val="dk1"/>
        </a:solidFill>
      </p:bgPr>
    </p:bg>
    <p:spTree>
      <p:nvGrpSpPr>
        <p:cNvPr id="1441" name="Shape 1441"/>
        <p:cNvGrpSpPr/>
        <p:nvPr/>
      </p:nvGrpSpPr>
      <p:grpSpPr>
        <a:xfrm>
          <a:off x="0" y="0"/>
          <a:ext cx="0" cy="0"/>
          <a:chOff x="0" y="0"/>
          <a:chExt cx="0" cy="0"/>
        </a:xfrm>
      </p:grpSpPr>
      <p:sp>
        <p:nvSpPr>
          <p:cNvPr id="1442" name="Google Shape;1442;p224"/>
          <p:cNvSpPr/>
          <p:nvPr/>
        </p:nvSpPr>
        <p:spPr>
          <a:xfrm>
            <a:off x="178044" y="4668716"/>
            <a:ext cx="6284400" cy="3099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1443" name="Google Shape;1443;p224"/>
          <p:cNvPicPr preferRelativeResize="0"/>
          <p:nvPr/>
        </p:nvPicPr>
        <p:blipFill rotWithShape="1">
          <a:blip r:embed="rId2">
            <a:alphaModFix/>
          </a:blip>
          <a:srcRect b="0" l="0" r="0" t="0"/>
          <a:stretch/>
        </p:blipFill>
        <p:spPr>
          <a:xfrm>
            <a:off x="184928" y="187277"/>
            <a:ext cx="2028098" cy="1896925"/>
          </a:xfrm>
          <a:prstGeom prst="rect">
            <a:avLst/>
          </a:prstGeom>
          <a:noFill/>
          <a:ln>
            <a:noFill/>
          </a:ln>
        </p:spPr>
      </p:pic>
      <p:sp>
        <p:nvSpPr>
          <p:cNvPr id="1444" name="Google Shape;1444;p224"/>
          <p:cNvSpPr txBox="1"/>
          <p:nvPr>
            <p:ph idx="1" type="body"/>
          </p:nvPr>
        </p:nvSpPr>
        <p:spPr>
          <a:xfrm>
            <a:off x="6703219" y="3356087"/>
            <a:ext cx="1966800" cy="5874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chemeClr val="lt1"/>
              </a:buClr>
              <a:buSzPts val="1800"/>
              <a:buNone/>
              <a:defRPr i="0" sz="1800">
                <a:solidFill>
                  <a:schemeClr val="lt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lt1"/>
              </a:buClr>
              <a:buSzPts val="1400"/>
              <a:buChar char="•"/>
              <a:defRPr>
                <a:solidFill>
                  <a:schemeClr val="lt1"/>
                </a:solidFill>
              </a:defRPr>
            </a:lvl6pPr>
            <a:lvl7pPr indent="-317500" lvl="6" marL="3200400" algn="l">
              <a:lnSpc>
                <a:spcPct val="90000"/>
              </a:lnSpc>
              <a:spcBef>
                <a:spcPts val="400"/>
              </a:spcBef>
              <a:spcAft>
                <a:spcPts val="0"/>
              </a:spcAft>
              <a:buClr>
                <a:schemeClr val="lt1"/>
              </a:buClr>
              <a:buSzPts val="1400"/>
              <a:buChar char="•"/>
              <a:defRPr>
                <a:solidFill>
                  <a:schemeClr val="lt1"/>
                </a:solidFill>
              </a:defRPr>
            </a:lvl7pPr>
            <a:lvl8pPr indent="-317500" lvl="7" marL="3657600" algn="l">
              <a:lnSpc>
                <a:spcPct val="90000"/>
              </a:lnSpc>
              <a:spcBef>
                <a:spcPts val="400"/>
              </a:spcBef>
              <a:spcAft>
                <a:spcPts val="0"/>
              </a:spcAft>
              <a:buClr>
                <a:schemeClr val="lt1"/>
              </a:buClr>
              <a:buSzPts val="1400"/>
              <a:buChar char="•"/>
              <a:defRPr>
                <a:solidFill>
                  <a:schemeClr val="lt1"/>
                </a:solidFill>
              </a:defRPr>
            </a:lvl8pPr>
            <a:lvl9pPr indent="-317500" lvl="8" marL="4114800" algn="l">
              <a:lnSpc>
                <a:spcPct val="90000"/>
              </a:lnSpc>
              <a:spcBef>
                <a:spcPts val="400"/>
              </a:spcBef>
              <a:spcAft>
                <a:spcPts val="0"/>
              </a:spcAft>
              <a:buClr>
                <a:schemeClr val="lt1"/>
              </a:buClr>
              <a:buSzPts val="1400"/>
              <a:buChar char="•"/>
              <a:defRPr>
                <a:solidFill>
                  <a:schemeClr val="lt1"/>
                </a:solidFill>
              </a:defRPr>
            </a:lvl9pPr>
          </a:lstStyle>
          <a:p/>
        </p:txBody>
      </p:sp>
      <p:sp>
        <p:nvSpPr>
          <p:cNvPr id="1445" name="Google Shape;1445;p224"/>
          <p:cNvSpPr txBox="1"/>
          <p:nvPr>
            <p:ph type="title"/>
          </p:nvPr>
        </p:nvSpPr>
        <p:spPr>
          <a:xfrm>
            <a:off x="473870" y="3349229"/>
            <a:ext cx="5424600" cy="13146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lt1"/>
              </a:buClr>
              <a:buSzPts val="5000"/>
              <a:buFont typeface="Arial"/>
              <a:buNone/>
              <a:defRPr sz="5000">
                <a:solidFill>
                  <a:schemeClr val="l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446" name="Google Shape;1446;p224"/>
          <p:cNvSpPr/>
          <p:nvPr>
            <p:ph idx="2" type="pic"/>
          </p:nvPr>
        </p:nvSpPr>
        <p:spPr>
          <a:xfrm>
            <a:off x="7394972" y="469106"/>
            <a:ext cx="1275300" cy="1325100"/>
          </a:xfrm>
          <a:prstGeom prst="rect">
            <a:avLst/>
          </a:prstGeom>
          <a:noFill/>
          <a:ln>
            <a:noFill/>
          </a:ln>
        </p:spPr>
      </p:sp>
    </p:spTree>
  </p:cSld>
  <p:clrMapOvr>
    <a:masterClrMapping/>
  </p:clrMapOvr>
</p:sldLayout>
</file>

<file path=ppt/slideLayouts/slideLayout2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_Slide_Divider - White">
  <p:cSld name="Divider - White">
    <p:bg>
      <p:bgPr>
        <a:solidFill>
          <a:schemeClr val="lt1"/>
        </a:solidFill>
      </p:bgPr>
    </p:bg>
    <p:spTree>
      <p:nvGrpSpPr>
        <p:cNvPr id="1447" name="Shape 1447"/>
        <p:cNvGrpSpPr/>
        <p:nvPr/>
      </p:nvGrpSpPr>
      <p:grpSpPr>
        <a:xfrm>
          <a:off x="0" y="0"/>
          <a:ext cx="0" cy="0"/>
          <a:chOff x="0" y="0"/>
          <a:chExt cx="0" cy="0"/>
        </a:xfrm>
      </p:grpSpPr>
      <p:sp>
        <p:nvSpPr>
          <p:cNvPr id="1448" name="Google Shape;1448;p225"/>
          <p:cNvSpPr txBox="1"/>
          <p:nvPr>
            <p:ph idx="1" type="body"/>
          </p:nvPr>
        </p:nvSpPr>
        <p:spPr>
          <a:xfrm>
            <a:off x="473869" y="2628900"/>
            <a:ext cx="4047000" cy="1314600"/>
          </a:xfrm>
          <a:prstGeom prst="rect">
            <a:avLst/>
          </a:prstGeom>
          <a:noFill/>
          <a:ln>
            <a:noFill/>
          </a:ln>
        </p:spPr>
        <p:txBody>
          <a:bodyPr anchorCtr="0" anchor="t" bIns="0" lIns="0" spcFirstLastPara="1" rIns="0" wrap="square" tIns="0">
            <a:normAutofit/>
          </a:bodyPr>
          <a:lstStyle>
            <a:lvl1pPr indent="-228600" lvl="0" marL="457200" algn="l">
              <a:lnSpc>
                <a:spcPct val="98125"/>
              </a:lnSpc>
              <a:spcBef>
                <a:spcPts val="0"/>
              </a:spcBef>
              <a:spcAft>
                <a:spcPts val="0"/>
              </a:spcAft>
              <a:buSzPts val="2400"/>
              <a:buNone/>
              <a:defRPr i="0" sz="24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1449" name="Google Shape;1449;p225"/>
          <p:cNvSpPr txBox="1"/>
          <p:nvPr>
            <p:ph type="title"/>
          </p:nvPr>
        </p:nvSpPr>
        <p:spPr>
          <a:xfrm>
            <a:off x="473869" y="469107"/>
            <a:ext cx="6801000" cy="13251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accent6"/>
              </a:buClr>
              <a:buSzPts val="5000"/>
              <a:buFont typeface="Arial"/>
              <a:buNone/>
              <a:defRPr sz="5000">
                <a:solidFill>
                  <a:schemeClr val="accent6"/>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450" name="Google Shape;1450;p225"/>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_Slide_Large statement or Divider - White">
  <p:cSld name="Large statement or Divider - White">
    <p:bg>
      <p:bgPr>
        <a:solidFill>
          <a:schemeClr val="dk2"/>
        </a:solidFill>
      </p:bgPr>
    </p:bg>
    <p:spTree>
      <p:nvGrpSpPr>
        <p:cNvPr id="1451" name="Shape 1451"/>
        <p:cNvGrpSpPr/>
        <p:nvPr/>
      </p:nvGrpSpPr>
      <p:grpSpPr>
        <a:xfrm>
          <a:off x="0" y="0"/>
          <a:ext cx="0" cy="0"/>
          <a:chOff x="0" y="0"/>
          <a:chExt cx="0" cy="0"/>
        </a:xfrm>
      </p:grpSpPr>
      <p:sp>
        <p:nvSpPr>
          <p:cNvPr id="1452" name="Google Shape;1452;p226"/>
          <p:cNvSpPr/>
          <p:nvPr/>
        </p:nvSpPr>
        <p:spPr>
          <a:xfrm>
            <a:off x="498022" y="522350"/>
            <a:ext cx="8131500" cy="4074000"/>
          </a:xfrm>
          <a:prstGeom prst="rect">
            <a:avLst/>
          </a:prstGeom>
          <a:solidFill>
            <a:schemeClr val="lt2"/>
          </a:solidFill>
          <a:ln cap="flat" cmpd="sng" w="63500">
            <a:solidFill>
              <a:srgbClr val="F5FF1E"/>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453" name="Google Shape;1453;p226"/>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454" name="Google Shape;1454;p226"/>
          <p:cNvSpPr txBox="1"/>
          <p:nvPr>
            <p:ph type="title"/>
          </p:nvPr>
        </p:nvSpPr>
        <p:spPr>
          <a:xfrm>
            <a:off x="726935" y="742322"/>
            <a:ext cx="5767800" cy="15036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accent6"/>
              </a:buClr>
              <a:buSzPts val="5000"/>
              <a:buFont typeface="Arial"/>
              <a:buNone/>
              <a:defRPr sz="5000">
                <a:solidFill>
                  <a:schemeClr val="accent6"/>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2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_Slide_Large statement or Divider - Black">
  <p:cSld name="Large statement or Divider - Black">
    <p:bg>
      <p:bgPr>
        <a:solidFill>
          <a:schemeClr val="lt1"/>
        </a:solidFill>
      </p:bgPr>
    </p:bg>
    <p:spTree>
      <p:nvGrpSpPr>
        <p:cNvPr id="1455" name="Shape 1455"/>
        <p:cNvGrpSpPr/>
        <p:nvPr/>
      </p:nvGrpSpPr>
      <p:grpSpPr>
        <a:xfrm>
          <a:off x="0" y="0"/>
          <a:ext cx="0" cy="0"/>
          <a:chOff x="0" y="0"/>
          <a:chExt cx="0" cy="0"/>
        </a:xfrm>
      </p:grpSpPr>
      <p:sp>
        <p:nvSpPr>
          <p:cNvPr id="1456" name="Google Shape;1456;p227"/>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457" name="Google Shape;1457;p227"/>
          <p:cNvSpPr/>
          <p:nvPr/>
        </p:nvSpPr>
        <p:spPr>
          <a:xfrm>
            <a:off x="498022" y="522350"/>
            <a:ext cx="8131500" cy="4074000"/>
          </a:xfrm>
          <a:prstGeom prst="rect">
            <a:avLst/>
          </a:prstGeom>
          <a:solidFill>
            <a:schemeClr val="dk1"/>
          </a:solidFill>
          <a:ln cap="flat" cmpd="sng" w="63500">
            <a:solidFill>
              <a:srgbClr val="F5FF1E"/>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458" name="Google Shape;1458;p227"/>
          <p:cNvSpPr txBox="1"/>
          <p:nvPr>
            <p:ph type="title"/>
          </p:nvPr>
        </p:nvSpPr>
        <p:spPr>
          <a:xfrm>
            <a:off x="726935" y="742322"/>
            <a:ext cx="5767800" cy="15036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1"/>
              </a:buClr>
              <a:buSzPts val="5000"/>
              <a:buFont typeface="Arial"/>
              <a:buNone/>
              <a:defRPr sz="5000">
                <a:solidFill>
                  <a:schemeClr val="l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2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_Slide_Divider w/ Copy - Yellow">
  <p:cSld name="Divider w/ Copy - Yellow">
    <p:bg>
      <p:bgPr>
        <a:solidFill>
          <a:schemeClr val="lt2"/>
        </a:solidFill>
      </p:bgPr>
    </p:bg>
    <p:spTree>
      <p:nvGrpSpPr>
        <p:cNvPr id="1459" name="Shape 1459"/>
        <p:cNvGrpSpPr/>
        <p:nvPr/>
      </p:nvGrpSpPr>
      <p:grpSpPr>
        <a:xfrm>
          <a:off x="0" y="0"/>
          <a:ext cx="0" cy="0"/>
          <a:chOff x="0" y="0"/>
          <a:chExt cx="0" cy="0"/>
        </a:xfrm>
      </p:grpSpPr>
      <p:sp>
        <p:nvSpPr>
          <p:cNvPr id="1460" name="Google Shape;1460;p228"/>
          <p:cNvSpPr/>
          <p:nvPr/>
        </p:nvSpPr>
        <p:spPr>
          <a:xfrm>
            <a:off x="0" y="0"/>
            <a:ext cx="5053500" cy="51435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461" name="Google Shape;1461;p228"/>
          <p:cNvSpPr/>
          <p:nvPr/>
        </p:nvSpPr>
        <p:spPr>
          <a:xfrm>
            <a:off x="2716823" y="4728064"/>
            <a:ext cx="2017800" cy="1977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462" name="Google Shape;1462;p228"/>
          <p:cNvSpPr/>
          <p:nvPr/>
        </p:nvSpPr>
        <p:spPr>
          <a:xfrm>
            <a:off x="4567428" y="0"/>
            <a:ext cx="4576500" cy="5143500"/>
          </a:xfrm>
          <a:prstGeom prst="rect">
            <a:avLst/>
          </a:prstGeom>
          <a:solidFill>
            <a:schemeClr val="lt2"/>
          </a:solidFill>
          <a:ln cap="flat" cmpd="sng" w="82550">
            <a:solidFill>
              <a:srgbClr val="F5FF1E"/>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463" name="Google Shape;1463;p228"/>
          <p:cNvSpPr txBox="1"/>
          <p:nvPr>
            <p:ph idx="1" type="body"/>
          </p:nvPr>
        </p:nvSpPr>
        <p:spPr>
          <a:xfrm>
            <a:off x="5360194" y="2628900"/>
            <a:ext cx="3552900" cy="1483500"/>
          </a:xfrm>
          <a:prstGeom prst="rect">
            <a:avLst/>
          </a:prstGeom>
          <a:noFill/>
          <a:ln>
            <a:noFill/>
          </a:ln>
        </p:spPr>
        <p:txBody>
          <a:bodyPr anchorCtr="0" anchor="t" bIns="0" lIns="0" spcFirstLastPara="1" rIns="0" wrap="square" tIns="0">
            <a:normAutofit/>
          </a:bodyPr>
          <a:lstStyle>
            <a:lvl1pPr indent="-228600" lvl="0" marL="457200" algn="l">
              <a:lnSpc>
                <a:spcPct val="98125"/>
              </a:lnSpc>
              <a:spcBef>
                <a:spcPts val="0"/>
              </a:spcBef>
              <a:spcAft>
                <a:spcPts val="0"/>
              </a:spcAft>
              <a:buSzPts val="2400"/>
              <a:buNone/>
              <a:defRPr b="0" i="0" sz="24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1464" name="Google Shape;1464;p228"/>
          <p:cNvSpPr txBox="1"/>
          <p:nvPr>
            <p:ph type="title"/>
          </p:nvPr>
        </p:nvSpPr>
        <p:spPr>
          <a:xfrm>
            <a:off x="473869" y="469106"/>
            <a:ext cx="3571800" cy="38937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accent6"/>
              </a:buClr>
              <a:buSzPts val="3600"/>
              <a:buFont typeface="Arial"/>
              <a:buNone/>
              <a:defRPr sz="3600">
                <a:solidFill>
                  <a:schemeClr val="accent6"/>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465" name="Google Shape;1465;p228"/>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pic>
        <p:nvPicPr>
          <p:cNvPr id="1466" name="Google Shape;1466;p228"/>
          <p:cNvPicPr preferRelativeResize="0"/>
          <p:nvPr/>
        </p:nvPicPr>
        <p:blipFill rotWithShape="1">
          <a:blip r:embed="rId2">
            <a:alphaModFix/>
          </a:blip>
          <a:srcRect b="0" l="0" r="0" t="0"/>
          <a:stretch/>
        </p:blipFill>
        <p:spPr>
          <a:xfrm>
            <a:off x="372624" y="4632722"/>
            <a:ext cx="841577" cy="344233"/>
          </a:xfrm>
          <a:prstGeom prst="rect">
            <a:avLst/>
          </a:prstGeom>
          <a:noFill/>
          <a:ln>
            <a:noFill/>
          </a:ln>
        </p:spPr>
      </p:pic>
    </p:spTree>
  </p:cSld>
  <p:clrMapOvr>
    <a:masterClrMapping/>
  </p:clrMapOvr>
</p:sldLayout>
</file>

<file path=ppt/slideLayouts/slideLayout2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Slide_Divider w/ Copy - Red">
  <p:cSld name="Divider w/ Copy - Red">
    <p:bg>
      <p:bgPr>
        <a:solidFill>
          <a:srgbClr val="F3EDE0"/>
        </a:solidFill>
      </p:bgPr>
    </p:bg>
    <p:spTree>
      <p:nvGrpSpPr>
        <p:cNvPr id="1467" name="Shape 1467"/>
        <p:cNvGrpSpPr/>
        <p:nvPr/>
      </p:nvGrpSpPr>
      <p:grpSpPr>
        <a:xfrm>
          <a:off x="0" y="0"/>
          <a:ext cx="0" cy="0"/>
          <a:chOff x="0" y="0"/>
          <a:chExt cx="0" cy="0"/>
        </a:xfrm>
      </p:grpSpPr>
      <p:sp>
        <p:nvSpPr>
          <p:cNvPr id="1468" name="Google Shape;1468;p229"/>
          <p:cNvSpPr/>
          <p:nvPr/>
        </p:nvSpPr>
        <p:spPr>
          <a:xfrm>
            <a:off x="2716823" y="4728064"/>
            <a:ext cx="2017800" cy="1977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469" name="Google Shape;1469;p229"/>
          <p:cNvSpPr/>
          <p:nvPr/>
        </p:nvSpPr>
        <p:spPr>
          <a:xfrm>
            <a:off x="4567428" y="0"/>
            <a:ext cx="4576500" cy="5143500"/>
          </a:xfrm>
          <a:prstGeom prst="rect">
            <a:avLst/>
          </a:prstGeom>
          <a:solidFill>
            <a:schemeClr val="accent6"/>
          </a:solidFill>
          <a:ln cap="flat" cmpd="sng" w="82550">
            <a:solidFill>
              <a:schemeClr val="accent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470" name="Google Shape;1470;p229"/>
          <p:cNvSpPr txBox="1"/>
          <p:nvPr>
            <p:ph idx="1" type="body"/>
          </p:nvPr>
        </p:nvSpPr>
        <p:spPr>
          <a:xfrm>
            <a:off x="5360194" y="2628900"/>
            <a:ext cx="3552900" cy="1483500"/>
          </a:xfrm>
          <a:prstGeom prst="rect">
            <a:avLst/>
          </a:prstGeom>
          <a:noFill/>
          <a:ln>
            <a:noFill/>
          </a:ln>
        </p:spPr>
        <p:txBody>
          <a:bodyPr anchorCtr="0" anchor="t" bIns="0" lIns="0" spcFirstLastPara="1" rIns="0" wrap="square" tIns="0">
            <a:normAutofit/>
          </a:bodyPr>
          <a:lstStyle>
            <a:lvl1pPr indent="-228600" lvl="0" marL="457200" algn="l">
              <a:lnSpc>
                <a:spcPct val="98125"/>
              </a:lnSpc>
              <a:spcBef>
                <a:spcPts val="0"/>
              </a:spcBef>
              <a:spcAft>
                <a:spcPts val="0"/>
              </a:spcAft>
              <a:buClr>
                <a:schemeClr val="lt1"/>
              </a:buClr>
              <a:buSzPts val="2400"/>
              <a:buNone/>
              <a:defRPr b="0" i="0" sz="2400">
                <a:solidFill>
                  <a:schemeClr val="lt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285750" lvl="5" marL="2743200" algn="l">
              <a:lnSpc>
                <a:spcPct val="90000"/>
              </a:lnSpc>
              <a:spcBef>
                <a:spcPts val="400"/>
              </a:spcBef>
              <a:spcAft>
                <a:spcPts val="0"/>
              </a:spcAft>
              <a:buClr>
                <a:schemeClr val="lt1"/>
              </a:buClr>
              <a:buSzPts val="900"/>
              <a:buChar char="•"/>
              <a:defRPr sz="900">
                <a:solidFill>
                  <a:schemeClr val="lt1"/>
                </a:solidFill>
              </a:defRPr>
            </a:lvl6pPr>
            <a:lvl7pPr indent="-285750" lvl="6" marL="3200400" algn="l">
              <a:lnSpc>
                <a:spcPct val="90000"/>
              </a:lnSpc>
              <a:spcBef>
                <a:spcPts val="400"/>
              </a:spcBef>
              <a:spcAft>
                <a:spcPts val="0"/>
              </a:spcAft>
              <a:buClr>
                <a:schemeClr val="lt1"/>
              </a:buClr>
              <a:buSzPts val="900"/>
              <a:buChar char="•"/>
              <a:defRPr sz="900">
                <a:solidFill>
                  <a:schemeClr val="lt1"/>
                </a:solidFill>
              </a:defRPr>
            </a:lvl7pPr>
            <a:lvl8pPr indent="-285750" lvl="7" marL="3657600" algn="l">
              <a:lnSpc>
                <a:spcPct val="90000"/>
              </a:lnSpc>
              <a:spcBef>
                <a:spcPts val="400"/>
              </a:spcBef>
              <a:spcAft>
                <a:spcPts val="0"/>
              </a:spcAft>
              <a:buClr>
                <a:schemeClr val="lt1"/>
              </a:buClr>
              <a:buSzPts val="900"/>
              <a:buChar char="•"/>
              <a:defRPr sz="900">
                <a:solidFill>
                  <a:schemeClr val="lt1"/>
                </a:solidFill>
              </a:defRPr>
            </a:lvl8pPr>
            <a:lvl9pPr indent="-285750" lvl="8" marL="4114800" algn="l">
              <a:lnSpc>
                <a:spcPct val="90000"/>
              </a:lnSpc>
              <a:spcBef>
                <a:spcPts val="400"/>
              </a:spcBef>
              <a:spcAft>
                <a:spcPts val="0"/>
              </a:spcAft>
              <a:buClr>
                <a:schemeClr val="lt1"/>
              </a:buClr>
              <a:buSzPts val="900"/>
              <a:buChar char="•"/>
              <a:defRPr sz="900">
                <a:solidFill>
                  <a:schemeClr val="lt1"/>
                </a:solidFill>
              </a:defRPr>
            </a:lvl9pPr>
          </a:lstStyle>
          <a:p/>
        </p:txBody>
      </p:sp>
      <p:sp>
        <p:nvSpPr>
          <p:cNvPr id="1471" name="Google Shape;1471;p229"/>
          <p:cNvSpPr txBox="1"/>
          <p:nvPr>
            <p:ph type="title"/>
          </p:nvPr>
        </p:nvSpPr>
        <p:spPr>
          <a:xfrm>
            <a:off x="473869" y="469106"/>
            <a:ext cx="3571800" cy="38937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3600"/>
              <a:buFont typeface="Arial"/>
              <a:buNone/>
              <a:defRPr sz="3600">
                <a:solidFill>
                  <a:schemeClr val="dk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472" name="Google Shape;1472;p229"/>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_Slide_Divider w/ Image - Stone">
  <p:cSld name="Divider w/ Image - Stone">
    <p:bg>
      <p:bgPr>
        <a:solidFill>
          <a:srgbClr val="F3EDE0"/>
        </a:solidFill>
      </p:bgPr>
    </p:bg>
    <p:spTree>
      <p:nvGrpSpPr>
        <p:cNvPr id="1473" name="Shape 1473"/>
        <p:cNvGrpSpPr/>
        <p:nvPr/>
      </p:nvGrpSpPr>
      <p:grpSpPr>
        <a:xfrm>
          <a:off x="0" y="0"/>
          <a:ext cx="0" cy="0"/>
          <a:chOff x="0" y="0"/>
          <a:chExt cx="0" cy="0"/>
        </a:xfrm>
      </p:grpSpPr>
      <p:sp>
        <p:nvSpPr>
          <p:cNvPr id="1474" name="Google Shape;1474;p230"/>
          <p:cNvSpPr/>
          <p:nvPr/>
        </p:nvSpPr>
        <p:spPr>
          <a:xfrm>
            <a:off x="2716823" y="4728064"/>
            <a:ext cx="2017800" cy="1977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475" name="Google Shape;1475;p230"/>
          <p:cNvSpPr/>
          <p:nvPr>
            <p:ph idx="2" type="pic"/>
          </p:nvPr>
        </p:nvSpPr>
        <p:spPr>
          <a:xfrm>
            <a:off x="4510683" y="0"/>
            <a:ext cx="4632600" cy="5143500"/>
          </a:xfrm>
          <a:prstGeom prst="rect">
            <a:avLst/>
          </a:prstGeom>
          <a:solidFill>
            <a:schemeClr val="lt1"/>
          </a:solidFill>
          <a:ln cap="flat" cmpd="sng" w="82550">
            <a:solidFill>
              <a:srgbClr val="F5FF1E"/>
            </a:solidFill>
            <a:prstDash val="solid"/>
            <a:round/>
            <a:headEnd len="sm" w="sm" type="none"/>
            <a:tailEnd len="sm" w="sm" type="none"/>
          </a:ln>
        </p:spPr>
      </p:sp>
      <p:sp>
        <p:nvSpPr>
          <p:cNvPr id="1476" name="Google Shape;1476;p230"/>
          <p:cNvSpPr txBox="1"/>
          <p:nvPr>
            <p:ph type="title"/>
          </p:nvPr>
        </p:nvSpPr>
        <p:spPr>
          <a:xfrm>
            <a:off x="473869" y="1908572"/>
            <a:ext cx="3343200" cy="6060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3600"/>
              <a:buFont typeface="Arial"/>
              <a:buNone/>
              <a:defRPr sz="3600">
                <a:solidFill>
                  <a:schemeClr val="dk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477" name="Google Shape;1477;p230"/>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478" name="Google Shape;1478;p230"/>
          <p:cNvSpPr txBox="1"/>
          <p:nvPr>
            <p:ph idx="1" type="body"/>
          </p:nvPr>
        </p:nvSpPr>
        <p:spPr>
          <a:xfrm>
            <a:off x="473869" y="2628900"/>
            <a:ext cx="3343200" cy="694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dk1"/>
              </a:buClr>
              <a:buSzPts val="1400"/>
              <a:buNone/>
              <a:defRPr/>
            </a:lvl1pPr>
            <a:lvl2pPr indent="-228600" lvl="1" marL="914400" algn="l">
              <a:lnSpc>
                <a:spcPct val="100000"/>
              </a:lnSpc>
              <a:spcBef>
                <a:spcPts val="400"/>
              </a:spcBef>
              <a:spcAft>
                <a:spcPts val="0"/>
              </a:spcAft>
              <a:buClr>
                <a:schemeClr val="dk1"/>
              </a:buClr>
              <a:buSzPts val="1400"/>
              <a:buNone/>
              <a:defRPr/>
            </a:lvl2pPr>
            <a:lvl3pPr indent="-317500" lvl="2" marL="1371600" algn="l">
              <a:lnSpc>
                <a:spcPct val="100000"/>
              </a:lnSpc>
              <a:spcBef>
                <a:spcPts val="400"/>
              </a:spcBef>
              <a:spcAft>
                <a:spcPts val="0"/>
              </a:spcAft>
              <a:buClr>
                <a:schemeClr val="dk1"/>
              </a:buClr>
              <a:buSzPts val="1400"/>
              <a:buChar char="•"/>
              <a:defRPr/>
            </a:lvl3pPr>
            <a:lvl4pPr indent="-317500" lvl="3" marL="1828800" algn="l">
              <a:lnSpc>
                <a:spcPct val="100000"/>
              </a:lnSpc>
              <a:spcBef>
                <a:spcPts val="400"/>
              </a:spcBef>
              <a:spcAft>
                <a:spcPts val="0"/>
              </a:spcAft>
              <a:buClr>
                <a:schemeClr val="dk1"/>
              </a:buClr>
              <a:buSzPts val="1400"/>
              <a:buChar char="-"/>
              <a:defRPr/>
            </a:lvl4pPr>
            <a:lvl5pPr indent="-317500" lvl="4" marL="2286000" algn="l">
              <a:lnSpc>
                <a:spcPct val="100000"/>
              </a:lnSpc>
              <a:spcBef>
                <a:spcPts val="400"/>
              </a:spcBef>
              <a:spcAft>
                <a:spcPts val="0"/>
              </a:spcAft>
              <a:buClr>
                <a:schemeClr val="dk1"/>
              </a:buClr>
              <a:buSzPts val="1400"/>
              <a:buChar char="-"/>
              <a:defRPr/>
            </a:lvl5pPr>
            <a:lvl6pPr indent="-285750" lvl="5" marL="2743200" algn="l">
              <a:lnSpc>
                <a:spcPct val="90000"/>
              </a:lnSpc>
              <a:spcBef>
                <a:spcPts val="400"/>
              </a:spcBef>
              <a:spcAft>
                <a:spcPts val="0"/>
              </a:spcAft>
              <a:buClr>
                <a:schemeClr val="dk1"/>
              </a:buClr>
              <a:buSzPts val="900"/>
              <a:buChar char="•"/>
              <a:defRPr sz="900"/>
            </a:lvl6pPr>
            <a:lvl7pPr indent="-285750" lvl="6" marL="3200400" algn="l">
              <a:lnSpc>
                <a:spcPct val="90000"/>
              </a:lnSpc>
              <a:spcBef>
                <a:spcPts val="400"/>
              </a:spcBef>
              <a:spcAft>
                <a:spcPts val="0"/>
              </a:spcAft>
              <a:buClr>
                <a:schemeClr val="dk1"/>
              </a:buClr>
              <a:buSzPts val="900"/>
              <a:buChar char="•"/>
              <a:defRPr sz="900"/>
            </a:lvl7pPr>
            <a:lvl8pPr indent="-285750" lvl="7" marL="3657600" algn="l">
              <a:lnSpc>
                <a:spcPct val="90000"/>
              </a:lnSpc>
              <a:spcBef>
                <a:spcPts val="400"/>
              </a:spcBef>
              <a:spcAft>
                <a:spcPts val="0"/>
              </a:spcAft>
              <a:buClr>
                <a:schemeClr val="dk1"/>
              </a:buClr>
              <a:buSzPts val="900"/>
              <a:buChar char="•"/>
              <a:defRPr sz="900"/>
            </a:lvl8pPr>
            <a:lvl9pPr indent="-285750" lvl="8" marL="4114800" algn="l">
              <a:lnSpc>
                <a:spcPct val="90000"/>
              </a:lnSpc>
              <a:spcBef>
                <a:spcPts val="400"/>
              </a:spcBef>
              <a:spcAft>
                <a:spcPts val="0"/>
              </a:spcAft>
              <a:buClr>
                <a:schemeClr val="dk1"/>
              </a:buClr>
              <a:buSzPts val="900"/>
              <a:buChar char="•"/>
              <a:defRPr sz="900"/>
            </a:lvl9pPr>
          </a:lstStyle>
          <a:p/>
        </p:txBody>
      </p:sp>
    </p:spTree>
  </p:cSld>
  <p:clrMapOvr>
    <a:masterClrMapping/>
  </p:clrMapOvr>
</p:sldLayout>
</file>

<file path=ppt/slideLayouts/slideLayout2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Slide_Divider w/ Image - Red">
  <p:cSld name="Divider w/ Image - Red">
    <p:bg>
      <p:bgPr>
        <a:solidFill>
          <a:schemeClr val="accent6"/>
        </a:solidFill>
      </p:bgPr>
    </p:bg>
    <p:spTree>
      <p:nvGrpSpPr>
        <p:cNvPr id="1479" name="Shape 1479"/>
        <p:cNvGrpSpPr/>
        <p:nvPr/>
      </p:nvGrpSpPr>
      <p:grpSpPr>
        <a:xfrm>
          <a:off x="0" y="0"/>
          <a:ext cx="0" cy="0"/>
          <a:chOff x="0" y="0"/>
          <a:chExt cx="0" cy="0"/>
        </a:xfrm>
      </p:grpSpPr>
      <p:sp>
        <p:nvSpPr>
          <p:cNvPr id="1480" name="Google Shape;1480;p231"/>
          <p:cNvSpPr/>
          <p:nvPr/>
        </p:nvSpPr>
        <p:spPr>
          <a:xfrm>
            <a:off x="2716823" y="4728064"/>
            <a:ext cx="2017800" cy="197700"/>
          </a:xfrm>
          <a:prstGeom prst="rect">
            <a:avLst/>
          </a:prstGeom>
          <a:solidFill>
            <a:schemeClr val="accent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481" name="Google Shape;1481;p231"/>
          <p:cNvSpPr/>
          <p:nvPr>
            <p:ph idx="2" type="pic"/>
          </p:nvPr>
        </p:nvSpPr>
        <p:spPr>
          <a:xfrm>
            <a:off x="4510683" y="0"/>
            <a:ext cx="4632600" cy="5143500"/>
          </a:xfrm>
          <a:prstGeom prst="rect">
            <a:avLst/>
          </a:prstGeom>
          <a:solidFill>
            <a:schemeClr val="lt1"/>
          </a:solidFill>
          <a:ln>
            <a:noFill/>
          </a:ln>
        </p:spPr>
      </p:sp>
      <p:sp>
        <p:nvSpPr>
          <p:cNvPr id="1482" name="Google Shape;1482;p231"/>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483" name="Google Shape;1483;p231"/>
          <p:cNvSpPr txBox="1"/>
          <p:nvPr>
            <p:ph type="title"/>
          </p:nvPr>
        </p:nvSpPr>
        <p:spPr>
          <a:xfrm>
            <a:off x="473869" y="1908572"/>
            <a:ext cx="3343200" cy="6060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lt1"/>
              </a:buClr>
              <a:buSzPts val="3600"/>
              <a:buFont typeface="Arial"/>
              <a:buNone/>
              <a:defRPr sz="3600">
                <a:solidFill>
                  <a:schemeClr val="l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484" name="Google Shape;1484;p231"/>
          <p:cNvSpPr txBox="1"/>
          <p:nvPr>
            <p:ph idx="1" type="body"/>
          </p:nvPr>
        </p:nvSpPr>
        <p:spPr>
          <a:xfrm>
            <a:off x="473869" y="2634095"/>
            <a:ext cx="3343200" cy="694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lt1"/>
              </a:buClr>
              <a:buSzPts val="900"/>
              <a:buNone/>
              <a:defRPr>
                <a:solidFill>
                  <a:schemeClr val="lt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85750" lvl="2" marL="1371600" algn="l">
              <a:lnSpc>
                <a:spcPct val="100000"/>
              </a:lnSpc>
              <a:spcBef>
                <a:spcPts val="400"/>
              </a:spcBef>
              <a:spcAft>
                <a:spcPts val="0"/>
              </a:spcAft>
              <a:buClr>
                <a:schemeClr val="lt1"/>
              </a:buClr>
              <a:buSzPts val="900"/>
              <a:buChar char="•"/>
              <a:defRPr>
                <a:solidFill>
                  <a:schemeClr val="lt1"/>
                </a:solidFill>
              </a:defRPr>
            </a:lvl3pPr>
            <a:lvl4pPr indent="-285750" lvl="3" marL="1828800" algn="l">
              <a:lnSpc>
                <a:spcPct val="100000"/>
              </a:lnSpc>
              <a:spcBef>
                <a:spcPts val="400"/>
              </a:spcBef>
              <a:spcAft>
                <a:spcPts val="0"/>
              </a:spcAft>
              <a:buClr>
                <a:schemeClr val="lt1"/>
              </a:buClr>
              <a:buSzPts val="900"/>
              <a:buChar char="-"/>
              <a:defRPr>
                <a:solidFill>
                  <a:schemeClr val="lt1"/>
                </a:solidFill>
              </a:defRPr>
            </a:lvl4pPr>
            <a:lvl5pPr indent="-285750" lvl="4" marL="2286000" algn="l">
              <a:lnSpc>
                <a:spcPct val="100000"/>
              </a:lnSpc>
              <a:spcBef>
                <a:spcPts val="400"/>
              </a:spcBef>
              <a:spcAft>
                <a:spcPts val="0"/>
              </a:spcAft>
              <a:buClr>
                <a:schemeClr val="lt1"/>
              </a:buClr>
              <a:buSzPts val="900"/>
              <a:buChar char="-"/>
              <a:defRPr>
                <a:solidFill>
                  <a:schemeClr val="lt1"/>
                </a:solidFill>
              </a:defRPr>
            </a:lvl5pPr>
            <a:lvl6pPr indent="-285750" lvl="5" marL="2743200" algn="l">
              <a:lnSpc>
                <a:spcPct val="90000"/>
              </a:lnSpc>
              <a:spcBef>
                <a:spcPts val="400"/>
              </a:spcBef>
              <a:spcAft>
                <a:spcPts val="0"/>
              </a:spcAft>
              <a:buClr>
                <a:schemeClr val="lt1"/>
              </a:buClr>
              <a:buSzPts val="900"/>
              <a:buChar char="•"/>
              <a:defRPr sz="900">
                <a:solidFill>
                  <a:schemeClr val="lt1"/>
                </a:solidFill>
              </a:defRPr>
            </a:lvl6pPr>
            <a:lvl7pPr indent="-285750" lvl="6" marL="3200400" algn="l">
              <a:lnSpc>
                <a:spcPct val="90000"/>
              </a:lnSpc>
              <a:spcBef>
                <a:spcPts val="400"/>
              </a:spcBef>
              <a:spcAft>
                <a:spcPts val="0"/>
              </a:spcAft>
              <a:buClr>
                <a:schemeClr val="lt1"/>
              </a:buClr>
              <a:buSzPts val="900"/>
              <a:buChar char="•"/>
              <a:defRPr sz="900">
                <a:solidFill>
                  <a:schemeClr val="lt1"/>
                </a:solidFill>
              </a:defRPr>
            </a:lvl7pPr>
            <a:lvl8pPr indent="-285750" lvl="7" marL="3657600" algn="l">
              <a:lnSpc>
                <a:spcPct val="90000"/>
              </a:lnSpc>
              <a:spcBef>
                <a:spcPts val="400"/>
              </a:spcBef>
              <a:spcAft>
                <a:spcPts val="0"/>
              </a:spcAft>
              <a:buClr>
                <a:schemeClr val="lt1"/>
              </a:buClr>
              <a:buSzPts val="900"/>
              <a:buChar char="•"/>
              <a:defRPr sz="900">
                <a:solidFill>
                  <a:schemeClr val="lt1"/>
                </a:solidFill>
              </a:defRPr>
            </a:lvl8pPr>
            <a:lvl9pPr indent="-285750" lvl="8" marL="4114800" algn="l">
              <a:lnSpc>
                <a:spcPct val="90000"/>
              </a:lnSpc>
              <a:spcBef>
                <a:spcPts val="400"/>
              </a:spcBef>
              <a:spcAft>
                <a:spcPts val="0"/>
              </a:spcAft>
              <a:buClr>
                <a:schemeClr val="lt1"/>
              </a:buClr>
              <a:buSzPts val="900"/>
              <a:buChar char="•"/>
              <a:defRPr sz="900">
                <a:solidFill>
                  <a:schemeClr val="lt1"/>
                </a:solidFill>
              </a:defRPr>
            </a:lvl9pPr>
          </a:lstStyle>
          <a:p/>
        </p:txBody>
      </p:sp>
      <p:pic>
        <p:nvPicPr>
          <p:cNvPr id="1485" name="Google Shape;1485;p231"/>
          <p:cNvPicPr preferRelativeResize="0"/>
          <p:nvPr/>
        </p:nvPicPr>
        <p:blipFill rotWithShape="1">
          <a:blip r:embed="rId2">
            <a:alphaModFix/>
          </a:blip>
          <a:srcRect b="0" l="0" r="0" t="0"/>
          <a:stretch/>
        </p:blipFill>
        <p:spPr>
          <a:xfrm>
            <a:off x="372692" y="4632722"/>
            <a:ext cx="841577" cy="344233"/>
          </a:xfrm>
          <a:prstGeom prst="rect">
            <a:avLst/>
          </a:prstGeom>
          <a:noFill/>
          <a:ln>
            <a:noFill/>
          </a:ln>
        </p:spPr>
      </p:pic>
    </p:spTree>
  </p:cSld>
  <p:clrMapOvr>
    <a:masterClrMapping/>
  </p:clrMapOvr>
</p:sldLayout>
</file>

<file path=ppt/slideLayouts/slideLayout2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_Slide_Agenda/TOC - White">
  <p:cSld name="Agenda/TOC - White">
    <p:spTree>
      <p:nvGrpSpPr>
        <p:cNvPr id="1486" name="Shape 1486"/>
        <p:cNvGrpSpPr/>
        <p:nvPr/>
      </p:nvGrpSpPr>
      <p:grpSpPr>
        <a:xfrm>
          <a:off x="0" y="0"/>
          <a:ext cx="0" cy="0"/>
          <a:chOff x="0" y="0"/>
          <a:chExt cx="0" cy="0"/>
        </a:xfrm>
      </p:grpSpPr>
      <p:sp>
        <p:nvSpPr>
          <p:cNvPr id="1487" name="Google Shape;1487;p232"/>
          <p:cNvSpPr txBox="1"/>
          <p:nvPr>
            <p:ph type="title"/>
          </p:nvPr>
        </p:nvSpPr>
        <p:spPr>
          <a:xfrm>
            <a:off x="473869" y="469106"/>
            <a:ext cx="7504500" cy="604800"/>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accent6"/>
              </a:buClr>
              <a:buSzPts val="3600"/>
              <a:buFont typeface="Arial"/>
              <a:buNone/>
              <a:defRPr sz="3600">
                <a:solidFill>
                  <a:schemeClr val="accent6"/>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488" name="Google Shape;1488;p232"/>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489" name="Google Shape;1489;p232"/>
          <p:cNvSpPr/>
          <p:nvPr>
            <p:ph idx="2" type="tbl"/>
          </p:nvPr>
        </p:nvSpPr>
        <p:spPr>
          <a:xfrm>
            <a:off x="473869" y="1301354"/>
            <a:ext cx="8196300" cy="3362400"/>
          </a:xfrm>
          <a:prstGeom prst="rect">
            <a:avLst/>
          </a:prstGeom>
          <a:noFill/>
          <a:ln>
            <a:noFill/>
          </a:ln>
        </p:spPr>
        <p:txBody>
          <a:bodyPr anchorCtr="0" anchor="t" bIns="34275" lIns="68575" spcFirstLastPara="1" rIns="68575" wrap="square" tIns="34275">
            <a:noAutofit/>
          </a:bodyPr>
          <a:lstStyle>
            <a:lvl1pPr lvl="0" marR="0" rtl="0" algn="l">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2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_Slide_Agenda/TOC Alt - White">
  <p:cSld name="Agenda/TOC Alt - White">
    <p:spTree>
      <p:nvGrpSpPr>
        <p:cNvPr id="1490" name="Shape 1490"/>
        <p:cNvGrpSpPr/>
        <p:nvPr/>
      </p:nvGrpSpPr>
      <p:grpSpPr>
        <a:xfrm>
          <a:off x="0" y="0"/>
          <a:ext cx="0" cy="0"/>
          <a:chOff x="0" y="0"/>
          <a:chExt cx="0" cy="0"/>
        </a:xfrm>
      </p:grpSpPr>
      <p:sp>
        <p:nvSpPr>
          <p:cNvPr id="1491" name="Google Shape;1491;p233"/>
          <p:cNvSpPr txBox="1"/>
          <p:nvPr>
            <p:ph idx="1" type="body"/>
          </p:nvPr>
        </p:nvSpPr>
        <p:spPr>
          <a:xfrm>
            <a:off x="473870" y="1908572"/>
            <a:ext cx="3343200" cy="2404800"/>
          </a:xfrm>
          <a:prstGeom prst="rect">
            <a:avLst/>
          </a:prstGeom>
          <a:noFill/>
          <a:ln>
            <a:noFill/>
          </a:ln>
        </p:spPr>
        <p:txBody>
          <a:bodyPr anchorCtr="0" anchor="t" bIns="0" lIns="0" spcFirstLastPara="1" rIns="0" wrap="square" tIns="0">
            <a:normAutofit/>
          </a:bodyPr>
          <a:lstStyle>
            <a:lvl1pPr indent="-228600" lvl="0" marL="457200" algn="l">
              <a:lnSpc>
                <a:spcPct val="101250"/>
              </a:lnSpc>
              <a:spcBef>
                <a:spcPts val="0"/>
              </a:spcBef>
              <a:spcAft>
                <a:spcPts val="0"/>
              </a:spcAft>
              <a:buSzPts val="3600"/>
              <a:buNone/>
              <a:defRPr i="0" sz="36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1492" name="Google Shape;1492;p233"/>
          <p:cNvSpPr txBox="1"/>
          <p:nvPr>
            <p:ph idx="2" type="body"/>
          </p:nvPr>
        </p:nvSpPr>
        <p:spPr>
          <a:xfrm>
            <a:off x="4626769" y="1908572"/>
            <a:ext cx="3351600" cy="2411400"/>
          </a:xfrm>
          <a:prstGeom prst="rect">
            <a:avLst/>
          </a:prstGeom>
          <a:noFill/>
          <a:ln>
            <a:noFill/>
          </a:ln>
        </p:spPr>
        <p:txBody>
          <a:bodyPr anchorCtr="0" anchor="t" bIns="0" lIns="0" spcFirstLastPara="1" rIns="0" wrap="square" tIns="0">
            <a:normAutofit/>
          </a:bodyPr>
          <a:lstStyle>
            <a:lvl1pPr indent="-228600" lvl="0" marL="457200" algn="l">
              <a:lnSpc>
                <a:spcPct val="101250"/>
              </a:lnSpc>
              <a:spcBef>
                <a:spcPts val="0"/>
              </a:spcBef>
              <a:spcAft>
                <a:spcPts val="0"/>
              </a:spcAft>
              <a:buSzPts val="3600"/>
              <a:buNone/>
              <a:defRPr i="0" sz="36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1493" name="Google Shape;1493;p233"/>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494" name="Google Shape;1494;p233"/>
          <p:cNvSpPr txBox="1"/>
          <p:nvPr>
            <p:ph type="title"/>
          </p:nvPr>
        </p:nvSpPr>
        <p:spPr>
          <a:xfrm>
            <a:off x="473869" y="469106"/>
            <a:ext cx="7504500" cy="604800"/>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accent6"/>
              </a:buClr>
              <a:buSzPts val="3600"/>
              <a:buFont typeface="Arial"/>
              <a:buNone/>
              <a:defRPr sz="3600">
                <a:solidFill>
                  <a:schemeClr val="accent6"/>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2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_Slide_Ideals/Principles - White">
  <p:cSld name="Ideals/Principles - White">
    <p:bg>
      <p:bgPr>
        <a:solidFill>
          <a:srgbClr val="FFFFFF"/>
        </a:solidFill>
      </p:bgPr>
    </p:bg>
    <p:spTree>
      <p:nvGrpSpPr>
        <p:cNvPr id="1495" name="Shape 1495"/>
        <p:cNvGrpSpPr/>
        <p:nvPr/>
      </p:nvGrpSpPr>
      <p:grpSpPr>
        <a:xfrm>
          <a:off x="0" y="0"/>
          <a:ext cx="0" cy="0"/>
          <a:chOff x="0" y="0"/>
          <a:chExt cx="0" cy="0"/>
        </a:xfrm>
      </p:grpSpPr>
      <p:sp>
        <p:nvSpPr>
          <p:cNvPr id="1496" name="Google Shape;1496;p234"/>
          <p:cNvSpPr txBox="1"/>
          <p:nvPr>
            <p:ph idx="1" type="body"/>
          </p:nvPr>
        </p:nvSpPr>
        <p:spPr>
          <a:xfrm>
            <a:off x="473869" y="1912482"/>
            <a:ext cx="6115200" cy="2286000"/>
          </a:xfrm>
          <a:prstGeom prst="rect">
            <a:avLst/>
          </a:prstGeom>
          <a:noFill/>
          <a:ln>
            <a:noFill/>
          </a:ln>
        </p:spPr>
        <p:txBody>
          <a:bodyPr anchorCtr="0" anchor="t" bIns="0" lIns="0" spcFirstLastPara="1" rIns="0" wrap="square" tIns="0">
            <a:normAutofit/>
          </a:bodyPr>
          <a:lstStyle>
            <a:lvl1pPr indent="-228600" lvl="0" marL="457200" algn="l">
              <a:lnSpc>
                <a:spcPct val="101250"/>
              </a:lnSpc>
              <a:spcBef>
                <a:spcPts val="0"/>
              </a:spcBef>
              <a:spcAft>
                <a:spcPts val="0"/>
              </a:spcAft>
              <a:buSzPts val="3600"/>
              <a:buNone/>
              <a:defRPr i="0" sz="36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1497" name="Google Shape;1497;p234"/>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498" name="Google Shape;1498;p234"/>
          <p:cNvSpPr txBox="1"/>
          <p:nvPr>
            <p:ph type="title"/>
          </p:nvPr>
        </p:nvSpPr>
        <p:spPr>
          <a:xfrm>
            <a:off x="473869" y="469106"/>
            <a:ext cx="7504500" cy="604800"/>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accent6"/>
              </a:buClr>
              <a:buSzPts val="3600"/>
              <a:buFont typeface="Arial"/>
              <a:buNone/>
              <a:defRPr sz="3600">
                <a:solidFill>
                  <a:schemeClr val="accent6"/>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2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_Slide_Three column picture - White">
  <p:cSld name="Three column picture - White">
    <p:bg>
      <p:bgPr>
        <a:solidFill>
          <a:schemeClr val="lt1"/>
        </a:solidFill>
      </p:bgPr>
    </p:bg>
    <p:spTree>
      <p:nvGrpSpPr>
        <p:cNvPr id="1499" name="Shape 1499"/>
        <p:cNvGrpSpPr/>
        <p:nvPr/>
      </p:nvGrpSpPr>
      <p:grpSpPr>
        <a:xfrm>
          <a:off x="0" y="0"/>
          <a:ext cx="0" cy="0"/>
          <a:chOff x="0" y="0"/>
          <a:chExt cx="0" cy="0"/>
        </a:xfrm>
      </p:grpSpPr>
      <p:sp>
        <p:nvSpPr>
          <p:cNvPr id="1500" name="Google Shape;1500;p235"/>
          <p:cNvSpPr txBox="1"/>
          <p:nvPr>
            <p:ph idx="1" type="body"/>
          </p:nvPr>
        </p:nvSpPr>
        <p:spPr>
          <a:xfrm>
            <a:off x="476251" y="469106"/>
            <a:ext cx="6112800" cy="136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chemeClr val="dk1"/>
              </a:buClr>
              <a:buSzPts val="800"/>
              <a:buNone/>
              <a:defRPr b="0" i="0" sz="800">
                <a:solidFill>
                  <a:schemeClr val="dk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501" name="Google Shape;1501;p235"/>
          <p:cNvSpPr/>
          <p:nvPr>
            <p:ph idx="2" type="pic"/>
          </p:nvPr>
        </p:nvSpPr>
        <p:spPr>
          <a:xfrm>
            <a:off x="2555081" y="1188244"/>
            <a:ext cx="1965600" cy="2054100"/>
          </a:xfrm>
          <a:prstGeom prst="round2SameRect">
            <a:avLst>
              <a:gd fmla="val 0" name="adj1"/>
              <a:gd fmla="val 0" name="adj2"/>
            </a:avLst>
          </a:prstGeom>
          <a:solidFill>
            <a:schemeClr val="accent5"/>
          </a:solidFill>
          <a:ln>
            <a:noFill/>
          </a:ln>
        </p:spPr>
      </p:sp>
      <p:sp>
        <p:nvSpPr>
          <p:cNvPr id="1502" name="Google Shape;1502;p235"/>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503" name="Google Shape;1503;p235"/>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504" name="Google Shape;1504;p235"/>
          <p:cNvSpPr txBox="1"/>
          <p:nvPr>
            <p:ph idx="3" type="body"/>
          </p:nvPr>
        </p:nvSpPr>
        <p:spPr>
          <a:xfrm>
            <a:off x="473869" y="1188244"/>
            <a:ext cx="1955100" cy="2283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1100"/>
              <a:buNone/>
              <a:defRPr sz="1100"/>
            </a:lvl1pPr>
            <a:lvl2pPr indent="-228600" lvl="1" marL="914400" algn="l">
              <a:lnSpc>
                <a:spcPct val="100000"/>
              </a:lnSpc>
              <a:spcBef>
                <a:spcPts val="9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200"/>
              </a:spcBef>
              <a:spcAft>
                <a:spcPts val="0"/>
              </a:spcAft>
              <a:buClr>
                <a:schemeClr val="dk1"/>
              </a:buClr>
              <a:buSzPts val="1100"/>
              <a:buChar char="⁃"/>
              <a:defRPr sz="1100"/>
            </a:lvl4pPr>
            <a:lvl5pPr indent="-298450" lvl="4" marL="2286000" algn="l">
              <a:lnSpc>
                <a:spcPct val="100000"/>
              </a:lnSpc>
              <a:spcBef>
                <a:spcPts val="100"/>
              </a:spcBef>
              <a:spcAft>
                <a:spcPts val="0"/>
              </a:spcAft>
              <a:buClr>
                <a:schemeClr val="dk1"/>
              </a:buClr>
              <a:buSzPts val="1100"/>
              <a:buChar char="⁃"/>
              <a:defRPr sz="11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505" name="Google Shape;1505;p235"/>
          <p:cNvSpPr txBox="1"/>
          <p:nvPr>
            <p:ph idx="4" type="body"/>
          </p:nvPr>
        </p:nvSpPr>
        <p:spPr>
          <a:xfrm>
            <a:off x="2555081" y="3349229"/>
            <a:ext cx="1965600" cy="1072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800"/>
              <a:buNone/>
              <a:defRPr sz="800"/>
            </a:lvl1pPr>
            <a:lvl2pPr indent="-228600" lvl="1" marL="914400" algn="l">
              <a:lnSpc>
                <a:spcPct val="100000"/>
              </a:lnSpc>
              <a:spcBef>
                <a:spcPts val="900"/>
              </a:spcBef>
              <a:spcAft>
                <a:spcPts val="0"/>
              </a:spcAft>
              <a:buClr>
                <a:schemeClr val="dk1"/>
              </a:buClr>
              <a:buSzPts val="800"/>
              <a:buNone/>
              <a:defRPr sz="800"/>
            </a:lvl2pPr>
            <a:lvl3pPr indent="-279400" lvl="2" marL="1371600" algn="l">
              <a:lnSpc>
                <a:spcPct val="100000"/>
              </a:lnSpc>
              <a:spcBef>
                <a:spcPts val="400"/>
              </a:spcBef>
              <a:spcAft>
                <a:spcPts val="0"/>
              </a:spcAft>
              <a:buClr>
                <a:schemeClr val="dk1"/>
              </a:buClr>
              <a:buSzPts val="800"/>
              <a:buChar char="•"/>
              <a:defRPr sz="800"/>
            </a:lvl3pPr>
            <a:lvl4pPr indent="-279400" lvl="3" marL="1828800" algn="l">
              <a:lnSpc>
                <a:spcPct val="100000"/>
              </a:lnSpc>
              <a:spcBef>
                <a:spcPts val="200"/>
              </a:spcBef>
              <a:spcAft>
                <a:spcPts val="0"/>
              </a:spcAft>
              <a:buClr>
                <a:schemeClr val="dk1"/>
              </a:buClr>
              <a:buSzPts val="800"/>
              <a:buChar char="⁃"/>
              <a:defRPr sz="800"/>
            </a:lvl4pPr>
            <a:lvl5pPr indent="-279400" lvl="4" marL="2286000" algn="l">
              <a:lnSpc>
                <a:spcPct val="100000"/>
              </a:lnSpc>
              <a:spcBef>
                <a:spcPts val="100"/>
              </a:spcBef>
              <a:spcAft>
                <a:spcPts val="0"/>
              </a:spcAft>
              <a:buClr>
                <a:schemeClr val="dk1"/>
              </a:buClr>
              <a:buSzPts val="800"/>
              <a:buChar char="⁃"/>
              <a:defRPr sz="8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506" name="Google Shape;1506;p235"/>
          <p:cNvSpPr/>
          <p:nvPr>
            <p:ph idx="5" type="pic"/>
          </p:nvPr>
        </p:nvSpPr>
        <p:spPr>
          <a:xfrm>
            <a:off x="4626769" y="1188244"/>
            <a:ext cx="1965600" cy="2054100"/>
          </a:xfrm>
          <a:prstGeom prst="round2SameRect">
            <a:avLst>
              <a:gd fmla="val 0" name="adj1"/>
              <a:gd fmla="val 0" name="adj2"/>
            </a:avLst>
          </a:prstGeom>
          <a:solidFill>
            <a:schemeClr val="accent5"/>
          </a:solidFill>
          <a:ln>
            <a:noFill/>
          </a:ln>
        </p:spPr>
      </p:sp>
      <p:sp>
        <p:nvSpPr>
          <p:cNvPr id="1507" name="Google Shape;1507;p235"/>
          <p:cNvSpPr/>
          <p:nvPr>
            <p:ph idx="6" type="pic"/>
          </p:nvPr>
        </p:nvSpPr>
        <p:spPr>
          <a:xfrm>
            <a:off x="6704409" y="1188244"/>
            <a:ext cx="1965600" cy="2054100"/>
          </a:xfrm>
          <a:prstGeom prst="round2SameRect">
            <a:avLst>
              <a:gd fmla="val 0" name="adj1"/>
              <a:gd fmla="val 0" name="adj2"/>
            </a:avLst>
          </a:prstGeom>
          <a:solidFill>
            <a:schemeClr val="accent5"/>
          </a:solidFill>
          <a:ln>
            <a:noFill/>
          </a:ln>
        </p:spPr>
      </p:sp>
      <p:sp>
        <p:nvSpPr>
          <p:cNvPr id="1508" name="Google Shape;1508;p235"/>
          <p:cNvSpPr txBox="1"/>
          <p:nvPr>
            <p:ph idx="7" type="body"/>
          </p:nvPr>
        </p:nvSpPr>
        <p:spPr>
          <a:xfrm>
            <a:off x="4629150" y="3349229"/>
            <a:ext cx="1965600" cy="1072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800"/>
              <a:buNone/>
              <a:defRPr sz="800"/>
            </a:lvl1pPr>
            <a:lvl2pPr indent="-228600" lvl="1" marL="914400" algn="l">
              <a:lnSpc>
                <a:spcPct val="100000"/>
              </a:lnSpc>
              <a:spcBef>
                <a:spcPts val="900"/>
              </a:spcBef>
              <a:spcAft>
                <a:spcPts val="0"/>
              </a:spcAft>
              <a:buClr>
                <a:schemeClr val="dk1"/>
              </a:buClr>
              <a:buSzPts val="800"/>
              <a:buNone/>
              <a:defRPr sz="800"/>
            </a:lvl2pPr>
            <a:lvl3pPr indent="-279400" lvl="2" marL="1371600" algn="l">
              <a:lnSpc>
                <a:spcPct val="100000"/>
              </a:lnSpc>
              <a:spcBef>
                <a:spcPts val="400"/>
              </a:spcBef>
              <a:spcAft>
                <a:spcPts val="0"/>
              </a:spcAft>
              <a:buClr>
                <a:schemeClr val="dk1"/>
              </a:buClr>
              <a:buSzPts val="800"/>
              <a:buChar char="•"/>
              <a:defRPr sz="800"/>
            </a:lvl3pPr>
            <a:lvl4pPr indent="-279400" lvl="3" marL="1828800" algn="l">
              <a:lnSpc>
                <a:spcPct val="100000"/>
              </a:lnSpc>
              <a:spcBef>
                <a:spcPts val="200"/>
              </a:spcBef>
              <a:spcAft>
                <a:spcPts val="0"/>
              </a:spcAft>
              <a:buClr>
                <a:schemeClr val="dk1"/>
              </a:buClr>
              <a:buSzPts val="800"/>
              <a:buChar char="⁃"/>
              <a:defRPr sz="800"/>
            </a:lvl4pPr>
            <a:lvl5pPr indent="-279400" lvl="4" marL="2286000" algn="l">
              <a:lnSpc>
                <a:spcPct val="100000"/>
              </a:lnSpc>
              <a:spcBef>
                <a:spcPts val="100"/>
              </a:spcBef>
              <a:spcAft>
                <a:spcPts val="0"/>
              </a:spcAft>
              <a:buClr>
                <a:schemeClr val="dk1"/>
              </a:buClr>
              <a:buSzPts val="800"/>
              <a:buChar char="⁃"/>
              <a:defRPr sz="8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509" name="Google Shape;1509;p235"/>
          <p:cNvSpPr txBox="1"/>
          <p:nvPr>
            <p:ph idx="8" type="body"/>
          </p:nvPr>
        </p:nvSpPr>
        <p:spPr>
          <a:xfrm>
            <a:off x="6704409" y="3349229"/>
            <a:ext cx="1965600" cy="1072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800"/>
              <a:buNone/>
              <a:defRPr sz="800"/>
            </a:lvl1pPr>
            <a:lvl2pPr indent="-228600" lvl="1" marL="914400" algn="l">
              <a:lnSpc>
                <a:spcPct val="100000"/>
              </a:lnSpc>
              <a:spcBef>
                <a:spcPts val="900"/>
              </a:spcBef>
              <a:spcAft>
                <a:spcPts val="0"/>
              </a:spcAft>
              <a:buClr>
                <a:schemeClr val="dk1"/>
              </a:buClr>
              <a:buSzPts val="800"/>
              <a:buNone/>
              <a:defRPr sz="800"/>
            </a:lvl2pPr>
            <a:lvl3pPr indent="-279400" lvl="2" marL="1371600" algn="l">
              <a:lnSpc>
                <a:spcPct val="100000"/>
              </a:lnSpc>
              <a:spcBef>
                <a:spcPts val="400"/>
              </a:spcBef>
              <a:spcAft>
                <a:spcPts val="0"/>
              </a:spcAft>
              <a:buClr>
                <a:schemeClr val="dk1"/>
              </a:buClr>
              <a:buSzPts val="800"/>
              <a:buChar char="•"/>
              <a:defRPr sz="800"/>
            </a:lvl3pPr>
            <a:lvl4pPr indent="-279400" lvl="3" marL="1828800" algn="l">
              <a:lnSpc>
                <a:spcPct val="100000"/>
              </a:lnSpc>
              <a:spcBef>
                <a:spcPts val="200"/>
              </a:spcBef>
              <a:spcAft>
                <a:spcPts val="0"/>
              </a:spcAft>
              <a:buClr>
                <a:schemeClr val="dk1"/>
              </a:buClr>
              <a:buSzPts val="800"/>
              <a:buChar char="⁃"/>
              <a:defRPr sz="800"/>
            </a:lvl4pPr>
            <a:lvl5pPr indent="-279400" lvl="4" marL="2286000" algn="l">
              <a:lnSpc>
                <a:spcPct val="100000"/>
              </a:lnSpc>
              <a:spcBef>
                <a:spcPts val="100"/>
              </a:spcBef>
              <a:spcAft>
                <a:spcPts val="0"/>
              </a:spcAft>
              <a:buClr>
                <a:schemeClr val="dk1"/>
              </a:buClr>
              <a:buSzPts val="800"/>
              <a:buChar char="⁃"/>
              <a:defRPr sz="8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2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_Slide_Text and right picture - White">
  <p:cSld name="Text and right picture - White">
    <p:bg>
      <p:bgPr>
        <a:solidFill>
          <a:schemeClr val="lt1"/>
        </a:solidFill>
      </p:bgPr>
    </p:bg>
    <p:spTree>
      <p:nvGrpSpPr>
        <p:cNvPr id="1510" name="Shape 1510"/>
        <p:cNvGrpSpPr/>
        <p:nvPr/>
      </p:nvGrpSpPr>
      <p:grpSpPr>
        <a:xfrm>
          <a:off x="0" y="0"/>
          <a:ext cx="0" cy="0"/>
          <a:chOff x="0" y="0"/>
          <a:chExt cx="0" cy="0"/>
        </a:xfrm>
      </p:grpSpPr>
      <p:sp>
        <p:nvSpPr>
          <p:cNvPr id="1511" name="Google Shape;1511;p236"/>
          <p:cNvSpPr/>
          <p:nvPr>
            <p:ph idx="2" type="pic"/>
          </p:nvPr>
        </p:nvSpPr>
        <p:spPr>
          <a:xfrm>
            <a:off x="4687458" y="1247185"/>
            <a:ext cx="3930600" cy="2675100"/>
          </a:xfrm>
          <a:prstGeom prst="rect">
            <a:avLst/>
          </a:prstGeom>
          <a:solidFill>
            <a:schemeClr val="accent5"/>
          </a:solidFill>
          <a:ln cap="flat" cmpd="sng" w="76200">
            <a:solidFill>
              <a:srgbClr val="F5FF1E"/>
            </a:solidFill>
            <a:prstDash val="solid"/>
            <a:round/>
            <a:headEnd len="sm" w="sm" type="none"/>
            <a:tailEnd len="sm" w="sm" type="none"/>
          </a:ln>
        </p:spPr>
      </p:sp>
      <p:sp>
        <p:nvSpPr>
          <p:cNvPr id="1512" name="Google Shape;1512;p236"/>
          <p:cNvSpPr txBox="1"/>
          <p:nvPr>
            <p:ph idx="1" type="body"/>
          </p:nvPr>
        </p:nvSpPr>
        <p:spPr>
          <a:xfrm>
            <a:off x="4630339" y="4063604"/>
            <a:ext cx="4039800" cy="207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600"/>
              <a:buNone/>
              <a:defRPr b="0" i="0" sz="6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513" name="Google Shape;1513;p236"/>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514" name="Google Shape;1514;p236"/>
          <p:cNvSpPr txBox="1"/>
          <p:nvPr>
            <p:ph idx="3" type="body"/>
          </p:nvPr>
        </p:nvSpPr>
        <p:spPr>
          <a:xfrm>
            <a:off x="473870" y="1188244"/>
            <a:ext cx="3343200" cy="2755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1100"/>
              <a:buNone/>
              <a:defRPr sz="1100"/>
            </a:lvl1pPr>
            <a:lvl2pPr indent="-228600" lvl="1" marL="914400" algn="l">
              <a:lnSpc>
                <a:spcPct val="100000"/>
              </a:lnSpc>
              <a:spcBef>
                <a:spcPts val="9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200"/>
              </a:spcBef>
              <a:spcAft>
                <a:spcPts val="0"/>
              </a:spcAft>
              <a:buClr>
                <a:schemeClr val="dk1"/>
              </a:buClr>
              <a:buSzPts val="1100"/>
              <a:buChar char="⁃"/>
              <a:defRPr sz="1100"/>
            </a:lvl4pPr>
            <a:lvl5pPr indent="-298450" lvl="4" marL="2286000" algn="l">
              <a:lnSpc>
                <a:spcPct val="100000"/>
              </a:lnSpc>
              <a:spcBef>
                <a:spcPts val="100"/>
              </a:spcBef>
              <a:spcAft>
                <a:spcPts val="0"/>
              </a:spcAft>
              <a:buClr>
                <a:schemeClr val="dk1"/>
              </a:buClr>
              <a:buSzPts val="1100"/>
              <a:buChar char="⁃"/>
              <a:defRPr sz="11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515" name="Google Shape;1515;p236"/>
          <p:cNvSpPr txBox="1"/>
          <p:nvPr>
            <p:ph idx="4" type="body"/>
          </p:nvPr>
        </p:nvSpPr>
        <p:spPr>
          <a:xfrm>
            <a:off x="476251" y="469106"/>
            <a:ext cx="6112800" cy="136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chemeClr val="dk1"/>
              </a:buClr>
              <a:buSzPts val="800"/>
              <a:buNone/>
              <a:defRPr b="0" i="0" sz="800">
                <a:solidFill>
                  <a:schemeClr val="dk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516" name="Google Shape;1516;p236"/>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2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_Slide_Text and right picture BIG - White">
  <p:cSld name="Text and right picture BIG - White">
    <p:bg>
      <p:bgPr>
        <a:solidFill>
          <a:schemeClr val="lt1"/>
        </a:solidFill>
      </p:bgPr>
    </p:bg>
    <p:spTree>
      <p:nvGrpSpPr>
        <p:cNvPr id="1517" name="Shape 1517"/>
        <p:cNvGrpSpPr/>
        <p:nvPr/>
      </p:nvGrpSpPr>
      <p:grpSpPr>
        <a:xfrm>
          <a:off x="0" y="0"/>
          <a:ext cx="0" cy="0"/>
          <a:chOff x="0" y="0"/>
          <a:chExt cx="0" cy="0"/>
        </a:xfrm>
      </p:grpSpPr>
      <p:sp>
        <p:nvSpPr>
          <p:cNvPr id="1518" name="Google Shape;1518;p237"/>
          <p:cNvSpPr/>
          <p:nvPr>
            <p:ph idx="2" type="pic"/>
          </p:nvPr>
        </p:nvSpPr>
        <p:spPr>
          <a:xfrm>
            <a:off x="3301550" y="512833"/>
            <a:ext cx="5339400" cy="4150800"/>
          </a:xfrm>
          <a:prstGeom prst="rect">
            <a:avLst/>
          </a:prstGeom>
          <a:solidFill>
            <a:schemeClr val="accent5"/>
          </a:solidFill>
          <a:ln cap="flat" cmpd="sng" w="76200">
            <a:solidFill>
              <a:srgbClr val="F5FF1E"/>
            </a:solidFill>
            <a:prstDash val="solid"/>
            <a:round/>
            <a:headEnd len="sm" w="sm" type="none"/>
            <a:tailEnd len="sm" w="sm" type="none"/>
          </a:ln>
        </p:spPr>
      </p:sp>
      <p:sp>
        <p:nvSpPr>
          <p:cNvPr id="1519" name="Google Shape;1519;p237"/>
          <p:cNvSpPr txBox="1"/>
          <p:nvPr>
            <p:ph idx="1" type="body"/>
          </p:nvPr>
        </p:nvSpPr>
        <p:spPr>
          <a:xfrm>
            <a:off x="3428672" y="4354043"/>
            <a:ext cx="4039800" cy="207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600"/>
              <a:buNone/>
              <a:defRPr b="0" i="0" sz="6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520" name="Google Shape;1520;p237"/>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521" name="Google Shape;1521;p237"/>
          <p:cNvSpPr txBox="1"/>
          <p:nvPr>
            <p:ph idx="3" type="body"/>
          </p:nvPr>
        </p:nvSpPr>
        <p:spPr>
          <a:xfrm>
            <a:off x="473870" y="1308497"/>
            <a:ext cx="2646900" cy="2755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1100"/>
              <a:buNone/>
              <a:defRPr sz="1100"/>
            </a:lvl1pPr>
            <a:lvl2pPr indent="-228600" lvl="1" marL="914400" algn="l">
              <a:lnSpc>
                <a:spcPct val="100000"/>
              </a:lnSpc>
              <a:spcBef>
                <a:spcPts val="900"/>
              </a:spcBef>
              <a:spcAft>
                <a:spcPts val="0"/>
              </a:spcAft>
              <a:buSzPts val="1100"/>
              <a:buNone/>
              <a:defRPr sz="1100"/>
            </a:lvl2pPr>
            <a:lvl3pPr indent="-298450" lvl="2" marL="1371600" algn="l">
              <a:lnSpc>
                <a:spcPct val="100000"/>
              </a:lnSpc>
              <a:spcBef>
                <a:spcPts val="400"/>
              </a:spcBef>
              <a:spcAft>
                <a:spcPts val="0"/>
              </a:spcAft>
              <a:buSzPts val="1100"/>
              <a:buChar char="•"/>
              <a:defRPr sz="1100"/>
            </a:lvl3pPr>
            <a:lvl4pPr indent="-298450" lvl="3" marL="1828800" algn="l">
              <a:lnSpc>
                <a:spcPct val="100000"/>
              </a:lnSpc>
              <a:spcBef>
                <a:spcPts val="200"/>
              </a:spcBef>
              <a:spcAft>
                <a:spcPts val="0"/>
              </a:spcAft>
              <a:buSzPts val="1100"/>
              <a:buChar char="⁃"/>
              <a:defRPr sz="1100"/>
            </a:lvl4pPr>
            <a:lvl5pPr indent="-298450" lvl="4" marL="2286000" algn="l">
              <a:lnSpc>
                <a:spcPct val="100000"/>
              </a:lnSpc>
              <a:spcBef>
                <a:spcPts val="100"/>
              </a:spcBef>
              <a:spcAft>
                <a:spcPts val="0"/>
              </a:spcAft>
              <a:buSzPts val="1100"/>
              <a:buChar char="⁃"/>
              <a:defRPr sz="11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522" name="Google Shape;1522;p237"/>
          <p:cNvSpPr txBox="1"/>
          <p:nvPr>
            <p:ph idx="4" type="body"/>
          </p:nvPr>
        </p:nvSpPr>
        <p:spPr>
          <a:xfrm>
            <a:off x="476251" y="469106"/>
            <a:ext cx="2644500" cy="148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523" name="Google Shape;1523;p237"/>
          <p:cNvSpPr txBox="1"/>
          <p:nvPr>
            <p:ph type="title"/>
          </p:nvPr>
        </p:nvSpPr>
        <p:spPr>
          <a:xfrm>
            <a:off x="473870" y="619857"/>
            <a:ext cx="26469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2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_Slide_Text and right picture 1/2 - Stone">
  <p:cSld name="Text and right picture 1/2 - Stone">
    <p:bg>
      <p:bgPr>
        <a:solidFill>
          <a:schemeClr val="lt1"/>
        </a:solidFill>
      </p:bgPr>
    </p:bg>
    <p:spTree>
      <p:nvGrpSpPr>
        <p:cNvPr id="1524" name="Shape 1524"/>
        <p:cNvGrpSpPr/>
        <p:nvPr/>
      </p:nvGrpSpPr>
      <p:grpSpPr>
        <a:xfrm>
          <a:off x="0" y="0"/>
          <a:ext cx="0" cy="0"/>
          <a:chOff x="0" y="0"/>
          <a:chExt cx="0" cy="0"/>
        </a:xfrm>
      </p:grpSpPr>
      <p:sp>
        <p:nvSpPr>
          <p:cNvPr id="1525" name="Google Shape;1525;p238"/>
          <p:cNvSpPr/>
          <p:nvPr/>
        </p:nvSpPr>
        <p:spPr>
          <a:xfrm>
            <a:off x="-1" y="2578298"/>
            <a:ext cx="9144000" cy="2565300"/>
          </a:xfrm>
          <a:prstGeom prst="rect">
            <a:avLst/>
          </a:prstGeom>
          <a:solidFill>
            <a:schemeClr val="accent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526" name="Google Shape;1526;p238"/>
          <p:cNvSpPr/>
          <p:nvPr>
            <p:ph idx="2" type="pic"/>
          </p:nvPr>
        </p:nvSpPr>
        <p:spPr>
          <a:xfrm>
            <a:off x="4626769" y="1188245"/>
            <a:ext cx="4043400" cy="2755200"/>
          </a:xfrm>
          <a:prstGeom prst="rect">
            <a:avLst/>
          </a:prstGeom>
          <a:solidFill>
            <a:schemeClr val="dk1"/>
          </a:solidFill>
          <a:ln>
            <a:noFill/>
          </a:ln>
        </p:spPr>
      </p:sp>
      <p:sp>
        <p:nvSpPr>
          <p:cNvPr id="1527" name="Google Shape;1527;p238"/>
          <p:cNvSpPr txBox="1"/>
          <p:nvPr>
            <p:ph idx="1" type="body"/>
          </p:nvPr>
        </p:nvSpPr>
        <p:spPr>
          <a:xfrm>
            <a:off x="4626770" y="4063604"/>
            <a:ext cx="4043400" cy="207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600"/>
              <a:buNone/>
              <a:defRPr b="0" i="0" sz="6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528" name="Google Shape;1528;p238"/>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529" name="Google Shape;1529;p238"/>
          <p:cNvSpPr txBox="1"/>
          <p:nvPr>
            <p:ph idx="3" type="body"/>
          </p:nvPr>
        </p:nvSpPr>
        <p:spPr>
          <a:xfrm>
            <a:off x="473869" y="1188244"/>
            <a:ext cx="2831400" cy="1275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530" name="Google Shape;1530;p238"/>
          <p:cNvSpPr txBox="1"/>
          <p:nvPr>
            <p:ph idx="4" type="body"/>
          </p:nvPr>
        </p:nvSpPr>
        <p:spPr>
          <a:xfrm>
            <a:off x="473869" y="2815016"/>
            <a:ext cx="2831400" cy="1485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531" name="Google Shape;1531;p238"/>
          <p:cNvSpPr txBox="1"/>
          <p:nvPr/>
        </p:nvSpPr>
        <p:spPr>
          <a:xfrm>
            <a:off x="2625367" y="4761251"/>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Arial"/>
                <a:ea typeface="Arial"/>
                <a:cs typeface="Arial"/>
                <a:sym typeface="Arial"/>
              </a:rPr>
              <a:t>Verizon confidential and proprietary. Unauthorized disclosure, reproduction or other use prohibited.</a:t>
            </a:r>
            <a:endParaRPr b="0" i="0" sz="1100" u="none" cap="none" strike="noStrike">
              <a:solidFill>
                <a:srgbClr val="000000"/>
              </a:solidFill>
              <a:latin typeface="Arial"/>
              <a:ea typeface="Arial"/>
              <a:cs typeface="Arial"/>
              <a:sym typeface="Arial"/>
            </a:endParaRPr>
          </a:p>
        </p:txBody>
      </p:sp>
      <p:pic>
        <p:nvPicPr>
          <p:cNvPr id="1532" name="Google Shape;1532;p238"/>
          <p:cNvPicPr preferRelativeResize="0"/>
          <p:nvPr/>
        </p:nvPicPr>
        <p:blipFill rotWithShape="1">
          <a:blip r:embed="rId2">
            <a:alphaModFix/>
          </a:blip>
          <a:srcRect b="0" l="0" r="0" t="0"/>
          <a:stretch/>
        </p:blipFill>
        <p:spPr>
          <a:xfrm>
            <a:off x="372624" y="4632722"/>
            <a:ext cx="841577" cy="344233"/>
          </a:xfrm>
          <a:prstGeom prst="rect">
            <a:avLst/>
          </a:prstGeom>
          <a:noFill/>
          <a:ln>
            <a:noFill/>
          </a:ln>
        </p:spPr>
      </p:pic>
      <p:sp>
        <p:nvSpPr>
          <p:cNvPr id="1533" name="Google Shape;1533;p238"/>
          <p:cNvSpPr txBox="1"/>
          <p:nvPr>
            <p:ph idx="5" type="body"/>
          </p:nvPr>
        </p:nvSpPr>
        <p:spPr>
          <a:xfrm>
            <a:off x="476251" y="469106"/>
            <a:ext cx="6112800" cy="136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chemeClr val="dk1"/>
              </a:buClr>
              <a:buSzPts val="800"/>
              <a:buNone/>
              <a:defRPr b="0" i="0" sz="800">
                <a:solidFill>
                  <a:schemeClr val="dk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534" name="Google Shape;1534;p238"/>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2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_Slide_Title and Content">
  <p:cSld name="Title and Content">
    <p:bg>
      <p:bgPr>
        <a:solidFill>
          <a:schemeClr val="lt1"/>
        </a:solidFill>
      </p:bgPr>
    </p:bg>
    <p:spTree>
      <p:nvGrpSpPr>
        <p:cNvPr id="1535" name="Shape 1535"/>
        <p:cNvGrpSpPr/>
        <p:nvPr/>
      </p:nvGrpSpPr>
      <p:grpSpPr>
        <a:xfrm>
          <a:off x="0" y="0"/>
          <a:ext cx="0" cy="0"/>
          <a:chOff x="0" y="0"/>
          <a:chExt cx="0" cy="0"/>
        </a:xfrm>
      </p:grpSpPr>
      <p:sp>
        <p:nvSpPr>
          <p:cNvPr id="1536" name="Google Shape;1536;p239"/>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537" name="Google Shape;1537;p239"/>
          <p:cNvSpPr txBox="1"/>
          <p:nvPr>
            <p:ph idx="1" type="body"/>
          </p:nvPr>
        </p:nvSpPr>
        <p:spPr>
          <a:xfrm>
            <a:off x="473870" y="1188244"/>
            <a:ext cx="8196300" cy="3402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SzPts val="900"/>
              <a:buNone/>
              <a:defRPr/>
            </a:lvl1pPr>
            <a:lvl2pPr indent="-228600" lvl="1" marL="914400" algn="l">
              <a:lnSpc>
                <a:spcPct val="100000"/>
              </a:lnSpc>
              <a:spcBef>
                <a:spcPts val="400"/>
              </a:spcBef>
              <a:spcAft>
                <a:spcPts val="0"/>
              </a:spcAft>
              <a:buSzPts val="900"/>
              <a:buNone/>
              <a:defRPr/>
            </a:lvl2pPr>
            <a:lvl3pPr indent="-285750" lvl="2" marL="1371600" algn="l">
              <a:lnSpc>
                <a:spcPct val="100000"/>
              </a:lnSpc>
              <a:spcBef>
                <a:spcPts val="400"/>
              </a:spcBef>
              <a:spcAft>
                <a:spcPts val="0"/>
              </a:spcAft>
              <a:buSzPts val="900"/>
              <a:buChar char="•"/>
              <a:defRPr/>
            </a:lvl3pPr>
            <a:lvl4pPr indent="-285750" lvl="3" marL="1828800" algn="l">
              <a:lnSpc>
                <a:spcPct val="100000"/>
              </a:lnSpc>
              <a:spcBef>
                <a:spcPts val="400"/>
              </a:spcBef>
              <a:spcAft>
                <a:spcPts val="0"/>
              </a:spcAft>
              <a:buSzPts val="900"/>
              <a:buChar char="-"/>
              <a:defRPr/>
            </a:lvl4pPr>
            <a:lvl5pPr indent="-285750" lvl="4" marL="2286000" algn="l">
              <a:lnSpc>
                <a:spcPct val="100000"/>
              </a:lnSpc>
              <a:spcBef>
                <a:spcPts val="400"/>
              </a:spcBef>
              <a:spcAft>
                <a:spcPts val="0"/>
              </a:spcAft>
              <a:buSzPts val="900"/>
              <a:buChar char="-"/>
              <a:defRPr/>
            </a:lvl5pPr>
            <a:lvl6pPr indent="-285750" lvl="5" marL="2743200" algn="l">
              <a:lnSpc>
                <a:spcPct val="90000"/>
              </a:lnSpc>
              <a:spcBef>
                <a:spcPts val="400"/>
              </a:spcBef>
              <a:spcAft>
                <a:spcPts val="0"/>
              </a:spcAft>
              <a:buSzPts val="900"/>
              <a:buChar char="-"/>
              <a:defRPr sz="900"/>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538" name="Google Shape;1538;p239"/>
          <p:cNvSpPr txBox="1"/>
          <p:nvPr>
            <p:ph idx="2" type="body"/>
          </p:nvPr>
        </p:nvSpPr>
        <p:spPr>
          <a:xfrm>
            <a:off x="476251" y="469106"/>
            <a:ext cx="6112800" cy="136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539" name="Google Shape;1539;p239"/>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2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2_Slide_Six-piece information">
  <p:cSld name="Six-piece information">
    <p:spTree>
      <p:nvGrpSpPr>
        <p:cNvPr id="1540" name="Shape 1540"/>
        <p:cNvGrpSpPr/>
        <p:nvPr/>
      </p:nvGrpSpPr>
      <p:grpSpPr>
        <a:xfrm>
          <a:off x="0" y="0"/>
          <a:ext cx="0" cy="0"/>
          <a:chOff x="0" y="0"/>
          <a:chExt cx="0" cy="0"/>
        </a:xfrm>
      </p:grpSpPr>
      <p:sp>
        <p:nvSpPr>
          <p:cNvPr id="1541" name="Google Shape;1541;p240"/>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542" name="Google Shape;1542;p240"/>
          <p:cNvSpPr txBox="1"/>
          <p:nvPr>
            <p:ph idx="1" type="body"/>
          </p:nvPr>
        </p:nvSpPr>
        <p:spPr>
          <a:xfrm>
            <a:off x="470297" y="1188244"/>
            <a:ext cx="2545500" cy="1263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accent6"/>
              </a:buClr>
              <a:buSzPts val="1100"/>
              <a:buNone/>
              <a:defRPr sz="1100">
                <a:solidFill>
                  <a:schemeClr val="accent6"/>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543" name="Google Shape;1543;p240"/>
          <p:cNvSpPr txBox="1"/>
          <p:nvPr>
            <p:ph idx="2" type="body"/>
          </p:nvPr>
        </p:nvSpPr>
        <p:spPr>
          <a:xfrm>
            <a:off x="476251" y="469106"/>
            <a:ext cx="6112800" cy="136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544" name="Google Shape;1544;p240"/>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545" name="Google Shape;1545;p240"/>
          <p:cNvSpPr txBox="1"/>
          <p:nvPr>
            <p:ph idx="3" type="body"/>
          </p:nvPr>
        </p:nvSpPr>
        <p:spPr>
          <a:xfrm>
            <a:off x="3248025" y="1188244"/>
            <a:ext cx="2545500" cy="1263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accent6"/>
              </a:buClr>
              <a:buSzPts val="1100"/>
              <a:buNone/>
              <a:defRPr sz="1100">
                <a:solidFill>
                  <a:schemeClr val="accent6"/>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546" name="Google Shape;1546;p240"/>
          <p:cNvSpPr txBox="1"/>
          <p:nvPr>
            <p:ph idx="4" type="body"/>
          </p:nvPr>
        </p:nvSpPr>
        <p:spPr>
          <a:xfrm>
            <a:off x="6012656" y="1188244"/>
            <a:ext cx="2545500" cy="1263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accent6"/>
              </a:buClr>
              <a:buSzPts val="1100"/>
              <a:buNone/>
              <a:defRPr sz="1100">
                <a:solidFill>
                  <a:schemeClr val="accent6"/>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547" name="Google Shape;1547;p240"/>
          <p:cNvSpPr txBox="1"/>
          <p:nvPr>
            <p:ph idx="5" type="body"/>
          </p:nvPr>
        </p:nvSpPr>
        <p:spPr>
          <a:xfrm>
            <a:off x="470297" y="2636520"/>
            <a:ext cx="2545500" cy="1263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accent6"/>
              </a:buClr>
              <a:buSzPts val="1100"/>
              <a:buNone/>
              <a:defRPr sz="1100">
                <a:solidFill>
                  <a:schemeClr val="accent6"/>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548" name="Google Shape;1548;p240"/>
          <p:cNvSpPr txBox="1"/>
          <p:nvPr>
            <p:ph idx="6" type="body"/>
          </p:nvPr>
        </p:nvSpPr>
        <p:spPr>
          <a:xfrm>
            <a:off x="3248025" y="2636520"/>
            <a:ext cx="2545500" cy="1263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accent6"/>
              </a:buClr>
              <a:buSzPts val="1100"/>
              <a:buNone/>
              <a:defRPr sz="1100">
                <a:solidFill>
                  <a:schemeClr val="accent6"/>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549" name="Google Shape;1549;p240"/>
          <p:cNvSpPr txBox="1"/>
          <p:nvPr>
            <p:ph idx="7" type="body"/>
          </p:nvPr>
        </p:nvSpPr>
        <p:spPr>
          <a:xfrm>
            <a:off x="6012656" y="2636520"/>
            <a:ext cx="2545500" cy="1263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accent6"/>
              </a:buClr>
              <a:buSzPts val="1100"/>
              <a:buNone/>
              <a:defRPr sz="1100">
                <a:solidFill>
                  <a:schemeClr val="accent6"/>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2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_Slide_Six-image - Stone">
  <p:cSld name="Six-image - Stone">
    <p:bg>
      <p:bgPr>
        <a:solidFill>
          <a:schemeClr val="lt2"/>
        </a:solidFill>
      </p:bgPr>
    </p:bg>
    <p:spTree>
      <p:nvGrpSpPr>
        <p:cNvPr id="1550" name="Shape 1550"/>
        <p:cNvGrpSpPr/>
        <p:nvPr/>
      </p:nvGrpSpPr>
      <p:grpSpPr>
        <a:xfrm>
          <a:off x="0" y="0"/>
          <a:ext cx="0" cy="0"/>
          <a:chOff x="0" y="0"/>
          <a:chExt cx="0" cy="0"/>
        </a:xfrm>
      </p:grpSpPr>
      <p:sp>
        <p:nvSpPr>
          <p:cNvPr id="1551" name="Google Shape;1551;p241"/>
          <p:cNvSpPr/>
          <p:nvPr/>
        </p:nvSpPr>
        <p:spPr>
          <a:xfrm>
            <a:off x="2555081" y="0"/>
            <a:ext cx="6588900" cy="5143500"/>
          </a:xfrm>
          <a:prstGeom prst="rect">
            <a:avLst/>
          </a:prstGeom>
          <a:solidFill>
            <a:srgbClr val="FF3C2D"/>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552" name="Google Shape;1552;p241"/>
          <p:cNvSpPr/>
          <p:nvPr>
            <p:ph idx="2" type="pic"/>
          </p:nvPr>
        </p:nvSpPr>
        <p:spPr>
          <a:xfrm>
            <a:off x="2555081" y="0"/>
            <a:ext cx="2186400" cy="2577000"/>
          </a:xfrm>
          <a:prstGeom prst="rect">
            <a:avLst/>
          </a:prstGeom>
          <a:solidFill>
            <a:schemeClr val="lt1"/>
          </a:solidFill>
          <a:ln>
            <a:noFill/>
          </a:ln>
        </p:spPr>
      </p:sp>
      <p:sp>
        <p:nvSpPr>
          <p:cNvPr id="1553" name="Google Shape;1553;p241"/>
          <p:cNvSpPr txBox="1"/>
          <p:nvPr>
            <p:ph idx="1" type="body"/>
          </p:nvPr>
        </p:nvSpPr>
        <p:spPr>
          <a:xfrm>
            <a:off x="2670803" y="1666851"/>
            <a:ext cx="1689600" cy="801600"/>
          </a:xfrm>
          <a:prstGeom prst="rect">
            <a:avLst/>
          </a:prstGeom>
          <a:noFill/>
          <a:ln>
            <a:noFill/>
          </a:ln>
        </p:spPr>
        <p:txBody>
          <a:bodyPr anchorCtr="0" anchor="b" bIns="0" lIns="0" spcFirstLastPara="1" rIns="0" wrap="square" tIns="0">
            <a:normAutofit/>
          </a:bodyPr>
          <a:lstStyle>
            <a:lvl1pPr indent="-228600" lvl="0" marL="457200" algn="l">
              <a:lnSpc>
                <a:spcPct val="100000"/>
              </a:lnSpc>
              <a:spcBef>
                <a:spcPts val="0"/>
              </a:spcBef>
              <a:spcAft>
                <a:spcPts val="0"/>
              </a:spcAft>
              <a:buSzPts val="900"/>
              <a:buNone/>
              <a:defRPr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554" name="Google Shape;1554;p241"/>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555" name="Google Shape;1555;p241"/>
          <p:cNvSpPr txBox="1"/>
          <p:nvPr>
            <p:ph idx="3" type="body"/>
          </p:nvPr>
        </p:nvSpPr>
        <p:spPr>
          <a:xfrm>
            <a:off x="473869" y="1188244"/>
            <a:ext cx="1955100" cy="2283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556" name="Google Shape;1556;p241"/>
          <p:cNvSpPr txBox="1"/>
          <p:nvPr>
            <p:ph idx="4" type="body"/>
          </p:nvPr>
        </p:nvSpPr>
        <p:spPr>
          <a:xfrm>
            <a:off x="476251" y="469106"/>
            <a:ext cx="1952700" cy="148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557" name="Google Shape;1557;p241"/>
          <p:cNvSpPr txBox="1"/>
          <p:nvPr>
            <p:ph type="title"/>
          </p:nvPr>
        </p:nvSpPr>
        <p:spPr>
          <a:xfrm>
            <a:off x="473870" y="619857"/>
            <a:ext cx="19551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558" name="Google Shape;1558;p241"/>
          <p:cNvSpPr/>
          <p:nvPr>
            <p:ph idx="5" type="pic"/>
          </p:nvPr>
        </p:nvSpPr>
        <p:spPr>
          <a:xfrm>
            <a:off x="4746599" y="2571750"/>
            <a:ext cx="2222700" cy="2571900"/>
          </a:xfrm>
          <a:prstGeom prst="rect">
            <a:avLst/>
          </a:prstGeom>
          <a:solidFill>
            <a:schemeClr val="lt1"/>
          </a:solidFill>
          <a:ln>
            <a:noFill/>
          </a:ln>
        </p:spPr>
      </p:sp>
      <p:sp>
        <p:nvSpPr>
          <p:cNvPr id="1559" name="Google Shape;1559;p241"/>
          <p:cNvSpPr/>
          <p:nvPr>
            <p:ph idx="6" type="pic"/>
          </p:nvPr>
        </p:nvSpPr>
        <p:spPr>
          <a:xfrm>
            <a:off x="6972300" y="0"/>
            <a:ext cx="2186400" cy="2577000"/>
          </a:xfrm>
          <a:prstGeom prst="rect">
            <a:avLst/>
          </a:prstGeom>
          <a:solidFill>
            <a:schemeClr val="lt1"/>
          </a:solidFill>
          <a:ln>
            <a:noFill/>
          </a:ln>
        </p:spPr>
      </p:sp>
      <p:sp>
        <p:nvSpPr>
          <p:cNvPr id="1560" name="Google Shape;1560;p241"/>
          <p:cNvSpPr txBox="1"/>
          <p:nvPr>
            <p:ph idx="7" type="body"/>
          </p:nvPr>
        </p:nvSpPr>
        <p:spPr>
          <a:xfrm>
            <a:off x="7088021" y="1666851"/>
            <a:ext cx="1689600" cy="801600"/>
          </a:xfrm>
          <a:prstGeom prst="rect">
            <a:avLst/>
          </a:prstGeom>
          <a:noFill/>
          <a:ln>
            <a:noFill/>
          </a:ln>
        </p:spPr>
        <p:txBody>
          <a:bodyPr anchorCtr="0" anchor="b" bIns="0" lIns="0" spcFirstLastPara="1" rIns="0" wrap="square" tIns="0">
            <a:normAutofit/>
          </a:bodyPr>
          <a:lstStyle>
            <a:lvl1pPr indent="-228600" lvl="0" marL="457200" algn="l">
              <a:lnSpc>
                <a:spcPct val="100000"/>
              </a:lnSpc>
              <a:spcBef>
                <a:spcPts val="0"/>
              </a:spcBef>
              <a:spcAft>
                <a:spcPts val="0"/>
              </a:spcAft>
              <a:buSzPts val="900"/>
              <a:buNone/>
              <a:defRPr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561" name="Google Shape;1561;p241"/>
          <p:cNvSpPr txBox="1"/>
          <p:nvPr>
            <p:ph idx="8" type="body"/>
          </p:nvPr>
        </p:nvSpPr>
        <p:spPr>
          <a:xfrm>
            <a:off x="4834293" y="2745043"/>
            <a:ext cx="1983600" cy="636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900"/>
              <a:buNone/>
              <a:defRPr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Tree>
  </p:cSld>
  <p:clrMapOvr>
    <a:masterClrMapping/>
  </p:clrMapOvr>
</p:sldLayout>
</file>

<file path=ppt/slideLayouts/slideLayout2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_Slide_Six-image - Yellow">
  <p:cSld name="Six-image - Yellow">
    <p:bg>
      <p:bgPr>
        <a:solidFill>
          <a:schemeClr val="lt2"/>
        </a:solidFill>
      </p:bgPr>
    </p:bg>
    <p:spTree>
      <p:nvGrpSpPr>
        <p:cNvPr id="1562" name="Shape 1562"/>
        <p:cNvGrpSpPr/>
        <p:nvPr/>
      </p:nvGrpSpPr>
      <p:grpSpPr>
        <a:xfrm>
          <a:off x="0" y="0"/>
          <a:ext cx="0" cy="0"/>
          <a:chOff x="0" y="0"/>
          <a:chExt cx="0" cy="0"/>
        </a:xfrm>
      </p:grpSpPr>
      <p:sp>
        <p:nvSpPr>
          <p:cNvPr id="1563" name="Google Shape;1563;p242"/>
          <p:cNvSpPr/>
          <p:nvPr/>
        </p:nvSpPr>
        <p:spPr>
          <a:xfrm>
            <a:off x="2555081" y="0"/>
            <a:ext cx="6588900" cy="5143500"/>
          </a:xfrm>
          <a:prstGeom prst="rect">
            <a:avLst/>
          </a:prstGeom>
          <a:solidFill>
            <a:srgbClr val="F5FF1E"/>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564" name="Google Shape;1564;p242"/>
          <p:cNvSpPr/>
          <p:nvPr>
            <p:ph idx="2" type="pic"/>
          </p:nvPr>
        </p:nvSpPr>
        <p:spPr>
          <a:xfrm>
            <a:off x="4748405" y="0"/>
            <a:ext cx="2171400" cy="2577000"/>
          </a:xfrm>
          <a:prstGeom prst="rect">
            <a:avLst/>
          </a:prstGeom>
          <a:solidFill>
            <a:schemeClr val="dk2"/>
          </a:solidFill>
          <a:ln>
            <a:noFill/>
          </a:ln>
        </p:spPr>
      </p:sp>
      <p:sp>
        <p:nvSpPr>
          <p:cNvPr id="1565" name="Google Shape;1565;p242"/>
          <p:cNvSpPr txBox="1"/>
          <p:nvPr>
            <p:ph idx="1" type="body"/>
          </p:nvPr>
        </p:nvSpPr>
        <p:spPr>
          <a:xfrm>
            <a:off x="4864127" y="1666851"/>
            <a:ext cx="1689600" cy="801600"/>
          </a:xfrm>
          <a:prstGeom prst="rect">
            <a:avLst/>
          </a:prstGeom>
          <a:noFill/>
          <a:ln>
            <a:noFill/>
          </a:ln>
        </p:spPr>
        <p:txBody>
          <a:bodyPr anchorCtr="0" anchor="b" bIns="0" lIns="0" spcFirstLastPara="1" rIns="0" wrap="square" tIns="0">
            <a:normAutofit/>
          </a:bodyPr>
          <a:lstStyle>
            <a:lvl1pPr indent="-228600" lvl="0" marL="457200" algn="l">
              <a:lnSpc>
                <a:spcPct val="100000"/>
              </a:lnSpc>
              <a:spcBef>
                <a:spcPts val="0"/>
              </a:spcBef>
              <a:spcAft>
                <a:spcPts val="0"/>
              </a:spcAft>
              <a:buSzPts val="900"/>
              <a:buNone/>
              <a:defRPr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566" name="Google Shape;1566;p242"/>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567" name="Google Shape;1567;p242"/>
          <p:cNvSpPr txBox="1"/>
          <p:nvPr>
            <p:ph idx="3" type="body"/>
          </p:nvPr>
        </p:nvSpPr>
        <p:spPr>
          <a:xfrm>
            <a:off x="473869" y="1188244"/>
            <a:ext cx="1955100" cy="2283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568" name="Google Shape;1568;p242"/>
          <p:cNvSpPr txBox="1"/>
          <p:nvPr>
            <p:ph idx="4" type="body"/>
          </p:nvPr>
        </p:nvSpPr>
        <p:spPr>
          <a:xfrm>
            <a:off x="476251" y="469106"/>
            <a:ext cx="1952700" cy="148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569" name="Google Shape;1569;p242"/>
          <p:cNvSpPr txBox="1"/>
          <p:nvPr>
            <p:ph type="title"/>
          </p:nvPr>
        </p:nvSpPr>
        <p:spPr>
          <a:xfrm>
            <a:off x="473870" y="619857"/>
            <a:ext cx="19551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570" name="Google Shape;1570;p242"/>
          <p:cNvSpPr/>
          <p:nvPr>
            <p:ph idx="5" type="pic"/>
          </p:nvPr>
        </p:nvSpPr>
        <p:spPr>
          <a:xfrm>
            <a:off x="6921268" y="2571750"/>
            <a:ext cx="2222700" cy="2571900"/>
          </a:xfrm>
          <a:prstGeom prst="rect">
            <a:avLst/>
          </a:prstGeom>
          <a:solidFill>
            <a:schemeClr val="dk2"/>
          </a:solidFill>
          <a:ln>
            <a:noFill/>
          </a:ln>
        </p:spPr>
      </p:sp>
      <p:sp>
        <p:nvSpPr>
          <p:cNvPr id="1571" name="Google Shape;1571;p242"/>
          <p:cNvSpPr txBox="1"/>
          <p:nvPr>
            <p:ph idx="6" type="body"/>
          </p:nvPr>
        </p:nvSpPr>
        <p:spPr>
          <a:xfrm>
            <a:off x="7008962" y="2745043"/>
            <a:ext cx="1983600" cy="636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900"/>
              <a:buNone/>
              <a:defRPr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572" name="Google Shape;1572;p242"/>
          <p:cNvSpPr/>
          <p:nvPr>
            <p:ph idx="7" type="pic"/>
          </p:nvPr>
        </p:nvSpPr>
        <p:spPr>
          <a:xfrm>
            <a:off x="2555082" y="2571750"/>
            <a:ext cx="2190000" cy="2571900"/>
          </a:xfrm>
          <a:prstGeom prst="rect">
            <a:avLst/>
          </a:prstGeom>
          <a:solidFill>
            <a:schemeClr val="dk2"/>
          </a:solidFill>
          <a:ln>
            <a:noFill/>
          </a:ln>
        </p:spPr>
      </p:sp>
      <p:sp>
        <p:nvSpPr>
          <p:cNvPr id="1573" name="Google Shape;1573;p242"/>
          <p:cNvSpPr txBox="1"/>
          <p:nvPr>
            <p:ph idx="8" type="body"/>
          </p:nvPr>
        </p:nvSpPr>
        <p:spPr>
          <a:xfrm>
            <a:off x="2642775" y="2745043"/>
            <a:ext cx="1983600" cy="636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900"/>
              <a:buNone/>
              <a:defRPr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Tree>
  </p:cSld>
  <p:clrMapOvr>
    <a:masterClrMapping/>
  </p:clrMapOvr>
</p:sldLayout>
</file>

<file path=ppt/slideLayouts/slideLayout2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_Slide_4-image w/ description - White">
  <p:cSld name="4-image w/ description - White">
    <p:bg>
      <p:bgPr>
        <a:solidFill>
          <a:schemeClr val="lt1"/>
        </a:solidFill>
      </p:bgPr>
    </p:bg>
    <p:spTree>
      <p:nvGrpSpPr>
        <p:cNvPr id="1574" name="Shape 1574"/>
        <p:cNvGrpSpPr/>
        <p:nvPr/>
      </p:nvGrpSpPr>
      <p:grpSpPr>
        <a:xfrm>
          <a:off x="0" y="0"/>
          <a:ext cx="0" cy="0"/>
          <a:chOff x="0" y="0"/>
          <a:chExt cx="0" cy="0"/>
        </a:xfrm>
      </p:grpSpPr>
      <p:sp>
        <p:nvSpPr>
          <p:cNvPr id="1575" name="Google Shape;1575;p243"/>
          <p:cNvSpPr/>
          <p:nvPr>
            <p:ph idx="2" type="pic"/>
          </p:nvPr>
        </p:nvSpPr>
        <p:spPr>
          <a:xfrm>
            <a:off x="473869" y="1188244"/>
            <a:ext cx="1955100" cy="2045700"/>
          </a:xfrm>
          <a:prstGeom prst="rect">
            <a:avLst/>
          </a:prstGeom>
          <a:solidFill>
            <a:schemeClr val="dk2"/>
          </a:solidFill>
          <a:ln>
            <a:noFill/>
          </a:ln>
        </p:spPr>
      </p:sp>
      <p:sp>
        <p:nvSpPr>
          <p:cNvPr id="1576" name="Google Shape;1576;p243"/>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577" name="Google Shape;1577;p243"/>
          <p:cNvSpPr txBox="1"/>
          <p:nvPr>
            <p:ph idx="1" type="body"/>
          </p:nvPr>
        </p:nvSpPr>
        <p:spPr>
          <a:xfrm>
            <a:off x="473869" y="3349229"/>
            <a:ext cx="1955100" cy="1135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578" name="Google Shape;1578;p243"/>
          <p:cNvSpPr txBox="1"/>
          <p:nvPr>
            <p:ph idx="3" type="body"/>
          </p:nvPr>
        </p:nvSpPr>
        <p:spPr>
          <a:xfrm>
            <a:off x="476251" y="469106"/>
            <a:ext cx="6112800" cy="136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579" name="Google Shape;1579;p243"/>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580" name="Google Shape;1580;p243"/>
          <p:cNvSpPr/>
          <p:nvPr>
            <p:ph idx="4" type="pic"/>
          </p:nvPr>
        </p:nvSpPr>
        <p:spPr>
          <a:xfrm>
            <a:off x="2571750" y="1188244"/>
            <a:ext cx="1955100" cy="2045700"/>
          </a:xfrm>
          <a:prstGeom prst="rect">
            <a:avLst/>
          </a:prstGeom>
          <a:solidFill>
            <a:schemeClr val="dk2"/>
          </a:solidFill>
          <a:ln>
            <a:noFill/>
          </a:ln>
        </p:spPr>
      </p:sp>
      <p:sp>
        <p:nvSpPr>
          <p:cNvPr id="1581" name="Google Shape;1581;p243"/>
          <p:cNvSpPr txBox="1"/>
          <p:nvPr>
            <p:ph idx="5" type="body"/>
          </p:nvPr>
        </p:nvSpPr>
        <p:spPr>
          <a:xfrm>
            <a:off x="2571750" y="3349229"/>
            <a:ext cx="1955100" cy="1135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582" name="Google Shape;1582;p243"/>
          <p:cNvSpPr/>
          <p:nvPr>
            <p:ph idx="6" type="pic"/>
          </p:nvPr>
        </p:nvSpPr>
        <p:spPr>
          <a:xfrm>
            <a:off x="4633913" y="1188244"/>
            <a:ext cx="1955100" cy="2045700"/>
          </a:xfrm>
          <a:prstGeom prst="rect">
            <a:avLst/>
          </a:prstGeom>
          <a:solidFill>
            <a:schemeClr val="dk2"/>
          </a:solidFill>
          <a:ln>
            <a:noFill/>
          </a:ln>
        </p:spPr>
      </p:sp>
      <p:sp>
        <p:nvSpPr>
          <p:cNvPr id="1583" name="Google Shape;1583;p243"/>
          <p:cNvSpPr txBox="1"/>
          <p:nvPr>
            <p:ph idx="7" type="body"/>
          </p:nvPr>
        </p:nvSpPr>
        <p:spPr>
          <a:xfrm>
            <a:off x="4633913" y="3349229"/>
            <a:ext cx="1955100" cy="1135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584" name="Google Shape;1584;p243"/>
          <p:cNvSpPr/>
          <p:nvPr>
            <p:ph idx="8" type="pic"/>
          </p:nvPr>
        </p:nvSpPr>
        <p:spPr>
          <a:xfrm>
            <a:off x="6715125" y="1188244"/>
            <a:ext cx="1955100" cy="2045700"/>
          </a:xfrm>
          <a:prstGeom prst="rect">
            <a:avLst/>
          </a:prstGeom>
          <a:solidFill>
            <a:schemeClr val="dk2"/>
          </a:solidFill>
          <a:ln>
            <a:noFill/>
          </a:ln>
        </p:spPr>
      </p:sp>
      <p:sp>
        <p:nvSpPr>
          <p:cNvPr id="1585" name="Google Shape;1585;p243"/>
          <p:cNvSpPr txBox="1"/>
          <p:nvPr>
            <p:ph idx="9" type="body"/>
          </p:nvPr>
        </p:nvSpPr>
        <p:spPr>
          <a:xfrm>
            <a:off x="6715125" y="3349229"/>
            <a:ext cx="1955100" cy="1135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2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5_Slide_Org structure - White">
  <p:cSld name="Org structure - White">
    <p:bg>
      <p:bgPr>
        <a:solidFill>
          <a:schemeClr val="lt1"/>
        </a:solidFill>
      </p:bgPr>
    </p:bg>
    <p:spTree>
      <p:nvGrpSpPr>
        <p:cNvPr id="1586" name="Shape 1586"/>
        <p:cNvGrpSpPr/>
        <p:nvPr/>
      </p:nvGrpSpPr>
      <p:grpSpPr>
        <a:xfrm>
          <a:off x="0" y="0"/>
          <a:ext cx="0" cy="0"/>
          <a:chOff x="0" y="0"/>
          <a:chExt cx="0" cy="0"/>
        </a:xfrm>
      </p:grpSpPr>
      <p:sp>
        <p:nvSpPr>
          <p:cNvPr id="1587" name="Google Shape;1587;p244"/>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588" name="Google Shape;1588;p244"/>
          <p:cNvSpPr txBox="1"/>
          <p:nvPr>
            <p:ph idx="1" type="body"/>
          </p:nvPr>
        </p:nvSpPr>
        <p:spPr>
          <a:xfrm>
            <a:off x="473869" y="1188244"/>
            <a:ext cx="1955100" cy="3083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589" name="Google Shape;1589;p244"/>
          <p:cNvSpPr txBox="1"/>
          <p:nvPr>
            <p:ph idx="2" type="body"/>
          </p:nvPr>
        </p:nvSpPr>
        <p:spPr>
          <a:xfrm>
            <a:off x="476251" y="469106"/>
            <a:ext cx="6112800" cy="136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590" name="Google Shape;1590;p244"/>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2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9_Slide_Basic table slide">
  <p:cSld name="Basic table slide">
    <p:bg>
      <p:bgPr>
        <a:solidFill>
          <a:schemeClr val="lt2"/>
        </a:solidFill>
      </p:bgPr>
    </p:bg>
    <p:spTree>
      <p:nvGrpSpPr>
        <p:cNvPr id="1591" name="Shape 1591"/>
        <p:cNvGrpSpPr/>
        <p:nvPr/>
      </p:nvGrpSpPr>
      <p:grpSpPr>
        <a:xfrm>
          <a:off x="0" y="0"/>
          <a:ext cx="0" cy="0"/>
          <a:chOff x="0" y="0"/>
          <a:chExt cx="0" cy="0"/>
        </a:xfrm>
      </p:grpSpPr>
      <p:sp>
        <p:nvSpPr>
          <p:cNvPr id="1592" name="Google Shape;1592;p245"/>
          <p:cNvSpPr txBox="1"/>
          <p:nvPr>
            <p:ph idx="1" type="body"/>
          </p:nvPr>
        </p:nvSpPr>
        <p:spPr>
          <a:xfrm>
            <a:off x="4626770" y="469107"/>
            <a:ext cx="4043400" cy="604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900"/>
              <a:buNone/>
              <a:defRPr b="0"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593" name="Google Shape;1593;p245"/>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594" name="Google Shape;1594;p245"/>
          <p:cNvSpPr txBox="1"/>
          <p:nvPr>
            <p:ph idx="2" type="body"/>
          </p:nvPr>
        </p:nvSpPr>
        <p:spPr>
          <a:xfrm>
            <a:off x="473869" y="1794272"/>
            <a:ext cx="1955100" cy="2279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595" name="Google Shape;1595;p245"/>
          <p:cNvSpPr txBox="1"/>
          <p:nvPr>
            <p:ph idx="3" type="body"/>
          </p:nvPr>
        </p:nvSpPr>
        <p:spPr>
          <a:xfrm>
            <a:off x="476251" y="469106"/>
            <a:ext cx="4044600" cy="130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596" name="Google Shape;1596;p245"/>
          <p:cNvSpPr txBox="1"/>
          <p:nvPr>
            <p:ph type="title"/>
          </p:nvPr>
        </p:nvSpPr>
        <p:spPr>
          <a:xfrm>
            <a:off x="473870" y="619857"/>
            <a:ext cx="40470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597" name="Google Shape;1597;p245"/>
          <p:cNvSpPr txBox="1"/>
          <p:nvPr>
            <p:ph idx="4" type="body"/>
          </p:nvPr>
        </p:nvSpPr>
        <p:spPr>
          <a:xfrm>
            <a:off x="2571750" y="1794272"/>
            <a:ext cx="1955100" cy="2279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598" name="Google Shape;1598;p245"/>
          <p:cNvSpPr txBox="1"/>
          <p:nvPr>
            <p:ph idx="5" type="body"/>
          </p:nvPr>
        </p:nvSpPr>
        <p:spPr>
          <a:xfrm>
            <a:off x="4629150" y="1794272"/>
            <a:ext cx="1955100" cy="2279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599" name="Google Shape;1599;p245"/>
          <p:cNvSpPr txBox="1"/>
          <p:nvPr>
            <p:ph idx="6" type="body"/>
          </p:nvPr>
        </p:nvSpPr>
        <p:spPr>
          <a:xfrm>
            <a:off x="6715125" y="1794272"/>
            <a:ext cx="1955100" cy="2279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Tree>
  </p:cSld>
  <p:clrMapOvr>
    <a:masterClrMapping/>
  </p:clrMapOvr>
</p:sldLayout>
</file>

<file path=ppt/slideLayouts/slideLayout2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7_Slide_Left content slide">
  <p:cSld name="Left content slide">
    <p:bg>
      <p:bgPr>
        <a:solidFill>
          <a:schemeClr val="lt1"/>
        </a:solidFill>
      </p:bgPr>
    </p:bg>
    <p:spTree>
      <p:nvGrpSpPr>
        <p:cNvPr id="1600" name="Shape 1600"/>
        <p:cNvGrpSpPr/>
        <p:nvPr/>
      </p:nvGrpSpPr>
      <p:grpSpPr>
        <a:xfrm>
          <a:off x="0" y="0"/>
          <a:ext cx="0" cy="0"/>
          <a:chOff x="0" y="0"/>
          <a:chExt cx="0" cy="0"/>
        </a:xfrm>
      </p:grpSpPr>
      <p:sp>
        <p:nvSpPr>
          <p:cNvPr id="1601" name="Google Shape;1601;p246"/>
          <p:cNvSpPr txBox="1"/>
          <p:nvPr>
            <p:ph idx="1" type="body"/>
          </p:nvPr>
        </p:nvSpPr>
        <p:spPr>
          <a:xfrm>
            <a:off x="476251" y="469106"/>
            <a:ext cx="6112800" cy="136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602" name="Google Shape;1602;p246"/>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603" name="Google Shape;1603;p246"/>
          <p:cNvSpPr txBox="1"/>
          <p:nvPr>
            <p:ph idx="2" type="body"/>
          </p:nvPr>
        </p:nvSpPr>
        <p:spPr>
          <a:xfrm>
            <a:off x="488156" y="1188244"/>
            <a:ext cx="1354800" cy="3083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604" name="Google Shape;1604;p246"/>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2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8_Slide_Title + Content with Description">
  <p:cSld name="Title + Content with Description">
    <p:bg>
      <p:bgPr>
        <a:solidFill>
          <a:schemeClr val="lt2"/>
        </a:solidFill>
      </p:bgPr>
    </p:bg>
    <p:spTree>
      <p:nvGrpSpPr>
        <p:cNvPr id="1605" name="Shape 1605"/>
        <p:cNvGrpSpPr/>
        <p:nvPr/>
      </p:nvGrpSpPr>
      <p:grpSpPr>
        <a:xfrm>
          <a:off x="0" y="0"/>
          <a:ext cx="0" cy="0"/>
          <a:chOff x="0" y="0"/>
          <a:chExt cx="0" cy="0"/>
        </a:xfrm>
      </p:grpSpPr>
      <p:sp>
        <p:nvSpPr>
          <p:cNvPr id="1606" name="Google Shape;1606;p247"/>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607" name="Google Shape;1607;p247"/>
          <p:cNvSpPr txBox="1"/>
          <p:nvPr>
            <p:ph idx="1" type="body"/>
          </p:nvPr>
        </p:nvSpPr>
        <p:spPr>
          <a:xfrm>
            <a:off x="473868" y="1188244"/>
            <a:ext cx="8196300" cy="3447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SzPts val="900"/>
              <a:buNone/>
              <a:defRPr/>
            </a:lvl1pPr>
            <a:lvl2pPr indent="-228600" lvl="1" marL="914400" algn="l">
              <a:lnSpc>
                <a:spcPct val="100000"/>
              </a:lnSpc>
              <a:spcBef>
                <a:spcPts val="400"/>
              </a:spcBef>
              <a:spcAft>
                <a:spcPts val="0"/>
              </a:spcAft>
              <a:buSzPts val="900"/>
              <a:buNone/>
              <a:defRPr/>
            </a:lvl2pPr>
            <a:lvl3pPr indent="-285750" lvl="2" marL="1371600" algn="l">
              <a:lnSpc>
                <a:spcPct val="100000"/>
              </a:lnSpc>
              <a:spcBef>
                <a:spcPts val="400"/>
              </a:spcBef>
              <a:spcAft>
                <a:spcPts val="0"/>
              </a:spcAft>
              <a:buSzPts val="900"/>
              <a:buChar char="•"/>
              <a:defRPr/>
            </a:lvl3pPr>
            <a:lvl4pPr indent="-285750" lvl="3" marL="1828800" algn="l">
              <a:lnSpc>
                <a:spcPct val="100000"/>
              </a:lnSpc>
              <a:spcBef>
                <a:spcPts val="400"/>
              </a:spcBef>
              <a:spcAft>
                <a:spcPts val="0"/>
              </a:spcAft>
              <a:buSzPts val="900"/>
              <a:buChar char="-"/>
              <a:defRPr/>
            </a:lvl4pPr>
            <a:lvl5pPr indent="-285750" lvl="4" marL="2286000" algn="l">
              <a:lnSpc>
                <a:spcPct val="100000"/>
              </a:lnSpc>
              <a:spcBef>
                <a:spcPts val="400"/>
              </a:spcBef>
              <a:spcAft>
                <a:spcPts val="0"/>
              </a:spcAft>
              <a:buSzPts val="900"/>
              <a:buChar char="-"/>
              <a:defRPr/>
            </a:lvl5pPr>
            <a:lvl6pPr indent="-285750" lvl="5" marL="2743200" algn="l">
              <a:lnSpc>
                <a:spcPct val="90000"/>
              </a:lnSpc>
              <a:spcBef>
                <a:spcPts val="400"/>
              </a:spcBef>
              <a:spcAft>
                <a:spcPts val="0"/>
              </a:spcAft>
              <a:buSzPts val="900"/>
              <a:buChar char="-"/>
              <a:defRPr sz="900"/>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608" name="Google Shape;1608;p247"/>
          <p:cNvSpPr txBox="1"/>
          <p:nvPr>
            <p:ph idx="2" type="body"/>
          </p:nvPr>
        </p:nvSpPr>
        <p:spPr>
          <a:xfrm>
            <a:off x="4626770" y="469107"/>
            <a:ext cx="4043400" cy="604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900"/>
              <a:buNone/>
              <a:defRPr b="0"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609" name="Google Shape;1609;p247"/>
          <p:cNvSpPr txBox="1"/>
          <p:nvPr>
            <p:ph idx="3" type="body"/>
          </p:nvPr>
        </p:nvSpPr>
        <p:spPr>
          <a:xfrm>
            <a:off x="476251" y="469106"/>
            <a:ext cx="4044600" cy="130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610" name="Google Shape;1610;p247"/>
          <p:cNvSpPr txBox="1"/>
          <p:nvPr>
            <p:ph type="title"/>
          </p:nvPr>
        </p:nvSpPr>
        <p:spPr>
          <a:xfrm>
            <a:off x="473870" y="619857"/>
            <a:ext cx="40470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2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_Slide_Title, Content, Chart">
  <p:cSld name="Title, Content, Chart">
    <p:bg>
      <p:bgPr>
        <a:solidFill>
          <a:schemeClr val="lt1"/>
        </a:solidFill>
      </p:bgPr>
    </p:bg>
    <p:spTree>
      <p:nvGrpSpPr>
        <p:cNvPr id="1611" name="Shape 1611"/>
        <p:cNvGrpSpPr/>
        <p:nvPr/>
      </p:nvGrpSpPr>
      <p:grpSpPr>
        <a:xfrm>
          <a:off x="0" y="0"/>
          <a:ext cx="0" cy="0"/>
          <a:chOff x="0" y="0"/>
          <a:chExt cx="0" cy="0"/>
        </a:xfrm>
      </p:grpSpPr>
      <p:sp>
        <p:nvSpPr>
          <p:cNvPr id="1612" name="Google Shape;1612;p248"/>
          <p:cNvSpPr txBox="1"/>
          <p:nvPr>
            <p:ph idx="1" type="body"/>
          </p:nvPr>
        </p:nvSpPr>
        <p:spPr>
          <a:xfrm>
            <a:off x="473869" y="4161138"/>
            <a:ext cx="2817000" cy="422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600"/>
              <a:buNone/>
              <a:defRPr b="0" i="0" sz="6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cxnSp>
        <p:nvCxnSpPr>
          <p:cNvPr id="1613" name="Google Shape;1613;p248"/>
          <p:cNvCxnSpPr/>
          <p:nvPr/>
        </p:nvCxnSpPr>
        <p:spPr>
          <a:xfrm>
            <a:off x="471488" y="4074512"/>
            <a:ext cx="1704900" cy="0"/>
          </a:xfrm>
          <a:prstGeom prst="straightConnector1">
            <a:avLst/>
          </a:prstGeom>
          <a:noFill/>
          <a:ln cap="flat" cmpd="sng" w="9525">
            <a:solidFill>
              <a:srgbClr val="7F7F7F"/>
            </a:solidFill>
            <a:prstDash val="solid"/>
            <a:miter lim="800000"/>
            <a:headEnd len="sm" w="sm" type="none"/>
            <a:tailEnd len="sm" w="sm" type="none"/>
          </a:ln>
        </p:spPr>
      </p:cxnSp>
      <p:sp>
        <p:nvSpPr>
          <p:cNvPr id="1614" name="Google Shape;1614;p248"/>
          <p:cNvSpPr/>
          <p:nvPr>
            <p:ph idx="2" type="chart"/>
          </p:nvPr>
        </p:nvSpPr>
        <p:spPr>
          <a:xfrm>
            <a:off x="4480322" y="1013937"/>
            <a:ext cx="4189800" cy="3642000"/>
          </a:xfrm>
          <a:prstGeom prst="rect">
            <a:avLst/>
          </a:prstGeom>
          <a:noFill/>
          <a:ln>
            <a:noFill/>
          </a:ln>
        </p:spPr>
        <p:txBody>
          <a:bodyPr anchorCtr="0" anchor="t" bIns="0" lIns="0" spcFirstLastPara="1" rIns="0" wrap="square" tIns="0">
            <a:noAutofit/>
          </a:bodyPr>
          <a:lstStyle>
            <a:lvl1pPr lvl="0" marR="0" rtl="0" algn="l">
              <a:lnSpc>
                <a:spcPct val="100000"/>
              </a:lnSpc>
              <a:spcBef>
                <a:spcPts val="800"/>
              </a:spcBef>
              <a:spcAft>
                <a:spcPts val="0"/>
              </a:spcAft>
              <a:buClr>
                <a:schemeClr val="dk1"/>
              </a:buClr>
              <a:buSzPts val="900"/>
              <a:buFont typeface="Arial"/>
              <a:buNone/>
              <a:defRPr b="1" i="0" sz="900" u="none" cap="none" strike="noStrike">
                <a:solidFill>
                  <a:schemeClr val="dk1"/>
                </a:solidFill>
                <a:latin typeface="Arial"/>
                <a:ea typeface="Arial"/>
                <a:cs typeface="Arial"/>
                <a:sym typeface="Arial"/>
              </a:defRPr>
            </a:lvl1pPr>
            <a:lvl2pPr lvl="1" marR="0" rtl="0" algn="l">
              <a:lnSpc>
                <a:spcPct val="100000"/>
              </a:lnSpc>
              <a:spcBef>
                <a:spcPts val="40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2pPr>
            <a:lvl3pPr lvl="2" marR="0" rtl="0" algn="l">
              <a:lnSpc>
                <a:spcPct val="100000"/>
              </a:lnSpc>
              <a:spcBef>
                <a:spcPts val="4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3pPr>
            <a:lvl4pPr lvl="3" marR="0" rtl="0" algn="l">
              <a:lnSpc>
                <a:spcPct val="100000"/>
              </a:lnSpc>
              <a:spcBef>
                <a:spcPts val="400"/>
              </a:spcBef>
              <a:spcAft>
                <a:spcPts val="0"/>
              </a:spcAft>
              <a:buClr>
                <a:schemeClr val="dk1"/>
              </a:buClr>
              <a:buSzPts val="900"/>
              <a:buFont typeface="NTR"/>
              <a:buChar char="-"/>
              <a:defRPr b="0" i="0" sz="900" u="none" cap="none" strike="noStrike">
                <a:solidFill>
                  <a:schemeClr val="dk1"/>
                </a:solidFill>
                <a:latin typeface="Arial"/>
                <a:ea typeface="Arial"/>
                <a:cs typeface="Arial"/>
                <a:sym typeface="Arial"/>
              </a:defRPr>
            </a:lvl4pPr>
            <a:lvl5pPr lvl="4" marR="0" rtl="0" algn="l">
              <a:lnSpc>
                <a:spcPct val="100000"/>
              </a:lnSpc>
              <a:spcBef>
                <a:spcPts val="400"/>
              </a:spcBef>
              <a:spcAft>
                <a:spcPts val="0"/>
              </a:spcAft>
              <a:buClr>
                <a:schemeClr val="dk1"/>
              </a:buClr>
              <a:buSzPts val="900"/>
              <a:buFont typeface="NTR"/>
              <a:buChar char="-"/>
              <a:defRPr b="0" i="0" sz="900" u="none" cap="none" strike="noStrike">
                <a:solidFill>
                  <a:schemeClr val="dk1"/>
                </a:solidFill>
                <a:latin typeface="Arial"/>
                <a:ea typeface="Arial"/>
                <a:cs typeface="Arial"/>
                <a:sym typeface="Arial"/>
              </a:defRPr>
            </a:lvl5pPr>
            <a:lvl6pPr lvl="5"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lvl="6"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lvl="7"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lvl="8"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1615" name="Google Shape;1615;p248"/>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616" name="Google Shape;1616;p248"/>
          <p:cNvSpPr txBox="1"/>
          <p:nvPr>
            <p:ph idx="3" type="body"/>
          </p:nvPr>
        </p:nvSpPr>
        <p:spPr>
          <a:xfrm>
            <a:off x="488156" y="1188244"/>
            <a:ext cx="3329100" cy="2755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617" name="Google Shape;1617;p248"/>
          <p:cNvSpPr txBox="1"/>
          <p:nvPr>
            <p:ph idx="4" type="body"/>
          </p:nvPr>
        </p:nvSpPr>
        <p:spPr>
          <a:xfrm>
            <a:off x="476251" y="469106"/>
            <a:ext cx="4044600" cy="142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618" name="Google Shape;1618;p248"/>
          <p:cNvSpPr txBox="1"/>
          <p:nvPr>
            <p:ph type="title"/>
          </p:nvPr>
        </p:nvSpPr>
        <p:spPr>
          <a:xfrm>
            <a:off x="473870" y="619857"/>
            <a:ext cx="40470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2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1_Slide_Numbers graphic slide">
  <p:cSld name="Numbers graphic slide">
    <p:spTree>
      <p:nvGrpSpPr>
        <p:cNvPr id="1619" name="Shape 1619"/>
        <p:cNvGrpSpPr/>
        <p:nvPr/>
      </p:nvGrpSpPr>
      <p:grpSpPr>
        <a:xfrm>
          <a:off x="0" y="0"/>
          <a:ext cx="0" cy="0"/>
          <a:chOff x="0" y="0"/>
          <a:chExt cx="0" cy="0"/>
        </a:xfrm>
      </p:grpSpPr>
      <p:sp>
        <p:nvSpPr>
          <p:cNvPr id="1620" name="Google Shape;1620;p249"/>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621" name="Google Shape;1621;p249"/>
          <p:cNvSpPr txBox="1"/>
          <p:nvPr>
            <p:ph idx="1" type="body"/>
          </p:nvPr>
        </p:nvSpPr>
        <p:spPr>
          <a:xfrm>
            <a:off x="473870" y="1143000"/>
            <a:ext cx="2646900" cy="1022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accent6"/>
              </a:buClr>
              <a:buSzPts val="7500"/>
              <a:buNone/>
              <a:defRPr i="0" sz="7500">
                <a:solidFill>
                  <a:schemeClr val="accent6"/>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622" name="Google Shape;1622;p249"/>
          <p:cNvSpPr txBox="1"/>
          <p:nvPr>
            <p:ph idx="2" type="body"/>
          </p:nvPr>
        </p:nvSpPr>
        <p:spPr>
          <a:xfrm>
            <a:off x="473869" y="2244222"/>
            <a:ext cx="2448300" cy="384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623" name="Google Shape;1623;p249"/>
          <p:cNvSpPr txBox="1"/>
          <p:nvPr>
            <p:ph idx="3" type="body"/>
          </p:nvPr>
        </p:nvSpPr>
        <p:spPr>
          <a:xfrm>
            <a:off x="476251" y="469106"/>
            <a:ext cx="6112800" cy="136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624" name="Google Shape;1624;p249"/>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625" name="Google Shape;1625;p249"/>
          <p:cNvSpPr txBox="1"/>
          <p:nvPr>
            <p:ph idx="4" type="body"/>
          </p:nvPr>
        </p:nvSpPr>
        <p:spPr>
          <a:xfrm>
            <a:off x="3257550" y="1143000"/>
            <a:ext cx="2646900" cy="1022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accent6"/>
              </a:buClr>
              <a:buSzPts val="7500"/>
              <a:buNone/>
              <a:defRPr i="0" sz="7500">
                <a:solidFill>
                  <a:schemeClr val="accent6"/>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626" name="Google Shape;1626;p249"/>
          <p:cNvSpPr txBox="1"/>
          <p:nvPr>
            <p:ph idx="5" type="body"/>
          </p:nvPr>
        </p:nvSpPr>
        <p:spPr>
          <a:xfrm>
            <a:off x="3257549" y="2244222"/>
            <a:ext cx="2448300" cy="384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627" name="Google Shape;1627;p249"/>
          <p:cNvSpPr txBox="1"/>
          <p:nvPr>
            <p:ph idx="6" type="body"/>
          </p:nvPr>
        </p:nvSpPr>
        <p:spPr>
          <a:xfrm>
            <a:off x="6013107" y="1143000"/>
            <a:ext cx="2646900" cy="1022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accent6"/>
              </a:buClr>
              <a:buSzPts val="7500"/>
              <a:buNone/>
              <a:defRPr i="0" sz="7500">
                <a:solidFill>
                  <a:schemeClr val="accent6"/>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628" name="Google Shape;1628;p249"/>
          <p:cNvSpPr txBox="1"/>
          <p:nvPr>
            <p:ph idx="7" type="body"/>
          </p:nvPr>
        </p:nvSpPr>
        <p:spPr>
          <a:xfrm>
            <a:off x="6013106" y="2244222"/>
            <a:ext cx="2448300" cy="384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629" name="Google Shape;1629;p249"/>
          <p:cNvSpPr txBox="1"/>
          <p:nvPr>
            <p:ph idx="8" type="body"/>
          </p:nvPr>
        </p:nvSpPr>
        <p:spPr>
          <a:xfrm>
            <a:off x="473870" y="2857500"/>
            <a:ext cx="2646900" cy="1022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accent6"/>
              </a:buClr>
              <a:buSzPts val="7500"/>
              <a:buNone/>
              <a:defRPr i="0" sz="7500">
                <a:solidFill>
                  <a:schemeClr val="accent6"/>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630" name="Google Shape;1630;p249"/>
          <p:cNvSpPr txBox="1"/>
          <p:nvPr>
            <p:ph idx="9" type="body"/>
          </p:nvPr>
        </p:nvSpPr>
        <p:spPr>
          <a:xfrm>
            <a:off x="473869" y="3958722"/>
            <a:ext cx="2448300" cy="384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631" name="Google Shape;1631;p249"/>
          <p:cNvSpPr txBox="1"/>
          <p:nvPr>
            <p:ph idx="13" type="body"/>
          </p:nvPr>
        </p:nvSpPr>
        <p:spPr>
          <a:xfrm>
            <a:off x="3257550" y="2857500"/>
            <a:ext cx="2646900" cy="1022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accent6"/>
              </a:buClr>
              <a:buSzPts val="7500"/>
              <a:buNone/>
              <a:defRPr i="0" sz="7500">
                <a:solidFill>
                  <a:schemeClr val="accent6"/>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632" name="Google Shape;1632;p249"/>
          <p:cNvSpPr txBox="1"/>
          <p:nvPr>
            <p:ph idx="14" type="body"/>
          </p:nvPr>
        </p:nvSpPr>
        <p:spPr>
          <a:xfrm>
            <a:off x="3257549" y="3958722"/>
            <a:ext cx="2448300" cy="384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633" name="Google Shape;1633;p249"/>
          <p:cNvSpPr txBox="1"/>
          <p:nvPr>
            <p:ph idx="15" type="body"/>
          </p:nvPr>
        </p:nvSpPr>
        <p:spPr>
          <a:xfrm>
            <a:off x="6013107" y="2857500"/>
            <a:ext cx="2646900" cy="1022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accent6"/>
              </a:buClr>
              <a:buSzPts val="7500"/>
              <a:buNone/>
              <a:defRPr i="0" sz="7500">
                <a:solidFill>
                  <a:schemeClr val="accent6"/>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634" name="Google Shape;1634;p249"/>
          <p:cNvSpPr txBox="1"/>
          <p:nvPr>
            <p:ph idx="16" type="body"/>
          </p:nvPr>
        </p:nvSpPr>
        <p:spPr>
          <a:xfrm>
            <a:off x="6013106" y="3958722"/>
            <a:ext cx="2448300" cy="384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Tree>
  </p:cSld>
  <p:clrMapOvr>
    <a:masterClrMapping/>
  </p:clrMapOvr>
</p:sldLayout>
</file>

<file path=ppt/slideLayouts/slideLayout2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4_Slide_Ender 1 - White">
  <p:cSld name="Ender 1 - White">
    <p:bg>
      <p:bgPr>
        <a:solidFill>
          <a:srgbClr val="FFFFFF"/>
        </a:solidFill>
      </p:bgPr>
    </p:bg>
    <p:spTree>
      <p:nvGrpSpPr>
        <p:cNvPr id="1635" name="Shape 1635"/>
        <p:cNvGrpSpPr/>
        <p:nvPr/>
      </p:nvGrpSpPr>
      <p:grpSpPr>
        <a:xfrm>
          <a:off x="0" y="0"/>
          <a:ext cx="0" cy="0"/>
          <a:chOff x="0" y="0"/>
          <a:chExt cx="0" cy="0"/>
        </a:xfrm>
      </p:grpSpPr>
      <p:sp>
        <p:nvSpPr>
          <p:cNvPr id="1636" name="Google Shape;1636;p250"/>
          <p:cNvSpPr/>
          <p:nvPr/>
        </p:nvSpPr>
        <p:spPr>
          <a:xfrm>
            <a:off x="217609" y="4741252"/>
            <a:ext cx="6185400" cy="2241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1637" name="Google Shape;1637;p250"/>
          <p:cNvPicPr preferRelativeResize="0"/>
          <p:nvPr/>
        </p:nvPicPr>
        <p:blipFill rotWithShape="1">
          <a:blip r:embed="rId2">
            <a:alphaModFix/>
          </a:blip>
          <a:srcRect b="0" l="0" r="0" t="0"/>
          <a:stretch/>
        </p:blipFill>
        <p:spPr>
          <a:xfrm>
            <a:off x="-847885" y="1531620"/>
            <a:ext cx="10842227" cy="4434839"/>
          </a:xfrm>
          <a:prstGeom prst="rect">
            <a:avLst/>
          </a:prstGeom>
          <a:noFill/>
          <a:ln>
            <a:noFill/>
          </a:ln>
        </p:spPr>
      </p:pic>
    </p:spTree>
  </p:cSld>
  <p:clrMapOvr>
    <a:masterClrMapping/>
  </p:clrMapOvr>
</p:sldLayout>
</file>

<file path=ppt/slideLayouts/slideLayout2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5_Slide_Ender 1 - Black">
  <p:cSld name="Ender 1 - Black">
    <p:bg>
      <p:bgPr>
        <a:solidFill>
          <a:srgbClr val="000000"/>
        </a:solidFill>
      </p:bgPr>
    </p:bg>
    <p:spTree>
      <p:nvGrpSpPr>
        <p:cNvPr id="1638" name="Shape 1638"/>
        <p:cNvGrpSpPr/>
        <p:nvPr/>
      </p:nvGrpSpPr>
      <p:grpSpPr>
        <a:xfrm>
          <a:off x="0" y="0"/>
          <a:ext cx="0" cy="0"/>
          <a:chOff x="0" y="0"/>
          <a:chExt cx="0" cy="0"/>
        </a:xfrm>
      </p:grpSpPr>
      <p:sp>
        <p:nvSpPr>
          <p:cNvPr id="1639" name="Google Shape;1639;p251"/>
          <p:cNvSpPr/>
          <p:nvPr/>
        </p:nvSpPr>
        <p:spPr>
          <a:xfrm>
            <a:off x="217609" y="4741252"/>
            <a:ext cx="6185400" cy="2241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640" name="Google Shape;1640;p251"/>
          <p:cNvSpPr/>
          <p:nvPr/>
        </p:nvSpPr>
        <p:spPr>
          <a:xfrm>
            <a:off x="178044" y="4668716"/>
            <a:ext cx="824400" cy="3099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1641" name="Google Shape;1641;p251"/>
          <p:cNvPicPr preferRelativeResize="0"/>
          <p:nvPr/>
        </p:nvPicPr>
        <p:blipFill rotWithShape="1">
          <a:blip r:embed="rId2">
            <a:alphaModFix/>
          </a:blip>
          <a:srcRect b="0" l="0" r="0" t="0"/>
          <a:stretch/>
        </p:blipFill>
        <p:spPr>
          <a:xfrm>
            <a:off x="-847885" y="1531620"/>
            <a:ext cx="10842227" cy="4434839"/>
          </a:xfrm>
          <a:prstGeom prst="rect">
            <a:avLst/>
          </a:prstGeom>
          <a:noFill/>
          <a:ln>
            <a:noFill/>
          </a:ln>
        </p:spPr>
      </p:pic>
    </p:spTree>
  </p:cSld>
  <p:clrMapOvr>
    <a:masterClrMapping/>
  </p:clrMapOvr>
</p:sldLayout>
</file>

<file path=ppt/slideLayouts/slideLayout2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6_Slide_Ender 2 - White">
  <p:cSld name="Ender 2 - White">
    <p:bg>
      <p:bgPr>
        <a:solidFill>
          <a:srgbClr val="FFFFFF"/>
        </a:solidFill>
      </p:bgPr>
    </p:bg>
    <p:spTree>
      <p:nvGrpSpPr>
        <p:cNvPr id="1642" name="Shape 1642"/>
        <p:cNvGrpSpPr/>
        <p:nvPr/>
      </p:nvGrpSpPr>
      <p:grpSpPr>
        <a:xfrm>
          <a:off x="0" y="0"/>
          <a:ext cx="0" cy="0"/>
          <a:chOff x="0" y="0"/>
          <a:chExt cx="0" cy="0"/>
        </a:xfrm>
      </p:grpSpPr>
      <p:sp>
        <p:nvSpPr>
          <p:cNvPr id="1643" name="Google Shape;1643;p252"/>
          <p:cNvSpPr/>
          <p:nvPr/>
        </p:nvSpPr>
        <p:spPr>
          <a:xfrm>
            <a:off x="217609" y="4741252"/>
            <a:ext cx="6185400" cy="2241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1644" name="Google Shape;1644;p252"/>
          <p:cNvPicPr preferRelativeResize="0"/>
          <p:nvPr/>
        </p:nvPicPr>
        <p:blipFill rotWithShape="1">
          <a:blip r:embed="rId2">
            <a:alphaModFix/>
          </a:blip>
          <a:srcRect b="0" l="0" r="0" t="0"/>
          <a:stretch/>
        </p:blipFill>
        <p:spPr>
          <a:xfrm>
            <a:off x="3045619" y="1140198"/>
            <a:ext cx="3063717" cy="2865567"/>
          </a:xfrm>
          <a:prstGeom prst="rect">
            <a:avLst/>
          </a:prstGeom>
          <a:noFill/>
          <a:ln>
            <a:noFill/>
          </a:ln>
        </p:spPr>
      </p:pic>
    </p:spTree>
  </p:cSld>
  <p:clrMapOvr>
    <a:masterClrMapping/>
  </p:clrMapOvr>
</p:sldLayout>
</file>

<file path=ppt/slideLayouts/slideLayout2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7_Slide_Ender 2 - Black">
  <p:cSld name="Ender 2 - Black">
    <p:bg>
      <p:bgPr>
        <a:solidFill>
          <a:srgbClr val="000000"/>
        </a:solidFill>
      </p:bgPr>
    </p:bg>
    <p:spTree>
      <p:nvGrpSpPr>
        <p:cNvPr id="1645" name="Shape 1645"/>
        <p:cNvGrpSpPr/>
        <p:nvPr/>
      </p:nvGrpSpPr>
      <p:grpSpPr>
        <a:xfrm>
          <a:off x="0" y="0"/>
          <a:ext cx="0" cy="0"/>
          <a:chOff x="0" y="0"/>
          <a:chExt cx="0" cy="0"/>
        </a:xfrm>
      </p:grpSpPr>
      <p:sp>
        <p:nvSpPr>
          <p:cNvPr id="1646" name="Google Shape;1646;p253"/>
          <p:cNvSpPr/>
          <p:nvPr/>
        </p:nvSpPr>
        <p:spPr>
          <a:xfrm>
            <a:off x="178044" y="4668716"/>
            <a:ext cx="987600" cy="3099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1647" name="Google Shape;1647;p253"/>
          <p:cNvPicPr preferRelativeResize="0"/>
          <p:nvPr/>
        </p:nvPicPr>
        <p:blipFill rotWithShape="1">
          <a:blip r:embed="rId2">
            <a:alphaModFix/>
          </a:blip>
          <a:srcRect b="0" l="0" r="0" t="0"/>
          <a:stretch/>
        </p:blipFill>
        <p:spPr>
          <a:xfrm>
            <a:off x="3045619" y="1140198"/>
            <a:ext cx="3063717" cy="2865567"/>
          </a:xfrm>
          <a:prstGeom prst="rect">
            <a:avLst/>
          </a:prstGeom>
          <a:noFill/>
          <a:ln>
            <a:noFill/>
          </a:ln>
        </p:spPr>
      </p:pic>
    </p:spTree>
  </p:cSld>
  <p:clrMapOvr>
    <a:masterClrMapping/>
  </p:clrMapOvr>
</p:sldLayout>
</file>

<file path=ppt/slideLayouts/slideLayout2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6_Slide_Content slide">
  <p:cSld name="Content slide">
    <p:bg>
      <p:bgPr>
        <a:solidFill>
          <a:schemeClr val="lt1"/>
        </a:solidFill>
      </p:bgPr>
    </p:bg>
    <p:spTree>
      <p:nvGrpSpPr>
        <p:cNvPr id="1648" name="Shape 1648"/>
        <p:cNvGrpSpPr/>
        <p:nvPr/>
      </p:nvGrpSpPr>
      <p:grpSpPr>
        <a:xfrm>
          <a:off x="0" y="0"/>
          <a:ext cx="0" cy="0"/>
          <a:chOff x="0" y="0"/>
          <a:chExt cx="0" cy="0"/>
        </a:xfrm>
      </p:grpSpPr>
      <p:sp>
        <p:nvSpPr>
          <p:cNvPr id="1649" name="Google Shape;1649;p254"/>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650" name="Google Shape;1650;p254"/>
          <p:cNvSpPr txBox="1"/>
          <p:nvPr>
            <p:ph idx="1" type="body"/>
          </p:nvPr>
        </p:nvSpPr>
        <p:spPr>
          <a:xfrm>
            <a:off x="473868" y="1188244"/>
            <a:ext cx="8196300" cy="3447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dk1"/>
              </a:buClr>
              <a:buSzPts val="900"/>
              <a:buNone/>
              <a:defRPr/>
            </a:lvl1pPr>
            <a:lvl2pPr indent="-228600" lvl="1" marL="914400" algn="l">
              <a:lnSpc>
                <a:spcPct val="100000"/>
              </a:lnSpc>
              <a:spcBef>
                <a:spcPts val="400"/>
              </a:spcBef>
              <a:spcAft>
                <a:spcPts val="0"/>
              </a:spcAft>
              <a:buClr>
                <a:schemeClr val="dk1"/>
              </a:buClr>
              <a:buSzPts val="900"/>
              <a:buNone/>
              <a:defRPr/>
            </a:lvl2pPr>
            <a:lvl3pPr indent="-285750" lvl="2" marL="1371600" algn="l">
              <a:lnSpc>
                <a:spcPct val="100000"/>
              </a:lnSpc>
              <a:spcBef>
                <a:spcPts val="400"/>
              </a:spcBef>
              <a:spcAft>
                <a:spcPts val="0"/>
              </a:spcAft>
              <a:buClr>
                <a:schemeClr val="dk1"/>
              </a:buClr>
              <a:buSzPts val="900"/>
              <a:buChar char="•"/>
              <a:defRPr/>
            </a:lvl3pPr>
            <a:lvl4pPr indent="-285750" lvl="3" marL="1828800" algn="l">
              <a:lnSpc>
                <a:spcPct val="100000"/>
              </a:lnSpc>
              <a:spcBef>
                <a:spcPts val="400"/>
              </a:spcBef>
              <a:spcAft>
                <a:spcPts val="0"/>
              </a:spcAft>
              <a:buClr>
                <a:schemeClr val="dk1"/>
              </a:buClr>
              <a:buSzPts val="900"/>
              <a:buChar char="-"/>
              <a:defRPr/>
            </a:lvl4pPr>
            <a:lvl5pPr indent="-285750" lvl="4" marL="2286000" algn="l">
              <a:lnSpc>
                <a:spcPct val="100000"/>
              </a:lnSpc>
              <a:spcBef>
                <a:spcPts val="400"/>
              </a:spcBef>
              <a:spcAft>
                <a:spcPts val="0"/>
              </a:spcAft>
              <a:buClr>
                <a:schemeClr val="dk1"/>
              </a:buClr>
              <a:buSzPts val="900"/>
              <a:buChar char="-"/>
              <a:defRPr/>
            </a:lvl5pPr>
            <a:lvl6pPr indent="-285750" lvl="5" marL="2743200" algn="l">
              <a:lnSpc>
                <a:spcPct val="90000"/>
              </a:lnSpc>
              <a:spcBef>
                <a:spcPts val="400"/>
              </a:spcBef>
              <a:spcAft>
                <a:spcPts val="0"/>
              </a:spcAft>
              <a:buClr>
                <a:schemeClr val="dk1"/>
              </a:buClr>
              <a:buSzPts val="900"/>
              <a:buChar char="-"/>
              <a:defRPr sz="900"/>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651" name="Google Shape;1651;p254"/>
          <p:cNvSpPr txBox="1"/>
          <p:nvPr>
            <p:ph idx="2" type="body"/>
          </p:nvPr>
        </p:nvSpPr>
        <p:spPr>
          <a:xfrm>
            <a:off x="476251" y="469106"/>
            <a:ext cx="6112800" cy="136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chemeClr val="dk1"/>
              </a:buClr>
              <a:buSzPts val="800"/>
              <a:buNone/>
              <a:defRPr b="0" i="0" sz="800">
                <a:solidFill>
                  <a:schemeClr val="dk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652" name="Google Shape;1652;p254"/>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2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_Slide_Safe Harbor statement 1">
  <p:cSld name="Safe Harbor statement_1">
    <p:spTree>
      <p:nvGrpSpPr>
        <p:cNvPr id="1653" name="Shape 1653"/>
        <p:cNvGrpSpPr/>
        <p:nvPr/>
      </p:nvGrpSpPr>
      <p:grpSpPr>
        <a:xfrm>
          <a:off x="0" y="0"/>
          <a:ext cx="0" cy="0"/>
          <a:chOff x="0" y="0"/>
          <a:chExt cx="0" cy="0"/>
        </a:xfrm>
      </p:grpSpPr>
      <p:sp>
        <p:nvSpPr>
          <p:cNvPr id="1654" name="Google Shape;1654;p255"/>
          <p:cNvSpPr/>
          <p:nvPr/>
        </p:nvSpPr>
        <p:spPr>
          <a:xfrm>
            <a:off x="473869" y="4267200"/>
            <a:ext cx="8196300" cy="3966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655" name="Google Shape;1655;p255"/>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656" name="Google Shape;1656;p255"/>
          <p:cNvSpPr txBox="1"/>
          <p:nvPr/>
        </p:nvSpPr>
        <p:spPr>
          <a:xfrm>
            <a:off x="406114" y="414516"/>
            <a:ext cx="3411000" cy="3924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2100"/>
              <a:buFont typeface="Arial"/>
              <a:buNone/>
            </a:pPr>
            <a:r>
              <a:rPr b="1" i="0" lang="en" sz="2100" u="none" cap="none" strike="noStrike">
                <a:solidFill>
                  <a:schemeClr val="accent6"/>
                </a:solidFill>
                <a:latin typeface="Verizon NHG TX"/>
                <a:ea typeface="Verizon NHG TX"/>
                <a:cs typeface="Verizon NHG TX"/>
                <a:sym typeface="Verizon NHG TX"/>
              </a:rPr>
              <a:t>“Safe Harbor” Statement</a:t>
            </a:r>
            <a:endParaRPr b="0" i="0" sz="1400" u="none" cap="none" strike="noStrike">
              <a:solidFill>
                <a:schemeClr val="accent6"/>
              </a:solidFill>
              <a:latin typeface="Verizon NHG TX"/>
              <a:ea typeface="Verizon NHG TX"/>
              <a:cs typeface="Verizon NHG TX"/>
              <a:sym typeface="Verizon NHG TX"/>
            </a:endParaRPr>
          </a:p>
        </p:txBody>
      </p:sp>
      <p:sp>
        <p:nvSpPr>
          <p:cNvPr id="1657" name="Google Shape;1657;p255"/>
          <p:cNvSpPr txBox="1"/>
          <p:nvPr>
            <p:ph idx="1" type="body"/>
          </p:nvPr>
        </p:nvSpPr>
        <p:spPr>
          <a:xfrm>
            <a:off x="473869" y="1188244"/>
            <a:ext cx="8196300" cy="3012300"/>
          </a:xfrm>
          <a:prstGeom prst="rect">
            <a:avLst/>
          </a:prstGeom>
          <a:noFill/>
          <a:ln>
            <a:noFill/>
          </a:ln>
        </p:spPr>
        <p:txBody>
          <a:bodyPr anchorCtr="0" anchor="t" bIns="0" lIns="0" spcFirstLastPara="1" rIns="0" wrap="square" tIns="0">
            <a:noAutofit/>
          </a:bodyPr>
          <a:lstStyle>
            <a:lvl1pPr indent="-228600" lvl="0" marL="457200" algn="l">
              <a:lnSpc>
                <a:spcPct val="140000"/>
              </a:lnSpc>
              <a:spcBef>
                <a:spcPts val="0"/>
              </a:spcBef>
              <a:spcAft>
                <a:spcPts val="0"/>
              </a:spcAft>
              <a:buClr>
                <a:schemeClr val="dk1"/>
              </a:buClr>
              <a:buSzPts val="800"/>
              <a:buNone/>
              <a:defRPr b="0" sz="800"/>
            </a:lvl1pPr>
            <a:lvl2pPr indent="-228600" lvl="1" marL="914400" algn="l">
              <a:lnSpc>
                <a:spcPct val="100000"/>
              </a:lnSpc>
              <a:spcBef>
                <a:spcPts val="400"/>
              </a:spcBef>
              <a:spcAft>
                <a:spcPts val="0"/>
              </a:spcAft>
              <a:buClr>
                <a:schemeClr val="dk1"/>
              </a:buClr>
              <a:buSzPts val="1400"/>
              <a:buNone/>
              <a:defRPr/>
            </a:lvl2pPr>
            <a:lvl3pPr indent="-317500" lvl="2" marL="1371600" algn="l">
              <a:lnSpc>
                <a:spcPct val="100000"/>
              </a:lnSpc>
              <a:spcBef>
                <a:spcPts val="400"/>
              </a:spcBef>
              <a:spcAft>
                <a:spcPts val="0"/>
              </a:spcAft>
              <a:buClr>
                <a:schemeClr val="dk1"/>
              </a:buClr>
              <a:buSzPts val="1400"/>
              <a:buChar char="•"/>
              <a:defRPr/>
            </a:lvl3pPr>
            <a:lvl4pPr indent="-317500" lvl="3" marL="1828800" algn="l">
              <a:lnSpc>
                <a:spcPct val="100000"/>
              </a:lnSpc>
              <a:spcBef>
                <a:spcPts val="400"/>
              </a:spcBef>
              <a:spcAft>
                <a:spcPts val="0"/>
              </a:spcAft>
              <a:buClr>
                <a:schemeClr val="dk1"/>
              </a:buClr>
              <a:buSzPts val="1400"/>
              <a:buChar char="-"/>
              <a:defRPr/>
            </a:lvl4pPr>
            <a:lvl5pPr indent="-317500" lvl="4" marL="2286000" algn="l">
              <a:lnSpc>
                <a:spcPct val="10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658" name="Google Shape;1658;p255"/>
          <p:cNvSpPr txBox="1"/>
          <p:nvPr>
            <p:ph idx="2" type="body"/>
          </p:nvPr>
        </p:nvSpPr>
        <p:spPr>
          <a:xfrm>
            <a:off x="473869" y="4343401"/>
            <a:ext cx="8196300" cy="320100"/>
          </a:xfrm>
          <a:prstGeom prst="rect">
            <a:avLst/>
          </a:prstGeom>
          <a:noFill/>
          <a:ln>
            <a:noFill/>
          </a:ln>
        </p:spPr>
        <p:txBody>
          <a:bodyPr anchorCtr="0" anchor="t" bIns="0" lIns="0" spcFirstLastPara="1" rIns="0" wrap="square" tIns="0">
            <a:noAutofit/>
          </a:bodyPr>
          <a:lstStyle>
            <a:lvl1pPr indent="-228600" lvl="0" marL="457200" algn="ctr">
              <a:lnSpc>
                <a:spcPct val="116666"/>
              </a:lnSpc>
              <a:spcBef>
                <a:spcPts val="0"/>
              </a:spcBef>
              <a:spcAft>
                <a:spcPts val="0"/>
              </a:spcAft>
              <a:buClr>
                <a:schemeClr val="dk1"/>
              </a:buClr>
              <a:buSzPts val="900"/>
              <a:buNone/>
              <a:defRPr b="0" sz="900"/>
            </a:lvl1pPr>
            <a:lvl2pPr indent="-228600" lvl="1" marL="914400" algn="l">
              <a:lnSpc>
                <a:spcPct val="100000"/>
              </a:lnSpc>
              <a:spcBef>
                <a:spcPts val="400"/>
              </a:spcBef>
              <a:spcAft>
                <a:spcPts val="0"/>
              </a:spcAft>
              <a:buClr>
                <a:schemeClr val="dk1"/>
              </a:buClr>
              <a:buSzPts val="1400"/>
              <a:buNone/>
              <a:defRPr/>
            </a:lvl2pPr>
            <a:lvl3pPr indent="-317500" lvl="2" marL="1371600" algn="l">
              <a:lnSpc>
                <a:spcPct val="100000"/>
              </a:lnSpc>
              <a:spcBef>
                <a:spcPts val="400"/>
              </a:spcBef>
              <a:spcAft>
                <a:spcPts val="0"/>
              </a:spcAft>
              <a:buClr>
                <a:schemeClr val="dk1"/>
              </a:buClr>
              <a:buSzPts val="1400"/>
              <a:buChar char="•"/>
              <a:defRPr/>
            </a:lvl3pPr>
            <a:lvl4pPr indent="-317500" lvl="3" marL="1828800" algn="l">
              <a:lnSpc>
                <a:spcPct val="100000"/>
              </a:lnSpc>
              <a:spcBef>
                <a:spcPts val="400"/>
              </a:spcBef>
              <a:spcAft>
                <a:spcPts val="0"/>
              </a:spcAft>
              <a:buClr>
                <a:schemeClr val="dk1"/>
              </a:buClr>
              <a:buSzPts val="1400"/>
              <a:buChar char="-"/>
              <a:defRPr/>
            </a:lvl4pPr>
            <a:lvl5pPr indent="-317500" lvl="4" marL="2286000" algn="l">
              <a:lnSpc>
                <a:spcPct val="10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2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9_Slide_Blank Layout">
  <p:cSld name="CUSTOM">
    <p:spTree>
      <p:nvGrpSpPr>
        <p:cNvPr id="1659" name="Shape 1659"/>
        <p:cNvGrpSpPr/>
        <p:nvPr/>
      </p:nvGrpSpPr>
      <p:grpSpPr>
        <a:xfrm>
          <a:off x="0" y="0"/>
          <a:ext cx="0" cy="0"/>
          <a:chOff x="0" y="0"/>
          <a:chExt cx="0" cy="0"/>
        </a:xfrm>
      </p:grpSpPr>
      <p:sp>
        <p:nvSpPr>
          <p:cNvPr id="1660" name="Google Shape;1660;p256"/>
          <p:cNvSpPr txBox="1"/>
          <p:nvPr>
            <p:ph type="title"/>
          </p:nvPr>
        </p:nvSpPr>
        <p:spPr>
          <a:xfrm>
            <a:off x="473869" y="469106"/>
            <a:ext cx="7951200" cy="5319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SzPts val="2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661" name="Google Shape;1661;p256"/>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Cover - Reverse">
  <p:cSld name="Cover slide - wht_1">
    <p:bg>
      <p:bgPr>
        <a:solidFill>
          <a:schemeClr val="dk1"/>
        </a:solidFill>
      </p:bgPr>
    </p:bg>
    <p:spTree>
      <p:nvGrpSpPr>
        <p:cNvPr id="1662" name="Shape 1662"/>
        <p:cNvGrpSpPr/>
        <p:nvPr/>
      </p:nvGrpSpPr>
      <p:grpSpPr>
        <a:xfrm>
          <a:off x="0" y="0"/>
          <a:ext cx="0" cy="0"/>
          <a:chOff x="0" y="0"/>
          <a:chExt cx="0" cy="0"/>
        </a:xfrm>
      </p:grpSpPr>
      <p:sp>
        <p:nvSpPr>
          <p:cNvPr id="1663" name="Google Shape;1663;p257"/>
          <p:cNvSpPr txBox="1"/>
          <p:nvPr>
            <p:ph type="ctrTitle"/>
          </p:nvPr>
        </p:nvSpPr>
        <p:spPr>
          <a:xfrm>
            <a:off x="457200" y="463073"/>
            <a:ext cx="6271800" cy="1737300"/>
          </a:xfrm>
          <a:prstGeom prst="rect">
            <a:avLst/>
          </a:prstGeom>
          <a:noFill/>
          <a:ln>
            <a:noFill/>
          </a:ln>
        </p:spPr>
        <p:txBody>
          <a:bodyPr anchorCtr="0" anchor="t" bIns="0" lIns="0" spcFirstLastPara="1" rIns="0" wrap="square" tIns="0">
            <a:noAutofit/>
          </a:bodyPr>
          <a:lstStyle>
            <a:lvl1pPr lvl="0" algn="l">
              <a:lnSpc>
                <a:spcPct val="80000"/>
              </a:lnSpc>
              <a:spcBef>
                <a:spcPts val="0"/>
              </a:spcBef>
              <a:spcAft>
                <a:spcPts val="0"/>
              </a:spcAft>
              <a:buClr>
                <a:schemeClr val="lt1"/>
              </a:buClr>
              <a:buSzPts val="6000"/>
              <a:buFont typeface="Verizon NHG DS"/>
              <a:buNone/>
              <a:defRPr b="1" i="0" sz="6000">
                <a:solidFill>
                  <a:schemeClr val="lt1"/>
                </a:solidFill>
                <a:latin typeface="Verizon NHG DS"/>
                <a:ea typeface="Verizon NHG DS"/>
                <a:cs typeface="Verizon NHG DS"/>
                <a:sym typeface="Verizon NHG DS"/>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664" name="Google Shape;1664;p257"/>
          <p:cNvSpPr txBox="1"/>
          <p:nvPr>
            <p:ph idx="1" type="subTitle"/>
          </p:nvPr>
        </p:nvSpPr>
        <p:spPr>
          <a:xfrm>
            <a:off x="457200" y="2291873"/>
            <a:ext cx="4114800" cy="1371600"/>
          </a:xfrm>
          <a:prstGeom prst="rect">
            <a:avLst/>
          </a:prstGeom>
          <a:noFill/>
          <a:ln>
            <a:noFill/>
          </a:ln>
        </p:spPr>
        <p:txBody>
          <a:bodyPr anchorCtr="0" anchor="t" bIns="0" lIns="0" spcFirstLastPara="1" rIns="0" wrap="square" tIns="0">
            <a:noAutofit/>
          </a:bodyPr>
          <a:lstStyle>
            <a:lvl1pPr lvl="0" algn="l">
              <a:lnSpc>
                <a:spcPct val="80000"/>
              </a:lnSpc>
              <a:spcBef>
                <a:spcPts val="900"/>
              </a:spcBef>
              <a:spcAft>
                <a:spcPts val="0"/>
              </a:spcAft>
              <a:buClr>
                <a:schemeClr val="lt1"/>
              </a:buClr>
              <a:buSzPts val="2400"/>
              <a:buFont typeface="Verizon NHG TX"/>
              <a:buNone/>
              <a:defRPr b="0" i="0" sz="2400">
                <a:solidFill>
                  <a:schemeClr val="lt1"/>
                </a:solidFill>
                <a:latin typeface="Verizon NHG TX"/>
                <a:ea typeface="Verizon NHG TX"/>
                <a:cs typeface="Verizon NHG TX"/>
                <a:sym typeface="Verizon NHG TX"/>
              </a:defRPr>
            </a:lvl1pPr>
            <a:lvl2pPr lvl="1" algn="l">
              <a:lnSpc>
                <a:spcPct val="80000"/>
              </a:lnSpc>
              <a:spcBef>
                <a:spcPts val="900"/>
              </a:spcBef>
              <a:spcAft>
                <a:spcPts val="0"/>
              </a:spcAft>
              <a:buClr>
                <a:schemeClr val="lt1"/>
              </a:buClr>
              <a:buSzPts val="2000"/>
              <a:buFont typeface="Verizon NHG TX"/>
              <a:buNone/>
              <a:defRPr b="1" sz="2000">
                <a:solidFill>
                  <a:schemeClr val="lt1"/>
                </a:solidFill>
              </a:defRPr>
            </a:lvl2pPr>
            <a:lvl3pPr lvl="2" algn="l">
              <a:lnSpc>
                <a:spcPct val="80000"/>
              </a:lnSpc>
              <a:spcBef>
                <a:spcPts val="900"/>
              </a:spcBef>
              <a:spcAft>
                <a:spcPts val="0"/>
              </a:spcAft>
              <a:buClr>
                <a:schemeClr val="lt1"/>
              </a:buClr>
              <a:buSzPts val="2000"/>
              <a:buNone/>
              <a:defRPr b="1" sz="2000">
                <a:solidFill>
                  <a:schemeClr val="lt1"/>
                </a:solidFill>
              </a:defRPr>
            </a:lvl3pPr>
            <a:lvl4pPr lvl="3" algn="l">
              <a:lnSpc>
                <a:spcPct val="80000"/>
              </a:lnSpc>
              <a:spcBef>
                <a:spcPts val="900"/>
              </a:spcBef>
              <a:spcAft>
                <a:spcPts val="0"/>
              </a:spcAft>
              <a:buClr>
                <a:schemeClr val="lt1"/>
              </a:buClr>
              <a:buSzPts val="2000"/>
              <a:buNone/>
              <a:defRPr b="1" sz="2000">
                <a:solidFill>
                  <a:schemeClr val="lt1"/>
                </a:solidFill>
              </a:defRPr>
            </a:lvl4pPr>
            <a:lvl5pPr lvl="4" algn="l">
              <a:lnSpc>
                <a:spcPct val="80000"/>
              </a:lnSpc>
              <a:spcBef>
                <a:spcPts val="900"/>
              </a:spcBef>
              <a:spcAft>
                <a:spcPts val="0"/>
              </a:spcAft>
              <a:buClr>
                <a:schemeClr val="lt1"/>
              </a:buClr>
              <a:buSzPts val="2000"/>
              <a:buNone/>
              <a:defRPr b="1" sz="2000">
                <a:solidFill>
                  <a:schemeClr val="lt1"/>
                </a:solidFill>
              </a:defRPr>
            </a:lvl5pPr>
            <a:lvl6pPr lvl="5" algn="l">
              <a:lnSpc>
                <a:spcPct val="80000"/>
              </a:lnSpc>
              <a:spcBef>
                <a:spcPts val="900"/>
              </a:spcBef>
              <a:spcAft>
                <a:spcPts val="0"/>
              </a:spcAft>
              <a:buClr>
                <a:schemeClr val="lt1"/>
              </a:buClr>
              <a:buSzPts val="2000"/>
              <a:buNone/>
              <a:defRPr b="1" sz="2000">
                <a:solidFill>
                  <a:schemeClr val="lt1"/>
                </a:solidFill>
              </a:defRPr>
            </a:lvl6pPr>
            <a:lvl7pPr lvl="6" algn="l">
              <a:lnSpc>
                <a:spcPct val="80000"/>
              </a:lnSpc>
              <a:spcBef>
                <a:spcPts val="900"/>
              </a:spcBef>
              <a:spcAft>
                <a:spcPts val="0"/>
              </a:spcAft>
              <a:buClr>
                <a:schemeClr val="lt1"/>
              </a:buClr>
              <a:buSzPts val="2000"/>
              <a:buNone/>
              <a:defRPr b="1" sz="2000">
                <a:solidFill>
                  <a:schemeClr val="lt1"/>
                </a:solidFill>
              </a:defRPr>
            </a:lvl7pPr>
            <a:lvl8pPr lvl="7" algn="l">
              <a:lnSpc>
                <a:spcPct val="80000"/>
              </a:lnSpc>
              <a:spcBef>
                <a:spcPts val="900"/>
              </a:spcBef>
              <a:spcAft>
                <a:spcPts val="0"/>
              </a:spcAft>
              <a:buClr>
                <a:schemeClr val="lt1"/>
              </a:buClr>
              <a:buSzPts val="2000"/>
              <a:buNone/>
              <a:defRPr b="1" sz="2000">
                <a:solidFill>
                  <a:schemeClr val="lt1"/>
                </a:solidFill>
              </a:defRPr>
            </a:lvl8pPr>
            <a:lvl9pPr lvl="8" algn="l">
              <a:lnSpc>
                <a:spcPct val="80000"/>
              </a:lnSpc>
              <a:spcBef>
                <a:spcPts val="900"/>
              </a:spcBef>
              <a:spcAft>
                <a:spcPts val="0"/>
              </a:spcAft>
              <a:buClr>
                <a:schemeClr val="lt1"/>
              </a:buClr>
              <a:buSzPts val="2000"/>
              <a:buNone/>
              <a:defRPr b="1" sz="2000">
                <a:solidFill>
                  <a:schemeClr val="lt1"/>
                </a:solidFill>
              </a:defRPr>
            </a:lvl9pPr>
          </a:lstStyle>
          <a:p/>
        </p:txBody>
      </p:sp>
      <p:sp>
        <p:nvSpPr>
          <p:cNvPr id="1665" name="Google Shape;1665;p257"/>
          <p:cNvSpPr/>
          <p:nvPr/>
        </p:nvSpPr>
        <p:spPr>
          <a:xfrm>
            <a:off x="44181" y="4572318"/>
            <a:ext cx="8513100" cy="5712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Verizon NHG TX"/>
              <a:ea typeface="Verizon NHG TX"/>
              <a:cs typeface="Verizon NHG TX"/>
              <a:sym typeface="Verizon NHG TX"/>
            </a:endParaRPr>
          </a:p>
        </p:txBody>
      </p:sp>
      <p:pic>
        <p:nvPicPr>
          <p:cNvPr id="1666" name="Google Shape;1666;p257"/>
          <p:cNvPicPr preferRelativeResize="0"/>
          <p:nvPr/>
        </p:nvPicPr>
        <p:blipFill rotWithShape="1">
          <a:blip r:embed="rId2">
            <a:alphaModFix/>
          </a:blip>
          <a:srcRect b="0" l="0" r="0" t="0"/>
          <a:stretch/>
        </p:blipFill>
        <p:spPr>
          <a:xfrm>
            <a:off x="7240137" y="3106187"/>
            <a:ext cx="1981181" cy="2137963"/>
          </a:xfrm>
          <a:prstGeom prst="rect">
            <a:avLst/>
          </a:prstGeom>
          <a:noFill/>
          <a:ln>
            <a:noFill/>
          </a:ln>
        </p:spPr>
      </p:pic>
    </p:spTree>
  </p:cSld>
  <p:clrMapOvr>
    <a:masterClrMapping/>
  </p:clrMapOvr>
</p:sldLayout>
</file>

<file path=ppt/slideLayouts/slideLayout2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667" name="Shape 1667"/>
        <p:cNvGrpSpPr/>
        <p:nvPr/>
      </p:nvGrpSpPr>
      <p:grpSpPr>
        <a:xfrm>
          <a:off x="0" y="0"/>
          <a:ext cx="0" cy="0"/>
          <a:chOff x="0" y="0"/>
          <a:chExt cx="0" cy="0"/>
        </a:xfrm>
      </p:grpSpPr>
      <p:sp>
        <p:nvSpPr>
          <p:cNvPr id="1668" name="Google Shape;1668;p258"/>
          <p:cNvSpPr txBox="1"/>
          <p:nvPr>
            <p:ph idx="10" type="dt"/>
          </p:nvPr>
        </p:nvSpPr>
        <p:spPr>
          <a:xfrm>
            <a:off x="457200" y="4767263"/>
            <a:ext cx="2133600" cy="273900"/>
          </a:xfrm>
          <a:prstGeom prst="rect">
            <a:avLst/>
          </a:prstGeom>
          <a:noFill/>
          <a:ln>
            <a:noFill/>
          </a:ln>
        </p:spPr>
        <p:txBody>
          <a:bodyPr anchorCtr="0" anchor="ctr" bIns="45700" lIns="0" spcFirstLastPara="1" rIns="0"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669" name="Google Shape;1669;p258"/>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670" name="Google Shape;1670;p258"/>
          <p:cNvSpPr txBox="1"/>
          <p:nvPr>
            <p:ph idx="12" type="sldNum"/>
          </p:nvPr>
        </p:nvSpPr>
        <p:spPr>
          <a:xfrm>
            <a:off x="6553200" y="4767263"/>
            <a:ext cx="2133600" cy="261600"/>
          </a:xfrm>
          <a:prstGeom prst="rect">
            <a:avLst/>
          </a:prstGeom>
          <a:noFill/>
          <a:ln>
            <a:noFill/>
          </a:ln>
        </p:spPr>
        <p:txBody>
          <a:bodyPr anchorCtr="0" anchor="ctr" bIns="45700" lIns="0" spcFirstLastPara="1" rIns="0" wrap="square" tIns="4570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Cover">
  <p:cSld name="Cover slide - wht_2">
    <p:spTree>
      <p:nvGrpSpPr>
        <p:cNvPr id="1671" name="Shape 1671"/>
        <p:cNvGrpSpPr/>
        <p:nvPr/>
      </p:nvGrpSpPr>
      <p:grpSpPr>
        <a:xfrm>
          <a:off x="0" y="0"/>
          <a:ext cx="0" cy="0"/>
          <a:chOff x="0" y="0"/>
          <a:chExt cx="0" cy="0"/>
        </a:xfrm>
      </p:grpSpPr>
      <p:sp>
        <p:nvSpPr>
          <p:cNvPr id="1672" name="Google Shape;1672;p259"/>
          <p:cNvSpPr txBox="1"/>
          <p:nvPr>
            <p:ph type="ctrTitle"/>
          </p:nvPr>
        </p:nvSpPr>
        <p:spPr>
          <a:xfrm>
            <a:off x="457200" y="463073"/>
            <a:ext cx="6271800" cy="1737300"/>
          </a:xfrm>
          <a:prstGeom prst="rect">
            <a:avLst/>
          </a:prstGeom>
          <a:noFill/>
          <a:ln>
            <a:noFill/>
          </a:ln>
        </p:spPr>
        <p:txBody>
          <a:bodyPr anchorCtr="0" anchor="t" bIns="0" lIns="0" spcFirstLastPara="1" rIns="0" wrap="square" tIns="0">
            <a:noAutofit/>
          </a:bodyPr>
          <a:lstStyle>
            <a:lvl1pPr lvl="0" algn="l">
              <a:lnSpc>
                <a:spcPct val="80000"/>
              </a:lnSpc>
              <a:spcBef>
                <a:spcPts val="0"/>
              </a:spcBef>
              <a:spcAft>
                <a:spcPts val="0"/>
              </a:spcAft>
              <a:buClr>
                <a:schemeClr val="dk1"/>
              </a:buClr>
              <a:buSzPts val="6000"/>
              <a:buFont typeface="Verizon NHG DS"/>
              <a:buNone/>
              <a:defRPr b="1" i="0" sz="6000">
                <a:latin typeface="Verizon NHG DS"/>
                <a:ea typeface="Verizon NHG DS"/>
                <a:cs typeface="Verizon NHG DS"/>
                <a:sym typeface="Verizon NHG DS"/>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673" name="Google Shape;1673;p259"/>
          <p:cNvSpPr txBox="1"/>
          <p:nvPr>
            <p:ph idx="1" type="subTitle"/>
          </p:nvPr>
        </p:nvSpPr>
        <p:spPr>
          <a:xfrm>
            <a:off x="457200" y="2291873"/>
            <a:ext cx="4114800" cy="1371600"/>
          </a:xfrm>
          <a:prstGeom prst="rect">
            <a:avLst/>
          </a:prstGeom>
          <a:noFill/>
          <a:ln>
            <a:noFill/>
          </a:ln>
        </p:spPr>
        <p:txBody>
          <a:bodyPr anchorCtr="0" anchor="t" bIns="0" lIns="0" spcFirstLastPara="1" rIns="0" wrap="square" tIns="0">
            <a:noAutofit/>
          </a:bodyPr>
          <a:lstStyle>
            <a:lvl1pPr lvl="0" algn="l">
              <a:lnSpc>
                <a:spcPct val="80000"/>
              </a:lnSpc>
              <a:spcBef>
                <a:spcPts val="900"/>
              </a:spcBef>
              <a:spcAft>
                <a:spcPts val="0"/>
              </a:spcAft>
              <a:buClr>
                <a:schemeClr val="dk1"/>
              </a:buClr>
              <a:buSzPts val="2400"/>
              <a:buFont typeface="Verizon NHG TX"/>
              <a:buNone/>
              <a:defRPr b="0" i="0" sz="2400">
                <a:solidFill>
                  <a:schemeClr val="dk1"/>
                </a:solidFill>
                <a:latin typeface="Verizon NHG TX"/>
                <a:ea typeface="Verizon NHG TX"/>
                <a:cs typeface="Verizon NHG TX"/>
                <a:sym typeface="Verizon NHG TX"/>
              </a:defRPr>
            </a:lvl1pPr>
            <a:lvl2pPr lvl="1" algn="l">
              <a:lnSpc>
                <a:spcPct val="80000"/>
              </a:lnSpc>
              <a:spcBef>
                <a:spcPts val="900"/>
              </a:spcBef>
              <a:spcAft>
                <a:spcPts val="0"/>
              </a:spcAft>
              <a:buClr>
                <a:schemeClr val="dk1"/>
              </a:buClr>
              <a:buSzPts val="2000"/>
              <a:buFont typeface="Verizon NHG TX"/>
              <a:buNone/>
              <a:defRPr b="1" sz="2000">
                <a:solidFill>
                  <a:schemeClr val="dk1"/>
                </a:solidFill>
              </a:defRPr>
            </a:lvl2pPr>
            <a:lvl3pPr lvl="2" algn="l">
              <a:lnSpc>
                <a:spcPct val="80000"/>
              </a:lnSpc>
              <a:spcBef>
                <a:spcPts val="900"/>
              </a:spcBef>
              <a:spcAft>
                <a:spcPts val="0"/>
              </a:spcAft>
              <a:buClr>
                <a:schemeClr val="dk1"/>
              </a:buClr>
              <a:buSzPts val="2000"/>
              <a:buNone/>
              <a:defRPr b="1" sz="2000">
                <a:solidFill>
                  <a:schemeClr val="dk1"/>
                </a:solidFill>
              </a:defRPr>
            </a:lvl3pPr>
            <a:lvl4pPr lvl="3" algn="l">
              <a:lnSpc>
                <a:spcPct val="80000"/>
              </a:lnSpc>
              <a:spcBef>
                <a:spcPts val="900"/>
              </a:spcBef>
              <a:spcAft>
                <a:spcPts val="0"/>
              </a:spcAft>
              <a:buClr>
                <a:schemeClr val="dk1"/>
              </a:buClr>
              <a:buSzPts val="2000"/>
              <a:buNone/>
              <a:defRPr b="1" sz="2000">
                <a:solidFill>
                  <a:schemeClr val="dk1"/>
                </a:solidFill>
              </a:defRPr>
            </a:lvl4pPr>
            <a:lvl5pPr lvl="4" algn="l">
              <a:lnSpc>
                <a:spcPct val="80000"/>
              </a:lnSpc>
              <a:spcBef>
                <a:spcPts val="900"/>
              </a:spcBef>
              <a:spcAft>
                <a:spcPts val="0"/>
              </a:spcAft>
              <a:buClr>
                <a:schemeClr val="dk1"/>
              </a:buClr>
              <a:buSzPts val="2000"/>
              <a:buNone/>
              <a:defRPr b="1" sz="2000">
                <a:solidFill>
                  <a:schemeClr val="dk1"/>
                </a:solidFill>
              </a:defRPr>
            </a:lvl5pPr>
            <a:lvl6pPr lvl="5" algn="l">
              <a:lnSpc>
                <a:spcPct val="80000"/>
              </a:lnSpc>
              <a:spcBef>
                <a:spcPts val="900"/>
              </a:spcBef>
              <a:spcAft>
                <a:spcPts val="0"/>
              </a:spcAft>
              <a:buClr>
                <a:schemeClr val="dk1"/>
              </a:buClr>
              <a:buSzPts val="2000"/>
              <a:buNone/>
              <a:defRPr b="1" sz="2000">
                <a:solidFill>
                  <a:schemeClr val="dk1"/>
                </a:solidFill>
              </a:defRPr>
            </a:lvl6pPr>
            <a:lvl7pPr lvl="6" algn="l">
              <a:lnSpc>
                <a:spcPct val="80000"/>
              </a:lnSpc>
              <a:spcBef>
                <a:spcPts val="900"/>
              </a:spcBef>
              <a:spcAft>
                <a:spcPts val="0"/>
              </a:spcAft>
              <a:buClr>
                <a:schemeClr val="dk1"/>
              </a:buClr>
              <a:buSzPts val="2000"/>
              <a:buNone/>
              <a:defRPr b="1" sz="2000">
                <a:solidFill>
                  <a:schemeClr val="dk1"/>
                </a:solidFill>
              </a:defRPr>
            </a:lvl7pPr>
            <a:lvl8pPr lvl="7" algn="l">
              <a:lnSpc>
                <a:spcPct val="80000"/>
              </a:lnSpc>
              <a:spcBef>
                <a:spcPts val="900"/>
              </a:spcBef>
              <a:spcAft>
                <a:spcPts val="0"/>
              </a:spcAft>
              <a:buClr>
                <a:schemeClr val="dk1"/>
              </a:buClr>
              <a:buSzPts val="2000"/>
              <a:buNone/>
              <a:defRPr b="1" sz="2000">
                <a:solidFill>
                  <a:schemeClr val="dk1"/>
                </a:solidFill>
              </a:defRPr>
            </a:lvl8pPr>
            <a:lvl9pPr lvl="8" algn="l">
              <a:lnSpc>
                <a:spcPct val="80000"/>
              </a:lnSpc>
              <a:spcBef>
                <a:spcPts val="900"/>
              </a:spcBef>
              <a:spcAft>
                <a:spcPts val="0"/>
              </a:spcAft>
              <a:buClr>
                <a:schemeClr val="dk1"/>
              </a:buClr>
              <a:buSzPts val="2000"/>
              <a:buNone/>
              <a:defRPr b="1" sz="2000">
                <a:solidFill>
                  <a:schemeClr val="dk1"/>
                </a:solidFill>
              </a:defRPr>
            </a:lvl9pPr>
          </a:lstStyle>
          <a:p/>
        </p:txBody>
      </p:sp>
      <p:sp>
        <p:nvSpPr>
          <p:cNvPr id="1674" name="Google Shape;1674;p259"/>
          <p:cNvSpPr/>
          <p:nvPr/>
        </p:nvSpPr>
        <p:spPr>
          <a:xfrm>
            <a:off x="44181" y="4572318"/>
            <a:ext cx="8513100" cy="5712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Verizon NHG TX"/>
              <a:ea typeface="Verizon NHG TX"/>
              <a:cs typeface="Verizon NHG TX"/>
              <a:sym typeface="Verizon NHG TX"/>
            </a:endParaRPr>
          </a:p>
        </p:txBody>
      </p:sp>
      <p:pic>
        <p:nvPicPr>
          <p:cNvPr id="1675" name="Google Shape;1675;p259"/>
          <p:cNvPicPr preferRelativeResize="0"/>
          <p:nvPr/>
        </p:nvPicPr>
        <p:blipFill rotWithShape="1">
          <a:blip r:embed="rId2">
            <a:alphaModFix/>
          </a:blip>
          <a:srcRect b="0" l="0" r="0" t="0"/>
          <a:stretch/>
        </p:blipFill>
        <p:spPr>
          <a:xfrm>
            <a:off x="7240137" y="3106187"/>
            <a:ext cx="1981181" cy="2137963"/>
          </a:xfrm>
          <a:prstGeom prst="rect">
            <a:avLst/>
          </a:prstGeom>
          <a:noFill/>
          <a:ln>
            <a:noFill/>
          </a:ln>
        </p:spPr>
      </p:pic>
    </p:spTree>
  </p:cSld>
  <p:clrMapOvr>
    <a:masterClrMapping/>
  </p:clrMapOvr>
</p:sldLayout>
</file>

<file path=ppt/slideLayouts/slideLayout2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Statement - Reverse">
  <p:cSld name="Statement - Reverse">
    <p:bg>
      <p:bgPr>
        <a:solidFill>
          <a:schemeClr val="dk1"/>
        </a:solidFill>
      </p:bgPr>
    </p:bg>
    <p:spTree>
      <p:nvGrpSpPr>
        <p:cNvPr id="1676" name="Shape 1676"/>
        <p:cNvGrpSpPr/>
        <p:nvPr/>
      </p:nvGrpSpPr>
      <p:grpSpPr>
        <a:xfrm>
          <a:off x="0" y="0"/>
          <a:ext cx="0" cy="0"/>
          <a:chOff x="0" y="0"/>
          <a:chExt cx="0" cy="0"/>
        </a:xfrm>
      </p:grpSpPr>
      <p:sp>
        <p:nvSpPr>
          <p:cNvPr id="1677" name="Google Shape;1677;p260"/>
          <p:cNvSpPr txBox="1"/>
          <p:nvPr>
            <p:ph type="title"/>
          </p:nvPr>
        </p:nvSpPr>
        <p:spPr>
          <a:xfrm>
            <a:off x="457200" y="594359"/>
            <a:ext cx="7086600" cy="2057400"/>
          </a:xfrm>
          <a:prstGeom prst="rect">
            <a:avLst/>
          </a:prstGeom>
          <a:noFill/>
          <a:ln>
            <a:noFill/>
          </a:ln>
        </p:spPr>
        <p:txBody>
          <a:bodyPr anchorCtr="0" anchor="t" bIns="0" lIns="0" spcFirstLastPara="1" rIns="0" wrap="square" tIns="0">
            <a:noAutofit/>
          </a:bodyPr>
          <a:lstStyle>
            <a:lvl1pPr lvl="0" algn="l">
              <a:lnSpc>
                <a:spcPct val="80000"/>
              </a:lnSpc>
              <a:spcBef>
                <a:spcPts val="0"/>
              </a:spcBef>
              <a:spcAft>
                <a:spcPts val="0"/>
              </a:spcAft>
              <a:buClr>
                <a:schemeClr val="lt1"/>
              </a:buClr>
              <a:buSzPts val="4000"/>
              <a:buFont typeface="Verizon NHG DS"/>
              <a:buNone/>
              <a:defRPr sz="4000">
                <a:solidFill>
                  <a:schemeClr val="l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678" name="Google Shape;1678;p260"/>
          <p:cNvSpPr txBox="1"/>
          <p:nvPr>
            <p:ph idx="12" type="sldNum"/>
          </p:nvPr>
        </p:nvSpPr>
        <p:spPr>
          <a:xfrm>
            <a:off x="8458200" y="4700016"/>
            <a:ext cx="228600" cy="1077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700"/>
              <a:buFont typeface="Arial"/>
              <a:buNone/>
              <a:defRPr b="1" i="0" sz="700" u="none" cap="none" strike="noStrike">
                <a:solidFill>
                  <a:schemeClr val="lt1"/>
                </a:solidFill>
                <a:latin typeface="Verizon NHG DS"/>
                <a:ea typeface="Verizon NHG DS"/>
                <a:cs typeface="Verizon NHG DS"/>
                <a:sym typeface="Verizon NHG DS"/>
              </a:defRPr>
            </a:lvl1pPr>
            <a:lvl2pPr indent="0" lvl="1" marL="0" marR="0" algn="r">
              <a:lnSpc>
                <a:spcPct val="100000"/>
              </a:lnSpc>
              <a:spcBef>
                <a:spcPts val="0"/>
              </a:spcBef>
              <a:spcAft>
                <a:spcPts val="0"/>
              </a:spcAft>
              <a:buClr>
                <a:srgbClr val="000000"/>
              </a:buClr>
              <a:buSzPts val="700"/>
              <a:buFont typeface="Arial"/>
              <a:buNone/>
              <a:defRPr b="1" i="0" sz="700" u="none" cap="none" strike="noStrike">
                <a:solidFill>
                  <a:schemeClr val="lt1"/>
                </a:solidFill>
                <a:latin typeface="Verizon NHG DS"/>
                <a:ea typeface="Verizon NHG DS"/>
                <a:cs typeface="Verizon NHG DS"/>
                <a:sym typeface="Verizon NHG DS"/>
              </a:defRPr>
            </a:lvl2pPr>
            <a:lvl3pPr indent="0" lvl="2" marL="0" marR="0" algn="r">
              <a:lnSpc>
                <a:spcPct val="100000"/>
              </a:lnSpc>
              <a:spcBef>
                <a:spcPts val="0"/>
              </a:spcBef>
              <a:spcAft>
                <a:spcPts val="0"/>
              </a:spcAft>
              <a:buClr>
                <a:srgbClr val="000000"/>
              </a:buClr>
              <a:buSzPts val="700"/>
              <a:buFont typeface="Arial"/>
              <a:buNone/>
              <a:defRPr b="1" i="0" sz="700" u="none" cap="none" strike="noStrike">
                <a:solidFill>
                  <a:schemeClr val="lt1"/>
                </a:solidFill>
                <a:latin typeface="Verizon NHG DS"/>
                <a:ea typeface="Verizon NHG DS"/>
                <a:cs typeface="Verizon NHG DS"/>
                <a:sym typeface="Verizon NHG DS"/>
              </a:defRPr>
            </a:lvl3pPr>
            <a:lvl4pPr indent="0" lvl="3" marL="0" marR="0" algn="r">
              <a:lnSpc>
                <a:spcPct val="100000"/>
              </a:lnSpc>
              <a:spcBef>
                <a:spcPts val="0"/>
              </a:spcBef>
              <a:spcAft>
                <a:spcPts val="0"/>
              </a:spcAft>
              <a:buClr>
                <a:srgbClr val="000000"/>
              </a:buClr>
              <a:buSzPts val="700"/>
              <a:buFont typeface="Arial"/>
              <a:buNone/>
              <a:defRPr b="1" i="0" sz="700" u="none" cap="none" strike="noStrike">
                <a:solidFill>
                  <a:schemeClr val="lt1"/>
                </a:solidFill>
                <a:latin typeface="Verizon NHG DS"/>
                <a:ea typeface="Verizon NHG DS"/>
                <a:cs typeface="Verizon NHG DS"/>
                <a:sym typeface="Verizon NHG DS"/>
              </a:defRPr>
            </a:lvl4pPr>
            <a:lvl5pPr indent="0" lvl="4" marL="0" marR="0" algn="r">
              <a:lnSpc>
                <a:spcPct val="100000"/>
              </a:lnSpc>
              <a:spcBef>
                <a:spcPts val="0"/>
              </a:spcBef>
              <a:spcAft>
                <a:spcPts val="0"/>
              </a:spcAft>
              <a:buClr>
                <a:srgbClr val="000000"/>
              </a:buClr>
              <a:buSzPts val="700"/>
              <a:buFont typeface="Arial"/>
              <a:buNone/>
              <a:defRPr b="1" i="0" sz="700" u="none" cap="none" strike="noStrike">
                <a:solidFill>
                  <a:schemeClr val="lt1"/>
                </a:solidFill>
                <a:latin typeface="Verizon NHG DS"/>
                <a:ea typeface="Verizon NHG DS"/>
                <a:cs typeface="Verizon NHG DS"/>
                <a:sym typeface="Verizon NHG DS"/>
              </a:defRPr>
            </a:lvl5pPr>
            <a:lvl6pPr indent="0" lvl="5" marL="0" marR="0" algn="r">
              <a:lnSpc>
                <a:spcPct val="100000"/>
              </a:lnSpc>
              <a:spcBef>
                <a:spcPts val="0"/>
              </a:spcBef>
              <a:spcAft>
                <a:spcPts val="0"/>
              </a:spcAft>
              <a:buClr>
                <a:srgbClr val="000000"/>
              </a:buClr>
              <a:buSzPts val="700"/>
              <a:buFont typeface="Arial"/>
              <a:buNone/>
              <a:defRPr b="1" i="0" sz="700" u="none" cap="none" strike="noStrike">
                <a:solidFill>
                  <a:schemeClr val="lt1"/>
                </a:solidFill>
                <a:latin typeface="Verizon NHG DS"/>
                <a:ea typeface="Verizon NHG DS"/>
                <a:cs typeface="Verizon NHG DS"/>
                <a:sym typeface="Verizon NHG DS"/>
              </a:defRPr>
            </a:lvl6pPr>
            <a:lvl7pPr indent="0" lvl="6" marL="0" marR="0" algn="r">
              <a:lnSpc>
                <a:spcPct val="100000"/>
              </a:lnSpc>
              <a:spcBef>
                <a:spcPts val="0"/>
              </a:spcBef>
              <a:spcAft>
                <a:spcPts val="0"/>
              </a:spcAft>
              <a:buClr>
                <a:srgbClr val="000000"/>
              </a:buClr>
              <a:buSzPts val="700"/>
              <a:buFont typeface="Arial"/>
              <a:buNone/>
              <a:defRPr b="1" i="0" sz="700" u="none" cap="none" strike="noStrike">
                <a:solidFill>
                  <a:schemeClr val="lt1"/>
                </a:solidFill>
                <a:latin typeface="Verizon NHG DS"/>
                <a:ea typeface="Verizon NHG DS"/>
                <a:cs typeface="Verizon NHG DS"/>
                <a:sym typeface="Verizon NHG DS"/>
              </a:defRPr>
            </a:lvl7pPr>
            <a:lvl8pPr indent="0" lvl="7" marL="0" marR="0" algn="r">
              <a:lnSpc>
                <a:spcPct val="100000"/>
              </a:lnSpc>
              <a:spcBef>
                <a:spcPts val="0"/>
              </a:spcBef>
              <a:spcAft>
                <a:spcPts val="0"/>
              </a:spcAft>
              <a:buClr>
                <a:srgbClr val="000000"/>
              </a:buClr>
              <a:buSzPts val="700"/>
              <a:buFont typeface="Arial"/>
              <a:buNone/>
              <a:defRPr b="1" i="0" sz="700" u="none" cap="none" strike="noStrike">
                <a:solidFill>
                  <a:schemeClr val="lt1"/>
                </a:solidFill>
                <a:latin typeface="Verizon NHG DS"/>
                <a:ea typeface="Verizon NHG DS"/>
                <a:cs typeface="Verizon NHG DS"/>
                <a:sym typeface="Verizon NHG DS"/>
              </a:defRPr>
            </a:lvl8pPr>
            <a:lvl9pPr indent="0" lvl="8" marL="0" marR="0" algn="r">
              <a:lnSpc>
                <a:spcPct val="100000"/>
              </a:lnSpc>
              <a:spcBef>
                <a:spcPts val="0"/>
              </a:spcBef>
              <a:spcAft>
                <a:spcPts val="0"/>
              </a:spcAft>
              <a:buClr>
                <a:srgbClr val="000000"/>
              </a:buClr>
              <a:buSzPts val="700"/>
              <a:buFont typeface="Arial"/>
              <a:buNone/>
              <a:defRPr b="1" i="0" sz="700" u="none" cap="none" strike="noStrike">
                <a:solidFill>
                  <a:schemeClr val="lt1"/>
                </a:solidFill>
                <a:latin typeface="Verizon NHG DS"/>
                <a:ea typeface="Verizon NHG DS"/>
                <a:cs typeface="Verizon NHG DS"/>
                <a:sym typeface="Verizon NHG DS"/>
              </a:defRPr>
            </a:lvl9pPr>
          </a:lstStyle>
          <a:p>
            <a:pPr indent="0" lvl="0" marL="0" rtl="0" algn="r">
              <a:spcBef>
                <a:spcPts val="0"/>
              </a:spcBef>
              <a:spcAft>
                <a:spcPts val="0"/>
              </a:spcAft>
              <a:buNone/>
            </a:pPr>
            <a:fld id="{00000000-1234-1234-1234-123412341234}" type="slidenum">
              <a:rPr lang="en"/>
              <a:t>‹#›</a:t>
            </a:fld>
            <a:endParaRPr/>
          </a:p>
        </p:txBody>
      </p:sp>
      <p:sp>
        <p:nvSpPr>
          <p:cNvPr id="1679" name="Google Shape;1679;p260"/>
          <p:cNvSpPr/>
          <p:nvPr/>
        </p:nvSpPr>
        <p:spPr>
          <a:xfrm>
            <a:off x="108488" y="4531602"/>
            <a:ext cx="2588100" cy="5706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Verizon NHG TX"/>
              <a:ea typeface="Verizon NHG TX"/>
              <a:cs typeface="Verizon NHG TX"/>
              <a:sym typeface="Verizon NHG TX"/>
            </a:endParaRPr>
          </a:p>
        </p:txBody>
      </p:sp>
      <p:sp>
        <p:nvSpPr>
          <p:cNvPr id="1680" name="Google Shape;1680;p260"/>
          <p:cNvSpPr txBox="1"/>
          <p:nvPr/>
        </p:nvSpPr>
        <p:spPr>
          <a:xfrm>
            <a:off x="1012342" y="4700016"/>
            <a:ext cx="7124700" cy="213300"/>
          </a:xfrm>
          <a:prstGeom prst="rect">
            <a:avLst/>
          </a:prstGeom>
          <a:noFill/>
          <a:ln>
            <a:noFill/>
          </a:ln>
        </p:spPr>
        <p:txBody>
          <a:bodyPr anchorCtr="0" anchor="b" bIns="0" lIns="0" spcFirstLastPara="1" rIns="0" wrap="square" tIns="0">
            <a:noAutofit/>
          </a:bodyPr>
          <a:lstStyle/>
          <a:p>
            <a:pPr indent="0" lvl="0" marL="0" marR="0" rtl="0" algn="ctr">
              <a:lnSpc>
                <a:spcPct val="113846"/>
              </a:lnSpc>
              <a:spcBef>
                <a:spcPts val="0"/>
              </a:spcBef>
              <a:spcAft>
                <a:spcPts val="0"/>
              </a:spcAft>
              <a:buClr>
                <a:srgbClr val="000000"/>
              </a:buClr>
              <a:buSzPts val="650"/>
              <a:buFont typeface="Arial"/>
              <a:buNone/>
            </a:pPr>
            <a:r>
              <a:rPr b="0" i="0" lang="en" sz="650" u="none" cap="none" strike="noStrike">
                <a:solidFill>
                  <a:schemeClr val="lt1"/>
                </a:solidFill>
                <a:latin typeface="Verizon NHG DS"/>
                <a:ea typeface="Verizon NHG DS"/>
                <a:cs typeface="Verizon NHG DS"/>
                <a:sym typeface="Verizon NHG DS"/>
              </a:rPr>
              <a:t>Verizon confidential and proprietary. Unauthorized disclosure, reproduction or other use prohibited.</a:t>
            </a:r>
            <a:endParaRPr b="0" i="0" sz="650" u="none" cap="none" strike="noStrike">
              <a:solidFill>
                <a:schemeClr val="lt1"/>
              </a:solidFill>
              <a:latin typeface="Verizon NHG DS"/>
              <a:ea typeface="Verizon NHG DS"/>
              <a:cs typeface="Verizon NHG DS"/>
              <a:sym typeface="Verizon NHG DS"/>
            </a:endParaRPr>
          </a:p>
        </p:txBody>
      </p:sp>
      <p:pic>
        <p:nvPicPr>
          <p:cNvPr id="1681" name="Google Shape;1681;p260"/>
          <p:cNvPicPr preferRelativeResize="0"/>
          <p:nvPr/>
        </p:nvPicPr>
        <p:blipFill rotWithShape="1">
          <a:blip r:embed="rId2">
            <a:alphaModFix/>
          </a:blip>
          <a:srcRect b="0" l="0" r="0" t="0"/>
          <a:stretch/>
        </p:blipFill>
        <p:spPr>
          <a:xfrm>
            <a:off x="352014" y="4573128"/>
            <a:ext cx="402029" cy="433844"/>
          </a:xfrm>
          <a:prstGeom prst="rect">
            <a:avLst/>
          </a:prstGeom>
          <a:noFill/>
          <a:ln>
            <a:noFill/>
          </a:ln>
        </p:spPr>
      </p:pic>
    </p:spTree>
  </p:cSld>
  <p:clrMapOvr>
    <a:masterClrMapping/>
  </p:clrMapOvr>
</p:sldLayout>
</file>

<file path=ppt/slideLayouts/slideLayout2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 Agenda">
  <p:cSld name="Agenda">
    <p:spTree>
      <p:nvGrpSpPr>
        <p:cNvPr id="1682" name="Shape 1682"/>
        <p:cNvGrpSpPr/>
        <p:nvPr/>
      </p:nvGrpSpPr>
      <p:grpSpPr>
        <a:xfrm>
          <a:off x="0" y="0"/>
          <a:ext cx="0" cy="0"/>
          <a:chOff x="0" y="0"/>
          <a:chExt cx="0" cy="0"/>
        </a:xfrm>
      </p:grpSpPr>
      <p:sp>
        <p:nvSpPr>
          <p:cNvPr id="1683" name="Google Shape;1683;p261"/>
          <p:cNvSpPr txBox="1"/>
          <p:nvPr>
            <p:ph type="title"/>
          </p:nvPr>
        </p:nvSpPr>
        <p:spPr>
          <a:xfrm>
            <a:off x="457200" y="594360"/>
            <a:ext cx="7086600" cy="567600"/>
          </a:xfrm>
          <a:prstGeom prst="rect">
            <a:avLst/>
          </a:prstGeom>
          <a:noFill/>
          <a:ln>
            <a:noFill/>
          </a:ln>
        </p:spPr>
        <p:txBody>
          <a:bodyPr anchorCtr="0" anchor="t" bIns="0" lIns="0" spcFirstLastPara="1" rIns="0" wrap="square" tIns="0">
            <a:normAutofit/>
          </a:bodyPr>
          <a:lstStyle>
            <a:lvl1pPr lvl="0" algn="l">
              <a:lnSpc>
                <a:spcPct val="80000"/>
              </a:lnSpc>
              <a:spcBef>
                <a:spcPts val="0"/>
              </a:spcBef>
              <a:spcAft>
                <a:spcPts val="0"/>
              </a:spcAft>
              <a:buClr>
                <a:schemeClr val="dk1"/>
              </a:buClr>
              <a:buSzPts val="2000"/>
              <a:buFont typeface="Verizon NHG DS"/>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684" name="Google Shape;1684;p261"/>
          <p:cNvSpPr txBox="1"/>
          <p:nvPr>
            <p:ph idx="1" type="body"/>
          </p:nvPr>
        </p:nvSpPr>
        <p:spPr>
          <a:xfrm>
            <a:off x="457200" y="1352550"/>
            <a:ext cx="7086600" cy="3086100"/>
          </a:xfrm>
          <a:prstGeom prst="rect">
            <a:avLst/>
          </a:prstGeom>
          <a:noFill/>
          <a:ln>
            <a:noFill/>
          </a:ln>
        </p:spPr>
        <p:txBody>
          <a:bodyPr anchorCtr="0" anchor="t" bIns="0" lIns="0" spcFirstLastPara="1" rIns="0" wrap="square" tIns="0">
            <a:normAutofit/>
          </a:bodyPr>
          <a:lstStyle>
            <a:lvl1pPr indent="-330200" lvl="0" marL="457200" algn="l">
              <a:lnSpc>
                <a:spcPct val="100000"/>
              </a:lnSpc>
              <a:spcBef>
                <a:spcPts val="900"/>
              </a:spcBef>
              <a:spcAft>
                <a:spcPts val="0"/>
              </a:spcAft>
              <a:buClr>
                <a:schemeClr val="dk1"/>
              </a:buClr>
              <a:buSzPts val="1600"/>
              <a:buFont typeface="Verizon NHG DS"/>
              <a:buAutoNum type="arabicPeriod"/>
              <a:defRPr sz="1600"/>
            </a:lvl1pPr>
            <a:lvl2pPr indent="-228600" lvl="1" marL="914400" algn="l">
              <a:lnSpc>
                <a:spcPct val="100000"/>
              </a:lnSpc>
              <a:spcBef>
                <a:spcPts val="900"/>
              </a:spcBef>
              <a:spcAft>
                <a:spcPts val="0"/>
              </a:spcAft>
              <a:buClr>
                <a:schemeClr val="dk1"/>
              </a:buClr>
              <a:buSzPts val="1800"/>
              <a:buNone/>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600"/>
              </a:spcBef>
              <a:spcAft>
                <a:spcPts val="0"/>
              </a:spcAft>
              <a:buClr>
                <a:schemeClr val="dk1"/>
              </a:buClr>
              <a:buSzPts val="1800"/>
              <a:buChar char="-"/>
              <a:defRPr/>
            </a:lvl4pPr>
            <a:lvl5pPr indent="-342900" lvl="4" marL="2286000" algn="l">
              <a:lnSpc>
                <a:spcPct val="100000"/>
              </a:lnSpc>
              <a:spcBef>
                <a:spcPts val="600"/>
              </a:spcBef>
              <a:spcAft>
                <a:spcPts val="0"/>
              </a:spcAft>
              <a:buClr>
                <a:schemeClr val="dk1"/>
              </a:buClr>
              <a:buSzPts val="1800"/>
              <a:buChar char="-"/>
              <a:defRPr/>
            </a:lvl5pPr>
            <a:lvl6pPr indent="-342900" lvl="5" marL="2743200" algn="l">
              <a:lnSpc>
                <a:spcPct val="100000"/>
              </a:lnSpc>
              <a:spcBef>
                <a:spcPts val="600"/>
              </a:spcBef>
              <a:spcAft>
                <a:spcPts val="0"/>
              </a:spcAft>
              <a:buClr>
                <a:schemeClr val="dk1"/>
              </a:buClr>
              <a:buSzPts val="1800"/>
              <a:buChar char="•"/>
              <a:defRPr/>
            </a:lvl6pPr>
            <a:lvl7pPr indent="-342900" lvl="6" marL="3200400" algn="l">
              <a:lnSpc>
                <a:spcPct val="100000"/>
              </a:lnSpc>
              <a:spcBef>
                <a:spcPts val="600"/>
              </a:spcBef>
              <a:spcAft>
                <a:spcPts val="0"/>
              </a:spcAft>
              <a:buClr>
                <a:schemeClr val="dk1"/>
              </a:buClr>
              <a:buSzPts val="1800"/>
              <a:buChar char="•"/>
              <a:defRPr/>
            </a:lvl7pPr>
            <a:lvl8pPr indent="-342900" lvl="7" marL="3657600" algn="l">
              <a:lnSpc>
                <a:spcPct val="100000"/>
              </a:lnSpc>
              <a:spcBef>
                <a:spcPts val="600"/>
              </a:spcBef>
              <a:spcAft>
                <a:spcPts val="0"/>
              </a:spcAft>
              <a:buClr>
                <a:schemeClr val="dk1"/>
              </a:buClr>
              <a:buSzPts val="1800"/>
              <a:buChar char="•"/>
              <a:defRPr/>
            </a:lvl8pPr>
            <a:lvl9pPr indent="-304800" lvl="8" marL="4114800" algn="l">
              <a:lnSpc>
                <a:spcPct val="100000"/>
              </a:lnSpc>
              <a:spcBef>
                <a:spcPts val="600"/>
              </a:spcBef>
              <a:spcAft>
                <a:spcPts val="0"/>
              </a:spcAft>
              <a:buClr>
                <a:schemeClr val="dk1"/>
              </a:buClr>
              <a:buSzPts val="1200"/>
              <a:buChar char="•"/>
              <a:defRPr/>
            </a:lvl9pPr>
          </a:lstStyle>
          <a:p/>
        </p:txBody>
      </p:sp>
      <p:sp>
        <p:nvSpPr>
          <p:cNvPr id="1685" name="Google Shape;1685;p261"/>
          <p:cNvSpPr txBox="1"/>
          <p:nvPr>
            <p:ph idx="12" type="sldNum"/>
          </p:nvPr>
        </p:nvSpPr>
        <p:spPr>
          <a:xfrm>
            <a:off x="8458200" y="4700016"/>
            <a:ext cx="228600" cy="1077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1pPr>
            <a:lvl2pPr indent="0" lvl="1"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2pPr>
            <a:lvl3pPr indent="0" lvl="2"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3pPr>
            <a:lvl4pPr indent="0" lvl="3"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4pPr>
            <a:lvl5pPr indent="0" lvl="4"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5pPr>
            <a:lvl6pPr indent="0" lvl="5"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6pPr>
            <a:lvl7pPr indent="0" lvl="6"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7pPr>
            <a:lvl8pPr indent="0" lvl="7"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8pPr>
            <a:lvl9pPr indent="0" lvl="8"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9pPr>
          </a:lstStyle>
          <a:p>
            <a:pPr indent="0" lvl="0" marL="0" rtl="0" algn="r">
              <a:spcBef>
                <a:spcPts val="0"/>
              </a:spcBef>
              <a:spcAft>
                <a:spcPts val="0"/>
              </a:spcAft>
              <a:buNone/>
            </a:pPr>
            <a:fld id="{00000000-1234-1234-1234-123412341234}" type="slidenum">
              <a:rPr lang="en"/>
              <a:t>‹#›</a:t>
            </a:fld>
            <a:endParaRPr/>
          </a:p>
        </p:txBody>
      </p:sp>
      <p:cxnSp>
        <p:nvCxnSpPr>
          <p:cNvPr id="1686" name="Google Shape;1686;p261"/>
          <p:cNvCxnSpPr/>
          <p:nvPr/>
        </p:nvCxnSpPr>
        <p:spPr>
          <a:xfrm>
            <a:off x="457200" y="457200"/>
            <a:ext cx="8229600" cy="0"/>
          </a:xfrm>
          <a:prstGeom prst="straightConnector1">
            <a:avLst/>
          </a:prstGeom>
          <a:noFill/>
          <a:ln cap="flat" cmpd="sng" w="47625">
            <a:solidFill>
              <a:schemeClr val="dk1"/>
            </a:solidFill>
            <a:prstDash val="solid"/>
            <a:round/>
            <a:headEnd len="sm" w="sm" type="none"/>
            <a:tailEnd len="sm" w="sm" type="none"/>
          </a:ln>
        </p:spPr>
      </p:cxnSp>
    </p:spTree>
  </p:cSld>
  <p:clrMapOvr>
    <a:masterClrMapping/>
  </p:clrMapOvr>
</p:sldLayout>
</file>

<file path=ppt/slideLayouts/slideLayout2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No Overline 1 1">
  <p:cSld name="Complex Chart_1_2">
    <p:spTree>
      <p:nvGrpSpPr>
        <p:cNvPr id="1687" name="Shape 1687"/>
        <p:cNvGrpSpPr/>
        <p:nvPr/>
      </p:nvGrpSpPr>
      <p:grpSpPr>
        <a:xfrm>
          <a:off x="0" y="0"/>
          <a:ext cx="0" cy="0"/>
          <a:chOff x="0" y="0"/>
          <a:chExt cx="0" cy="0"/>
        </a:xfrm>
      </p:grpSpPr>
      <p:sp>
        <p:nvSpPr>
          <p:cNvPr id="1688" name="Google Shape;1688;p262"/>
          <p:cNvSpPr txBox="1"/>
          <p:nvPr>
            <p:ph idx="12" type="sldNum"/>
          </p:nvPr>
        </p:nvSpPr>
        <p:spPr>
          <a:xfrm>
            <a:off x="8458200" y="4700016"/>
            <a:ext cx="228600" cy="1077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1pPr>
            <a:lvl2pPr indent="0" lvl="1"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2pPr>
            <a:lvl3pPr indent="0" lvl="2"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3pPr>
            <a:lvl4pPr indent="0" lvl="3"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4pPr>
            <a:lvl5pPr indent="0" lvl="4"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5pPr>
            <a:lvl6pPr indent="0" lvl="5"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6pPr>
            <a:lvl7pPr indent="0" lvl="6"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7pPr>
            <a:lvl8pPr indent="0" lvl="7"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8pPr>
            <a:lvl9pPr indent="0" lvl="8"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9pPr>
          </a:lstStyle>
          <a:p>
            <a:pPr indent="0" lvl="0" marL="0" rtl="0" algn="r">
              <a:spcBef>
                <a:spcPts val="0"/>
              </a:spcBef>
              <a:spcAft>
                <a:spcPts val="0"/>
              </a:spcAft>
              <a:buNone/>
            </a:pPr>
            <a:fld id="{00000000-1234-1234-1234-123412341234}" type="slidenum">
              <a:rPr lang="en"/>
              <a:t>‹#›</a:t>
            </a:fld>
            <a:endParaRPr/>
          </a:p>
        </p:txBody>
      </p:sp>
      <p:sp>
        <p:nvSpPr>
          <p:cNvPr id="1689" name="Google Shape;1689;p262"/>
          <p:cNvSpPr txBox="1"/>
          <p:nvPr>
            <p:ph type="title"/>
          </p:nvPr>
        </p:nvSpPr>
        <p:spPr>
          <a:xfrm>
            <a:off x="457200" y="247650"/>
            <a:ext cx="7086600" cy="685800"/>
          </a:xfrm>
          <a:prstGeom prst="rect">
            <a:avLst/>
          </a:prstGeom>
          <a:noFill/>
          <a:ln>
            <a:noFill/>
          </a:ln>
        </p:spPr>
        <p:txBody>
          <a:bodyPr anchorCtr="0" anchor="t" bIns="0" lIns="0" spcFirstLastPara="1" rIns="0" wrap="square" tIns="0">
            <a:normAutofit/>
          </a:bodyPr>
          <a:lstStyle>
            <a:lvl1pPr lvl="0" algn="l">
              <a:lnSpc>
                <a:spcPct val="80000"/>
              </a:lnSpc>
              <a:spcBef>
                <a:spcPts val="0"/>
              </a:spcBef>
              <a:spcAft>
                <a:spcPts val="0"/>
              </a:spcAft>
              <a:buClr>
                <a:schemeClr val="dk1"/>
              </a:buClr>
              <a:buSzPts val="18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690" name="Google Shape;1690;p262"/>
          <p:cNvSpPr txBox="1"/>
          <p:nvPr>
            <p:ph idx="1" type="body"/>
          </p:nvPr>
        </p:nvSpPr>
        <p:spPr>
          <a:xfrm>
            <a:off x="457200" y="590550"/>
            <a:ext cx="8229600" cy="38481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900"/>
              </a:spcBef>
              <a:spcAft>
                <a:spcPts val="0"/>
              </a:spcAft>
              <a:buClr>
                <a:schemeClr val="dk1"/>
              </a:buClr>
              <a:buSzPts val="1800"/>
              <a:buNone/>
              <a:defRPr/>
            </a:lvl1pPr>
            <a:lvl2pPr indent="-228600" lvl="1" marL="914400" algn="l">
              <a:lnSpc>
                <a:spcPct val="100000"/>
              </a:lnSpc>
              <a:spcBef>
                <a:spcPts val="900"/>
              </a:spcBef>
              <a:spcAft>
                <a:spcPts val="0"/>
              </a:spcAft>
              <a:buClr>
                <a:schemeClr val="dk1"/>
              </a:buClr>
              <a:buSzPts val="1800"/>
              <a:buNone/>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600"/>
              </a:spcBef>
              <a:spcAft>
                <a:spcPts val="0"/>
              </a:spcAft>
              <a:buClr>
                <a:schemeClr val="dk1"/>
              </a:buClr>
              <a:buSzPts val="1800"/>
              <a:buChar char="-"/>
              <a:defRPr/>
            </a:lvl4pPr>
            <a:lvl5pPr indent="-342900" lvl="4" marL="2286000" algn="l">
              <a:lnSpc>
                <a:spcPct val="100000"/>
              </a:lnSpc>
              <a:spcBef>
                <a:spcPts val="600"/>
              </a:spcBef>
              <a:spcAft>
                <a:spcPts val="0"/>
              </a:spcAft>
              <a:buClr>
                <a:schemeClr val="dk1"/>
              </a:buClr>
              <a:buSzPts val="1800"/>
              <a:buChar char="-"/>
              <a:defRPr/>
            </a:lvl5pPr>
            <a:lvl6pPr indent="-342900" lvl="5" marL="2743200" algn="l">
              <a:lnSpc>
                <a:spcPct val="100000"/>
              </a:lnSpc>
              <a:spcBef>
                <a:spcPts val="600"/>
              </a:spcBef>
              <a:spcAft>
                <a:spcPts val="0"/>
              </a:spcAft>
              <a:buClr>
                <a:schemeClr val="dk1"/>
              </a:buClr>
              <a:buSzPts val="1800"/>
              <a:buChar char="•"/>
              <a:defRPr/>
            </a:lvl6pPr>
            <a:lvl7pPr indent="-342900" lvl="6" marL="3200400" algn="l">
              <a:lnSpc>
                <a:spcPct val="100000"/>
              </a:lnSpc>
              <a:spcBef>
                <a:spcPts val="600"/>
              </a:spcBef>
              <a:spcAft>
                <a:spcPts val="0"/>
              </a:spcAft>
              <a:buClr>
                <a:schemeClr val="dk1"/>
              </a:buClr>
              <a:buSzPts val="1800"/>
              <a:buChar char="•"/>
              <a:defRPr/>
            </a:lvl7pPr>
            <a:lvl8pPr indent="-342900" lvl="7" marL="3657600" algn="l">
              <a:lnSpc>
                <a:spcPct val="100000"/>
              </a:lnSpc>
              <a:spcBef>
                <a:spcPts val="600"/>
              </a:spcBef>
              <a:spcAft>
                <a:spcPts val="0"/>
              </a:spcAft>
              <a:buClr>
                <a:schemeClr val="dk1"/>
              </a:buClr>
              <a:buSzPts val="1800"/>
              <a:buChar char="•"/>
              <a:defRPr/>
            </a:lvl8pPr>
            <a:lvl9pPr indent="-342900" lvl="8" marL="4114800" algn="l">
              <a:lnSpc>
                <a:spcPct val="100000"/>
              </a:lnSpc>
              <a:spcBef>
                <a:spcPts val="600"/>
              </a:spcBef>
              <a:spcAft>
                <a:spcPts val="0"/>
              </a:spcAft>
              <a:buClr>
                <a:schemeClr val="dk1"/>
              </a:buClr>
              <a:buSzPts val="1800"/>
              <a:buChar char="•"/>
              <a:defRPr/>
            </a:lvl9pPr>
          </a:lstStyle>
          <a:p/>
        </p:txBody>
      </p:sp>
    </p:spTree>
  </p:cSld>
  <p:clrMapOvr>
    <a:masterClrMapping/>
  </p:clrMapOvr>
</p:sldLayout>
</file>

<file path=ppt/slideLayouts/slideLayout2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 Agenda - Reverse">
  <p:cSld name="Agenda - Reverse">
    <p:bg>
      <p:bgPr>
        <a:solidFill>
          <a:schemeClr val="dk1"/>
        </a:solidFill>
      </p:bgPr>
    </p:bg>
    <p:spTree>
      <p:nvGrpSpPr>
        <p:cNvPr id="1691" name="Shape 1691"/>
        <p:cNvGrpSpPr/>
        <p:nvPr/>
      </p:nvGrpSpPr>
      <p:grpSpPr>
        <a:xfrm>
          <a:off x="0" y="0"/>
          <a:ext cx="0" cy="0"/>
          <a:chOff x="0" y="0"/>
          <a:chExt cx="0" cy="0"/>
        </a:xfrm>
      </p:grpSpPr>
      <p:sp>
        <p:nvSpPr>
          <p:cNvPr id="1692" name="Google Shape;1692;p263"/>
          <p:cNvSpPr txBox="1"/>
          <p:nvPr>
            <p:ph type="title"/>
          </p:nvPr>
        </p:nvSpPr>
        <p:spPr>
          <a:xfrm>
            <a:off x="457200" y="594360"/>
            <a:ext cx="7086600" cy="567600"/>
          </a:xfrm>
          <a:prstGeom prst="rect">
            <a:avLst/>
          </a:prstGeom>
          <a:noFill/>
          <a:ln>
            <a:noFill/>
          </a:ln>
        </p:spPr>
        <p:txBody>
          <a:bodyPr anchorCtr="0" anchor="t" bIns="0" lIns="0" spcFirstLastPara="1" rIns="0" wrap="square" tIns="0">
            <a:normAutofit/>
          </a:bodyPr>
          <a:lstStyle>
            <a:lvl1pPr lvl="0" algn="l">
              <a:lnSpc>
                <a:spcPct val="80000"/>
              </a:lnSpc>
              <a:spcBef>
                <a:spcPts val="0"/>
              </a:spcBef>
              <a:spcAft>
                <a:spcPts val="0"/>
              </a:spcAft>
              <a:buClr>
                <a:schemeClr val="lt1"/>
              </a:buClr>
              <a:buSzPts val="2000"/>
              <a:buFont typeface="Verizon NHG DS"/>
              <a:buNone/>
              <a:defRPr>
                <a:solidFill>
                  <a:schemeClr val="l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693" name="Google Shape;1693;p263"/>
          <p:cNvSpPr txBox="1"/>
          <p:nvPr>
            <p:ph idx="1" type="body"/>
          </p:nvPr>
        </p:nvSpPr>
        <p:spPr>
          <a:xfrm>
            <a:off x="457200" y="1352550"/>
            <a:ext cx="7086600" cy="3086100"/>
          </a:xfrm>
          <a:prstGeom prst="rect">
            <a:avLst/>
          </a:prstGeom>
          <a:noFill/>
          <a:ln>
            <a:noFill/>
          </a:ln>
        </p:spPr>
        <p:txBody>
          <a:bodyPr anchorCtr="0" anchor="t" bIns="0" lIns="0" spcFirstLastPara="1" rIns="0" wrap="square" tIns="0">
            <a:normAutofit/>
          </a:bodyPr>
          <a:lstStyle>
            <a:lvl1pPr indent="-330200" lvl="0" marL="457200" algn="l">
              <a:lnSpc>
                <a:spcPct val="100000"/>
              </a:lnSpc>
              <a:spcBef>
                <a:spcPts val="900"/>
              </a:spcBef>
              <a:spcAft>
                <a:spcPts val="0"/>
              </a:spcAft>
              <a:buClr>
                <a:schemeClr val="lt1"/>
              </a:buClr>
              <a:buSzPts val="1600"/>
              <a:buFont typeface="Verizon NHG DS"/>
              <a:buAutoNum type="arabicPeriod"/>
              <a:defRPr sz="1600">
                <a:solidFill>
                  <a:schemeClr val="lt1"/>
                </a:solidFill>
              </a:defRPr>
            </a:lvl1pPr>
            <a:lvl2pPr indent="-228600" lvl="1" marL="914400" algn="l">
              <a:lnSpc>
                <a:spcPct val="100000"/>
              </a:lnSpc>
              <a:spcBef>
                <a:spcPts val="900"/>
              </a:spcBef>
              <a:spcAft>
                <a:spcPts val="0"/>
              </a:spcAft>
              <a:buClr>
                <a:schemeClr val="lt1"/>
              </a:buClr>
              <a:buSzPts val="1200"/>
              <a:buFont typeface="Verizon NHG TX"/>
              <a:buNone/>
              <a:defRPr>
                <a:solidFill>
                  <a:schemeClr val="lt1"/>
                </a:solidFill>
              </a:defRPr>
            </a:lvl2pPr>
            <a:lvl3pPr indent="-304800" lvl="2" marL="1371600" algn="l">
              <a:lnSpc>
                <a:spcPct val="100000"/>
              </a:lnSpc>
              <a:spcBef>
                <a:spcPts val="600"/>
              </a:spcBef>
              <a:spcAft>
                <a:spcPts val="0"/>
              </a:spcAft>
              <a:buClr>
                <a:schemeClr val="lt1"/>
              </a:buClr>
              <a:buSzPts val="1200"/>
              <a:buChar char="•"/>
              <a:defRPr>
                <a:solidFill>
                  <a:schemeClr val="lt1"/>
                </a:solidFill>
              </a:defRPr>
            </a:lvl3pPr>
            <a:lvl4pPr indent="-304800" lvl="3" marL="1828800" algn="l">
              <a:lnSpc>
                <a:spcPct val="100000"/>
              </a:lnSpc>
              <a:spcBef>
                <a:spcPts val="600"/>
              </a:spcBef>
              <a:spcAft>
                <a:spcPts val="0"/>
              </a:spcAft>
              <a:buClr>
                <a:schemeClr val="lt1"/>
              </a:buClr>
              <a:buSzPts val="1200"/>
              <a:buChar char="-"/>
              <a:defRPr>
                <a:solidFill>
                  <a:schemeClr val="lt1"/>
                </a:solidFill>
              </a:defRPr>
            </a:lvl4pPr>
            <a:lvl5pPr indent="-304800" lvl="4" marL="2286000" algn="l">
              <a:lnSpc>
                <a:spcPct val="100000"/>
              </a:lnSpc>
              <a:spcBef>
                <a:spcPts val="600"/>
              </a:spcBef>
              <a:spcAft>
                <a:spcPts val="0"/>
              </a:spcAft>
              <a:buClr>
                <a:schemeClr val="lt1"/>
              </a:buClr>
              <a:buSzPts val="1200"/>
              <a:buChar char="-"/>
              <a:defRPr>
                <a:solidFill>
                  <a:schemeClr val="lt1"/>
                </a:solidFill>
              </a:defRPr>
            </a:lvl5pPr>
            <a:lvl6pPr indent="-342900" lvl="5" marL="2743200" algn="l">
              <a:lnSpc>
                <a:spcPct val="100000"/>
              </a:lnSpc>
              <a:spcBef>
                <a:spcPts val="600"/>
              </a:spcBef>
              <a:spcAft>
                <a:spcPts val="0"/>
              </a:spcAft>
              <a:buClr>
                <a:schemeClr val="dk1"/>
              </a:buClr>
              <a:buSzPts val="1800"/>
              <a:buChar char="•"/>
              <a:defRPr/>
            </a:lvl6pPr>
            <a:lvl7pPr indent="-342900" lvl="6" marL="3200400" algn="l">
              <a:lnSpc>
                <a:spcPct val="100000"/>
              </a:lnSpc>
              <a:spcBef>
                <a:spcPts val="600"/>
              </a:spcBef>
              <a:spcAft>
                <a:spcPts val="0"/>
              </a:spcAft>
              <a:buClr>
                <a:schemeClr val="dk1"/>
              </a:buClr>
              <a:buSzPts val="1800"/>
              <a:buChar char="•"/>
              <a:defRPr/>
            </a:lvl7pPr>
            <a:lvl8pPr indent="-342900" lvl="7" marL="3657600" algn="l">
              <a:lnSpc>
                <a:spcPct val="100000"/>
              </a:lnSpc>
              <a:spcBef>
                <a:spcPts val="600"/>
              </a:spcBef>
              <a:spcAft>
                <a:spcPts val="0"/>
              </a:spcAft>
              <a:buClr>
                <a:schemeClr val="dk1"/>
              </a:buClr>
              <a:buSzPts val="1800"/>
              <a:buChar char="•"/>
              <a:defRPr/>
            </a:lvl8pPr>
            <a:lvl9pPr indent="-304800" lvl="8" marL="4114800" algn="l">
              <a:lnSpc>
                <a:spcPct val="100000"/>
              </a:lnSpc>
              <a:spcBef>
                <a:spcPts val="600"/>
              </a:spcBef>
              <a:spcAft>
                <a:spcPts val="0"/>
              </a:spcAft>
              <a:buClr>
                <a:schemeClr val="dk1"/>
              </a:buClr>
              <a:buSzPts val="1200"/>
              <a:buChar char="•"/>
              <a:defRPr/>
            </a:lvl9pPr>
          </a:lstStyle>
          <a:p/>
        </p:txBody>
      </p:sp>
      <p:cxnSp>
        <p:nvCxnSpPr>
          <p:cNvPr id="1694" name="Google Shape;1694;p263"/>
          <p:cNvCxnSpPr/>
          <p:nvPr/>
        </p:nvCxnSpPr>
        <p:spPr>
          <a:xfrm>
            <a:off x="457200" y="457200"/>
            <a:ext cx="8229600" cy="0"/>
          </a:xfrm>
          <a:prstGeom prst="straightConnector1">
            <a:avLst/>
          </a:prstGeom>
          <a:noFill/>
          <a:ln cap="flat" cmpd="sng" w="47625">
            <a:solidFill>
              <a:schemeClr val="lt1"/>
            </a:solidFill>
            <a:prstDash val="solid"/>
            <a:round/>
            <a:headEnd len="sm" w="sm" type="none"/>
            <a:tailEnd len="sm" w="sm" type="none"/>
          </a:ln>
        </p:spPr>
      </p:cxnSp>
      <p:sp>
        <p:nvSpPr>
          <p:cNvPr id="1695" name="Google Shape;1695;p263"/>
          <p:cNvSpPr txBox="1"/>
          <p:nvPr>
            <p:ph idx="12" type="sldNum"/>
          </p:nvPr>
        </p:nvSpPr>
        <p:spPr>
          <a:xfrm>
            <a:off x="8458200" y="4700016"/>
            <a:ext cx="228600" cy="1077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700"/>
              <a:buFont typeface="Arial"/>
              <a:buNone/>
              <a:defRPr b="1" i="0" sz="700" u="none" cap="none" strike="noStrike">
                <a:solidFill>
                  <a:schemeClr val="lt2"/>
                </a:solidFill>
                <a:latin typeface="Verizon NHG DS"/>
                <a:ea typeface="Verizon NHG DS"/>
                <a:cs typeface="Verizon NHG DS"/>
                <a:sym typeface="Verizon NHG DS"/>
              </a:defRPr>
            </a:lvl1pPr>
            <a:lvl2pPr indent="0" lvl="1" marL="0" marR="0" algn="r">
              <a:lnSpc>
                <a:spcPct val="100000"/>
              </a:lnSpc>
              <a:spcBef>
                <a:spcPts val="0"/>
              </a:spcBef>
              <a:spcAft>
                <a:spcPts val="0"/>
              </a:spcAft>
              <a:buClr>
                <a:srgbClr val="000000"/>
              </a:buClr>
              <a:buSzPts val="700"/>
              <a:buFont typeface="Arial"/>
              <a:buNone/>
              <a:defRPr b="1" i="0" sz="700" u="none" cap="none" strike="noStrike">
                <a:solidFill>
                  <a:schemeClr val="lt2"/>
                </a:solidFill>
                <a:latin typeface="Verizon NHG DS"/>
                <a:ea typeface="Verizon NHG DS"/>
                <a:cs typeface="Verizon NHG DS"/>
                <a:sym typeface="Verizon NHG DS"/>
              </a:defRPr>
            </a:lvl2pPr>
            <a:lvl3pPr indent="0" lvl="2" marL="0" marR="0" algn="r">
              <a:lnSpc>
                <a:spcPct val="100000"/>
              </a:lnSpc>
              <a:spcBef>
                <a:spcPts val="0"/>
              </a:spcBef>
              <a:spcAft>
                <a:spcPts val="0"/>
              </a:spcAft>
              <a:buClr>
                <a:srgbClr val="000000"/>
              </a:buClr>
              <a:buSzPts val="700"/>
              <a:buFont typeface="Arial"/>
              <a:buNone/>
              <a:defRPr b="1" i="0" sz="700" u="none" cap="none" strike="noStrike">
                <a:solidFill>
                  <a:schemeClr val="lt2"/>
                </a:solidFill>
                <a:latin typeface="Verizon NHG DS"/>
                <a:ea typeface="Verizon NHG DS"/>
                <a:cs typeface="Verizon NHG DS"/>
                <a:sym typeface="Verizon NHG DS"/>
              </a:defRPr>
            </a:lvl3pPr>
            <a:lvl4pPr indent="0" lvl="3" marL="0" marR="0" algn="r">
              <a:lnSpc>
                <a:spcPct val="100000"/>
              </a:lnSpc>
              <a:spcBef>
                <a:spcPts val="0"/>
              </a:spcBef>
              <a:spcAft>
                <a:spcPts val="0"/>
              </a:spcAft>
              <a:buClr>
                <a:srgbClr val="000000"/>
              </a:buClr>
              <a:buSzPts val="700"/>
              <a:buFont typeface="Arial"/>
              <a:buNone/>
              <a:defRPr b="1" i="0" sz="700" u="none" cap="none" strike="noStrike">
                <a:solidFill>
                  <a:schemeClr val="lt2"/>
                </a:solidFill>
                <a:latin typeface="Verizon NHG DS"/>
                <a:ea typeface="Verizon NHG DS"/>
                <a:cs typeface="Verizon NHG DS"/>
                <a:sym typeface="Verizon NHG DS"/>
              </a:defRPr>
            </a:lvl4pPr>
            <a:lvl5pPr indent="0" lvl="4" marL="0" marR="0" algn="r">
              <a:lnSpc>
                <a:spcPct val="100000"/>
              </a:lnSpc>
              <a:spcBef>
                <a:spcPts val="0"/>
              </a:spcBef>
              <a:spcAft>
                <a:spcPts val="0"/>
              </a:spcAft>
              <a:buClr>
                <a:srgbClr val="000000"/>
              </a:buClr>
              <a:buSzPts val="700"/>
              <a:buFont typeface="Arial"/>
              <a:buNone/>
              <a:defRPr b="1" i="0" sz="700" u="none" cap="none" strike="noStrike">
                <a:solidFill>
                  <a:schemeClr val="lt2"/>
                </a:solidFill>
                <a:latin typeface="Verizon NHG DS"/>
                <a:ea typeface="Verizon NHG DS"/>
                <a:cs typeface="Verizon NHG DS"/>
                <a:sym typeface="Verizon NHG DS"/>
              </a:defRPr>
            </a:lvl5pPr>
            <a:lvl6pPr indent="0" lvl="5" marL="0" marR="0" algn="r">
              <a:lnSpc>
                <a:spcPct val="100000"/>
              </a:lnSpc>
              <a:spcBef>
                <a:spcPts val="0"/>
              </a:spcBef>
              <a:spcAft>
                <a:spcPts val="0"/>
              </a:spcAft>
              <a:buClr>
                <a:srgbClr val="000000"/>
              </a:buClr>
              <a:buSzPts val="700"/>
              <a:buFont typeface="Arial"/>
              <a:buNone/>
              <a:defRPr b="1" i="0" sz="700" u="none" cap="none" strike="noStrike">
                <a:solidFill>
                  <a:schemeClr val="lt2"/>
                </a:solidFill>
                <a:latin typeface="Verizon NHG DS"/>
                <a:ea typeface="Verizon NHG DS"/>
                <a:cs typeface="Verizon NHG DS"/>
                <a:sym typeface="Verizon NHG DS"/>
              </a:defRPr>
            </a:lvl6pPr>
            <a:lvl7pPr indent="0" lvl="6" marL="0" marR="0" algn="r">
              <a:lnSpc>
                <a:spcPct val="100000"/>
              </a:lnSpc>
              <a:spcBef>
                <a:spcPts val="0"/>
              </a:spcBef>
              <a:spcAft>
                <a:spcPts val="0"/>
              </a:spcAft>
              <a:buClr>
                <a:srgbClr val="000000"/>
              </a:buClr>
              <a:buSzPts val="700"/>
              <a:buFont typeface="Arial"/>
              <a:buNone/>
              <a:defRPr b="1" i="0" sz="700" u="none" cap="none" strike="noStrike">
                <a:solidFill>
                  <a:schemeClr val="lt2"/>
                </a:solidFill>
                <a:latin typeface="Verizon NHG DS"/>
                <a:ea typeface="Verizon NHG DS"/>
                <a:cs typeface="Verizon NHG DS"/>
                <a:sym typeface="Verizon NHG DS"/>
              </a:defRPr>
            </a:lvl7pPr>
            <a:lvl8pPr indent="0" lvl="7" marL="0" marR="0" algn="r">
              <a:lnSpc>
                <a:spcPct val="100000"/>
              </a:lnSpc>
              <a:spcBef>
                <a:spcPts val="0"/>
              </a:spcBef>
              <a:spcAft>
                <a:spcPts val="0"/>
              </a:spcAft>
              <a:buClr>
                <a:srgbClr val="000000"/>
              </a:buClr>
              <a:buSzPts val="700"/>
              <a:buFont typeface="Arial"/>
              <a:buNone/>
              <a:defRPr b="1" i="0" sz="700" u="none" cap="none" strike="noStrike">
                <a:solidFill>
                  <a:schemeClr val="lt2"/>
                </a:solidFill>
                <a:latin typeface="Verizon NHG DS"/>
                <a:ea typeface="Verizon NHG DS"/>
                <a:cs typeface="Verizon NHG DS"/>
                <a:sym typeface="Verizon NHG DS"/>
              </a:defRPr>
            </a:lvl8pPr>
            <a:lvl9pPr indent="0" lvl="8" marL="0" marR="0" algn="r">
              <a:lnSpc>
                <a:spcPct val="100000"/>
              </a:lnSpc>
              <a:spcBef>
                <a:spcPts val="0"/>
              </a:spcBef>
              <a:spcAft>
                <a:spcPts val="0"/>
              </a:spcAft>
              <a:buClr>
                <a:srgbClr val="000000"/>
              </a:buClr>
              <a:buSzPts val="700"/>
              <a:buFont typeface="Arial"/>
              <a:buNone/>
              <a:defRPr b="1" i="0" sz="700" u="none" cap="none" strike="noStrike">
                <a:solidFill>
                  <a:schemeClr val="lt2"/>
                </a:solidFill>
                <a:latin typeface="Verizon NHG DS"/>
                <a:ea typeface="Verizon NHG DS"/>
                <a:cs typeface="Verizon NHG DS"/>
                <a:sym typeface="Verizon NHG DS"/>
              </a:defRPr>
            </a:lvl9pPr>
          </a:lstStyle>
          <a:p>
            <a:pPr indent="0" lvl="0" marL="0" rtl="0" algn="r">
              <a:spcBef>
                <a:spcPts val="0"/>
              </a:spcBef>
              <a:spcAft>
                <a:spcPts val="0"/>
              </a:spcAft>
              <a:buNone/>
            </a:pPr>
            <a:fld id="{00000000-1234-1234-1234-123412341234}" type="slidenum">
              <a:rPr lang="en"/>
              <a:t>‹#›</a:t>
            </a:fld>
            <a:endParaRPr/>
          </a:p>
        </p:txBody>
      </p:sp>
      <p:sp>
        <p:nvSpPr>
          <p:cNvPr id="1696" name="Google Shape;1696;p263"/>
          <p:cNvSpPr txBox="1"/>
          <p:nvPr/>
        </p:nvSpPr>
        <p:spPr>
          <a:xfrm>
            <a:off x="1012342" y="4700016"/>
            <a:ext cx="7124700" cy="213300"/>
          </a:xfrm>
          <a:prstGeom prst="rect">
            <a:avLst/>
          </a:prstGeom>
          <a:noFill/>
          <a:ln>
            <a:noFill/>
          </a:ln>
        </p:spPr>
        <p:txBody>
          <a:bodyPr anchorCtr="0" anchor="b" bIns="0" lIns="0" spcFirstLastPara="1" rIns="0" wrap="square" tIns="0">
            <a:noAutofit/>
          </a:bodyPr>
          <a:lstStyle/>
          <a:p>
            <a:pPr indent="0" lvl="0" marL="0" marR="0" rtl="0" algn="ctr">
              <a:lnSpc>
                <a:spcPct val="113846"/>
              </a:lnSpc>
              <a:spcBef>
                <a:spcPts val="0"/>
              </a:spcBef>
              <a:spcAft>
                <a:spcPts val="0"/>
              </a:spcAft>
              <a:buClr>
                <a:srgbClr val="000000"/>
              </a:buClr>
              <a:buSzPts val="650"/>
              <a:buFont typeface="Arial"/>
              <a:buNone/>
            </a:pPr>
            <a:r>
              <a:rPr b="0" i="0" lang="en" sz="650" u="none" cap="none" strike="noStrike">
                <a:solidFill>
                  <a:schemeClr val="lt1"/>
                </a:solidFill>
                <a:latin typeface="Verizon NHG DS"/>
                <a:ea typeface="Verizon NHG DS"/>
                <a:cs typeface="Verizon NHG DS"/>
                <a:sym typeface="Verizon NHG DS"/>
              </a:rPr>
              <a:t>Verizon confidential and proprietary. Unauthorized disclosure, reproduction or other use prohibited.</a:t>
            </a:r>
            <a:endParaRPr b="0" i="0" sz="650" u="none" cap="none" strike="noStrike">
              <a:solidFill>
                <a:schemeClr val="lt1"/>
              </a:solidFill>
              <a:latin typeface="Verizon NHG DS"/>
              <a:ea typeface="Verizon NHG DS"/>
              <a:cs typeface="Verizon NHG DS"/>
              <a:sym typeface="Verizon NHG DS"/>
            </a:endParaRPr>
          </a:p>
        </p:txBody>
      </p:sp>
    </p:spTree>
  </p:cSld>
  <p:clrMapOvr>
    <a:masterClrMapping/>
  </p:clrMapOvr>
</p:sldLayout>
</file>

<file path=ppt/slideLayouts/slideLayout2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Cover 1">
  <p:cSld name="Cover slide - wht">
    <p:spTree>
      <p:nvGrpSpPr>
        <p:cNvPr id="1697" name="Shape 1697"/>
        <p:cNvGrpSpPr/>
        <p:nvPr/>
      </p:nvGrpSpPr>
      <p:grpSpPr>
        <a:xfrm>
          <a:off x="0" y="0"/>
          <a:ext cx="0" cy="0"/>
          <a:chOff x="0" y="0"/>
          <a:chExt cx="0" cy="0"/>
        </a:xfrm>
      </p:grpSpPr>
      <p:sp>
        <p:nvSpPr>
          <p:cNvPr id="1698" name="Google Shape;1698;p264"/>
          <p:cNvSpPr txBox="1"/>
          <p:nvPr>
            <p:ph type="ctrTitle"/>
          </p:nvPr>
        </p:nvSpPr>
        <p:spPr>
          <a:xfrm>
            <a:off x="457200" y="463073"/>
            <a:ext cx="6271800" cy="1737300"/>
          </a:xfrm>
          <a:prstGeom prst="rect">
            <a:avLst/>
          </a:prstGeom>
          <a:noFill/>
          <a:ln>
            <a:noFill/>
          </a:ln>
        </p:spPr>
        <p:txBody>
          <a:bodyPr anchorCtr="0" anchor="t" bIns="0" lIns="0" spcFirstLastPara="1" rIns="0" wrap="square" tIns="0">
            <a:noAutofit/>
          </a:bodyPr>
          <a:lstStyle>
            <a:lvl1pPr lvl="0" algn="l">
              <a:lnSpc>
                <a:spcPct val="80000"/>
              </a:lnSpc>
              <a:spcBef>
                <a:spcPts val="0"/>
              </a:spcBef>
              <a:spcAft>
                <a:spcPts val="0"/>
              </a:spcAft>
              <a:buClr>
                <a:schemeClr val="dk1"/>
              </a:buClr>
              <a:buSzPts val="6000"/>
              <a:buFont typeface="Verizon NHG DS"/>
              <a:buNone/>
              <a:defRPr b="1" i="0" sz="6000">
                <a:latin typeface="Verizon NHG DS"/>
                <a:ea typeface="Verizon NHG DS"/>
                <a:cs typeface="Verizon NHG DS"/>
                <a:sym typeface="Verizon NHG DS"/>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699" name="Google Shape;1699;p264"/>
          <p:cNvSpPr txBox="1"/>
          <p:nvPr>
            <p:ph idx="1" type="subTitle"/>
          </p:nvPr>
        </p:nvSpPr>
        <p:spPr>
          <a:xfrm>
            <a:off x="457200" y="2291873"/>
            <a:ext cx="4114800" cy="1371600"/>
          </a:xfrm>
          <a:prstGeom prst="rect">
            <a:avLst/>
          </a:prstGeom>
          <a:noFill/>
          <a:ln>
            <a:noFill/>
          </a:ln>
        </p:spPr>
        <p:txBody>
          <a:bodyPr anchorCtr="0" anchor="t" bIns="0" lIns="0" spcFirstLastPara="1" rIns="0" wrap="square" tIns="0">
            <a:noAutofit/>
          </a:bodyPr>
          <a:lstStyle>
            <a:lvl1pPr lvl="0" algn="l">
              <a:lnSpc>
                <a:spcPct val="80000"/>
              </a:lnSpc>
              <a:spcBef>
                <a:spcPts val="900"/>
              </a:spcBef>
              <a:spcAft>
                <a:spcPts val="0"/>
              </a:spcAft>
              <a:buClr>
                <a:schemeClr val="dk1"/>
              </a:buClr>
              <a:buSzPts val="2400"/>
              <a:buFont typeface="Verizon NHG TX"/>
              <a:buNone/>
              <a:defRPr b="0" i="0" sz="2400">
                <a:solidFill>
                  <a:schemeClr val="dk1"/>
                </a:solidFill>
                <a:latin typeface="Verizon NHG TX"/>
                <a:ea typeface="Verizon NHG TX"/>
                <a:cs typeface="Verizon NHG TX"/>
                <a:sym typeface="Verizon NHG TX"/>
              </a:defRPr>
            </a:lvl1pPr>
            <a:lvl2pPr lvl="1" algn="l">
              <a:lnSpc>
                <a:spcPct val="80000"/>
              </a:lnSpc>
              <a:spcBef>
                <a:spcPts val="900"/>
              </a:spcBef>
              <a:spcAft>
                <a:spcPts val="0"/>
              </a:spcAft>
              <a:buClr>
                <a:schemeClr val="dk1"/>
              </a:buClr>
              <a:buSzPts val="2000"/>
              <a:buFont typeface="Verizon NHG TX"/>
              <a:buNone/>
              <a:defRPr b="1" sz="2000">
                <a:solidFill>
                  <a:schemeClr val="dk1"/>
                </a:solidFill>
              </a:defRPr>
            </a:lvl2pPr>
            <a:lvl3pPr lvl="2" algn="l">
              <a:lnSpc>
                <a:spcPct val="80000"/>
              </a:lnSpc>
              <a:spcBef>
                <a:spcPts val="900"/>
              </a:spcBef>
              <a:spcAft>
                <a:spcPts val="0"/>
              </a:spcAft>
              <a:buClr>
                <a:schemeClr val="dk1"/>
              </a:buClr>
              <a:buSzPts val="2000"/>
              <a:buNone/>
              <a:defRPr b="1" sz="2000">
                <a:solidFill>
                  <a:schemeClr val="dk1"/>
                </a:solidFill>
              </a:defRPr>
            </a:lvl3pPr>
            <a:lvl4pPr lvl="3" algn="l">
              <a:lnSpc>
                <a:spcPct val="80000"/>
              </a:lnSpc>
              <a:spcBef>
                <a:spcPts val="900"/>
              </a:spcBef>
              <a:spcAft>
                <a:spcPts val="0"/>
              </a:spcAft>
              <a:buClr>
                <a:schemeClr val="dk1"/>
              </a:buClr>
              <a:buSzPts val="2000"/>
              <a:buNone/>
              <a:defRPr b="1" sz="2000">
                <a:solidFill>
                  <a:schemeClr val="dk1"/>
                </a:solidFill>
              </a:defRPr>
            </a:lvl4pPr>
            <a:lvl5pPr lvl="4" algn="l">
              <a:lnSpc>
                <a:spcPct val="80000"/>
              </a:lnSpc>
              <a:spcBef>
                <a:spcPts val="900"/>
              </a:spcBef>
              <a:spcAft>
                <a:spcPts val="0"/>
              </a:spcAft>
              <a:buClr>
                <a:schemeClr val="dk1"/>
              </a:buClr>
              <a:buSzPts val="2000"/>
              <a:buNone/>
              <a:defRPr b="1" sz="2000">
                <a:solidFill>
                  <a:schemeClr val="dk1"/>
                </a:solidFill>
              </a:defRPr>
            </a:lvl5pPr>
            <a:lvl6pPr lvl="5" algn="l">
              <a:lnSpc>
                <a:spcPct val="80000"/>
              </a:lnSpc>
              <a:spcBef>
                <a:spcPts val="900"/>
              </a:spcBef>
              <a:spcAft>
                <a:spcPts val="0"/>
              </a:spcAft>
              <a:buClr>
                <a:schemeClr val="dk1"/>
              </a:buClr>
              <a:buSzPts val="2000"/>
              <a:buNone/>
              <a:defRPr b="1" sz="2000">
                <a:solidFill>
                  <a:schemeClr val="dk1"/>
                </a:solidFill>
              </a:defRPr>
            </a:lvl6pPr>
            <a:lvl7pPr lvl="6" algn="l">
              <a:lnSpc>
                <a:spcPct val="80000"/>
              </a:lnSpc>
              <a:spcBef>
                <a:spcPts val="900"/>
              </a:spcBef>
              <a:spcAft>
                <a:spcPts val="0"/>
              </a:spcAft>
              <a:buClr>
                <a:schemeClr val="dk1"/>
              </a:buClr>
              <a:buSzPts val="2000"/>
              <a:buNone/>
              <a:defRPr b="1" sz="2000">
                <a:solidFill>
                  <a:schemeClr val="dk1"/>
                </a:solidFill>
              </a:defRPr>
            </a:lvl7pPr>
            <a:lvl8pPr lvl="7" algn="l">
              <a:lnSpc>
                <a:spcPct val="80000"/>
              </a:lnSpc>
              <a:spcBef>
                <a:spcPts val="900"/>
              </a:spcBef>
              <a:spcAft>
                <a:spcPts val="0"/>
              </a:spcAft>
              <a:buClr>
                <a:schemeClr val="dk1"/>
              </a:buClr>
              <a:buSzPts val="2000"/>
              <a:buNone/>
              <a:defRPr b="1" sz="2000">
                <a:solidFill>
                  <a:schemeClr val="dk1"/>
                </a:solidFill>
              </a:defRPr>
            </a:lvl8pPr>
            <a:lvl9pPr lvl="8" algn="l">
              <a:lnSpc>
                <a:spcPct val="80000"/>
              </a:lnSpc>
              <a:spcBef>
                <a:spcPts val="900"/>
              </a:spcBef>
              <a:spcAft>
                <a:spcPts val="0"/>
              </a:spcAft>
              <a:buClr>
                <a:schemeClr val="dk1"/>
              </a:buClr>
              <a:buSzPts val="2000"/>
              <a:buNone/>
              <a:defRPr b="1" sz="2000">
                <a:solidFill>
                  <a:schemeClr val="dk1"/>
                </a:solidFill>
              </a:defRPr>
            </a:lvl9pPr>
          </a:lstStyle>
          <a:p/>
        </p:txBody>
      </p:sp>
      <p:sp>
        <p:nvSpPr>
          <p:cNvPr id="1700" name="Google Shape;1700;p264"/>
          <p:cNvSpPr/>
          <p:nvPr/>
        </p:nvSpPr>
        <p:spPr>
          <a:xfrm>
            <a:off x="44181" y="4572318"/>
            <a:ext cx="8513100" cy="5712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Verizon NHG TX"/>
              <a:ea typeface="Verizon NHG TX"/>
              <a:cs typeface="Verizon NHG TX"/>
              <a:sym typeface="Verizon NHG TX"/>
            </a:endParaRPr>
          </a:p>
        </p:txBody>
      </p:sp>
      <p:pic>
        <p:nvPicPr>
          <p:cNvPr id="1701" name="Google Shape;1701;p264"/>
          <p:cNvPicPr preferRelativeResize="0"/>
          <p:nvPr/>
        </p:nvPicPr>
        <p:blipFill rotWithShape="1">
          <a:blip r:embed="rId2">
            <a:alphaModFix/>
          </a:blip>
          <a:srcRect b="0" l="0" r="0" t="0"/>
          <a:stretch/>
        </p:blipFill>
        <p:spPr>
          <a:xfrm>
            <a:off x="7240137" y="3106187"/>
            <a:ext cx="1981181" cy="2137963"/>
          </a:xfrm>
          <a:prstGeom prst="rect">
            <a:avLst/>
          </a:prstGeom>
          <a:noFill/>
          <a:ln>
            <a:noFill/>
          </a:ln>
        </p:spPr>
      </p:pic>
    </p:spTree>
  </p:cSld>
  <p:clrMapOvr>
    <a:masterClrMapping/>
  </p:clrMapOvr>
</p:sldLayout>
</file>

<file path=ppt/slideLayouts/slideLayout2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 Title and Content">
  <p:cSld name="Title and Content_1">
    <p:spTree>
      <p:nvGrpSpPr>
        <p:cNvPr id="1708" name="Shape 1708"/>
        <p:cNvGrpSpPr/>
        <p:nvPr/>
      </p:nvGrpSpPr>
      <p:grpSpPr>
        <a:xfrm>
          <a:off x="0" y="0"/>
          <a:ext cx="0" cy="0"/>
          <a:chOff x="0" y="0"/>
          <a:chExt cx="0" cy="0"/>
        </a:xfrm>
      </p:grpSpPr>
      <p:cxnSp>
        <p:nvCxnSpPr>
          <p:cNvPr id="1709" name="Google Shape;1709;p266"/>
          <p:cNvCxnSpPr/>
          <p:nvPr/>
        </p:nvCxnSpPr>
        <p:spPr>
          <a:xfrm>
            <a:off x="457200" y="457200"/>
            <a:ext cx="8229600" cy="0"/>
          </a:xfrm>
          <a:prstGeom prst="straightConnector1">
            <a:avLst/>
          </a:prstGeom>
          <a:noFill/>
          <a:ln cap="flat" cmpd="sng" w="47625">
            <a:solidFill>
              <a:schemeClr val="dk1"/>
            </a:solidFill>
            <a:prstDash val="solid"/>
            <a:round/>
            <a:headEnd len="sm" w="sm" type="none"/>
            <a:tailEnd len="sm" w="sm" type="none"/>
          </a:ln>
        </p:spPr>
      </p:cxnSp>
      <p:sp>
        <p:nvSpPr>
          <p:cNvPr id="1710" name="Google Shape;1710;p266"/>
          <p:cNvSpPr txBox="1"/>
          <p:nvPr>
            <p:ph type="title"/>
          </p:nvPr>
        </p:nvSpPr>
        <p:spPr>
          <a:xfrm>
            <a:off x="457200" y="590550"/>
            <a:ext cx="7086600" cy="571500"/>
          </a:xfrm>
          <a:prstGeom prst="rect">
            <a:avLst/>
          </a:prstGeom>
          <a:noFill/>
          <a:ln>
            <a:noFill/>
          </a:ln>
        </p:spPr>
        <p:txBody>
          <a:bodyPr anchorCtr="0" anchor="t" bIns="0" lIns="0" spcFirstLastPara="1" rIns="0" wrap="square" tIns="0">
            <a:normAutofit/>
          </a:bodyPr>
          <a:lstStyle>
            <a:lvl1pPr lvl="0" algn="l">
              <a:lnSpc>
                <a:spcPct val="80000"/>
              </a:lnSpc>
              <a:spcBef>
                <a:spcPts val="0"/>
              </a:spcBef>
              <a:spcAft>
                <a:spcPts val="0"/>
              </a:spcAft>
              <a:buClr>
                <a:schemeClr val="dk1"/>
              </a:buClr>
              <a:buSzPts val="18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711" name="Google Shape;1711;p266"/>
          <p:cNvSpPr txBox="1"/>
          <p:nvPr>
            <p:ph idx="1" type="body"/>
          </p:nvPr>
        </p:nvSpPr>
        <p:spPr>
          <a:xfrm>
            <a:off x="457200" y="1352550"/>
            <a:ext cx="7086600" cy="30861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900"/>
              </a:spcBef>
              <a:spcAft>
                <a:spcPts val="0"/>
              </a:spcAft>
              <a:buClr>
                <a:schemeClr val="dk1"/>
              </a:buClr>
              <a:buSzPts val="1800"/>
              <a:buNone/>
              <a:defRPr/>
            </a:lvl1pPr>
            <a:lvl2pPr indent="-228600" lvl="1" marL="914400" algn="l">
              <a:lnSpc>
                <a:spcPct val="100000"/>
              </a:lnSpc>
              <a:spcBef>
                <a:spcPts val="900"/>
              </a:spcBef>
              <a:spcAft>
                <a:spcPts val="0"/>
              </a:spcAft>
              <a:buClr>
                <a:schemeClr val="dk1"/>
              </a:buClr>
              <a:buSzPts val="1800"/>
              <a:buNone/>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600"/>
              </a:spcBef>
              <a:spcAft>
                <a:spcPts val="0"/>
              </a:spcAft>
              <a:buClr>
                <a:schemeClr val="dk1"/>
              </a:buClr>
              <a:buSzPts val="1800"/>
              <a:buChar char="-"/>
              <a:defRPr/>
            </a:lvl4pPr>
            <a:lvl5pPr indent="-342900" lvl="4" marL="2286000" algn="l">
              <a:lnSpc>
                <a:spcPct val="100000"/>
              </a:lnSpc>
              <a:spcBef>
                <a:spcPts val="600"/>
              </a:spcBef>
              <a:spcAft>
                <a:spcPts val="0"/>
              </a:spcAft>
              <a:buClr>
                <a:schemeClr val="dk1"/>
              </a:buClr>
              <a:buSzPts val="1800"/>
              <a:buChar char="-"/>
              <a:defRPr/>
            </a:lvl5pPr>
            <a:lvl6pPr indent="-342900" lvl="5" marL="2743200" algn="l">
              <a:lnSpc>
                <a:spcPct val="100000"/>
              </a:lnSpc>
              <a:spcBef>
                <a:spcPts val="600"/>
              </a:spcBef>
              <a:spcAft>
                <a:spcPts val="0"/>
              </a:spcAft>
              <a:buClr>
                <a:schemeClr val="dk1"/>
              </a:buClr>
              <a:buSzPts val="1800"/>
              <a:buChar char="•"/>
              <a:defRPr/>
            </a:lvl6pPr>
            <a:lvl7pPr indent="-342900" lvl="6" marL="3200400" algn="l">
              <a:lnSpc>
                <a:spcPct val="100000"/>
              </a:lnSpc>
              <a:spcBef>
                <a:spcPts val="600"/>
              </a:spcBef>
              <a:spcAft>
                <a:spcPts val="0"/>
              </a:spcAft>
              <a:buClr>
                <a:schemeClr val="dk1"/>
              </a:buClr>
              <a:buSzPts val="1800"/>
              <a:buChar char="•"/>
              <a:defRPr/>
            </a:lvl7pPr>
            <a:lvl8pPr indent="-342900" lvl="7" marL="3657600" algn="l">
              <a:lnSpc>
                <a:spcPct val="100000"/>
              </a:lnSpc>
              <a:spcBef>
                <a:spcPts val="600"/>
              </a:spcBef>
              <a:spcAft>
                <a:spcPts val="0"/>
              </a:spcAft>
              <a:buClr>
                <a:schemeClr val="dk1"/>
              </a:buClr>
              <a:buSzPts val="1800"/>
              <a:buChar char="•"/>
              <a:defRPr/>
            </a:lvl8pPr>
            <a:lvl9pPr indent="-342900" lvl="8" marL="4114800" algn="l">
              <a:lnSpc>
                <a:spcPct val="100000"/>
              </a:lnSpc>
              <a:spcBef>
                <a:spcPts val="600"/>
              </a:spcBef>
              <a:spcAft>
                <a:spcPts val="0"/>
              </a:spcAft>
              <a:buClr>
                <a:schemeClr val="dk1"/>
              </a:buClr>
              <a:buSzPts val="1800"/>
              <a:buChar char="•"/>
              <a:defRPr/>
            </a:lvl9pPr>
          </a:lstStyle>
          <a:p/>
        </p:txBody>
      </p:sp>
      <p:sp>
        <p:nvSpPr>
          <p:cNvPr id="1712" name="Google Shape;1712;p266"/>
          <p:cNvSpPr txBox="1"/>
          <p:nvPr>
            <p:ph idx="12" type="sldNum"/>
          </p:nvPr>
        </p:nvSpPr>
        <p:spPr>
          <a:xfrm>
            <a:off x="8458200" y="4700016"/>
            <a:ext cx="228600" cy="1077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1pPr>
            <a:lvl2pPr indent="0" lvl="1"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2pPr>
            <a:lvl3pPr indent="0" lvl="2"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3pPr>
            <a:lvl4pPr indent="0" lvl="3"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4pPr>
            <a:lvl5pPr indent="0" lvl="4"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5pPr>
            <a:lvl6pPr indent="0" lvl="5"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6pPr>
            <a:lvl7pPr indent="0" lvl="6"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7pPr>
            <a:lvl8pPr indent="0" lvl="7"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8pPr>
            <a:lvl9pPr indent="0" lvl="8"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6_Slide_Ender 2 - White">
  <p:cSld name="Ender 2 - White">
    <p:bg>
      <p:bgPr>
        <a:solidFill>
          <a:srgbClr val="FFFFFF"/>
        </a:solidFill>
      </p:bgPr>
    </p:bg>
    <p:spTree>
      <p:nvGrpSpPr>
        <p:cNvPr id="1713" name="Shape 1713"/>
        <p:cNvGrpSpPr/>
        <p:nvPr/>
      </p:nvGrpSpPr>
      <p:grpSpPr>
        <a:xfrm>
          <a:off x="0" y="0"/>
          <a:ext cx="0" cy="0"/>
          <a:chOff x="0" y="0"/>
          <a:chExt cx="0" cy="0"/>
        </a:xfrm>
      </p:grpSpPr>
      <p:sp>
        <p:nvSpPr>
          <p:cNvPr id="1714" name="Google Shape;1714;p267"/>
          <p:cNvSpPr/>
          <p:nvPr/>
        </p:nvSpPr>
        <p:spPr>
          <a:xfrm>
            <a:off x="217609" y="4741252"/>
            <a:ext cx="6185400" cy="2241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1715" name="Google Shape;1715;p267"/>
          <p:cNvPicPr preferRelativeResize="0"/>
          <p:nvPr/>
        </p:nvPicPr>
        <p:blipFill rotWithShape="1">
          <a:blip r:embed="rId2">
            <a:alphaModFix/>
          </a:blip>
          <a:srcRect b="0" l="0" r="0" t="0"/>
          <a:stretch/>
        </p:blipFill>
        <p:spPr>
          <a:xfrm>
            <a:off x="3045619" y="1140198"/>
            <a:ext cx="3063717" cy="2865567"/>
          </a:xfrm>
          <a:prstGeom prst="rect">
            <a:avLst/>
          </a:prstGeom>
          <a:noFill/>
          <a:ln>
            <a:noFill/>
          </a:ln>
        </p:spPr>
      </p:pic>
    </p:spTree>
  </p:cSld>
  <p:clrMapOvr>
    <a:masterClrMapping/>
  </p:clrMapOvr>
</p:sldLayout>
</file>

<file path=ppt/slideLayouts/slideLayout2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_Slide_Divider - Black">
  <p:cSld name="Divider - Black">
    <p:bg>
      <p:bgPr>
        <a:solidFill>
          <a:schemeClr val="dk1"/>
        </a:solidFill>
      </p:bgPr>
    </p:bg>
    <p:spTree>
      <p:nvGrpSpPr>
        <p:cNvPr id="1716" name="Shape 1716"/>
        <p:cNvGrpSpPr/>
        <p:nvPr/>
      </p:nvGrpSpPr>
      <p:grpSpPr>
        <a:xfrm>
          <a:off x="0" y="0"/>
          <a:ext cx="0" cy="0"/>
          <a:chOff x="0" y="0"/>
          <a:chExt cx="0" cy="0"/>
        </a:xfrm>
      </p:grpSpPr>
      <p:sp>
        <p:nvSpPr>
          <p:cNvPr id="1717" name="Google Shape;1717;p268"/>
          <p:cNvSpPr txBox="1"/>
          <p:nvPr>
            <p:ph idx="1" type="body"/>
          </p:nvPr>
        </p:nvSpPr>
        <p:spPr>
          <a:xfrm>
            <a:off x="473869" y="2628900"/>
            <a:ext cx="4047000" cy="1314600"/>
          </a:xfrm>
          <a:prstGeom prst="rect">
            <a:avLst/>
          </a:prstGeom>
          <a:noFill/>
          <a:ln>
            <a:noFill/>
          </a:ln>
        </p:spPr>
        <p:txBody>
          <a:bodyPr anchorCtr="0" anchor="t" bIns="0" lIns="0" spcFirstLastPara="1" rIns="0" wrap="square" tIns="0">
            <a:normAutofit/>
          </a:bodyPr>
          <a:lstStyle>
            <a:lvl1pPr indent="-228600" lvl="0" marL="457200" algn="l">
              <a:lnSpc>
                <a:spcPct val="98125"/>
              </a:lnSpc>
              <a:spcBef>
                <a:spcPts val="0"/>
              </a:spcBef>
              <a:spcAft>
                <a:spcPts val="0"/>
              </a:spcAft>
              <a:buClr>
                <a:schemeClr val="lt1"/>
              </a:buClr>
              <a:buSzPts val="2400"/>
              <a:buNone/>
              <a:defRPr i="0" sz="2400">
                <a:solidFill>
                  <a:schemeClr val="lt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285750" lvl="5" marL="2743200" algn="l">
              <a:lnSpc>
                <a:spcPct val="90000"/>
              </a:lnSpc>
              <a:spcBef>
                <a:spcPts val="400"/>
              </a:spcBef>
              <a:spcAft>
                <a:spcPts val="0"/>
              </a:spcAft>
              <a:buClr>
                <a:schemeClr val="lt1"/>
              </a:buClr>
              <a:buSzPts val="900"/>
              <a:buChar char="•"/>
              <a:defRPr sz="900">
                <a:solidFill>
                  <a:schemeClr val="lt1"/>
                </a:solidFill>
              </a:defRPr>
            </a:lvl6pPr>
            <a:lvl7pPr indent="-285750" lvl="6" marL="3200400" algn="l">
              <a:lnSpc>
                <a:spcPct val="90000"/>
              </a:lnSpc>
              <a:spcBef>
                <a:spcPts val="400"/>
              </a:spcBef>
              <a:spcAft>
                <a:spcPts val="0"/>
              </a:spcAft>
              <a:buClr>
                <a:schemeClr val="lt1"/>
              </a:buClr>
              <a:buSzPts val="900"/>
              <a:buChar char="•"/>
              <a:defRPr sz="900">
                <a:solidFill>
                  <a:schemeClr val="lt1"/>
                </a:solidFill>
              </a:defRPr>
            </a:lvl7pPr>
            <a:lvl8pPr indent="-285750" lvl="7" marL="3657600" algn="l">
              <a:lnSpc>
                <a:spcPct val="90000"/>
              </a:lnSpc>
              <a:spcBef>
                <a:spcPts val="400"/>
              </a:spcBef>
              <a:spcAft>
                <a:spcPts val="0"/>
              </a:spcAft>
              <a:buClr>
                <a:schemeClr val="lt1"/>
              </a:buClr>
              <a:buSzPts val="900"/>
              <a:buChar char="•"/>
              <a:defRPr sz="900">
                <a:solidFill>
                  <a:schemeClr val="lt1"/>
                </a:solidFill>
              </a:defRPr>
            </a:lvl8pPr>
            <a:lvl9pPr indent="-285750" lvl="8" marL="4114800" algn="l">
              <a:lnSpc>
                <a:spcPct val="90000"/>
              </a:lnSpc>
              <a:spcBef>
                <a:spcPts val="400"/>
              </a:spcBef>
              <a:spcAft>
                <a:spcPts val="0"/>
              </a:spcAft>
              <a:buClr>
                <a:schemeClr val="lt1"/>
              </a:buClr>
              <a:buSzPts val="900"/>
              <a:buChar char="•"/>
              <a:defRPr sz="900">
                <a:solidFill>
                  <a:schemeClr val="lt1"/>
                </a:solidFill>
              </a:defRPr>
            </a:lvl9pPr>
          </a:lstStyle>
          <a:p/>
        </p:txBody>
      </p:sp>
      <p:sp>
        <p:nvSpPr>
          <p:cNvPr id="1718" name="Google Shape;1718;p268"/>
          <p:cNvSpPr txBox="1"/>
          <p:nvPr>
            <p:ph type="title"/>
          </p:nvPr>
        </p:nvSpPr>
        <p:spPr>
          <a:xfrm>
            <a:off x="473869" y="469107"/>
            <a:ext cx="6801000" cy="13251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accent6"/>
              </a:buClr>
              <a:buSzPts val="5000"/>
              <a:buFont typeface="Arial"/>
              <a:buNone/>
              <a:defRPr sz="5000">
                <a:solidFill>
                  <a:schemeClr val="accent6"/>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719" name="Google Shape;1719;p268"/>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720" name="Google Shape;1720;p268"/>
          <p:cNvSpPr txBox="1"/>
          <p:nvPr/>
        </p:nvSpPr>
        <p:spPr>
          <a:xfrm>
            <a:off x="2625367" y="4761251"/>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Arial"/>
                <a:ea typeface="Arial"/>
                <a:cs typeface="Arial"/>
                <a:sym typeface="Arial"/>
              </a:rPr>
              <a:t>Verizon confidential and proprietary. Unauthorized disclosure, reproduction or other use prohibited.</a:t>
            </a:r>
            <a:endParaRPr b="0" i="0" sz="11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Section Header">
  <p:cSld name="Section Header">
    <p:bg>
      <p:bgPr>
        <a:solidFill>
          <a:schemeClr val="dk1"/>
        </a:solidFill>
      </p:bgPr>
    </p:bg>
    <p:spTree>
      <p:nvGrpSpPr>
        <p:cNvPr id="1721" name="Shape 1721"/>
        <p:cNvGrpSpPr/>
        <p:nvPr/>
      </p:nvGrpSpPr>
      <p:grpSpPr>
        <a:xfrm>
          <a:off x="0" y="0"/>
          <a:ext cx="0" cy="0"/>
          <a:chOff x="0" y="0"/>
          <a:chExt cx="0" cy="0"/>
        </a:xfrm>
      </p:grpSpPr>
      <p:sp>
        <p:nvSpPr>
          <p:cNvPr id="1722" name="Google Shape;1722;p269"/>
          <p:cNvSpPr txBox="1"/>
          <p:nvPr>
            <p:ph type="title"/>
          </p:nvPr>
        </p:nvSpPr>
        <p:spPr>
          <a:xfrm>
            <a:off x="457200" y="594359"/>
            <a:ext cx="7086600" cy="1413600"/>
          </a:xfrm>
          <a:prstGeom prst="rect">
            <a:avLst/>
          </a:prstGeom>
          <a:noFill/>
          <a:ln>
            <a:noFill/>
          </a:ln>
        </p:spPr>
        <p:txBody>
          <a:bodyPr anchorCtr="0" anchor="t" bIns="0" lIns="0" spcFirstLastPara="1" rIns="0" wrap="square" tIns="0">
            <a:normAutofit/>
          </a:bodyPr>
          <a:lstStyle>
            <a:lvl1pPr lvl="0" algn="l">
              <a:lnSpc>
                <a:spcPct val="80000"/>
              </a:lnSpc>
              <a:spcBef>
                <a:spcPts val="0"/>
              </a:spcBef>
              <a:spcAft>
                <a:spcPts val="0"/>
              </a:spcAft>
              <a:buClr>
                <a:schemeClr val="lt1"/>
              </a:buClr>
              <a:buSzPts val="4000"/>
              <a:buFont typeface="Verizon NHG DS"/>
              <a:buNone/>
              <a:defRPr b="1" sz="4000" cap="none">
                <a:solidFill>
                  <a:schemeClr val="l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723" name="Google Shape;1723;p269"/>
          <p:cNvSpPr txBox="1"/>
          <p:nvPr>
            <p:ph idx="1" type="body"/>
          </p:nvPr>
        </p:nvSpPr>
        <p:spPr>
          <a:xfrm>
            <a:off x="457200" y="2057400"/>
            <a:ext cx="7086600" cy="23811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900"/>
              </a:spcBef>
              <a:spcAft>
                <a:spcPts val="0"/>
              </a:spcAft>
              <a:buClr>
                <a:schemeClr val="lt1"/>
              </a:buClr>
              <a:buSzPts val="1800"/>
              <a:buFont typeface="Verizon NHG TX"/>
              <a:buNone/>
              <a:defRPr b="0" i="0" sz="1800">
                <a:solidFill>
                  <a:schemeClr val="lt1"/>
                </a:solidFill>
                <a:latin typeface="Verizon NHG TX"/>
                <a:ea typeface="Verizon NHG TX"/>
                <a:cs typeface="Verizon NHG TX"/>
                <a:sym typeface="Verizon NHG TX"/>
              </a:defRPr>
            </a:lvl1pPr>
            <a:lvl2pPr indent="-228600" lvl="1" marL="914400" algn="l">
              <a:lnSpc>
                <a:spcPct val="100000"/>
              </a:lnSpc>
              <a:spcBef>
                <a:spcPts val="900"/>
              </a:spcBef>
              <a:spcAft>
                <a:spcPts val="0"/>
              </a:spcAft>
              <a:buClr>
                <a:schemeClr val="lt1"/>
              </a:buClr>
              <a:buSzPts val="1800"/>
              <a:buFont typeface="Verizon NHG TX"/>
              <a:buNone/>
              <a:defRPr b="0" i="0" sz="1800">
                <a:solidFill>
                  <a:schemeClr val="lt1"/>
                </a:solidFill>
                <a:latin typeface="Verizon NHG TX"/>
                <a:ea typeface="Verizon NHG TX"/>
                <a:cs typeface="Verizon NHG TX"/>
                <a:sym typeface="Verizon NHG TX"/>
              </a:defRPr>
            </a:lvl2pPr>
            <a:lvl3pPr indent="-342900" lvl="2" marL="1371600" algn="l">
              <a:lnSpc>
                <a:spcPct val="100000"/>
              </a:lnSpc>
              <a:spcBef>
                <a:spcPts val="600"/>
              </a:spcBef>
              <a:spcAft>
                <a:spcPts val="0"/>
              </a:spcAft>
              <a:buClr>
                <a:schemeClr val="lt1"/>
              </a:buClr>
              <a:buSzPts val="1800"/>
              <a:buChar char="•"/>
              <a:defRPr b="0" i="0" sz="1800">
                <a:solidFill>
                  <a:schemeClr val="lt1"/>
                </a:solidFill>
                <a:latin typeface="Verizon NHG TX"/>
                <a:ea typeface="Verizon NHG TX"/>
                <a:cs typeface="Verizon NHG TX"/>
                <a:sym typeface="Verizon NHG TX"/>
              </a:defRPr>
            </a:lvl3pPr>
            <a:lvl4pPr indent="-342900" lvl="3" marL="1828800" algn="l">
              <a:lnSpc>
                <a:spcPct val="100000"/>
              </a:lnSpc>
              <a:spcBef>
                <a:spcPts val="600"/>
              </a:spcBef>
              <a:spcAft>
                <a:spcPts val="0"/>
              </a:spcAft>
              <a:buClr>
                <a:schemeClr val="lt1"/>
              </a:buClr>
              <a:buSzPts val="1800"/>
              <a:buChar char="-"/>
              <a:defRPr b="0" i="0" sz="1800">
                <a:solidFill>
                  <a:schemeClr val="lt1"/>
                </a:solidFill>
                <a:latin typeface="Verizon NHG TX"/>
                <a:ea typeface="Verizon NHG TX"/>
                <a:cs typeface="Verizon NHG TX"/>
                <a:sym typeface="Verizon NHG TX"/>
              </a:defRPr>
            </a:lvl4pPr>
            <a:lvl5pPr indent="-342900" lvl="4" marL="2286000" algn="l">
              <a:lnSpc>
                <a:spcPct val="100000"/>
              </a:lnSpc>
              <a:spcBef>
                <a:spcPts val="600"/>
              </a:spcBef>
              <a:spcAft>
                <a:spcPts val="0"/>
              </a:spcAft>
              <a:buClr>
                <a:schemeClr val="lt1"/>
              </a:buClr>
              <a:buSzPts val="1800"/>
              <a:buChar char="-"/>
              <a:defRPr b="0" i="0" sz="1800">
                <a:solidFill>
                  <a:schemeClr val="lt1"/>
                </a:solidFill>
                <a:latin typeface="Verizon NHG TX"/>
                <a:ea typeface="Verizon NHG TX"/>
                <a:cs typeface="Verizon NHG TX"/>
                <a:sym typeface="Verizon NHG TX"/>
              </a:defRPr>
            </a:lvl5pPr>
            <a:lvl6pPr indent="-342900" lvl="5" marL="2743200" algn="l">
              <a:lnSpc>
                <a:spcPct val="100000"/>
              </a:lnSpc>
              <a:spcBef>
                <a:spcPts val="600"/>
              </a:spcBef>
              <a:spcAft>
                <a:spcPts val="0"/>
              </a:spcAft>
              <a:buClr>
                <a:schemeClr val="dk1"/>
              </a:buClr>
              <a:buSzPts val="1800"/>
              <a:buChar char="•"/>
              <a:defRPr sz="1800"/>
            </a:lvl6pPr>
            <a:lvl7pPr indent="-342900" lvl="6" marL="3200400" algn="l">
              <a:lnSpc>
                <a:spcPct val="100000"/>
              </a:lnSpc>
              <a:spcBef>
                <a:spcPts val="600"/>
              </a:spcBef>
              <a:spcAft>
                <a:spcPts val="0"/>
              </a:spcAft>
              <a:buClr>
                <a:schemeClr val="dk1"/>
              </a:buClr>
              <a:buSzPts val="1800"/>
              <a:buChar char="•"/>
              <a:defRPr sz="1800"/>
            </a:lvl7pPr>
            <a:lvl8pPr indent="-342900" lvl="7" marL="3657600" algn="l">
              <a:lnSpc>
                <a:spcPct val="100000"/>
              </a:lnSpc>
              <a:spcBef>
                <a:spcPts val="600"/>
              </a:spcBef>
              <a:spcAft>
                <a:spcPts val="0"/>
              </a:spcAft>
              <a:buClr>
                <a:schemeClr val="dk1"/>
              </a:buClr>
              <a:buSzPts val="1800"/>
              <a:buChar char="•"/>
              <a:defRPr sz="1800"/>
            </a:lvl8pPr>
            <a:lvl9pPr indent="-342900" lvl="8" marL="4114800" algn="l">
              <a:lnSpc>
                <a:spcPct val="100000"/>
              </a:lnSpc>
              <a:spcBef>
                <a:spcPts val="600"/>
              </a:spcBef>
              <a:spcAft>
                <a:spcPts val="0"/>
              </a:spcAft>
              <a:buClr>
                <a:schemeClr val="dk1"/>
              </a:buClr>
              <a:buSzPts val="1800"/>
              <a:buChar char="•"/>
              <a:defRPr sz="1800"/>
            </a:lvl9pPr>
          </a:lstStyle>
          <a:p/>
        </p:txBody>
      </p:sp>
      <p:cxnSp>
        <p:nvCxnSpPr>
          <p:cNvPr id="1724" name="Google Shape;1724;p269"/>
          <p:cNvCxnSpPr/>
          <p:nvPr/>
        </p:nvCxnSpPr>
        <p:spPr>
          <a:xfrm>
            <a:off x="457200" y="457200"/>
            <a:ext cx="8229600" cy="0"/>
          </a:xfrm>
          <a:prstGeom prst="straightConnector1">
            <a:avLst/>
          </a:prstGeom>
          <a:noFill/>
          <a:ln cap="flat" cmpd="sng" w="47625">
            <a:solidFill>
              <a:schemeClr val="lt1"/>
            </a:solidFill>
            <a:prstDash val="solid"/>
            <a:round/>
            <a:headEnd len="sm" w="sm" type="none"/>
            <a:tailEnd len="sm" w="sm" type="none"/>
          </a:ln>
        </p:spPr>
      </p:cxnSp>
      <p:sp>
        <p:nvSpPr>
          <p:cNvPr id="1725" name="Google Shape;1725;p269"/>
          <p:cNvSpPr txBox="1"/>
          <p:nvPr>
            <p:ph idx="12" type="sldNum"/>
          </p:nvPr>
        </p:nvSpPr>
        <p:spPr>
          <a:xfrm>
            <a:off x="8458200" y="4700016"/>
            <a:ext cx="228600" cy="1077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700"/>
              <a:buFont typeface="Arial"/>
              <a:buNone/>
              <a:defRPr b="1" i="0" sz="700" u="none" cap="none" strike="noStrike">
                <a:solidFill>
                  <a:schemeClr val="lt2"/>
                </a:solidFill>
                <a:latin typeface="Verizon NHG DS"/>
                <a:ea typeface="Verizon NHG DS"/>
                <a:cs typeface="Verizon NHG DS"/>
                <a:sym typeface="Verizon NHG DS"/>
              </a:defRPr>
            </a:lvl1pPr>
            <a:lvl2pPr indent="0" lvl="1" marL="0" marR="0" algn="r">
              <a:lnSpc>
                <a:spcPct val="100000"/>
              </a:lnSpc>
              <a:spcBef>
                <a:spcPts val="0"/>
              </a:spcBef>
              <a:spcAft>
                <a:spcPts val="0"/>
              </a:spcAft>
              <a:buClr>
                <a:srgbClr val="000000"/>
              </a:buClr>
              <a:buSzPts val="700"/>
              <a:buFont typeface="Arial"/>
              <a:buNone/>
              <a:defRPr b="1" i="0" sz="700" u="none" cap="none" strike="noStrike">
                <a:solidFill>
                  <a:schemeClr val="lt2"/>
                </a:solidFill>
                <a:latin typeface="Verizon NHG DS"/>
                <a:ea typeface="Verizon NHG DS"/>
                <a:cs typeface="Verizon NHG DS"/>
                <a:sym typeface="Verizon NHG DS"/>
              </a:defRPr>
            </a:lvl2pPr>
            <a:lvl3pPr indent="0" lvl="2" marL="0" marR="0" algn="r">
              <a:lnSpc>
                <a:spcPct val="100000"/>
              </a:lnSpc>
              <a:spcBef>
                <a:spcPts val="0"/>
              </a:spcBef>
              <a:spcAft>
                <a:spcPts val="0"/>
              </a:spcAft>
              <a:buClr>
                <a:srgbClr val="000000"/>
              </a:buClr>
              <a:buSzPts val="700"/>
              <a:buFont typeface="Arial"/>
              <a:buNone/>
              <a:defRPr b="1" i="0" sz="700" u="none" cap="none" strike="noStrike">
                <a:solidFill>
                  <a:schemeClr val="lt2"/>
                </a:solidFill>
                <a:latin typeface="Verizon NHG DS"/>
                <a:ea typeface="Verizon NHG DS"/>
                <a:cs typeface="Verizon NHG DS"/>
                <a:sym typeface="Verizon NHG DS"/>
              </a:defRPr>
            </a:lvl3pPr>
            <a:lvl4pPr indent="0" lvl="3" marL="0" marR="0" algn="r">
              <a:lnSpc>
                <a:spcPct val="100000"/>
              </a:lnSpc>
              <a:spcBef>
                <a:spcPts val="0"/>
              </a:spcBef>
              <a:spcAft>
                <a:spcPts val="0"/>
              </a:spcAft>
              <a:buClr>
                <a:srgbClr val="000000"/>
              </a:buClr>
              <a:buSzPts val="700"/>
              <a:buFont typeface="Arial"/>
              <a:buNone/>
              <a:defRPr b="1" i="0" sz="700" u="none" cap="none" strike="noStrike">
                <a:solidFill>
                  <a:schemeClr val="lt2"/>
                </a:solidFill>
                <a:latin typeface="Verizon NHG DS"/>
                <a:ea typeface="Verizon NHG DS"/>
                <a:cs typeface="Verizon NHG DS"/>
                <a:sym typeface="Verizon NHG DS"/>
              </a:defRPr>
            </a:lvl4pPr>
            <a:lvl5pPr indent="0" lvl="4" marL="0" marR="0" algn="r">
              <a:lnSpc>
                <a:spcPct val="100000"/>
              </a:lnSpc>
              <a:spcBef>
                <a:spcPts val="0"/>
              </a:spcBef>
              <a:spcAft>
                <a:spcPts val="0"/>
              </a:spcAft>
              <a:buClr>
                <a:srgbClr val="000000"/>
              </a:buClr>
              <a:buSzPts val="700"/>
              <a:buFont typeface="Arial"/>
              <a:buNone/>
              <a:defRPr b="1" i="0" sz="700" u="none" cap="none" strike="noStrike">
                <a:solidFill>
                  <a:schemeClr val="lt2"/>
                </a:solidFill>
                <a:latin typeface="Verizon NHG DS"/>
                <a:ea typeface="Verizon NHG DS"/>
                <a:cs typeface="Verizon NHG DS"/>
                <a:sym typeface="Verizon NHG DS"/>
              </a:defRPr>
            </a:lvl5pPr>
            <a:lvl6pPr indent="0" lvl="5" marL="0" marR="0" algn="r">
              <a:lnSpc>
                <a:spcPct val="100000"/>
              </a:lnSpc>
              <a:spcBef>
                <a:spcPts val="0"/>
              </a:spcBef>
              <a:spcAft>
                <a:spcPts val="0"/>
              </a:spcAft>
              <a:buClr>
                <a:srgbClr val="000000"/>
              </a:buClr>
              <a:buSzPts val="700"/>
              <a:buFont typeface="Arial"/>
              <a:buNone/>
              <a:defRPr b="1" i="0" sz="700" u="none" cap="none" strike="noStrike">
                <a:solidFill>
                  <a:schemeClr val="lt2"/>
                </a:solidFill>
                <a:latin typeface="Verizon NHG DS"/>
                <a:ea typeface="Verizon NHG DS"/>
                <a:cs typeface="Verizon NHG DS"/>
                <a:sym typeface="Verizon NHG DS"/>
              </a:defRPr>
            </a:lvl6pPr>
            <a:lvl7pPr indent="0" lvl="6" marL="0" marR="0" algn="r">
              <a:lnSpc>
                <a:spcPct val="100000"/>
              </a:lnSpc>
              <a:spcBef>
                <a:spcPts val="0"/>
              </a:spcBef>
              <a:spcAft>
                <a:spcPts val="0"/>
              </a:spcAft>
              <a:buClr>
                <a:srgbClr val="000000"/>
              </a:buClr>
              <a:buSzPts val="700"/>
              <a:buFont typeface="Arial"/>
              <a:buNone/>
              <a:defRPr b="1" i="0" sz="700" u="none" cap="none" strike="noStrike">
                <a:solidFill>
                  <a:schemeClr val="lt2"/>
                </a:solidFill>
                <a:latin typeface="Verizon NHG DS"/>
                <a:ea typeface="Verizon NHG DS"/>
                <a:cs typeface="Verizon NHG DS"/>
                <a:sym typeface="Verizon NHG DS"/>
              </a:defRPr>
            </a:lvl7pPr>
            <a:lvl8pPr indent="0" lvl="7" marL="0" marR="0" algn="r">
              <a:lnSpc>
                <a:spcPct val="100000"/>
              </a:lnSpc>
              <a:spcBef>
                <a:spcPts val="0"/>
              </a:spcBef>
              <a:spcAft>
                <a:spcPts val="0"/>
              </a:spcAft>
              <a:buClr>
                <a:srgbClr val="000000"/>
              </a:buClr>
              <a:buSzPts val="700"/>
              <a:buFont typeface="Arial"/>
              <a:buNone/>
              <a:defRPr b="1" i="0" sz="700" u="none" cap="none" strike="noStrike">
                <a:solidFill>
                  <a:schemeClr val="lt2"/>
                </a:solidFill>
                <a:latin typeface="Verizon NHG DS"/>
                <a:ea typeface="Verizon NHG DS"/>
                <a:cs typeface="Verizon NHG DS"/>
                <a:sym typeface="Verizon NHG DS"/>
              </a:defRPr>
            </a:lvl8pPr>
            <a:lvl9pPr indent="0" lvl="8" marL="0" marR="0" algn="r">
              <a:lnSpc>
                <a:spcPct val="100000"/>
              </a:lnSpc>
              <a:spcBef>
                <a:spcPts val="0"/>
              </a:spcBef>
              <a:spcAft>
                <a:spcPts val="0"/>
              </a:spcAft>
              <a:buClr>
                <a:srgbClr val="000000"/>
              </a:buClr>
              <a:buSzPts val="700"/>
              <a:buFont typeface="Arial"/>
              <a:buNone/>
              <a:defRPr b="1" i="0" sz="700" u="none" cap="none" strike="noStrike">
                <a:solidFill>
                  <a:schemeClr val="lt2"/>
                </a:solidFill>
                <a:latin typeface="Verizon NHG DS"/>
                <a:ea typeface="Verizon NHG DS"/>
                <a:cs typeface="Verizon NHG DS"/>
                <a:sym typeface="Verizon NHG DS"/>
              </a:defRPr>
            </a:lvl9pPr>
          </a:lstStyle>
          <a:p>
            <a:pPr indent="0" lvl="0" marL="0" rtl="0" algn="r">
              <a:spcBef>
                <a:spcPts val="0"/>
              </a:spcBef>
              <a:spcAft>
                <a:spcPts val="0"/>
              </a:spcAft>
              <a:buNone/>
            </a:pPr>
            <a:fld id="{00000000-1234-1234-1234-123412341234}" type="slidenum">
              <a:rPr lang="en"/>
              <a:t>‹#›</a:t>
            </a:fld>
            <a:endParaRPr/>
          </a:p>
        </p:txBody>
      </p:sp>
      <p:sp>
        <p:nvSpPr>
          <p:cNvPr id="1726" name="Google Shape;1726;p269"/>
          <p:cNvSpPr txBox="1"/>
          <p:nvPr/>
        </p:nvSpPr>
        <p:spPr>
          <a:xfrm>
            <a:off x="1012342" y="4700016"/>
            <a:ext cx="7124700" cy="213300"/>
          </a:xfrm>
          <a:prstGeom prst="rect">
            <a:avLst/>
          </a:prstGeom>
          <a:noFill/>
          <a:ln>
            <a:noFill/>
          </a:ln>
        </p:spPr>
        <p:txBody>
          <a:bodyPr anchorCtr="0" anchor="b" bIns="0" lIns="0" spcFirstLastPara="1" rIns="0" wrap="square" tIns="0">
            <a:noAutofit/>
          </a:bodyPr>
          <a:lstStyle/>
          <a:p>
            <a:pPr indent="0" lvl="0" marL="0" marR="0" rtl="0" algn="ctr">
              <a:lnSpc>
                <a:spcPct val="113846"/>
              </a:lnSpc>
              <a:spcBef>
                <a:spcPts val="0"/>
              </a:spcBef>
              <a:spcAft>
                <a:spcPts val="0"/>
              </a:spcAft>
              <a:buClr>
                <a:srgbClr val="000000"/>
              </a:buClr>
              <a:buSzPts val="650"/>
              <a:buFont typeface="Arial"/>
              <a:buNone/>
            </a:pPr>
            <a:r>
              <a:rPr b="0" i="0" lang="en" sz="650" u="none" cap="none" strike="noStrike">
                <a:solidFill>
                  <a:schemeClr val="lt1"/>
                </a:solidFill>
                <a:latin typeface="Verizon NHG DS"/>
                <a:ea typeface="Verizon NHG DS"/>
                <a:cs typeface="Verizon NHG DS"/>
                <a:sym typeface="Verizon NHG DS"/>
              </a:rPr>
              <a:t>Verizon confidential and proprietary. Unauthorized disclosure, reproduction or other use prohibited.</a:t>
            </a:r>
            <a:endParaRPr b="0" i="0" sz="650" u="none" cap="none" strike="noStrike">
              <a:solidFill>
                <a:schemeClr val="lt1"/>
              </a:solidFill>
              <a:latin typeface="Verizon NHG DS"/>
              <a:ea typeface="Verizon NHG DS"/>
              <a:cs typeface="Verizon NHG DS"/>
              <a:sym typeface="Verizon NHG DS"/>
            </a:endParaRPr>
          </a:p>
        </p:txBody>
      </p:sp>
    </p:spTree>
  </p:cSld>
  <p:clrMapOvr>
    <a:masterClrMapping/>
  </p:clrMapOvr>
</p:sldLayout>
</file>

<file path=ppt/slideLayouts/slideLayout2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 Title and Content 1">
  <p:cSld name="Title and Content_2">
    <p:spTree>
      <p:nvGrpSpPr>
        <p:cNvPr id="1727" name="Shape 1727"/>
        <p:cNvGrpSpPr/>
        <p:nvPr/>
      </p:nvGrpSpPr>
      <p:grpSpPr>
        <a:xfrm>
          <a:off x="0" y="0"/>
          <a:ext cx="0" cy="0"/>
          <a:chOff x="0" y="0"/>
          <a:chExt cx="0" cy="0"/>
        </a:xfrm>
      </p:grpSpPr>
      <p:cxnSp>
        <p:nvCxnSpPr>
          <p:cNvPr id="1728" name="Google Shape;1728;p270"/>
          <p:cNvCxnSpPr/>
          <p:nvPr/>
        </p:nvCxnSpPr>
        <p:spPr>
          <a:xfrm>
            <a:off x="457200" y="457200"/>
            <a:ext cx="8229600" cy="0"/>
          </a:xfrm>
          <a:prstGeom prst="straightConnector1">
            <a:avLst/>
          </a:prstGeom>
          <a:noFill/>
          <a:ln cap="flat" cmpd="sng" w="47625">
            <a:solidFill>
              <a:schemeClr val="dk1"/>
            </a:solidFill>
            <a:prstDash val="solid"/>
            <a:round/>
            <a:headEnd len="sm" w="sm" type="none"/>
            <a:tailEnd len="sm" w="sm" type="none"/>
          </a:ln>
        </p:spPr>
      </p:cxnSp>
      <p:sp>
        <p:nvSpPr>
          <p:cNvPr id="1729" name="Google Shape;1729;p270"/>
          <p:cNvSpPr txBox="1"/>
          <p:nvPr>
            <p:ph type="title"/>
          </p:nvPr>
        </p:nvSpPr>
        <p:spPr>
          <a:xfrm>
            <a:off x="457200" y="590550"/>
            <a:ext cx="7086600" cy="571500"/>
          </a:xfrm>
          <a:prstGeom prst="rect">
            <a:avLst/>
          </a:prstGeom>
          <a:noFill/>
          <a:ln>
            <a:noFill/>
          </a:ln>
        </p:spPr>
        <p:txBody>
          <a:bodyPr anchorCtr="0" anchor="t" bIns="0" lIns="0" spcFirstLastPara="1" rIns="0" wrap="square" tIns="0">
            <a:normAutofit/>
          </a:bodyPr>
          <a:lstStyle>
            <a:lvl1pPr lvl="0" algn="l">
              <a:lnSpc>
                <a:spcPct val="80000"/>
              </a:lnSpc>
              <a:spcBef>
                <a:spcPts val="0"/>
              </a:spcBef>
              <a:spcAft>
                <a:spcPts val="0"/>
              </a:spcAft>
              <a:buClr>
                <a:schemeClr val="dk1"/>
              </a:buClr>
              <a:buSzPts val="18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730" name="Google Shape;1730;p270"/>
          <p:cNvSpPr txBox="1"/>
          <p:nvPr>
            <p:ph idx="1" type="body"/>
          </p:nvPr>
        </p:nvSpPr>
        <p:spPr>
          <a:xfrm>
            <a:off x="457200" y="1352550"/>
            <a:ext cx="7086600" cy="30861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900"/>
              </a:spcBef>
              <a:spcAft>
                <a:spcPts val="0"/>
              </a:spcAft>
              <a:buClr>
                <a:schemeClr val="dk1"/>
              </a:buClr>
              <a:buSzPts val="1800"/>
              <a:buNone/>
              <a:defRPr/>
            </a:lvl1pPr>
            <a:lvl2pPr indent="-228600" lvl="1" marL="914400" algn="l">
              <a:lnSpc>
                <a:spcPct val="100000"/>
              </a:lnSpc>
              <a:spcBef>
                <a:spcPts val="900"/>
              </a:spcBef>
              <a:spcAft>
                <a:spcPts val="0"/>
              </a:spcAft>
              <a:buClr>
                <a:schemeClr val="dk1"/>
              </a:buClr>
              <a:buSzPts val="1800"/>
              <a:buNone/>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600"/>
              </a:spcBef>
              <a:spcAft>
                <a:spcPts val="0"/>
              </a:spcAft>
              <a:buClr>
                <a:schemeClr val="dk1"/>
              </a:buClr>
              <a:buSzPts val="1800"/>
              <a:buChar char="-"/>
              <a:defRPr/>
            </a:lvl4pPr>
            <a:lvl5pPr indent="-342900" lvl="4" marL="2286000" algn="l">
              <a:lnSpc>
                <a:spcPct val="100000"/>
              </a:lnSpc>
              <a:spcBef>
                <a:spcPts val="600"/>
              </a:spcBef>
              <a:spcAft>
                <a:spcPts val="0"/>
              </a:spcAft>
              <a:buClr>
                <a:schemeClr val="dk1"/>
              </a:buClr>
              <a:buSzPts val="1800"/>
              <a:buChar char="-"/>
              <a:defRPr/>
            </a:lvl5pPr>
            <a:lvl6pPr indent="-342900" lvl="5" marL="2743200" algn="l">
              <a:lnSpc>
                <a:spcPct val="100000"/>
              </a:lnSpc>
              <a:spcBef>
                <a:spcPts val="600"/>
              </a:spcBef>
              <a:spcAft>
                <a:spcPts val="0"/>
              </a:spcAft>
              <a:buClr>
                <a:schemeClr val="dk1"/>
              </a:buClr>
              <a:buSzPts val="1800"/>
              <a:buChar char="•"/>
              <a:defRPr/>
            </a:lvl6pPr>
            <a:lvl7pPr indent="-342900" lvl="6" marL="3200400" algn="l">
              <a:lnSpc>
                <a:spcPct val="100000"/>
              </a:lnSpc>
              <a:spcBef>
                <a:spcPts val="600"/>
              </a:spcBef>
              <a:spcAft>
                <a:spcPts val="0"/>
              </a:spcAft>
              <a:buClr>
                <a:schemeClr val="dk1"/>
              </a:buClr>
              <a:buSzPts val="1800"/>
              <a:buChar char="•"/>
              <a:defRPr/>
            </a:lvl7pPr>
            <a:lvl8pPr indent="-342900" lvl="7" marL="3657600" algn="l">
              <a:lnSpc>
                <a:spcPct val="100000"/>
              </a:lnSpc>
              <a:spcBef>
                <a:spcPts val="600"/>
              </a:spcBef>
              <a:spcAft>
                <a:spcPts val="0"/>
              </a:spcAft>
              <a:buClr>
                <a:schemeClr val="dk1"/>
              </a:buClr>
              <a:buSzPts val="1800"/>
              <a:buChar char="•"/>
              <a:defRPr/>
            </a:lvl8pPr>
            <a:lvl9pPr indent="-342900" lvl="8" marL="4114800" algn="l">
              <a:lnSpc>
                <a:spcPct val="100000"/>
              </a:lnSpc>
              <a:spcBef>
                <a:spcPts val="600"/>
              </a:spcBef>
              <a:spcAft>
                <a:spcPts val="0"/>
              </a:spcAft>
              <a:buClr>
                <a:schemeClr val="dk1"/>
              </a:buClr>
              <a:buSzPts val="1800"/>
              <a:buChar char="•"/>
              <a:defRPr/>
            </a:lvl9pPr>
          </a:lstStyle>
          <a:p/>
        </p:txBody>
      </p:sp>
      <p:sp>
        <p:nvSpPr>
          <p:cNvPr id="1731" name="Google Shape;1731;p270"/>
          <p:cNvSpPr txBox="1"/>
          <p:nvPr>
            <p:ph idx="12" type="sldNum"/>
          </p:nvPr>
        </p:nvSpPr>
        <p:spPr>
          <a:xfrm>
            <a:off x="8458200" y="4700016"/>
            <a:ext cx="228600" cy="1077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1pPr>
            <a:lvl2pPr indent="0" lvl="1"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2pPr>
            <a:lvl3pPr indent="0" lvl="2"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3pPr>
            <a:lvl4pPr indent="0" lvl="3"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4pPr>
            <a:lvl5pPr indent="0" lvl="4"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5pPr>
            <a:lvl6pPr indent="0" lvl="5"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6pPr>
            <a:lvl7pPr indent="0" lvl="6"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7pPr>
            <a:lvl8pPr indent="0" lvl="7"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8pPr>
            <a:lvl9pPr indent="0" lvl="8"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No Overline">
  <p:cSld name="Complex Chart">
    <p:spTree>
      <p:nvGrpSpPr>
        <p:cNvPr id="1732" name="Shape 1732"/>
        <p:cNvGrpSpPr/>
        <p:nvPr/>
      </p:nvGrpSpPr>
      <p:grpSpPr>
        <a:xfrm>
          <a:off x="0" y="0"/>
          <a:ext cx="0" cy="0"/>
          <a:chOff x="0" y="0"/>
          <a:chExt cx="0" cy="0"/>
        </a:xfrm>
      </p:grpSpPr>
      <p:sp>
        <p:nvSpPr>
          <p:cNvPr id="1733" name="Google Shape;1733;p271"/>
          <p:cNvSpPr txBox="1"/>
          <p:nvPr>
            <p:ph idx="12" type="sldNum"/>
          </p:nvPr>
        </p:nvSpPr>
        <p:spPr>
          <a:xfrm>
            <a:off x="8458200" y="4700016"/>
            <a:ext cx="228600" cy="1077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1pPr>
            <a:lvl2pPr indent="0" lvl="1"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2pPr>
            <a:lvl3pPr indent="0" lvl="2"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3pPr>
            <a:lvl4pPr indent="0" lvl="3"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4pPr>
            <a:lvl5pPr indent="0" lvl="4"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5pPr>
            <a:lvl6pPr indent="0" lvl="5"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6pPr>
            <a:lvl7pPr indent="0" lvl="6"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7pPr>
            <a:lvl8pPr indent="0" lvl="7"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8pPr>
            <a:lvl9pPr indent="0" lvl="8"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9pPr>
          </a:lstStyle>
          <a:p>
            <a:pPr indent="0" lvl="0" marL="0" rtl="0" algn="r">
              <a:spcBef>
                <a:spcPts val="0"/>
              </a:spcBef>
              <a:spcAft>
                <a:spcPts val="0"/>
              </a:spcAft>
              <a:buNone/>
            </a:pPr>
            <a:fld id="{00000000-1234-1234-1234-123412341234}" type="slidenum">
              <a:rPr lang="en"/>
              <a:t>‹#›</a:t>
            </a:fld>
            <a:endParaRPr/>
          </a:p>
        </p:txBody>
      </p:sp>
      <p:sp>
        <p:nvSpPr>
          <p:cNvPr id="1734" name="Google Shape;1734;p271"/>
          <p:cNvSpPr txBox="1"/>
          <p:nvPr>
            <p:ph type="title"/>
          </p:nvPr>
        </p:nvSpPr>
        <p:spPr>
          <a:xfrm>
            <a:off x="457200" y="247650"/>
            <a:ext cx="7086600" cy="685800"/>
          </a:xfrm>
          <a:prstGeom prst="rect">
            <a:avLst/>
          </a:prstGeom>
          <a:noFill/>
          <a:ln>
            <a:noFill/>
          </a:ln>
        </p:spPr>
        <p:txBody>
          <a:bodyPr anchorCtr="0" anchor="t" bIns="0" lIns="0" spcFirstLastPara="1" rIns="0" wrap="square" tIns="0">
            <a:normAutofit/>
          </a:bodyPr>
          <a:lstStyle>
            <a:lvl1pPr lvl="0" algn="l">
              <a:lnSpc>
                <a:spcPct val="80000"/>
              </a:lnSpc>
              <a:spcBef>
                <a:spcPts val="0"/>
              </a:spcBef>
              <a:spcAft>
                <a:spcPts val="0"/>
              </a:spcAft>
              <a:buClr>
                <a:schemeClr val="dk1"/>
              </a:buClr>
              <a:buSzPts val="18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735" name="Google Shape;1735;p271"/>
          <p:cNvSpPr txBox="1"/>
          <p:nvPr>
            <p:ph idx="1" type="body"/>
          </p:nvPr>
        </p:nvSpPr>
        <p:spPr>
          <a:xfrm>
            <a:off x="457200" y="590550"/>
            <a:ext cx="8229600" cy="38481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900"/>
              </a:spcBef>
              <a:spcAft>
                <a:spcPts val="0"/>
              </a:spcAft>
              <a:buClr>
                <a:schemeClr val="dk1"/>
              </a:buClr>
              <a:buSzPts val="1800"/>
              <a:buNone/>
              <a:defRPr/>
            </a:lvl1pPr>
            <a:lvl2pPr indent="-228600" lvl="1" marL="914400" algn="l">
              <a:lnSpc>
                <a:spcPct val="100000"/>
              </a:lnSpc>
              <a:spcBef>
                <a:spcPts val="900"/>
              </a:spcBef>
              <a:spcAft>
                <a:spcPts val="0"/>
              </a:spcAft>
              <a:buClr>
                <a:schemeClr val="dk1"/>
              </a:buClr>
              <a:buSzPts val="1800"/>
              <a:buNone/>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600"/>
              </a:spcBef>
              <a:spcAft>
                <a:spcPts val="0"/>
              </a:spcAft>
              <a:buClr>
                <a:schemeClr val="dk1"/>
              </a:buClr>
              <a:buSzPts val="1800"/>
              <a:buChar char="-"/>
              <a:defRPr/>
            </a:lvl4pPr>
            <a:lvl5pPr indent="-342900" lvl="4" marL="2286000" algn="l">
              <a:lnSpc>
                <a:spcPct val="100000"/>
              </a:lnSpc>
              <a:spcBef>
                <a:spcPts val="600"/>
              </a:spcBef>
              <a:spcAft>
                <a:spcPts val="0"/>
              </a:spcAft>
              <a:buClr>
                <a:schemeClr val="dk1"/>
              </a:buClr>
              <a:buSzPts val="1800"/>
              <a:buChar char="-"/>
              <a:defRPr/>
            </a:lvl5pPr>
            <a:lvl6pPr indent="-342900" lvl="5" marL="2743200" algn="l">
              <a:lnSpc>
                <a:spcPct val="100000"/>
              </a:lnSpc>
              <a:spcBef>
                <a:spcPts val="600"/>
              </a:spcBef>
              <a:spcAft>
                <a:spcPts val="0"/>
              </a:spcAft>
              <a:buClr>
                <a:schemeClr val="dk1"/>
              </a:buClr>
              <a:buSzPts val="1800"/>
              <a:buChar char="•"/>
              <a:defRPr/>
            </a:lvl6pPr>
            <a:lvl7pPr indent="-342900" lvl="6" marL="3200400" algn="l">
              <a:lnSpc>
                <a:spcPct val="100000"/>
              </a:lnSpc>
              <a:spcBef>
                <a:spcPts val="600"/>
              </a:spcBef>
              <a:spcAft>
                <a:spcPts val="0"/>
              </a:spcAft>
              <a:buClr>
                <a:schemeClr val="dk1"/>
              </a:buClr>
              <a:buSzPts val="1800"/>
              <a:buChar char="•"/>
              <a:defRPr/>
            </a:lvl7pPr>
            <a:lvl8pPr indent="-342900" lvl="7" marL="3657600" algn="l">
              <a:lnSpc>
                <a:spcPct val="100000"/>
              </a:lnSpc>
              <a:spcBef>
                <a:spcPts val="600"/>
              </a:spcBef>
              <a:spcAft>
                <a:spcPts val="0"/>
              </a:spcAft>
              <a:buClr>
                <a:schemeClr val="dk1"/>
              </a:buClr>
              <a:buSzPts val="1800"/>
              <a:buChar char="•"/>
              <a:defRPr/>
            </a:lvl8pPr>
            <a:lvl9pPr indent="-342900" lvl="8" marL="4114800" algn="l">
              <a:lnSpc>
                <a:spcPct val="100000"/>
              </a:lnSpc>
              <a:spcBef>
                <a:spcPts val="600"/>
              </a:spcBef>
              <a:spcAft>
                <a:spcPts val="0"/>
              </a:spcAft>
              <a:buClr>
                <a:schemeClr val="dk1"/>
              </a:buClr>
              <a:buSzPts val="1800"/>
              <a:buChar char="•"/>
              <a:defRPr/>
            </a:lvl9pPr>
          </a:lstStyle>
          <a:p/>
        </p:txBody>
      </p:sp>
    </p:spTree>
  </p:cSld>
  <p:clrMapOvr>
    <a:masterClrMapping/>
  </p:clrMapOvr>
</p:sldLayout>
</file>

<file path=ppt/slideLayouts/slideLayout2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8_Slide_Info Slide">
  <p:cSld name="Info Slide">
    <p:spTree>
      <p:nvGrpSpPr>
        <p:cNvPr id="1736" name="Shape 1736"/>
        <p:cNvGrpSpPr/>
        <p:nvPr/>
      </p:nvGrpSpPr>
      <p:grpSpPr>
        <a:xfrm>
          <a:off x="0" y="0"/>
          <a:ext cx="0" cy="0"/>
          <a:chOff x="0" y="0"/>
          <a:chExt cx="0" cy="0"/>
        </a:xfrm>
      </p:grpSpPr>
      <p:sp>
        <p:nvSpPr>
          <p:cNvPr id="1737" name="Google Shape;1737;p272"/>
          <p:cNvSpPr/>
          <p:nvPr/>
        </p:nvSpPr>
        <p:spPr>
          <a:xfrm>
            <a:off x="2749794" y="4741252"/>
            <a:ext cx="3653100" cy="2241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738" name="Google Shape;1738;p272"/>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739" name="Google Shape;1739;p272"/>
          <p:cNvSpPr/>
          <p:nvPr/>
        </p:nvSpPr>
        <p:spPr>
          <a:xfrm>
            <a:off x="6126956" y="469106"/>
            <a:ext cx="2543100" cy="207300"/>
          </a:xfrm>
          <a:prstGeom prst="roundRect">
            <a:avLst>
              <a:gd fmla="val 16667" name="adj"/>
            </a:avLst>
          </a:prstGeom>
          <a:solidFill>
            <a:schemeClr val="accent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chemeClr val="lt1"/>
                </a:solidFill>
                <a:latin typeface="Verizon NHG TX"/>
                <a:ea typeface="Verizon NHG TX"/>
                <a:cs typeface="Verizon NHG TX"/>
                <a:sym typeface="Verizon NHG TX"/>
              </a:rPr>
              <a:t>Read this info slide. This is not a template.</a:t>
            </a:r>
            <a:endParaRPr b="0" i="0" sz="1100" u="none" cap="none" strike="noStrike">
              <a:solidFill>
                <a:srgbClr val="000000"/>
              </a:solidFill>
              <a:latin typeface="Verizon NHG TX"/>
              <a:ea typeface="Verizon NHG TX"/>
              <a:cs typeface="Verizon NHG TX"/>
              <a:sym typeface="Verizon NHG TX"/>
            </a:endParaRPr>
          </a:p>
        </p:txBody>
      </p:sp>
    </p:spTree>
  </p:cSld>
  <p:clrMapOvr>
    <a:masterClrMapping/>
  </p:clrMapOvr>
</p:sldLayout>
</file>

<file path=ppt/slideLayouts/slideLayout2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_Slide_Primary Cover - White">
  <p:cSld name="Primary Cover - White">
    <p:bg>
      <p:bgPr>
        <a:solidFill>
          <a:schemeClr val="lt1"/>
        </a:solidFill>
      </p:bgPr>
    </p:bg>
    <p:spTree>
      <p:nvGrpSpPr>
        <p:cNvPr id="1740" name="Shape 1740"/>
        <p:cNvGrpSpPr/>
        <p:nvPr/>
      </p:nvGrpSpPr>
      <p:grpSpPr>
        <a:xfrm>
          <a:off x="0" y="0"/>
          <a:ext cx="0" cy="0"/>
          <a:chOff x="0" y="0"/>
          <a:chExt cx="0" cy="0"/>
        </a:xfrm>
      </p:grpSpPr>
      <p:sp>
        <p:nvSpPr>
          <p:cNvPr id="1741" name="Google Shape;1741;p273"/>
          <p:cNvSpPr/>
          <p:nvPr/>
        </p:nvSpPr>
        <p:spPr>
          <a:xfrm>
            <a:off x="178044" y="4668716"/>
            <a:ext cx="6554700" cy="3099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742" name="Google Shape;1742;p273"/>
          <p:cNvSpPr txBox="1"/>
          <p:nvPr>
            <p:ph idx="1" type="body"/>
          </p:nvPr>
        </p:nvSpPr>
        <p:spPr>
          <a:xfrm>
            <a:off x="473869" y="2628900"/>
            <a:ext cx="6801000" cy="606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chemeClr val="dk1"/>
              </a:buClr>
              <a:buSzPts val="1800"/>
              <a:buNone/>
              <a:defRPr i="0" sz="1800">
                <a:solidFill>
                  <a:schemeClr val="dk1"/>
                </a:solidFill>
              </a:defRPr>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Clr>
                <a:schemeClr val="dk1"/>
              </a:buClr>
              <a:buSzPts val="900"/>
              <a:buChar char="•"/>
              <a:defRPr sz="900"/>
            </a:lvl6pPr>
            <a:lvl7pPr indent="-285750" lvl="6" marL="3200400" algn="l">
              <a:lnSpc>
                <a:spcPct val="90000"/>
              </a:lnSpc>
              <a:spcBef>
                <a:spcPts val="400"/>
              </a:spcBef>
              <a:spcAft>
                <a:spcPts val="0"/>
              </a:spcAft>
              <a:buClr>
                <a:schemeClr val="dk1"/>
              </a:buClr>
              <a:buSzPts val="900"/>
              <a:buChar char="•"/>
              <a:defRPr sz="900"/>
            </a:lvl7pPr>
            <a:lvl8pPr indent="-285750" lvl="7" marL="3657600" algn="l">
              <a:lnSpc>
                <a:spcPct val="90000"/>
              </a:lnSpc>
              <a:spcBef>
                <a:spcPts val="400"/>
              </a:spcBef>
              <a:spcAft>
                <a:spcPts val="0"/>
              </a:spcAft>
              <a:buClr>
                <a:schemeClr val="dk1"/>
              </a:buClr>
              <a:buSzPts val="900"/>
              <a:buChar char="•"/>
              <a:defRPr sz="900"/>
            </a:lvl8pPr>
            <a:lvl9pPr indent="-285750" lvl="8" marL="4114800" algn="l">
              <a:lnSpc>
                <a:spcPct val="90000"/>
              </a:lnSpc>
              <a:spcBef>
                <a:spcPts val="400"/>
              </a:spcBef>
              <a:spcAft>
                <a:spcPts val="0"/>
              </a:spcAft>
              <a:buClr>
                <a:schemeClr val="dk1"/>
              </a:buClr>
              <a:buSzPts val="900"/>
              <a:buChar char="•"/>
              <a:defRPr sz="900"/>
            </a:lvl9pPr>
          </a:lstStyle>
          <a:p/>
        </p:txBody>
      </p:sp>
      <p:sp>
        <p:nvSpPr>
          <p:cNvPr id="1743" name="Google Shape;1743;p273"/>
          <p:cNvSpPr txBox="1"/>
          <p:nvPr>
            <p:ph type="title"/>
          </p:nvPr>
        </p:nvSpPr>
        <p:spPr>
          <a:xfrm>
            <a:off x="473870" y="469106"/>
            <a:ext cx="6115200" cy="13251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5000"/>
              <a:buFont typeface="Arial"/>
              <a:buNone/>
              <a:defRPr sz="50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pic>
        <p:nvPicPr>
          <p:cNvPr id="1744" name="Google Shape;1744;p273"/>
          <p:cNvPicPr preferRelativeResize="0"/>
          <p:nvPr/>
        </p:nvPicPr>
        <p:blipFill rotWithShape="1">
          <a:blip r:embed="rId2">
            <a:alphaModFix/>
          </a:blip>
          <a:srcRect b="0" l="0" r="0" t="0"/>
          <a:stretch/>
        </p:blipFill>
        <p:spPr>
          <a:xfrm>
            <a:off x="283380" y="3639800"/>
            <a:ext cx="1289149" cy="1205773"/>
          </a:xfrm>
          <a:prstGeom prst="rect">
            <a:avLst/>
          </a:prstGeom>
          <a:noFill/>
          <a:ln>
            <a:noFill/>
          </a:ln>
        </p:spPr>
      </p:pic>
    </p:spTree>
  </p:cSld>
  <p:clrMapOvr>
    <a:masterClrMapping/>
  </p:clrMapOvr>
</p:sldLayout>
</file>

<file path=ppt/slideLayouts/slideLayout2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_Slide_Primary Cover - Black">
  <p:cSld name="Primary Cover - Black">
    <p:bg>
      <p:bgPr>
        <a:solidFill>
          <a:schemeClr val="dk1"/>
        </a:solidFill>
      </p:bgPr>
    </p:bg>
    <p:spTree>
      <p:nvGrpSpPr>
        <p:cNvPr id="1745" name="Shape 1745"/>
        <p:cNvGrpSpPr/>
        <p:nvPr/>
      </p:nvGrpSpPr>
      <p:grpSpPr>
        <a:xfrm>
          <a:off x="0" y="0"/>
          <a:ext cx="0" cy="0"/>
          <a:chOff x="0" y="0"/>
          <a:chExt cx="0" cy="0"/>
        </a:xfrm>
      </p:grpSpPr>
      <p:sp>
        <p:nvSpPr>
          <p:cNvPr id="1746" name="Google Shape;1746;p274"/>
          <p:cNvSpPr/>
          <p:nvPr/>
        </p:nvSpPr>
        <p:spPr>
          <a:xfrm>
            <a:off x="178044" y="4668716"/>
            <a:ext cx="6778800" cy="3099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747" name="Google Shape;1747;p274"/>
          <p:cNvSpPr txBox="1"/>
          <p:nvPr>
            <p:ph idx="1" type="body"/>
          </p:nvPr>
        </p:nvSpPr>
        <p:spPr>
          <a:xfrm>
            <a:off x="473869" y="2628900"/>
            <a:ext cx="6801000" cy="606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chemeClr val="lt1"/>
              </a:buClr>
              <a:buSzPts val="1800"/>
              <a:buNone/>
              <a:defRPr i="0" sz="1800">
                <a:solidFill>
                  <a:schemeClr val="lt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285750" lvl="5" marL="2743200" algn="l">
              <a:lnSpc>
                <a:spcPct val="90000"/>
              </a:lnSpc>
              <a:spcBef>
                <a:spcPts val="400"/>
              </a:spcBef>
              <a:spcAft>
                <a:spcPts val="0"/>
              </a:spcAft>
              <a:buClr>
                <a:schemeClr val="lt1"/>
              </a:buClr>
              <a:buSzPts val="900"/>
              <a:buChar char="•"/>
              <a:defRPr sz="900">
                <a:solidFill>
                  <a:schemeClr val="lt1"/>
                </a:solidFill>
              </a:defRPr>
            </a:lvl6pPr>
            <a:lvl7pPr indent="-285750" lvl="6" marL="3200400" algn="l">
              <a:lnSpc>
                <a:spcPct val="90000"/>
              </a:lnSpc>
              <a:spcBef>
                <a:spcPts val="400"/>
              </a:spcBef>
              <a:spcAft>
                <a:spcPts val="0"/>
              </a:spcAft>
              <a:buClr>
                <a:schemeClr val="lt1"/>
              </a:buClr>
              <a:buSzPts val="900"/>
              <a:buChar char="•"/>
              <a:defRPr sz="900">
                <a:solidFill>
                  <a:schemeClr val="lt1"/>
                </a:solidFill>
              </a:defRPr>
            </a:lvl7pPr>
            <a:lvl8pPr indent="-285750" lvl="7" marL="3657600" algn="l">
              <a:lnSpc>
                <a:spcPct val="90000"/>
              </a:lnSpc>
              <a:spcBef>
                <a:spcPts val="400"/>
              </a:spcBef>
              <a:spcAft>
                <a:spcPts val="0"/>
              </a:spcAft>
              <a:buClr>
                <a:schemeClr val="lt1"/>
              </a:buClr>
              <a:buSzPts val="900"/>
              <a:buChar char="•"/>
              <a:defRPr sz="900">
                <a:solidFill>
                  <a:schemeClr val="lt1"/>
                </a:solidFill>
              </a:defRPr>
            </a:lvl8pPr>
            <a:lvl9pPr indent="-285750" lvl="8" marL="4114800" algn="l">
              <a:lnSpc>
                <a:spcPct val="90000"/>
              </a:lnSpc>
              <a:spcBef>
                <a:spcPts val="400"/>
              </a:spcBef>
              <a:spcAft>
                <a:spcPts val="0"/>
              </a:spcAft>
              <a:buClr>
                <a:schemeClr val="lt1"/>
              </a:buClr>
              <a:buSzPts val="900"/>
              <a:buChar char="•"/>
              <a:defRPr sz="900">
                <a:solidFill>
                  <a:schemeClr val="lt1"/>
                </a:solidFill>
              </a:defRPr>
            </a:lvl9pPr>
          </a:lstStyle>
          <a:p/>
        </p:txBody>
      </p:sp>
      <p:sp>
        <p:nvSpPr>
          <p:cNvPr id="1748" name="Google Shape;1748;p274"/>
          <p:cNvSpPr txBox="1"/>
          <p:nvPr>
            <p:ph type="title"/>
          </p:nvPr>
        </p:nvSpPr>
        <p:spPr>
          <a:xfrm>
            <a:off x="473870" y="469106"/>
            <a:ext cx="6115200" cy="13251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lt1"/>
              </a:buClr>
              <a:buSzPts val="5000"/>
              <a:buFont typeface="Arial"/>
              <a:buNone/>
              <a:defRPr sz="5000">
                <a:solidFill>
                  <a:schemeClr val="l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pic>
        <p:nvPicPr>
          <p:cNvPr id="1749" name="Google Shape;1749;p274"/>
          <p:cNvPicPr preferRelativeResize="0"/>
          <p:nvPr/>
        </p:nvPicPr>
        <p:blipFill rotWithShape="1">
          <a:blip r:embed="rId2">
            <a:alphaModFix/>
          </a:blip>
          <a:srcRect b="0" l="0" r="0" t="0"/>
          <a:stretch/>
        </p:blipFill>
        <p:spPr>
          <a:xfrm>
            <a:off x="283380" y="3639800"/>
            <a:ext cx="1289149" cy="1205773"/>
          </a:xfrm>
          <a:prstGeom prst="rect">
            <a:avLst/>
          </a:prstGeom>
          <a:noFill/>
          <a:ln>
            <a:noFill/>
          </a:ln>
        </p:spPr>
      </p:pic>
    </p:spTree>
  </p:cSld>
  <p:clrMapOvr>
    <a:masterClrMapping/>
  </p:clrMapOvr>
</p:sldLayout>
</file>

<file path=ppt/slideLayouts/slideLayout2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_Slide_Secondary Cover - White">
  <p:cSld name="Secondary Cover - White">
    <p:bg>
      <p:bgPr>
        <a:solidFill>
          <a:schemeClr val="lt1"/>
        </a:solidFill>
      </p:bgPr>
    </p:bg>
    <p:spTree>
      <p:nvGrpSpPr>
        <p:cNvPr id="1750" name="Shape 1750"/>
        <p:cNvGrpSpPr/>
        <p:nvPr/>
      </p:nvGrpSpPr>
      <p:grpSpPr>
        <a:xfrm>
          <a:off x="0" y="0"/>
          <a:ext cx="0" cy="0"/>
          <a:chOff x="0" y="0"/>
          <a:chExt cx="0" cy="0"/>
        </a:xfrm>
      </p:grpSpPr>
      <p:sp>
        <p:nvSpPr>
          <p:cNvPr id="1751" name="Google Shape;1751;p275"/>
          <p:cNvSpPr/>
          <p:nvPr/>
        </p:nvSpPr>
        <p:spPr>
          <a:xfrm>
            <a:off x="178044" y="4668716"/>
            <a:ext cx="6554700" cy="3099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1752" name="Google Shape;1752;p275"/>
          <p:cNvPicPr preferRelativeResize="0"/>
          <p:nvPr/>
        </p:nvPicPr>
        <p:blipFill rotWithShape="1">
          <a:blip r:embed="rId2">
            <a:alphaModFix/>
          </a:blip>
          <a:srcRect b="0" l="0" r="0" t="0"/>
          <a:stretch/>
        </p:blipFill>
        <p:spPr>
          <a:xfrm>
            <a:off x="184928" y="187277"/>
            <a:ext cx="2028098" cy="1896925"/>
          </a:xfrm>
          <a:prstGeom prst="rect">
            <a:avLst/>
          </a:prstGeom>
          <a:noFill/>
          <a:ln>
            <a:noFill/>
          </a:ln>
        </p:spPr>
      </p:pic>
      <p:sp>
        <p:nvSpPr>
          <p:cNvPr id="1753" name="Google Shape;1753;p275"/>
          <p:cNvSpPr txBox="1"/>
          <p:nvPr>
            <p:ph idx="1" type="body"/>
          </p:nvPr>
        </p:nvSpPr>
        <p:spPr>
          <a:xfrm>
            <a:off x="6703219" y="3356087"/>
            <a:ext cx="1966800" cy="5874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800"/>
              <a:buNone/>
              <a:defRPr i="0" sz="1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1754" name="Google Shape;1754;p275"/>
          <p:cNvSpPr txBox="1"/>
          <p:nvPr>
            <p:ph type="title"/>
          </p:nvPr>
        </p:nvSpPr>
        <p:spPr>
          <a:xfrm>
            <a:off x="473870" y="3349229"/>
            <a:ext cx="5424600" cy="13146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5000"/>
              <a:buFont typeface="Arial"/>
              <a:buNone/>
              <a:defRPr sz="50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755" name="Google Shape;1755;p275"/>
          <p:cNvSpPr/>
          <p:nvPr>
            <p:ph idx="2" type="pic"/>
          </p:nvPr>
        </p:nvSpPr>
        <p:spPr>
          <a:xfrm>
            <a:off x="7394972" y="469106"/>
            <a:ext cx="1275300" cy="1325100"/>
          </a:xfrm>
          <a:prstGeom prst="rect">
            <a:avLst/>
          </a:prstGeom>
          <a:noFill/>
          <a:ln>
            <a:noFill/>
          </a:ln>
        </p:spPr>
      </p:sp>
    </p:spTree>
  </p:cSld>
  <p:clrMapOvr>
    <a:masterClrMapping/>
  </p:clrMapOvr>
</p:sldLayout>
</file>

<file path=ppt/slideLayouts/slideLayout2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_Slide_Secondary Cover - Black">
  <p:cSld name="Secondary Cover - Black">
    <p:bg>
      <p:bgPr>
        <a:solidFill>
          <a:schemeClr val="dk1"/>
        </a:solidFill>
      </p:bgPr>
    </p:bg>
    <p:spTree>
      <p:nvGrpSpPr>
        <p:cNvPr id="1756" name="Shape 1756"/>
        <p:cNvGrpSpPr/>
        <p:nvPr/>
      </p:nvGrpSpPr>
      <p:grpSpPr>
        <a:xfrm>
          <a:off x="0" y="0"/>
          <a:ext cx="0" cy="0"/>
          <a:chOff x="0" y="0"/>
          <a:chExt cx="0" cy="0"/>
        </a:xfrm>
      </p:grpSpPr>
      <p:sp>
        <p:nvSpPr>
          <p:cNvPr id="1757" name="Google Shape;1757;p276"/>
          <p:cNvSpPr/>
          <p:nvPr/>
        </p:nvSpPr>
        <p:spPr>
          <a:xfrm>
            <a:off x="178044" y="4668716"/>
            <a:ext cx="6284400" cy="3099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1758" name="Google Shape;1758;p276"/>
          <p:cNvPicPr preferRelativeResize="0"/>
          <p:nvPr/>
        </p:nvPicPr>
        <p:blipFill rotWithShape="1">
          <a:blip r:embed="rId2">
            <a:alphaModFix/>
          </a:blip>
          <a:srcRect b="0" l="0" r="0" t="0"/>
          <a:stretch/>
        </p:blipFill>
        <p:spPr>
          <a:xfrm>
            <a:off x="184928" y="187277"/>
            <a:ext cx="2028098" cy="1896925"/>
          </a:xfrm>
          <a:prstGeom prst="rect">
            <a:avLst/>
          </a:prstGeom>
          <a:noFill/>
          <a:ln>
            <a:noFill/>
          </a:ln>
        </p:spPr>
      </p:pic>
      <p:sp>
        <p:nvSpPr>
          <p:cNvPr id="1759" name="Google Shape;1759;p276"/>
          <p:cNvSpPr txBox="1"/>
          <p:nvPr>
            <p:ph idx="1" type="body"/>
          </p:nvPr>
        </p:nvSpPr>
        <p:spPr>
          <a:xfrm>
            <a:off x="6703219" y="3356087"/>
            <a:ext cx="1966800" cy="5874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chemeClr val="lt1"/>
              </a:buClr>
              <a:buSzPts val="1800"/>
              <a:buNone/>
              <a:defRPr i="0" sz="1800">
                <a:solidFill>
                  <a:schemeClr val="lt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lt1"/>
              </a:buClr>
              <a:buSzPts val="1400"/>
              <a:buChar char="•"/>
              <a:defRPr>
                <a:solidFill>
                  <a:schemeClr val="lt1"/>
                </a:solidFill>
              </a:defRPr>
            </a:lvl6pPr>
            <a:lvl7pPr indent="-317500" lvl="6" marL="3200400" algn="l">
              <a:lnSpc>
                <a:spcPct val="90000"/>
              </a:lnSpc>
              <a:spcBef>
                <a:spcPts val="400"/>
              </a:spcBef>
              <a:spcAft>
                <a:spcPts val="0"/>
              </a:spcAft>
              <a:buClr>
                <a:schemeClr val="lt1"/>
              </a:buClr>
              <a:buSzPts val="1400"/>
              <a:buChar char="•"/>
              <a:defRPr>
                <a:solidFill>
                  <a:schemeClr val="lt1"/>
                </a:solidFill>
              </a:defRPr>
            </a:lvl7pPr>
            <a:lvl8pPr indent="-317500" lvl="7" marL="3657600" algn="l">
              <a:lnSpc>
                <a:spcPct val="90000"/>
              </a:lnSpc>
              <a:spcBef>
                <a:spcPts val="400"/>
              </a:spcBef>
              <a:spcAft>
                <a:spcPts val="0"/>
              </a:spcAft>
              <a:buClr>
                <a:schemeClr val="lt1"/>
              </a:buClr>
              <a:buSzPts val="1400"/>
              <a:buChar char="•"/>
              <a:defRPr>
                <a:solidFill>
                  <a:schemeClr val="lt1"/>
                </a:solidFill>
              </a:defRPr>
            </a:lvl8pPr>
            <a:lvl9pPr indent="-317500" lvl="8" marL="4114800" algn="l">
              <a:lnSpc>
                <a:spcPct val="90000"/>
              </a:lnSpc>
              <a:spcBef>
                <a:spcPts val="400"/>
              </a:spcBef>
              <a:spcAft>
                <a:spcPts val="0"/>
              </a:spcAft>
              <a:buClr>
                <a:schemeClr val="lt1"/>
              </a:buClr>
              <a:buSzPts val="1400"/>
              <a:buChar char="•"/>
              <a:defRPr>
                <a:solidFill>
                  <a:schemeClr val="lt1"/>
                </a:solidFill>
              </a:defRPr>
            </a:lvl9pPr>
          </a:lstStyle>
          <a:p/>
        </p:txBody>
      </p:sp>
      <p:sp>
        <p:nvSpPr>
          <p:cNvPr id="1760" name="Google Shape;1760;p276"/>
          <p:cNvSpPr txBox="1"/>
          <p:nvPr>
            <p:ph type="title"/>
          </p:nvPr>
        </p:nvSpPr>
        <p:spPr>
          <a:xfrm>
            <a:off x="473870" y="3349229"/>
            <a:ext cx="5424600" cy="13146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lt1"/>
              </a:buClr>
              <a:buSzPts val="5000"/>
              <a:buFont typeface="Arial"/>
              <a:buNone/>
              <a:defRPr sz="5000">
                <a:solidFill>
                  <a:schemeClr val="l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761" name="Google Shape;1761;p276"/>
          <p:cNvSpPr/>
          <p:nvPr>
            <p:ph idx="2" type="pic"/>
          </p:nvPr>
        </p:nvSpPr>
        <p:spPr>
          <a:xfrm>
            <a:off x="7394972" y="469106"/>
            <a:ext cx="1275300" cy="1325100"/>
          </a:xfrm>
          <a:prstGeom prst="rect">
            <a:avLst/>
          </a:prstGeom>
          <a:noFill/>
          <a:ln>
            <a:noFill/>
          </a:ln>
        </p:spPr>
      </p:sp>
    </p:spTree>
  </p:cSld>
  <p:clrMapOvr>
    <a:masterClrMapping/>
  </p:clrMapOvr>
</p:sldLayout>
</file>

<file path=ppt/slideLayouts/slideLayout2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_Slide_Divider - White">
  <p:cSld name="Divider - White">
    <p:bg>
      <p:bgPr>
        <a:solidFill>
          <a:schemeClr val="lt1"/>
        </a:solidFill>
      </p:bgPr>
    </p:bg>
    <p:spTree>
      <p:nvGrpSpPr>
        <p:cNvPr id="1762" name="Shape 1762"/>
        <p:cNvGrpSpPr/>
        <p:nvPr/>
      </p:nvGrpSpPr>
      <p:grpSpPr>
        <a:xfrm>
          <a:off x="0" y="0"/>
          <a:ext cx="0" cy="0"/>
          <a:chOff x="0" y="0"/>
          <a:chExt cx="0" cy="0"/>
        </a:xfrm>
      </p:grpSpPr>
      <p:sp>
        <p:nvSpPr>
          <p:cNvPr id="1763" name="Google Shape;1763;p277"/>
          <p:cNvSpPr txBox="1"/>
          <p:nvPr>
            <p:ph idx="1" type="body"/>
          </p:nvPr>
        </p:nvSpPr>
        <p:spPr>
          <a:xfrm>
            <a:off x="473869" y="2628900"/>
            <a:ext cx="4047000" cy="1314600"/>
          </a:xfrm>
          <a:prstGeom prst="rect">
            <a:avLst/>
          </a:prstGeom>
          <a:noFill/>
          <a:ln>
            <a:noFill/>
          </a:ln>
        </p:spPr>
        <p:txBody>
          <a:bodyPr anchorCtr="0" anchor="t" bIns="0" lIns="0" spcFirstLastPara="1" rIns="0" wrap="square" tIns="0">
            <a:normAutofit/>
          </a:bodyPr>
          <a:lstStyle>
            <a:lvl1pPr indent="-228600" lvl="0" marL="457200" algn="l">
              <a:lnSpc>
                <a:spcPct val="98125"/>
              </a:lnSpc>
              <a:spcBef>
                <a:spcPts val="0"/>
              </a:spcBef>
              <a:spcAft>
                <a:spcPts val="0"/>
              </a:spcAft>
              <a:buSzPts val="2400"/>
              <a:buNone/>
              <a:defRPr i="0" sz="24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1764" name="Google Shape;1764;p277"/>
          <p:cNvSpPr txBox="1"/>
          <p:nvPr>
            <p:ph type="title"/>
          </p:nvPr>
        </p:nvSpPr>
        <p:spPr>
          <a:xfrm>
            <a:off x="473869" y="469107"/>
            <a:ext cx="6801000" cy="13251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accent6"/>
              </a:buClr>
              <a:buSzPts val="5000"/>
              <a:buFont typeface="Arial"/>
              <a:buNone/>
              <a:defRPr sz="5000">
                <a:solidFill>
                  <a:schemeClr val="accent6"/>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765" name="Google Shape;1765;p277"/>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_Slide_Large statement or Divider - White">
  <p:cSld name="Large statement or Divider - White">
    <p:bg>
      <p:bgPr>
        <a:solidFill>
          <a:schemeClr val="dk2"/>
        </a:solidFill>
      </p:bgPr>
    </p:bg>
    <p:spTree>
      <p:nvGrpSpPr>
        <p:cNvPr id="1766" name="Shape 1766"/>
        <p:cNvGrpSpPr/>
        <p:nvPr/>
      </p:nvGrpSpPr>
      <p:grpSpPr>
        <a:xfrm>
          <a:off x="0" y="0"/>
          <a:ext cx="0" cy="0"/>
          <a:chOff x="0" y="0"/>
          <a:chExt cx="0" cy="0"/>
        </a:xfrm>
      </p:grpSpPr>
      <p:sp>
        <p:nvSpPr>
          <p:cNvPr id="1767" name="Google Shape;1767;p278"/>
          <p:cNvSpPr/>
          <p:nvPr/>
        </p:nvSpPr>
        <p:spPr>
          <a:xfrm>
            <a:off x="498022" y="522350"/>
            <a:ext cx="8131500" cy="4074000"/>
          </a:xfrm>
          <a:prstGeom prst="rect">
            <a:avLst/>
          </a:prstGeom>
          <a:solidFill>
            <a:schemeClr val="lt2"/>
          </a:solidFill>
          <a:ln cap="flat" cmpd="sng" w="63500">
            <a:solidFill>
              <a:srgbClr val="F5FF1E"/>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768" name="Google Shape;1768;p278"/>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769" name="Google Shape;1769;p278"/>
          <p:cNvSpPr txBox="1"/>
          <p:nvPr>
            <p:ph type="title"/>
          </p:nvPr>
        </p:nvSpPr>
        <p:spPr>
          <a:xfrm>
            <a:off x="726935" y="742322"/>
            <a:ext cx="5767800" cy="15036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accent6"/>
              </a:buClr>
              <a:buSzPts val="5000"/>
              <a:buFont typeface="Arial"/>
              <a:buNone/>
              <a:defRPr sz="5000">
                <a:solidFill>
                  <a:schemeClr val="accent6"/>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2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_Slide_Large statement or Divider - Black">
  <p:cSld name="Large statement or Divider - Black">
    <p:bg>
      <p:bgPr>
        <a:solidFill>
          <a:schemeClr val="lt1"/>
        </a:solidFill>
      </p:bgPr>
    </p:bg>
    <p:spTree>
      <p:nvGrpSpPr>
        <p:cNvPr id="1770" name="Shape 1770"/>
        <p:cNvGrpSpPr/>
        <p:nvPr/>
      </p:nvGrpSpPr>
      <p:grpSpPr>
        <a:xfrm>
          <a:off x="0" y="0"/>
          <a:ext cx="0" cy="0"/>
          <a:chOff x="0" y="0"/>
          <a:chExt cx="0" cy="0"/>
        </a:xfrm>
      </p:grpSpPr>
      <p:sp>
        <p:nvSpPr>
          <p:cNvPr id="1771" name="Google Shape;1771;p279"/>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772" name="Google Shape;1772;p279"/>
          <p:cNvSpPr/>
          <p:nvPr/>
        </p:nvSpPr>
        <p:spPr>
          <a:xfrm>
            <a:off x="498022" y="522350"/>
            <a:ext cx="8131500" cy="4074000"/>
          </a:xfrm>
          <a:prstGeom prst="rect">
            <a:avLst/>
          </a:prstGeom>
          <a:solidFill>
            <a:schemeClr val="dk1"/>
          </a:solidFill>
          <a:ln cap="flat" cmpd="sng" w="63500">
            <a:solidFill>
              <a:srgbClr val="F5FF1E"/>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773" name="Google Shape;1773;p279"/>
          <p:cNvSpPr txBox="1"/>
          <p:nvPr>
            <p:ph type="title"/>
          </p:nvPr>
        </p:nvSpPr>
        <p:spPr>
          <a:xfrm>
            <a:off x="726935" y="742322"/>
            <a:ext cx="5767800" cy="15036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1"/>
              </a:buClr>
              <a:buSzPts val="5000"/>
              <a:buFont typeface="Arial"/>
              <a:buNone/>
              <a:defRPr sz="5000">
                <a:solidFill>
                  <a:schemeClr val="l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2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_Slide_Divider w/ Copy - Yellow">
  <p:cSld name="Divider w/ Copy - Yellow">
    <p:bg>
      <p:bgPr>
        <a:solidFill>
          <a:schemeClr val="lt2"/>
        </a:solidFill>
      </p:bgPr>
    </p:bg>
    <p:spTree>
      <p:nvGrpSpPr>
        <p:cNvPr id="1774" name="Shape 1774"/>
        <p:cNvGrpSpPr/>
        <p:nvPr/>
      </p:nvGrpSpPr>
      <p:grpSpPr>
        <a:xfrm>
          <a:off x="0" y="0"/>
          <a:ext cx="0" cy="0"/>
          <a:chOff x="0" y="0"/>
          <a:chExt cx="0" cy="0"/>
        </a:xfrm>
      </p:grpSpPr>
      <p:sp>
        <p:nvSpPr>
          <p:cNvPr id="1775" name="Google Shape;1775;p280"/>
          <p:cNvSpPr/>
          <p:nvPr/>
        </p:nvSpPr>
        <p:spPr>
          <a:xfrm>
            <a:off x="0" y="0"/>
            <a:ext cx="5053500" cy="51435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776" name="Google Shape;1776;p280"/>
          <p:cNvSpPr/>
          <p:nvPr/>
        </p:nvSpPr>
        <p:spPr>
          <a:xfrm>
            <a:off x="2716823" y="4728064"/>
            <a:ext cx="2017800" cy="1977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777" name="Google Shape;1777;p280"/>
          <p:cNvSpPr/>
          <p:nvPr/>
        </p:nvSpPr>
        <p:spPr>
          <a:xfrm>
            <a:off x="4567428" y="0"/>
            <a:ext cx="4576500" cy="5143500"/>
          </a:xfrm>
          <a:prstGeom prst="rect">
            <a:avLst/>
          </a:prstGeom>
          <a:solidFill>
            <a:schemeClr val="lt2"/>
          </a:solidFill>
          <a:ln cap="flat" cmpd="sng" w="82550">
            <a:solidFill>
              <a:srgbClr val="F5FF1E"/>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778" name="Google Shape;1778;p280"/>
          <p:cNvSpPr txBox="1"/>
          <p:nvPr>
            <p:ph idx="1" type="body"/>
          </p:nvPr>
        </p:nvSpPr>
        <p:spPr>
          <a:xfrm>
            <a:off x="5360194" y="2628900"/>
            <a:ext cx="3552900" cy="1483500"/>
          </a:xfrm>
          <a:prstGeom prst="rect">
            <a:avLst/>
          </a:prstGeom>
          <a:noFill/>
          <a:ln>
            <a:noFill/>
          </a:ln>
        </p:spPr>
        <p:txBody>
          <a:bodyPr anchorCtr="0" anchor="t" bIns="0" lIns="0" spcFirstLastPara="1" rIns="0" wrap="square" tIns="0">
            <a:normAutofit/>
          </a:bodyPr>
          <a:lstStyle>
            <a:lvl1pPr indent="-228600" lvl="0" marL="457200" algn="l">
              <a:lnSpc>
                <a:spcPct val="98125"/>
              </a:lnSpc>
              <a:spcBef>
                <a:spcPts val="0"/>
              </a:spcBef>
              <a:spcAft>
                <a:spcPts val="0"/>
              </a:spcAft>
              <a:buSzPts val="2400"/>
              <a:buNone/>
              <a:defRPr b="0" i="0" sz="24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1779" name="Google Shape;1779;p280"/>
          <p:cNvSpPr txBox="1"/>
          <p:nvPr>
            <p:ph type="title"/>
          </p:nvPr>
        </p:nvSpPr>
        <p:spPr>
          <a:xfrm>
            <a:off x="473869" y="469106"/>
            <a:ext cx="3571800" cy="38937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accent6"/>
              </a:buClr>
              <a:buSzPts val="3600"/>
              <a:buFont typeface="Arial"/>
              <a:buNone/>
              <a:defRPr sz="3600">
                <a:solidFill>
                  <a:schemeClr val="accent6"/>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780" name="Google Shape;1780;p280"/>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pic>
        <p:nvPicPr>
          <p:cNvPr id="1781" name="Google Shape;1781;p280"/>
          <p:cNvPicPr preferRelativeResize="0"/>
          <p:nvPr/>
        </p:nvPicPr>
        <p:blipFill rotWithShape="1">
          <a:blip r:embed="rId2">
            <a:alphaModFix/>
          </a:blip>
          <a:srcRect b="0" l="0" r="0" t="0"/>
          <a:stretch/>
        </p:blipFill>
        <p:spPr>
          <a:xfrm>
            <a:off x="372624" y="4632722"/>
            <a:ext cx="841577" cy="344233"/>
          </a:xfrm>
          <a:prstGeom prst="rect">
            <a:avLst/>
          </a:prstGeom>
          <a:noFill/>
          <a:ln>
            <a:noFill/>
          </a:ln>
        </p:spPr>
      </p:pic>
    </p:spTree>
  </p:cSld>
  <p:clrMapOvr>
    <a:masterClrMapping/>
  </p:clrMapOvr>
</p:sldLayout>
</file>

<file path=ppt/slideLayouts/slideLayout2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Slide_Divider w/ Copy - Red">
  <p:cSld name="Divider w/ Copy - Red">
    <p:bg>
      <p:bgPr>
        <a:solidFill>
          <a:srgbClr val="F3EDE0"/>
        </a:solidFill>
      </p:bgPr>
    </p:bg>
    <p:spTree>
      <p:nvGrpSpPr>
        <p:cNvPr id="1782" name="Shape 1782"/>
        <p:cNvGrpSpPr/>
        <p:nvPr/>
      </p:nvGrpSpPr>
      <p:grpSpPr>
        <a:xfrm>
          <a:off x="0" y="0"/>
          <a:ext cx="0" cy="0"/>
          <a:chOff x="0" y="0"/>
          <a:chExt cx="0" cy="0"/>
        </a:xfrm>
      </p:grpSpPr>
      <p:sp>
        <p:nvSpPr>
          <p:cNvPr id="1783" name="Google Shape;1783;p281"/>
          <p:cNvSpPr/>
          <p:nvPr/>
        </p:nvSpPr>
        <p:spPr>
          <a:xfrm>
            <a:off x="2716823" y="4728064"/>
            <a:ext cx="2017800" cy="1977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784" name="Google Shape;1784;p281"/>
          <p:cNvSpPr/>
          <p:nvPr/>
        </p:nvSpPr>
        <p:spPr>
          <a:xfrm>
            <a:off x="4567428" y="0"/>
            <a:ext cx="4576500" cy="5143500"/>
          </a:xfrm>
          <a:prstGeom prst="rect">
            <a:avLst/>
          </a:prstGeom>
          <a:solidFill>
            <a:schemeClr val="accent6"/>
          </a:solidFill>
          <a:ln cap="flat" cmpd="sng" w="82550">
            <a:solidFill>
              <a:schemeClr val="accent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785" name="Google Shape;1785;p281"/>
          <p:cNvSpPr txBox="1"/>
          <p:nvPr>
            <p:ph idx="1" type="body"/>
          </p:nvPr>
        </p:nvSpPr>
        <p:spPr>
          <a:xfrm>
            <a:off x="5360194" y="2628900"/>
            <a:ext cx="3552900" cy="1483500"/>
          </a:xfrm>
          <a:prstGeom prst="rect">
            <a:avLst/>
          </a:prstGeom>
          <a:noFill/>
          <a:ln>
            <a:noFill/>
          </a:ln>
        </p:spPr>
        <p:txBody>
          <a:bodyPr anchorCtr="0" anchor="t" bIns="0" lIns="0" spcFirstLastPara="1" rIns="0" wrap="square" tIns="0">
            <a:normAutofit/>
          </a:bodyPr>
          <a:lstStyle>
            <a:lvl1pPr indent="-228600" lvl="0" marL="457200" algn="l">
              <a:lnSpc>
                <a:spcPct val="98125"/>
              </a:lnSpc>
              <a:spcBef>
                <a:spcPts val="0"/>
              </a:spcBef>
              <a:spcAft>
                <a:spcPts val="0"/>
              </a:spcAft>
              <a:buClr>
                <a:schemeClr val="lt1"/>
              </a:buClr>
              <a:buSzPts val="2400"/>
              <a:buNone/>
              <a:defRPr b="0" i="0" sz="2400">
                <a:solidFill>
                  <a:schemeClr val="lt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285750" lvl="5" marL="2743200" algn="l">
              <a:lnSpc>
                <a:spcPct val="90000"/>
              </a:lnSpc>
              <a:spcBef>
                <a:spcPts val="400"/>
              </a:spcBef>
              <a:spcAft>
                <a:spcPts val="0"/>
              </a:spcAft>
              <a:buClr>
                <a:schemeClr val="lt1"/>
              </a:buClr>
              <a:buSzPts val="900"/>
              <a:buChar char="•"/>
              <a:defRPr sz="900">
                <a:solidFill>
                  <a:schemeClr val="lt1"/>
                </a:solidFill>
              </a:defRPr>
            </a:lvl6pPr>
            <a:lvl7pPr indent="-285750" lvl="6" marL="3200400" algn="l">
              <a:lnSpc>
                <a:spcPct val="90000"/>
              </a:lnSpc>
              <a:spcBef>
                <a:spcPts val="400"/>
              </a:spcBef>
              <a:spcAft>
                <a:spcPts val="0"/>
              </a:spcAft>
              <a:buClr>
                <a:schemeClr val="lt1"/>
              </a:buClr>
              <a:buSzPts val="900"/>
              <a:buChar char="•"/>
              <a:defRPr sz="900">
                <a:solidFill>
                  <a:schemeClr val="lt1"/>
                </a:solidFill>
              </a:defRPr>
            </a:lvl7pPr>
            <a:lvl8pPr indent="-285750" lvl="7" marL="3657600" algn="l">
              <a:lnSpc>
                <a:spcPct val="90000"/>
              </a:lnSpc>
              <a:spcBef>
                <a:spcPts val="400"/>
              </a:spcBef>
              <a:spcAft>
                <a:spcPts val="0"/>
              </a:spcAft>
              <a:buClr>
                <a:schemeClr val="lt1"/>
              </a:buClr>
              <a:buSzPts val="900"/>
              <a:buChar char="•"/>
              <a:defRPr sz="900">
                <a:solidFill>
                  <a:schemeClr val="lt1"/>
                </a:solidFill>
              </a:defRPr>
            </a:lvl8pPr>
            <a:lvl9pPr indent="-285750" lvl="8" marL="4114800" algn="l">
              <a:lnSpc>
                <a:spcPct val="90000"/>
              </a:lnSpc>
              <a:spcBef>
                <a:spcPts val="400"/>
              </a:spcBef>
              <a:spcAft>
                <a:spcPts val="0"/>
              </a:spcAft>
              <a:buClr>
                <a:schemeClr val="lt1"/>
              </a:buClr>
              <a:buSzPts val="900"/>
              <a:buChar char="•"/>
              <a:defRPr sz="900">
                <a:solidFill>
                  <a:schemeClr val="lt1"/>
                </a:solidFill>
              </a:defRPr>
            </a:lvl9pPr>
          </a:lstStyle>
          <a:p/>
        </p:txBody>
      </p:sp>
      <p:sp>
        <p:nvSpPr>
          <p:cNvPr id="1786" name="Google Shape;1786;p281"/>
          <p:cNvSpPr txBox="1"/>
          <p:nvPr>
            <p:ph type="title"/>
          </p:nvPr>
        </p:nvSpPr>
        <p:spPr>
          <a:xfrm>
            <a:off x="473869" y="469106"/>
            <a:ext cx="3571800" cy="38937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3600"/>
              <a:buFont typeface="Arial"/>
              <a:buNone/>
              <a:defRPr sz="3600">
                <a:solidFill>
                  <a:schemeClr val="dk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787" name="Google Shape;1787;p281"/>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_Slide_Divider w/ Image - Stone">
  <p:cSld name="Divider w/ Image - Stone">
    <p:bg>
      <p:bgPr>
        <a:solidFill>
          <a:srgbClr val="F3EDE0"/>
        </a:solidFill>
      </p:bgPr>
    </p:bg>
    <p:spTree>
      <p:nvGrpSpPr>
        <p:cNvPr id="1788" name="Shape 1788"/>
        <p:cNvGrpSpPr/>
        <p:nvPr/>
      </p:nvGrpSpPr>
      <p:grpSpPr>
        <a:xfrm>
          <a:off x="0" y="0"/>
          <a:ext cx="0" cy="0"/>
          <a:chOff x="0" y="0"/>
          <a:chExt cx="0" cy="0"/>
        </a:xfrm>
      </p:grpSpPr>
      <p:sp>
        <p:nvSpPr>
          <p:cNvPr id="1789" name="Google Shape;1789;p282"/>
          <p:cNvSpPr/>
          <p:nvPr/>
        </p:nvSpPr>
        <p:spPr>
          <a:xfrm>
            <a:off x="2716823" y="4728064"/>
            <a:ext cx="2017800" cy="1977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790" name="Google Shape;1790;p282"/>
          <p:cNvSpPr/>
          <p:nvPr>
            <p:ph idx="2" type="pic"/>
          </p:nvPr>
        </p:nvSpPr>
        <p:spPr>
          <a:xfrm>
            <a:off x="4510683" y="0"/>
            <a:ext cx="4632600" cy="5143500"/>
          </a:xfrm>
          <a:prstGeom prst="rect">
            <a:avLst/>
          </a:prstGeom>
          <a:solidFill>
            <a:schemeClr val="lt1"/>
          </a:solidFill>
          <a:ln cap="flat" cmpd="sng" w="82550">
            <a:solidFill>
              <a:srgbClr val="F5FF1E"/>
            </a:solidFill>
            <a:prstDash val="solid"/>
            <a:round/>
            <a:headEnd len="sm" w="sm" type="none"/>
            <a:tailEnd len="sm" w="sm" type="none"/>
          </a:ln>
        </p:spPr>
      </p:sp>
      <p:sp>
        <p:nvSpPr>
          <p:cNvPr id="1791" name="Google Shape;1791;p282"/>
          <p:cNvSpPr txBox="1"/>
          <p:nvPr>
            <p:ph type="title"/>
          </p:nvPr>
        </p:nvSpPr>
        <p:spPr>
          <a:xfrm>
            <a:off x="473869" y="1908572"/>
            <a:ext cx="3343200" cy="6060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3600"/>
              <a:buFont typeface="Arial"/>
              <a:buNone/>
              <a:defRPr sz="3600">
                <a:solidFill>
                  <a:schemeClr val="dk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792" name="Google Shape;1792;p282"/>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793" name="Google Shape;1793;p282"/>
          <p:cNvSpPr txBox="1"/>
          <p:nvPr>
            <p:ph idx="1" type="body"/>
          </p:nvPr>
        </p:nvSpPr>
        <p:spPr>
          <a:xfrm>
            <a:off x="473869" y="2628900"/>
            <a:ext cx="3343200" cy="694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dk1"/>
              </a:buClr>
              <a:buSzPts val="1400"/>
              <a:buNone/>
              <a:defRPr/>
            </a:lvl1pPr>
            <a:lvl2pPr indent="-228600" lvl="1" marL="914400" algn="l">
              <a:lnSpc>
                <a:spcPct val="100000"/>
              </a:lnSpc>
              <a:spcBef>
                <a:spcPts val="400"/>
              </a:spcBef>
              <a:spcAft>
                <a:spcPts val="0"/>
              </a:spcAft>
              <a:buClr>
                <a:schemeClr val="dk1"/>
              </a:buClr>
              <a:buSzPts val="1400"/>
              <a:buNone/>
              <a:defRPr/>
            </a:lvl2pPr>
            <a:lvl3pPr indent="-317500" lvl="2" marL="1371600" algn="l">
              <a:lnSpc>
                <a:spcPct val="100000"/>
              </a:lnSpc>
              <a:spcBef>
                <a:spcPts val="400"/>
              </a:spcBef>
              <a:spcAft>
                <a:spcPts val="0"/>
              </a:spcAft>
              <a:buClr>
                <a:schemeClr val="dk1"/>
              </a:buClr>
              <a:buSzPts val="1400"/>
              <a:buChar char="•"/>
              <a:defRPr/>
            </a:lvl3pPr>
            <a:lvl4pPr indent="-317500" lvl="3" marL="1828800" algn="l">
              <a:lnSpc>
                <a:spcPct val="100000"/>
              </a:lnSpc>
              <a:spcBef>
                <a:spcPts val="400"/>
              </a:spcBef>
              <a:spcAft>
                <a:spcPts val="0"/>
              </a:spcAft>
              <a:buClr>
                <a:schemeClr val="dk1"/>
              </a:buClr>
              <a:buSzPts val="1400"/>
              <a:buChar char="-"/>
              <a:defRPr/>
            </a:lvl4pPr>
            <a:lvl5pPr indent="-317500" lvl="4" marL="2286000" algn="l">
              <a:lnSpc>
                <a:spcPct val="100000"/>
              </a:lnSpc>
              <a:spcBef>
                <a:spcPts val="400"/>
              </a:spcBef>
              <a:spcAft>
                <a:spcPts val="0"/>
              </a:spcAft>
              <a:buClr>
                <a:schemeClr val="dk1"/>
              </a:buClr>
              <a:buSzPts val="1400"/>
              <a:buChar char="-"/>
              <a:defRPr/>
            </a:lvl5pPr>
            <a:lvl6pPr indent="-285750" lvl="5" marL="2743200" algn="l">
              <a:lnSpc>
                <a:spcPct val="90000"/>
              </a:lnSpc>
              <a:spcBef>
                <a:spcPts val="400"/>
              </a:spcBef>
              <a:spcAft>
                <a:spcPts val="0"/>
              </a:spcAft>
              <a:buClr>
                <a:schemeClr val="dk1"/>
              </a:buClr>
              <a:buSzPts val="900"/>
              <a:buChar char="•"/>
              <a:defRPr sz="900"/>
            </a:lvl6pPr>
            <a:lvl7pPr indent="-285750" lvl="6" marL="3200400" algn="l">
              <a:lnSpc>
                <a:spcPct val="90000"/>
              </a:lnSpc>
              <a:spcBef>
                <a:spcPts val="400"/>
              </a:spcBef>
              <a:spcAft>
                <a:spcPts val="0"/>
              </a:spcAft>
              <a:buClr>
                <a:schemeClr val="dk1"/>
              </a:buClr>
              <a:buSzPts val="900"/>
              <a:buChar char="•"/>
              <a:defRPr sz="900"/>
            </a:lvl7pPr>
            <a:lvl8pPr indent="-285750" lvl="7" marL="3657600" algn="l">
              <a:lnSpc>
                <a:spcPct val="90000"/>
              </a:lnSpc>
              <a:spcBef>
                <a:spcPts val="400"/>
              </a:spcBef>
              <a:spcAft>
                <a:spcPts val="0"/>
              </a:spcAft>
              <a:buClr>
                <a:schemeClr val="dk1"/>
              </a:buClr>
              <a:buSzPts val="900"/>
              <a:buChar char="•"/>
              <a:defRPr sz="900"/>
            </a:lvl8pPr>
            <a:lvl9pPr indent="-285750" lvl="8" marL="4114800" algn="l">
              <a:lnSpc>
                <a:spcPct val="90000"/>
              </a:lnSpc>
              <a:spcBef>
                <a:spcPts val="400"/>
              </a:spcBef>
              <a:spcAft>
                <a:spcPts val="0"/>
              </a:spcAft>
              <a:buClr>
                <a:schemeClr val="dk1"/>
              </a:buClr>
              <a:buSzPts val="900"/>
              <a:buChar char="•"/>
              <a:defRPr sz="900"/>
            </a:lvl9pPr>
          </a:lstStyle>
          <a:p/>
        </p:txBody>
      </p:sp>
    </p:spTree>
  </p:cSld>
  <p:clrMapOvr>
    <a:masterClrMapping/>
  </p:clrMapOvr>
</p:sldLayout>
</file>

<file path=ppt/slideLayouts/slideLayout2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Slide_Divider w/ Image - Red">
  <p:cSld name="Divider w/ Image - Red">
    <p:bg>
      <p:bgPr>
        <a:solidFill>
          <a:schemeClr val="accent6"/>
        </a:solidFill>
      </p:bgPr>
    </p:bg>
    <p:spTree>
      <p:nvGrpSpPr>
        <p:cNvPr id="1794" name="Shape 1794"/>
        <p:cNvGrpSpPr/>
        <p:nvPr/>
      </p:nvGrpSpPr>
      <p:grpSpPr>
        <a:xfrm>
          <a:off x="0" y="0"/>
          <a:ext cx="0" cy="0"/>
          <a:chOff x="0" y="0"/>
          <a:chExt cx="0" cy="0"/>
        </a:xfrm>
      </p:grpSpPr>
      <p:sp>
        <p:nvSpPr>
          <p:cNvPr id="1795" name="Google Shape;1795;p283"/>
          <p:cNvSpPr/>
          <p:nvPr/>
        </p:nvSpPr>
        <p:spPr>
          <a:xfrm>
            <a:off x="2716823" y="4728064"/>
            <a:ext cx="2017800" cy="197700"/>
          </a:xfrm>
          <a:prstGeom prst="rect">
            <a:avLst/>
          </a:prstGeom>
          <a:solidFill>
            <a:schemeClr val="accent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796" name="Google Shape;1796;p283"/>
          <p:cNvSpPr/>
          <p:nvPr>
            <p:ph idx="2" type="pic"/>
          </p:nvPr>
        </p:nvSpPr>
        <p:spPr>
          <a:xfrm>
            <a:off x="4510683" y="0"/>
            <a:ext cx="4632600" cy="5143500"/>
          </a:xfrm>
          <a:prstGeom prst="rect">
            <a:avLst/>
          </a:prstGeom>
          <a:solidFill>
            <a:schemeClr val="lt1"/>
          </a:solidFill>
          <a:ln>
            <a:noFill/>
          </a:ln>
        </p:spPr>
      </p:sp>
      <p:sp>
        <p:nvSpPr>
          <p:cNvPr id="1797" name="Google Shape;1797;p283"/>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798" name="Google Shape;1798;p283"/>
          <p:cNvSpPr txBox="1"/>
          <p:nvPr>
            <p:ph type="title"/>
          </p:nvPr>
        </p:nvSpPr>
        <p:spPr>
          <a:xfrm>
            <a:off x="473869" y="1908572"/>
            <a:ext cx="3343200" cy="6060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lt1"/>
              </a:buClr>
              <a:buSzPts val="3600"/>
              <a:buFont typeface="Arial"/>
              <a:buNone/>
              <a:defRPr sz="3600">
                <a:solidFill>
                  <a:schemeClr val="l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799" name="Google Shape;1799;p283"/>
          <p:cNvSpPr txBox="1"/>
          <p:nvPr>
            <p:ph idx="1" type="body"/>
          </p:nvPr>
        </p:nvSpPr>
        <p:spPr>
          <a:xfrm>
            <a:off x="473869" y="2634095"/>
            <a:ext cx="3343200" cy="694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lt1"/>
              </a:buClr>
              <a:buSzPts val="900"/>
              <a:buNone/>
              <a:defRPr>
                <a:solidFill>
                  <a:schemeClr val="lt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85750" lvl="2" marL="1371600" algn="l">
              <a:lnSpc>
                <a:spcPct val="100000"/>
              </a:lnSpc>
              <a:spcBef>
                <a:spcPts val="400"/>
              </a:spcBef>
              <a:spcAft>
                <a:spcPts val="0"/>
              </a:spcAft>
              <a:buClr>
                <a:schemeClr val="lt1"/>
              </a:buClr>
              <a:buSzPts val="900"/>
              <a:buChar char="•"/>
              <a:defRPr>
                <a:solidFill>
                  <a:schemeClr val="lt1"/>
                </a:solidFill>
              </a:defRPr>
            </a:lvl3pPr>
            <a:lvl4pPr indent="-285750" lvl="3" marL="1828800" algn="l">
              <a:lnSpc>
                <a:spcPct val="100000"/>
              </a:lnSpc>
              <a:spcBef>
                <a:spcPts val="400"/>
              </a:spcBef>
              <a:spcAft>
                <a:spcPts val="0"/>
              </a:spcAft>
              <a:buClr>
                <a:schemeClr val="lt1"/>
              </a:buClr>
              <a:buSzPts val="900"/>
              <a:buChar char="-"/>
              <a:defRPr>
                <a:solidFill>
                  <a:schemeClr val="lt1"/>
                </a:solidFill>
              </a:defRPr>
            </a:lvl4pPr>
            <a:lvl5pPr indent="-285750" lvl="4" marL="2286000" algn="l">
              <a:lnSpc>
                <a:spcPct val="100000"/>
              </a:lnSpc>
              <a:spcBef>
                <a:spcPts val="400"/>
              </a:spcBef>
              <a:spcAft>
                <a:spcPts val="0"/>
              </a:spcAft>
              <a:buClr>
                <a:schemeClr val="lt1"/>
              </a:buClr>
              <a:buSzPts val="900"/>
              <a:buChar char="-"/>
              <a:defRPr>
                <a:solidFill>
                  <a:schemeClr val="lt1"/>
                </a:solidFill>
              </a:defRPr>
            </a:lvl5pPr>
            <a:lvl6pPr indent="-285750" lvl="5" marL="2743200" algn="l">
              <a:lnSpc>
                <a:spcPct val="90000"/>
              </a:lnSpc>
              <a:spcBef>
                <a:spcPts val="400"/>
              </a:spcBef>
              <a:spcAft>
                <a:spcPts val="0"/>
              </a:spcAft>
              <a:buClr>
                <a:schemeClr val="lt1"/>
              </a:buClr>
              <a:buSzPts val="900"/>
              <a:buChar char="•"/>
              <a:defRPr sz="900">
                <a:solidFill>
                  <a:schemeClr val="lt1"/>
                </a:solidFill>
              </a:defRPr>
            </a:lvl6pPr>
            <a:lvl7pPr indent="-285750" lvl="6" marL="3200400" algn="l">
              <a:lnSpc>
                <a:spcPct val="90000"/>
              </a:lnSpc>
              <a:spcBef>
                <a:spcPts val="400"/>
              </a:spcBef>
              <a:spcAft>
                <a:spcPts val="0"/>
              </a:spcAft>
              <a:buClr>
                <a:schemeClr val="lt1"/>
              </a:buClr>
              <a:buSzPts val="900"/>
              <a:buChar char="•"/>
              <a:defRPr sz="900">
                <a:solidFill>
                  <a:schemeClr val="lt1"/>
                </a:solidFill>
              </a:defRPr>
            </a:lvl7pPr>
            <a:lvl8pPr indent="-285750" lvl="7" marL="3657600" algn="l">
              <a:lnSpc>
                <a:spcPct val="90000"/>
              </a:lnSpc>
              <a:spcBef>
                <a:spcPts val="400"/>
              </a:spcBef>
              <a:spcAft>
                <a:spcPts val="0"/>
              </a:spcAft>
              <a:buClr>
                <a:schemeClr val="lt1"/>
              </a:buClr>
              <a:buSzPts val="900"/>
              <a:buChar char="•"/>
              <a:defRPr sz="900">
                <a:solidFill>
                  <a:schemeClr val="lt1"/>
                </a:solidFill>
              </a:defRPr>
            </a:lvl8pPr>
            <a:lvl9pPr indent="-285750" lvl="8" marL="4114800" algn="l">
              <a:lnSpc>
                <a:spcPct val="90000"/>
              </a:lnSpc>
              <a:spcBef>
                <a:spcPts val="400"/>
              </a:spcBef>
              <a:spcAft>
                <a:spcPts val="0"/>
              </a:spcAft>
              <a:buClr>
                <a:schemeClr val="lt1"/>
              </a:buClr>
              <a:buSzPts val="900"/>
              <a:buChar char="•"/>
              <a:defRPr sz="900">
                <a:solidFill>
                  <a:schemeClr val="lt1"/>
                </a:solidFill>
              </a:defRPr>
            </a:lvl9pPr>
          </a:lstStyle>
          <a:p/>
        </p:txBody>
      </p:sp>
      <p:pic>
        <p:nvPicPr>
          <p:cNvPr id="1800" name="Google Shape;1800;p283"/>
          <p:cNvPicPr preferRelativeResize="0"/>
          <p:nvPr/>
        </p:nvPicPr>
        <p:blipFill rotWithShape="1">
          <a:blip r:embed="rId2">
            <a:alphaModFix/>
          </a:blip>
          <a:srcRect b="0" l="0" r="0" t="0"/>
          <a:stretch/>
        </p:blipFill>
        <p:spPr>
          <a:xfrm>
            <a:off x="372692" y="4632722"/>
            <a:ext cx="841577" cy="344233"/>
          </a:xfrm>
          <a:prstGeom prst="rect">
            <a:avLst/>
          </a:prstGeom>
          <a:noFill/>
          <a:ln>
            <a:noFill/>
          </a:ln>
        </p:spPr>
      </p:pic>
    </p:spTree>
  </p:cSld>
  <p:clrMapOvr>
    <a:masterClrMapping/>
  </p:clrMapOvr>
</p:sldLayout>
</file>

<file path=ppt/slideLayouts/slideLayout2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_Slide_Agenda/TOC - White">
  <p:cSld name="Agenda/TOC - White">
    <p:spTree>
      <p:nvGrpSpPr>
        <p:cNvPr id="1801" name="Shape 1801"/>
        <p:cNvGrpSpPr/>
        <p:nvPr/>
      </p:nvGrpSpPr>
      <p:grpSpPr>
        <a:xfrm>
          <a:off x="0" y="0"/>
          <a:ext cx="0" cy="0"/>
          <a:chOff x="0" y="0"/>
          <a:chExt cx="0" cy="0"/>
        </a:xfrm>
      </p:grpSpPr>
      <p:sp>
        <p:nvSpPr>
          <p:cNvPr id="1802" name="Google Shape;1802;p284"/>
          <p:cNvSpPr txBox="1"/>
          <p:nvPr>
            <p:ph type="title"/>
          </p:nvPr>
        </p:nvSpPr>
        <p:spPr>
          <a:xfrm>
            <a:off x="473869" y="469106"/>
            <a:ext cx="7504500" cy="604800"/>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accent6"/>
              </a:buClr>
              <a:buSzPts val="3600"/>
              <a:buFont typeface="Arial"/>
              <a:buNone/>
              <a:defRPr sz="3600">
                <a:solidFill>
                  <a:schemeClr val="accent6"/>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803" name="Google Shape;1803;p284"/>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804" name="Google Shape;1804;p284"/>
          <p:cNvSpPr/>
          <p:nvPr>
            <p:ph idx="2" type="tbl"/>
          </p:nvPr>
        </p:nvSpPr>
        <p:spPr>
          <a:xfrm>
            <a:off x="473869" y="1301354"/>
            <a:ext cx="8196300" cy="3362400"/>
          </a:xfrm>
          <a:prstGeom prst="rect">
            <a:avLst/>
          </a:prstGeom>
          <a:noFill/>
          <a:ln>
            <a:noFill/>
          </a:ln>
        </p:spPr>
        <p:txBody>
          <a:bodyPr anchorCtr="0" anchor="t" bIns="34275" lIns="68575" spcFirstLastPara="1" rIns="68575" wrap="square" tIns="34275">
            <a:noAutofit/>
          </a:bodyPr>
          <a:lstStyle>
            <a:lvl1pPr lvl="0" marR="0" rtl="0" algn="l">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2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_Slide_Agenda/TOC Alt - White">
  <p:cSld name="Agenda/TOC Alt - White">
    <p:spTree>
      <p:nvGrpSpPr>
        <p:cNvPr id="1805" name="Shape 1805"/>
        <p:cNvGrpSpPr/>
        <p:nvPr/>
      </p:nvGrpSpPr>
      <p:grpSpPr>
        <a:xfrm>
          <a:off x="0" y="0"/>
          <a:ext cx="0" cy="0"/>
          <a:chOff x="0" y="0"/>
          <a:chExt cx="0" cy="0"/>
        </a:xfrm>
      </p:grpSpPr>
      <p:sp>
        <p:nvSpPr>
          <p:cNvPr id="1806" name="Google Shape;1806;p285"/>
          <p:cNvSpPr txBox="1"/>
          <p:nvPr>
            <p:ph idx="1" type="body"/>
          </p:nvPr>
        </p:nvSpPr>
        <p:spPr>
          <a:xfrm>
            <a:off x="473870" y="1908572"/>
            <a:ext cx="3343200" cy="2404800"/>
          </a:xfrm>
          <a:prstGeom prst="rect">
            <a:avLst/>
          </a:prstGeom>
          <a:noFill/>
          <a:ln>
            <a:noFill/>
          </a:ln>
        </p:spPr>
        <p:txBody>
          <a:bodyPr anchorCtr="0" anchor="t" bIns="0" lIns="0" spcFirstLastPara="1" rIns="0" wrap="square" tIns="0">
            <a:normAutofit/>
          </a:bodyPr>
          <a:lstStyle>
            <a:lvl1pPr indent="-228600" lvl="0" marL="457200" algn="l">
              <a:lnSpc>
                <a:spcPct val="101250"/>
              </a:lnSpc>
              <a:spcBef>
                <a:spcPts val="0"/>
              </a:spcBef>
              <a:spcAft>
                <a:spcPts val="0"/>
              </a:spcAft>
              <a:buSzPts val="3600"/>
              <a:buNone/>
              <a:defRPr i="0" sz="36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1807" name="Google Shape;1807;p285"/>
          <p:cNvSpPr txBox="1"/>
          <p:nvPr>
            <p:ph idx="2" type="body"/>
          </p:nvPr>
        </p:nvSpPr>
        <p:spPr>
          <a:xfrm>
            <a:off x="4626769" y="1908572"/>
            <a:ext cx="3351600" cy="2411400"/>
          </a:xfrm>
          <a:prstGeom prst="rect">
            <a:avLst/>
          </a:prstGeom>
          <a:noFill/>
          <a:ln>
            <a:noFill/>
          </a:ln>
        </p:spPr>
        <p:txBody>
          <a:bodyPr anchorCtr="0" anchor="t" bIns="0" lIns="0" spcFirstLastPara="1" rIns="0" wrap="square" tIns="0">
            <a:normAutofit/>
          </a:bodyPr>
          <a:lstStyle>
            <a:lvl1pPr indent="-228600" lvl="0" marL="457200" algn="l">
              <a:lnSpc>
                <a:spcPct val="101250"/>
              </a:lnSpc>
              <a:spcBef>
                <a:spcPts val="0"/>
              </a:spcBef>
              <a:spcAft>
                <a:spcPts val="0"/>
              </a:spcAft>
              <a:buSzPts val="3600"/>
              <a:buNone/>
              <a:defRPr i="0" sz="36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1808" name="Google Shape;1808;p285"/>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809" name="Google Shape;1809;p285"/>
          <p:cNvSpPr txBox="1"/>
          <p:nvPr>
            <p:ph type="title"/>
          </p:nvPr>
        </p:nvSpPr>
        <p:spPr>
          <a:xfrm>
            <a:off x="473869" y="469106"/>
            <a:ext cx="7504500" cy="604800"/>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accent6"/>
              </a:buClr>
              <a:buSzPts val="3600"/>
              <a:buFont typeface="Arial"/>
              <a:buNone/>
              <a:defRPr sz="3600">
                <a:solidFill>
                  <a:schemeClr val="accent6"/>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2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_Slide_Ideals/Principles - White">
  <p:cSld name="Ideals/Principles - White">
    <p:bg>
      <p:bgPr>
        <a:solidFill>
          <a:srgbClr val="FFFFFF"/>
        </a:solidFill>
      </p:bgPr>
    </p:bg>
    <p:spTree>
      <p:nvGrpSpPr>
        <p:cNvPr id="1810" name="Shape 1810"/>
        <p:cNvGrpSpPr/>
        <p:nvPr/>
      </p:nvGrpSpPr>
      <p:grpSpPr>
        <a:xfrm>
          <a:off x="0" y="0"/>
          <a:ext cx="0" cy="0"/>
          <a:chOff x="0" y="0"/>
          <a:chExt cx="0" cy="0"/>
        </a:xfrm>
      </p:grpSpPr>
      <p:sp>
        <p:nvSpPr>
          <p:cNvPr id="1811" name="Google Shape;1811;p286"/>
          <p:cNvSpPr txBox="1"/>
          <p:nvPr>
            <p:ph idx="1" type="body"/>
          </p:nvPr>
        </p:nvSpPr>
        <p:spPr>
          <a:xfrm>
            <a:off x="473869" y="1912482"/>
            <a:ext cx="6115200" cy="2286000"/>
          </a:xfrm>
          <a:prstGeom prst="rect">
            <a:avLst/>
          </a:prstGeom>
          <a:noFill/>
          <a:ln>
            <a:noFill/>
          </a:ln>
        </p:spPr>
        <p:txBody>
          <a:bodyPr anchorCtr="0" anchor="t" bIns="0" lIns="0" spcFirstLastPara="1" rIns="0" wrap="square" tIns="0">
            <a:normAutofit/>
          </a:bodyPr>
          <a:lstStyle>
            <a:lvl1pPr indent="-228600" lvl="0" marL="457200" algn="l">
              <a:lnSpc>
                <a:spcPct val="101250"/>
              </a:lnSpc>
              <a:spcBef>
                <a:spcPts val="0"/>
              </a:spcBef>
              <a:spcAft>
                <a:spcPts val="0"/>
              </a:spcAft>
              <a:buSzPts val="3600"/>
              <a:buNone/>
              <a:defRPr i="0" sz="36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1812" name="Google Shape;1812;p286"/>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813" name="Google Shape;1813;p286"/>
          <p:cNvSpPr txBox="1"/>
          <p:nvPr>
            <p:ph type="title"/>
          </p:nvPr>
        </p:nvSpPr>
        <p:spPr>
          <a:xfrm>
            <a:off x="473869" y="469106"/>
            <a:ext cx="7504500" cy="604800"/>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accent6"/>
              </a:buClr>
              <a:buSzPts val="3600"/>
              <a:buFont typeface="Arial"/>
              <a:buNone/>
              <a:defRPr sz="3600">
                <a:solidFill>
                  <a:schemeClr val="accent6"/>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2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_Slide_Bullet point and optional partner 2 - White">
  <p:cSld name="Bullet point and optional partner 2 - White">
    <p:bg>
      <p:bgPr>
        <a:solidFill>
          <a:schemeClr val="lt1"/>
        </a:solidFill>
      </p:bgPr>
    </p:bg>
    <p:spTree>
      <p:nvGrpSpPr>
        <p:cNvPr id="1814" name="Shape 1814"/>
        <p:cNvGrpSpPr/>
        <p:nvPr/>
      </p:nvGrpSpPr>
      <p:grpSpPr>
        <a:xfrm>
          <a:off x="0" y="0"/>
          <a:ext cx="0" cy="0"/>
          <a:chOff x="0" y="0"/>
          <a:chExt cx="0" cy="0"/>
        </a:xfrm>
      </p:grpSpPr>
      <p:sp>
        <p:nvSpPr>
          <p:cNvPr id="1815" name="Google Shape;1815;p287"/>
          <p:cNvSpPr/>
          <p:nvPr>
            <p:ph idx="2" type="pic"/>
          </p:nvPr>
        </p:nvSpPr>
        <p:spPr>
          <a:xfrm>
            <a:off x="7394972" y="469106"/>
            <a:ext cx="1275300" cy="1325100"/>
          </a:xfrm>
          <a:prstGeom prst="rect">
            <a:avLst/>
          </a:prstGeom>
          <a:noFill/>
          <a:ln>
            <a:noFill/>
          </a:ln>
        </p:spPr>
      </p:sp>
      <p:sp>
        <p:nvSpPr>
          <p:cNvPr id="1816" name="Google Shape;1816;p287"/>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817" name="Google Shape;1817;p287"/>
          <p:cNvSpPr txBox="1"/>
          <p:nvPr>
            <p:ph idx="1" type="body"/>
          </p:nvPr>
        </p:nvSpPr>
        <p:spPr>
          <a:xfrm>
            <a:off x="473869" y="1908572"/>
            <a:ext cx="8196300" cy="2283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1100"/>
              <a:buNone/>
              <a:defRPr sz="1100"/>
            </a:lvl1pPr>
            <a:lvl2pPr indent="-228600" lvl="1" marL="914400" algn="l">
              <a:lnSpc>
                <a:spcPct val="100000"/>
              </a:lnSpc>
              <a:spcBef>
                <a:spcPts val="9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200"/>
              </a:spcBef>
              <a:spcAft>
                <a:spcPts val="0"/>
              </a:spcAft>
              <a:buClr>
                <a:schemeClr val="dk1"/>
              </a:buClr>
              <a:buSzPts val="1100"/>
              <a:buChar char="⁃"/>
              <a:defRPr sz="1100"/>
            </a:lvl4pPr>
            <a:lvl5pPr indent="-298450" lvl="4" marL="2286000" algn="l">
              <a:lnSpc>
                <a:spcPct val="100000"/>
              </a:lnSpc>
              <a:spcBef>
                <a:spcPts val="100"/>
              </a:spcBef>
              <a:spcAft>
                <a:spcPts val="0"/>
              </a:spcAft>
              <a:buClr>
                <a:schemeClr val="dk1"/>
              </a:buClr>
              <a:buSzPts val="1100"/>
              <a:buChar char="⁃"/>
              <a:defRPr sz="11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285750" lvl="7" marL="3657600" algn="l">
              <a:lnSpc>
                <a:spcPct val="90000"/>
              </a:lnSpc>
              <a:spcBef>
                <a:spcPts val="400"/>
              </a:spcBef>
              <a:spcAft>
                <a:spcPts val="0"/>
              </a:spcAft>
              <a:buClr>
                <a:schemeClr val="dk1"/>
              </a:buClr>
              <a:buSzPts val="900"/>
              <a:buChar char="•"/>
              <a:defRPr sz="900"/>
            </a:lvl8pPr>
            <a:lvl9pPr indent="-285750" lvl="8" marL="4114800" algn="l">
              <a:lnSpc>
                <a:spcPct val="90000"/>
              </a:lnSpc>
              <a:spcBef>
                <a:spcPts val="400"/>
              </a:spcBef>
              <a:spcAft>
                <a:spcPts val="0"/>
              </a:spcAft>
              <a:buClr>
                <a:schemeClr val="dk1"/>
              </a:buClr>
              <a:buSzPts val="900"/>
              <a:buChar char="•"/>
              <a:defRPr sz="900"/>
            </a:lvl9pPr>
          </a:lstStyle>
          <a:p/>
        </p:txBody>
      </p:sp>
      <p:sp>
        <p:nvSpPr>
          <p:cNvPr id="1818" name="Google Shape;1818;p287"/>
          <p:cNvSpPr txBox="1"/>
          <p:nvPr>
            <p:ph idx="3" type="body"/>
          </p:nvPr>
        </p:nvSpPr>
        <p:spPr>
          <a:xfrm>
            <a:off x="476251" y="469106"/>
            <a:ext cx="6112800" cy="136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1819" name="Google Shape;1819;p287"/>
          <p:cNvSpPr txBox="1"/>
          <p:nvPr>
            <p:ph type="title"/>
          </p:nvPr>
        </p:nvSpPr>
        <p:spPr>
          <a:xfrm>
            <a:off x="473870" y="619857"/>
            <a:ext cx="61152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2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_Slide_Three column picture - White">
  <p:cSld name="Three column picture - White">
    <p:bg>
      <p:bgPr>
        <a:solidFill>
          <a:schemeClr val="lt1"/>
        </a:solidFill>
      </p:bgPr>
    </p:bg>
    <p:spTree>
      <p:nvGrpSpPr>
        <p:cNvPr id="1820" name="Shape 1820"/>
        <p:cNvGrpSpPr/>
        <p:nvPr/>
      </p:nvGrpSpPr>
      <p:grpSpPr>
        <a:xfrm>
          <a:off x="0" y="0"/>
          <a:ext cx="0" cy="0"/>
          <a:chOff x="0" y="0"/>
          <a:chExt cx="0" cy="0"/>
        </a:xfrm>
      </p:grpSpPr>
      <p:sp>
        <p:nvSpPr>
          <p:cNvPr id="1821" name="Google Shape;1821;p288"/>
          <p:cNvSpPr txBox="1"/>
          <p:nvPr>
            <p:ph idx="1" type="body"/>
          </p:nvPr>
        </p:nvSpPr>
        <p:spPr>
          <a:xfrm>
            <a:off x="476251" y="469106"/>
            <a:ext cx="6112800" cy="136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chemeClr val="dk1"/>
              </a:buClr>
              <a:buSzPts val="800"/>
              <a:buNone/>
              <a:defRPr b="0" i="0" sz="800">
                <a:solidFill>
                  <a:schemeClr val="dk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822" name="Google Shape;1822;p288"/>
          <p:cNvSpPr/>
          <p:nvPr>
            <p:ph idx="2" type="pic"/>
          </p:nvPr>
        </p:nvSpPr>
        <p:spPr>
          <a:xfrm>
            <a:off x="2555081" y="1188244"/>
            <a:ext cx="1965600" cy="2054100"/>
          </a:xfrm>
          <a:prstGeom prst="round2SameRect">
            <a:avLst>
              <a:gd fmla="val 0" name="adj1"/>
              <a:gd fmla="val 0" name="adj2"/>
            </a:avLst>
          </a:prstGeom>
          <a:solidFill>
            <a:schemeClr val="accent5"/>
          </a:solidFill>
          <a:ln>
            <a:noFill/>
          </a:ln>
        </p:spPr>
      </p:sp>
      <p:sp>
        <p:nvSpPr>
          <p:cNvPr id="1823" name="Google Shape;1823;p288"/>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824" name="Google Shape;1824;p288"/>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825" name="Google Shape;1825;p288"/>
          <p:cNvSpPr txBox="1"/>
          <p:nvPr>
            <p:ph idx="3" type="body"/>
          </p:nvPr>
        </p:nvSpPr>
        <p:spPr>
          <a:xfrm>
            <a:off x="473869" y="1188244"/>
            <a:ext cx="1955100" cy="2283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1100"/>
              <a:buNone/>
              <a:defRPr sz="1100"/>
            </a:lvl1pPr>
            <a:lvl2pPr indent="-228600" lvl="1" marL="914400" algn="l">
              <a:lnSpc>
                <a:spcPct val="100000"/>
              </a:lnSpc>
              <a:spcBef>
                <a:spcPts val="9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200"/>
              </a:spcBef>
              <a:spcAft>
                <a:spcPts val="0"/>
              </a:spcAft>
              <a:buClr>
                <a:schemeClr val="dk1"/>
              </a:buClr>
              <a:buSzPts val="1100"/>
              <a:buChar char="⁃"/>
              <a:defRPr sz="1100"/>
            </a:lvl4pPr>
            <a:lvl5pPr indent="-298450" lvl="4" marL="2286000" algn="l">
              <a:lnSpc>
                <a:spcPct val="100000"/>
              </a:lnSpc>
              <a:spcBef>
                <a:spcPts val="100"/>
              </a:spcBef>
              <a:spcAft>
                <a:spcPts val="0"/>
              </a:spcAft>
              <a:buClr>
                <a:schemeClr val="dk1"/>
              </a:buClr>
              <a:buSzPts val="1100"/>
              <a:buChar char="⁃"/>
              <a:defRPr sz="11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826" name="Google Shape;1826;p288"/>
          <p:cNvSpPr txBox="1"/>
          <p:nvPr>
            <p:ph idx="4" type="body"/>
          </p:nvPr>
        </p:nvSpPr>
        <p:spPr>
          <a:xfrm>
            <a:off x="2555081" y="3349229"/>
            <a:ext cx="1965600" cy="1072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800"/>
              <a:buNone/>
              <a:defRPr sz="800"/>
            </a:lvl1pPr>
            <a:lvl2pPr indent="-228600" lvl="1" marL="914400" algn="l">
              <a:lnSpc>
                <a:spcPct val="100000"/>
              </a:lnSpc>
              <a:spcBef>
                <a:spcPts val="900"/>
              </a:spcBef>
              <a:spcAft>
                <a:spcPts val="0"/>
              </a:spcAft>
              <a:buClr>
                <a:schemeClr val="dk1"/>
              </a:buClr>
              <a:buSzPts val="800"/>
              <a:buNone/>
              <a:defRPr sz="800"/>
            </a:lvl2pPr>
            <a:lvl3pPr indent="-279400" lvl="2" marL="1371600" algn="l">
              <a:lnSpc>
                <a:spcPct val="100000"/>
              </a:lnSpc>
              <a:spcBef>
                <a:spcPts val="400"/>
              </a:spcBef>
              <a:spcAft>
                <a:spcPts val="0"/>
              </a:spcAft>
              <a:buClr>
                <a:schemeClr val="dk1"/>
              </a:buClr>
              <a:buSzPts val="800"/>
              <a:buChar char="•"/>
              <a:defRPr sz="800"/>
            </a:lvl3pPr>
            <a:lvl4pPr indent="-279400" lvl="3" marL="1828800" algn="l">
              <a:lnSpc>
                <a:spcPct val="100000"/>
              </a:lnSpc>
              <a:spcBef>
                <a:spcPts val="200"/>
              </a:spcBef>
              <a:spcAft>
                <a:spcPts val="0"/>
              </a:spcAft>
              <a:buClr>
                <a:schemeClr val="dk1"/>
              </a:buClr>
              <a:buSzPts val="800"/>
              <a:buChar char="⁃"/>
              <a:defRPr sz="800"/>
            </a:lvl4pPr>
            <a:lvl5pPr indent="-279400" lvl="4" marL="2286000" algn="l">
              <a:lnSpc>
                <a:spcPct val="100000"/>
              </a:lnSpc>
              <a:spcBef>
                <a:spcPts val="100"/>
              </a:spcBef>
              <a:spcAft>
                <a:spcPts val="0"/>
              </a:spcAft>
              <a:buClr>
                <a:schemeClr val="dk1"/>
              </a:buClr>
              <a:buSzPts val="800"/>
              <a:buChar char="⁃"/>
              <a:defRPr sz="8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827" name="Google Shape;1827;p288"/>
          <p:cNvSpPr/>
          <p:nvPr>
            <p:ph idx="5" type="pic"/>
          </p:nvPr>
        </p:nvSpPr>
        <p:spPr>
          <a:xfrm>
            <a:off x="4626769" y="1188244"/>
            <a:ext cx="1965600" cy="2054100"/>
          </a:xfrm>
          <a:prstGeom prst="round2SameRect">
            <a:avLst>
              <a:gd fmla="val 0" name="adj1"/>
              <a:gd fmla="val 0" name="adj2"/>
            </a:avLst>
          </a:prstGeom>
          <a:solidFill>
            <a:schemeClr val="accent5"/>
          </a:solidFill>
          <a:ln>
            <a:noFill/>
          </a:ln>
        </p:spPr>
      </p:sp>
      <p:sp>
        <p:nvSpPr>
          <p:cNvPr id="1828" name="Google Shape;1828;p288"/>
          <p:cNvSpPr/>
          <p:nvPr>
            <p:ph idx="6" type="pic"/>
          </p:nvPr>
        </p:nvSpPr>
        <p:spPr>
          <a:xfrm>
            <a:off x="6704409" y="1188244"/>
            <a:ext cx="1965600" cy="2054100"/>
          </a:xfrm>
          <a:prstGeom prst="round2SameRect">
            <a:avLst>
              <a:gd fmla="val 0" name="adj1"/>
              <a:gd fmla="val 0" name="adj2"/>
            </a:avLst>
          </a:prstGeom>
          <a:solidFill>
            <a:schemeClr val="accent5"/>
          </a:solidFill>
          <a:ln>
            <a:noFill/>
          </a:ln>
        </p:spPr>
      </p:sp>
      <p:sp>
        <p:nvSpPr>
          <p:cNvPr id="1829" name="Google Shape;1829;p288"/>
          <p:cNvSpPr txBox="1"/>
          <p:nvPr>
            <p:ph idx="7" type="body"/>
          </p:nvPr>
        </p:nvSpPr>
        <p:spPr>
          <a:xfrm>
            <a:off x="4629150" y="3349229"/>
            <a:ext cx="1965600" cy="1072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800"/>
              <a:buNone/>
              <a:defRPr sz="800"/>
            </a:lvl1pPr>
            <a:lvl2pPr indent="-228600" lvl="1" marL="914400" algn="l">
              <a:lnSpc>
                <a:spcPct val="100000"/>
              </a:lnSpc>
              <a:spcBef>
                <a:spcPts val="900"/>
              </a:spcBef>
              <a:spcAft>
                <a:spcPts val="0"/>
              </a:spcAft>
              <a:buClr>
                <a:schemeClr val="dk1"/>
              </a:buClr>
              <a:buSzPts val="800"/>
              <a:buNone/>
              <a:defRPr sz="800"/>
            </a:lvl2pPr>
            <a:lvl3pPr indent="-279400" lvl="2" marL="1371600" algn="l">
              <a:lnSpc>
                <a:spcPct val="100000"/>
              </a:lnSpc>
              <a:spcBef>
                <a:spcPts val="400"/>
              </a:spcBef>
              <a:spcAft>
                <a:spcPts val="0"/>
              </a:spcAft>
              <a:buClr>
                <a:schemeClr val="dk1"/>
              </a:buClr>
              <a:buSzPts val="800"/>
              <a:buChar char="•"/>
              <a:defRPr sz="800"/>
            </a:lvl3pPr>
            <a:lvl4pPr indent="-279400" lvl="3" marL="1828800" algn="l">
              <a:lnSpc>
                <a:spcPct val="100000"/>
              </a:lnSpc>
              <a:spcBef>
                <a:spcPts val="200"/>
              </a:spcBef>
              <a:spcAft>
                <a:spcPts val="0"/>
              </a:spcAft>
              <a:buClr>
                <a:schemeClr val="dk1"/>
              </a:buClr>
              <a:buSzPts val="800"/>
              <a:buChar char="⁃"/>
              <a:defRPr sz="800"/>
            </a:lvl4pPr>
            <a:lvl5pPr indent="-279400" lvl="4" marL="2286000" algn="l">
              <a:lnSpc>
                <a:spcPct val="100000"/>
              </a:lnSpc>
              <a:spcBef>
                <a:spcPts val="100"/>
              </a:spcBef>
              <a:spcAft>
                <a:spcPts val="0"/>
              </a:spcAft>
              <a:buClr>
                <a:schemeClr val="dk1"/>
              </a:buClr>
              <a:buSzPts val="800"/>
              <a:buChar char="⁃"/>
              <a:defRPr sz="8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830" name="Google Shape;1830;p288"/>
          <p:cNvSpPr txBox="1"/>
          <p:nvPr>
            <p:ph idx="8" type="body"/>
          </p:nvPr>
        </p:nvSpPr>
        <p:spPr>
          <a:xfrm>
            <a:off x="6704409" y="3349229"/>
            <a:ext cx="1965600" cy="1072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800"/>
              <a:buNone/>
              <a:defRPr sz="800"/>
            </a:lvl1pPr>
            <a:lvl2pPr indent="-228600" lvl="1" marL="914400" algn="l">
              <a:lnSpc>
                <a:spcPct val="100000"/>
              </a:lnSpc>
              <a:spcBef>
                <a:spcPts val="900"/>
              </a:spcBef>
              <a:spcAft>
                <a:spcPts val="0"/>
              </a:spcAft>
              <a:buClr>
                <a:schemeClr val="dk1"/>
              </a:buClr>
              <a:buSzPts val="800"/>
              <a:buNone/>
              <a:defRPr sz="800"/>
            </a:lvl2pPr>
            <a:lvl3pPr indent="-279400" lvl="2" marL="1371600" algn="l">
              <a:lnSpc>
                <a:spcPct val="100000"/>
              </a:lnSpc>
              <a:spcBef>
                <a:spcPts val="400"/>
              </a:spcBef>
              <a:spcAft>
                <a:spcPts val="0"/>
              </a:spcAft>
              <a:buClr>
                <a:schemeClr val="dk1"/>
              </a:buClr>
              <a:buSzPts val="800"/>
              <a:buChar char="•"/>
              <a:defRPr sz="800"/>
            </a:lvl3pPr>
            <a:lvl4pPr indent="-279400" lvl="3" marL="1828800" algn="l">
              <a:lnSpc>
                <a:spcPct val="100000"/>
              </a:lnSpc>
              <a:spcBef>
                <a:spcPts val="200"/>
              </a:spcBef>
              <a:spcAft>
                <a:spcPts val="0"/>
              </a:spcAft>
              <a:buClr>
                <a:schemeClr val="dk1"/>
              </a:buClr>
              <a:buSzPts val="800"/>
              <a:buChar char="⁃"/>
              <a:defRPr sz="800"/>
            </a:lvl4pPr>
            <a:lvl5pPr indent="-279400" lvl="4" marL="2286000" algn="l">
              <a:lnSpc>
                <a:spcPct val="100000"/>
              </a:lnSpc>
              <a:spcBef>
                <a:spcPts val="100"/>
              </a:spcBef>
              <a:spcAft>
                <a:spcPts val="0"/>
              </a:spcAft>
              <a:buClr>
                <a:schemeClr val="dk1"/>
              </a:buClr>
              <a:buSzPts val="800"/>
              <a:buChar char="⁃"/>
              <a:defRPr sz="8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2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_Slide_Text and right picture - White">
  <p:cSld name="Text and right picture - White">
    <p:bg>
      <p:bgPr>
        <a:solidFill>
          <a:schemeClr val="lt1"/>
        </a:solidFill>
      </p:bgPr>
    </p:bg>
    <p:spTree>
      <p:nvGrpSpPr>
        <p:cNvPr id="1831" name="Shape 1831"/>
        <p:cNvGrpSpPr/>
        <p:nvPr/>
      </p:nvGrpSpPr>
      <p:grpSpPr>
        <a:xfrm>
          <a:off x="0" y="0"/>
          <a:ext cx="0" cy="0"/>
          <a:chOff x="0" y="0"/>
          <a:chExt cx="0" cy="0"/>
        </a:xfrm>
      </p:grpSpPr>
      <p:sp>
        <p:nvSpPr>
          <p:cNvPr id="1832" name="Google Shape;1832;p289"/>
          <p:cNvSpPr/>
          <p:nvPr>
            <p:ph idx="2" type="pic"/>
          </p:nvPr>
        </p:nvSpPr>
        <p:spPr>
          <a:xfrm>
            <a:off x="4687458" y="1247185"/>
            <a:ext cx="3930600" cy="2675100"/>
          </a:xfrm>
          <a:prstGeom prst="rect">
            <a:avLst/>
          </a:prstGeom>
          <a:solidFill>
            <a:schemeClr val="accent5"/>
          </a:solidFill>
          <a:ln cap="flat" cmpd="sng" w="76200">
            <a:solidFill>
              <a:srgbClr val="F5FF1E"/>
            </a:solidFill>
            <a:prstDash val="solid"/>
            <a:round/>
            <a:headEnd len="sm" w="sm" type="none"/>
            <a:tailEnd len="sm" w="sm" type="none"/>
          </a:ln>
        </p:spPr>
      </p:sp>
      <p:sp>
        <p:nvSpPr>
          <p:cNvPr id="1833" name="Google Shape;1833;p289"/>
          <p:cNvSpPr txBox="1"/>
          <p:nvPr>
            <p:ph idx="1" type="body"/>
          </p:nvPr>
        </p:nvSpPr>
        <p:spPr>
          <a:xfrm>
            <a:off x="4630339" y="4063604"/>
            <a:ext cx="4039800" cy="207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600"/>
              <a:buNone/>
              <a:defRPr b="0" i="0" sz="6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834" name="Google Shape;1834;p289"/>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835" name="Google Shape;1835;p289"/>
          <p:cNvSpPr txBox="1"/>
          <p:nvPr>
            <p:ph idx="3" type="body"/>
          </p:nvPr>
        </p:nvSpPr>
        <p:spPr>
          <a:xfrm>
            <a:off x="473870" y="1188244"/>
            <a:ext cx="3343200" cy="2755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1100"/>
              <a:buNone/>
              <a:defRPr sz="1100"/>
            </a:lvl1pPr>
            <a:lvl2pPr indent="-228600" lvl="1" marL="914400" algn="l">
              <a:lnSpc>
                <a:spcPct val="100000"/>
              </a:lnSpc>
              <a:spcBef>
                <a:spcPts val="9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200"/>
              </a:spcBef>
              <a:spcAft>
                <a:spcPts val="0"/>
              </a:spcAft>
              <a:buClr>
                <a:schemeClr val="dk1"/>
              </a:buClr>
              <a:buSzPts val="1100"/>
              <a:buChar char="⁃"/>
              <a:defRPr sz="1100"/>
            </a:lvl4pPr>
            <a:lvl5pPr indent="-298450" lvl="4" marL="2286000" algn="l">
              <a:lnSpc>
                <a:spcPct val="100000"/>
              </a:lnSpc>
              <a:spcBef>
                <a:spcPts val="100"/>
              </a:spcBef>
              <a:spcAft>
                <a:spcPts val="0"/>
              </a:spcAft>
              <a:buClr>
                <a:schemeClr val="dk1"/>
              </a:buClr>
              <a:buSzPts val="1100"/>
              <a:buChar char="⁃"/>
              <a:defRPr sz="11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836" name="Google Shape;1836;p289"/>
          <p:cNvSpPr txBox="1"/>
          <p:nvPr>
            <p:ph idx="4" type="body"/>
          </p:nvPr>
        </p:nvSpPr>
        <p:spPr>
          <a:xfrm>
            <a:off x="476251" y="469106"/>
            <a:ext cx="6112800" cy="136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chemeClr val="dk1"/>
              </a:buClr>
              <a:buSzPts val="800"/>
              <a:buNone/>
              <a:defRPr b="0" i="0" sz="800">
                <a:solidFill>
                  <a:schemeClr val="dk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837" name="Google Shape;1837;p289"/>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2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_Slide_Text and right picture BIG - White">
  <p:cSld name="Text and right picture BIG - White">
    <p:bg>
      <p:bgPr>
        <a:solidFill>
          <a:schemeClr val="lt1"/>
        </a:solidFill>
      </p:bgPr>
    </p:bg>
    <p:spTree>
      <p:nvGrpSpPr>
        <p:cNvPr id="1838" name="Shape 1838"/>
        <p:cNvGrpSpPr/>
        <p:nvPr/>
      </p:nvGrpSpPr>
      <p:grpSpPr>
        <a:xfrm>
          <a:off x="0" y="0"/>
          <a:ext cx="0" cy="0"/>
          <a:chOff x="0" y="0"/>
          <a:chExt cx="0" cy="0"/>
        </a:xfrm>
      </p:grpSpPr>
      <p:sp>
        <p:nvSpPr>
          <p:cNvPr id="1839" name="Google Shape;1839;p290"/>
          <p:cNvSpPr/>
          <p:nvPr>
            <p:ph idx="2" type="pic"/>
          </p:nvPr>
        </p:nvSpPr>
        <p:spPr>
          <a:xfrm>
            <a:off x="3301550" y="512833"/>
            <a:ext cx="5339400" cy="4150800"/>
          </a:xfrm>
          <a:prstGeom prst="rect">
            <a:avLst/>
          </a:prstGeom>
          <a:solidFill>
            <a:schemeClr val="accent5"/>
          </a:solidFill>
          <a:ln cap="flat" cmpd="sng" w="76200">
            <a:solidFill>
              <a:srgbClr val="F5FF1E"/>
            </a:solidFill>
            <a:prstDash val="solid"/>
            <a:round/>
            <a:headEnd len="sm" w="sm" type="none"/>
            <a:tailEnd len="sm" w="sm" type="none"/>
          </a:ln>
        </p:spPr>
      </p:sp>
      <p:sp>
        <p:nvSpPr>
          <p:cNvPr id="1840" name="Google Shape;1840;p290"/>
          <p:cNvSpPr txBox="1"/>
          <p:nvPr>
            <p:ph idx="1" type="body"/>
          </p:nvPr>
        </p:nvSpPr>
        <p:spPr>
          <a:xfrm>
            <a:off x="3428672" y="4354043"/>
            <a:ext cx="4039800" cy="207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600"/>
              <a:buNone/>
              <a:defRPr b="0" i="0" sz="6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841" name="Google Shape;1841;p290"/>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842" name="Google Shape;1842;p290"/>
          <p:cNvSpPr txBox="1"/>
          <p:nvPr>
            <p:ph idx="3" type="body"/>
          </p:nvPr>
        </p:nvSpPr>
        <p:spPr>
          <a:xfrm>
            <a:off x="473870" y="1308497"/>
            <a:ext cx="2646900" cy="2755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1100"/>
              <a:buNone/>
              <a:defRPr sz="1100"/>
            </a:lvl1pPr>
            <a:lvl2pPr indent="-228600" lvl="1" marL="914400" algn="l">
              <a:lnSpc>
                <a:spcPct val="100000"/>
              </a:lnSpc>
              <a:spcBef>
                <a:spcPts val="900"/>
              </a:spcBef>
              <a:spcAft>
                <a:spcPts val="0"/>
              </a:spcAft>
              <a:buSzPts val="1100"/>
              <a:buNone/>
              <a:defRPr sz="1100"/>
            </a:lvl2pPr>
            <a:lvl3pPr indent="-298450" lvl="2" marL="1371600" algn="l">
              <a:lnSpc>
                <a:spcPct val="100000"/>
              </a:lnSpc>
              <a:spcBef>
                <a:spcPts val="400"/>
              </a:spcBef>
              <a:spcAft>
                <a:spcPts val="0"/>
              </a:spcAft>
              <a:buSzPts val="1100"/>
              <a:buChar char="•"/>
              <a:defRPr sz="1100"/>
            </a:lvl3pPr>
            <a:lvl4pPr indent="-298450" lvl="3" marL="1828800" algn="l">
              <a:lnSpc>
                <a:spcPct val="100000"/>
              </a:lnSpc>
              <a:spcBef>
                <a:spcPts val="200"/>
              </a:spcBef>
              <a:spcAft>
                <a:spcPts val="0"/>
              </a:spcAft>
              <a:buSzPts val="1100"/>
              <a:buChar char="⁃"/>
              <a:defRPr sz="1100"/>
            </a:lvl4pPr>
            <a:lvl5pPr indent="-298450" lvl="4" marL="2286000" algn="l">
              <a:lnSpc>
                <a:spcPct val="100000"/>
              </a:lnSpc>
              <a:spcBef>
                <a:spcPts val="100"/>
              </a:spcBef>
              <a:spcAft>
                <a:spcPts val="0"/>
              </a:spcAft>
              <a:buSzPts val="1100"/>
              <a:buChar char="⁃"/>
              <a:defRPr sz="11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843" name="Google Shape;1843;p290"/>
          <p:cNvSpPr txBox="1"/>
          <p:nvPr>
            <p:ph idx="4" type="body"/>
          </p:nvPr>
        </p:nvSpPr>
        <p:spPr>
          <a:xfrm>
            <a:off x="476251" y="469106"/>
            <a:ext cx="2644500" cy="148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844" name="Google Shape;1844;p290"/>
          <p:cNvSpPr txBox="1"/>
          <p:nvPr>
            <p:ph type="title"/>
          </p:nvPr>
        </p:nvSpPr>
        <p:spPr>
          <a:xfrm>
            <a:off x="473870" y="619857"/>
            <a:ext cx="26469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2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_Slide_Text and right picture 1/2 - Stone">
  <p:cSld name="Text and right picture 1/2 - Stone">
    <p:bg>
      <p:bgPr>
        <a:solidFill>
          <a:schemeClr val="lt1"/>
        </a:solidFill>
      </p:bgPr>
    </p:bg>
    <p:spTree>
      <p:nvGrpSpPr>
        <p:cNvPr id="1845" name="Shape 1845"/>
        <p:cNvGrpSpPr/>
        <p:nvPr/>
      </p:nvGrpSpPr>
      <p:grpSpPr>
        <a:xfrm>
          <a:off x="0" y="0"/>
          <a:ext cx="0" cy="0"/>
          <a:chOff x="0" y="0"/>
          <a:chExt cx="0" cy="0"/>
        </a:xfrm>
      </p:grpSpPr>
      <p:sp>
        <p:nvSpPr>
          <p:cNvPr id="1846" name="Google Shape;1846;p291"/>
          <p:cNvSpPr/>
          <p:nvPr/>
        </p:nvSpPr>
        <p:spPr>
          <a:xfrm>
            <a:off x="-1" y="2578298"/>
            <a:ext cx="9144000" cy="2565300"/>
          </a:xfrm>
          <a:prstGeom prst="rect">
            <a:avLst/>
          </a:prstGeom>
          <a:solidFill>
            <a:schemeClr val="accent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847" name="Google Shape;1847;p291"/>
          <p:cNvSpPr/>
          <p:nvPr>
            <p:ph idx="2" type="pic"/>
          </p:nvPr>
        </p:nvSpPr>
        <p:spPr>
          <a:xfrm>
            <a:off x="4626769" y="1188245"/>
            <a:ext cx="4043400" cy="2755200"/>
          </a:xfrm>
          <a:prstGeom prst="rect">
            <a:avLst/>
          </a:prstGeom>
          <a:solidFill>
            <a:schemeClr val="dk1"/>
          </a:solidFill>
          <a:ln>
            <a:noFill/>
          </a:ln>
        </p:spPr>
      </p:sp>
      <p:sp>
        <p:nvSpPr>
          <p:cNvPr id="1848" name="Google Shape;1848;p291"/>
          <p:cNvSpPr txBox="1"/>
          <p:nvPr>
            <p:ph idx="1" type="body"/>
          </p:nvPr>
        </p:nvSpPr>
        <p:spPr>
          <a:xfrm>
            <a:off x="4626770" y="4063604"/>
            <a:ext cx="4043400" cy="207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600"/>
              <a:buNone/>
              <a:defRPr b="0" i="0" sz="6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849" name="Google Shape;1849;p291"/>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850" name="Google Shape;1850;p291"/>
          <p:cNvSpPr txBox="1"/>
          <p:nvPr>
            <p:ph idx="3" type="body"/>
          </p:nvPr>
        </p:nvSpPr>
        <p:spPr>
          <a:xfrm>
            <a:off x="473869" y="1188244"/>
            <a:ext cx="2831400" cy="1275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851" name="Google Shape;1851;p291"/>
          <p:cNvSpPr txBox="1"/>
          <p:nvPr>
            <p:ph idx="4" type="body"/>
          </p:nvPr>
        </p:nvSpPr>
        <p:spPr>
          <a:xfrm>
            <a:off x="473869" y="2815016"/>
            <a:ext cx="2831400" cy="1485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852" name="Google Shape;1852;p291"/>
          <p:cNvSpPr txBox="1"/>
          <p:nvPr/>
        </p:nvSpPr>
        <p:spPr>
          <a:xfrm>
            <a:off x="2625367" y="4761251"/>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Arial"/>
                <a:ea typeface="Arial"/>
                <a:cs typeface="Arial"/>
                <a:sym typeface="Arial"/>
              </a:rPr>
              <a:t>Verizon confidential and proprietary. Unauthorized disclosure, reproduction or other use prohibited.</a:t>
            </a:r>
            <a:endParaRPr b="0" i="0" sz="1100" u="none" cap="none" strike="noStrike">
              <a:solidFill>
                <a:srgbClr val="000000"/>
              </a:solidFill>
              <a:latin typeface="Arial"/>
              <a:ea typeface="Arial"/>
              <a:cs typeface="Arial"/>
              <a:sym typeface="Arial"/>
            </a:endParaRPr>
          </a:p>
        </p:txBody>
      </p:sp>
      <p:pic>
        <p:nvPicPr>
          <p:cNvPr id="1853" name="Google Shape;1853;p291"/>
          <p:cNvPicPr preferRelativeResize="0"/>
          <p:nvPr/>
        </p:nvPicPr>
        <p:blipFill rotWithShape="1">
          <a:blip r:embed="rId2">
            <a:alphaModFix/>
          </a:blip>
          <a:srcRect b="0" l="0" r="0" t="0"/>
          <a:stretch/>
        </p:blipFill>
        <p:spPr>
          <a:xfrm>
            <a:off x="372624" y="4632722"/>
            <a:ext cx="841577" cy="344233"/>
          </a:xfrm>
          <a:prstGeom prst="rect">
            <a:avLst/>
          </a:prstGeom>
          <a:noFill/>
          <a:ln>
            <a:noFill/>
          </a:ln>
        </p:spPr>
      </p:pic>
      <p:sp>
        <p:nvSpPr>
          <p:cNvPr id="1854" name="Google Shape;1854;p291"/>
          <p:cNvSpPr txBox="1"/>
          <p:nvPr>
            <p:ph idx="5" type="body"/>
          </p:nvPr>
        </p:nvSpPr>
        <p:spPr>
          <a:xfrm>
            <a:off x="476251" y="469106"/>
            <a:ext cx="6112800" cy="136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chemeClr val="dk1"/>
              </a:buClr>
              <a:buSzPts val="800"/>
              <a:buNone/>
              <a:defRPr b="0" i="0" sz="800">
                <a:solidFill>
                  <a:schemeClr val="dk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855" name="Google Shape;1855;p291"/>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2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_Slide_Title and Content">
  <p:cSld name="Title and Content">
    <p:bg>
      <p:bgPr>
        <a:solidFill>
          <a:schemeClr val="lt1"/>
        </a:solidFill>
      </p:bgPr>
    </p:bg>
    <p:spTree>
      <p:nvGrpSpPr>
        <p:cNvPr id="1856" name="Shape 1856"/>
        <p:cNvGrpSpPr/>
        <p:nvPr/>
      </p:nvGrpSpPr>
      <p:grpSpPr>
        <a:xfrm>
          <a:off x="0" y="0"/>
          <a:ext cx="0" cy="0"/>
          <a:chOff x="0" y="0"/>
          <a:chExt cx="0" cy="0"/>
        </a:xfrm>
      </p:grpSpPr>
      <p:sp>
        <p:nvSpPr>
          <p:cNvPr id="1857" name="Google Shape;1857;p292"/>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858" name="Google Shape;1858;p292"/>
          <p:cNvSpPr txBox="1"/>
          <p:nvPr>
            <p:ph idx="1" type="body"/>
          </p:nvPr>
        </p:nvSpPr>
        <p:spPr>
          <a:xfrm>
            <a:off x="473870" y="1188244"/>
            <a:ext cx="8196300" cy="3402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SzPts val="900"/>
              <a:buNone/>
              <a:defRPr/>
            </a:lvl1pPr>
            <a:lvl2pPr indent="-228600" lvl="1" marL="914400" algn="l">
              <a:lnSpc>
                <a:spcPct val="100000"/>
              </a:lnSpc>
              <a:spcBef>
                <a:spcPts val="400"/>
              </a:spcBef>
              <a:spcAft>
                <a:spcPts val="0"/>
              </a:spcAft>
              <a:buSzPts val="900"/>
              <a:buNone/>
              <a:defRPr/>
            </a:lvl2pPr>
            <a:lvl3pPr indent="-285750" lvl="2" marL="1371600" algn="l">
              <a:lnSpc>
                <a:spcPct val="100000"/>
              </a:lnSpc>
              <a:spcBef>
                <a:spcPts val="400"/>
              </a:spcBef>
              <a:spcAft>
                <a:spcPts val="0"/>
              </a:spcAft>
              <a:buSzPts val="900"/>
              <a:buChar char="•"/>
              <a:defRPr/>
            </a:lvl3pPr>
            <a:lvl4pPr indent="-285750" lvl="3" marL="1828800" algn="l">
              <a:lnSpc>
                <a:spcPct val="100000"/>
              </a:lnSpc>
              <a:spcBef>
                <a:spcPts val="400"/>
              </a:spcBef>
              <a:spcAft>
                <a:spcPts val="0"/>
              </a:spcAft>
              <a:buSzPts val="900"/>
              <a:buChar char="-"/>
              <a:defRPr/>
            </a:lvl4pPr>
            <a:lvl5pPr indent="-285750" lvl="4" marL="2286000" algn="l">
              <a:lnSpc>
                <a:spcPct val="100000"/>
              </a:lnSpc>
              <a:spcBef>
                <a:spcPts val="400"/>
              </a:spcBef>
              <a:spcAft>
                <a:spcPts val="0"/>
              </a:spcAft>
              <a:buSzPts val="900"/>
              <a:buChar char="-"/>
              <a:defRPr/>
            </a:lvl5pPr>
            <a:lvl6pPr indent="-285750" lvl="5" marL="2743200" algn="l">
              <a:lnSpc>
                <a:spcPct val="90000"/>
              </a:lnSpc>
              <a:spcBef>
                <a:spcPts val="400"/>
              </a:spcBef>
              <a:spcAft>
                <a:spcPts val="0"/>
              </a:spcAft>
              <a:buSzPts val="900"/>
              <a:buChar char="-"/>
              <a:defRPr sz="900"/>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859" name="Google Shape;1859;p292"/>
          <p:cNvSpPr txBox="1"/>
          <p:nvPr>
            <p:ph idx="2" type="body"/>
          </p:nvPr>
        </p:nvSpPr>
        <p:spPr>
          <a:xfrm>
            <a:off x="476251" y="469106"/>
            <a:ext cx="6112800" cy="136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860" name="Google Shape;1860;p292"/>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2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2_Slide_Six-piece information">
  <p:cSld name="Six-piece information">
    <p:spTree>
      <p:nvGrpSpPr>
        <p:cNvPr id="1861" name="Shape 1861"/>
        <p:cNvGrpSpPr/>
        <p:nvPr/>
      </p:nvGrpSpPr>
      <p:grpSpPr>
        <a:xfrm>
          <a:off x="0" y="0"/>
          <a:ext cx="0" cy="0"/>
          <a:chOff x="0" y="0"/>
          <a:chExt cx="0" cy="0"/>
        </a:xfrm>
      </p:grpSpPr>
      <p:sp>
        <p:nvSpPr>
          <p:cNvPr id="1862" name="Google Shape;1862;p293"/>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863" name="Google Shape;1863;p293"/>
          <p:cNvSpPr txBox="1"/>
          <p:nvPr>
            <p:ph idx="1" type="body"/>
          </p:nvPr>
        </p:nvSpPr>
        <p:spPr>
          <a:xfrm>
            <a:off x="470297" y="1188244"/>
            <a:ext cx="2545500" cy="1263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accent6"/>
              </a:buClr>
              <a:buSzPts val="1100"/>
              <a:buNone/>
              <a:defRPr sz="1100">
                <a:solidFill>
                  <a:schemeClr val="accent6"/>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864" name="Google Shape;1864;p293"/>
          <p:cNvSpPr txBox="1"/>
          <p:nvPr>
            <p:ph idx="2" type="body"/>
          </p:nvPr>
        </p:nvSpPr>
        <p:spPr>
          <a:xfrm>
            <a:off x="476251" y="469106"/>
            <a:ext cx="6112800" cy="136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865" name="Google Shape;1865;p293"/>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866" name="Google Shape;1866;p293"/>
          <p:cNvSpPr txBox="1"/>
          <p:nvPr>
            <p:ph idx="3" type="body"/>
          </p:nvPr>
        </p:nvSpPr>
        <p:spPr>
          <a:xfrm>
            <a:off x="3248025" y="1188244"/>
            <a:ext cx="2545500" cy="1263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accent6"/>
              </a:buClr>
              <a:buSzPts val="1100"/>
              <a:buNone/>
              <a:defRPr sz="1100">
                <a:solidFill>
                  <a:schemeClr val="accent6"/>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867" name="Google Shape;1867;p293"/>
          <p:cNvSpPr txBox="1"/>
          <p:nvPr>
            <p:ph idx="4" type="body"/>
          </p:nvPr>
        </p:nvSpPr>
        <p:spPr>
          <a:xfrm>
            <a:off x="6012656" y="1188244"/>
            <a:ext cx="2545500" cy="1263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accent6"/>
              </a:buClr>
              <a:buSzPts val="1100"/>
              <a:buNone/>
              <a:defRPr sz="1100">
                <a:solidFill>
                  <a:schemeClr val="accent6"/>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868" name="Google Shape;1868;p293"/>
          <p:cNvSpPr txBox="1"/>
          <p:nvPr>
            <p:ph idx="5" type="body"/>
          </p:nvPr>
        </p:nvSpPr>
        <p:spPr>
          <a:xfrm>
            <a:off x="470297" y="2636520"/>
            <a:ext cx="2545500" cy="1263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accent6"/>
              </a:buClr>
              <a:buSzPts val="1100"/>
              <a:buNone/>
              <a:defRPr sz="1100">
                <a:solidFill>
                  <a:schemeClr val="accent6"/>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869" name="Google Shape;1869;p293"/>
          <p:cNvSpPr txBox="1"/>
          <p:nvPr>
            <p:ph idx="6" type="body"/>
          </p:nvPr>
        </p:nvSpPr>
        <p:spPr>
          <a:xfrm>
            <a:off x="3248025" y="2636520"/>
            <a:ext cx="2545500" cy="1263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accent6"/>
              </a:buClr>
              <a:buSzPts val="1100"/>
              <a:buNone/>
              <a:defRPr sz="1100">
                <a:solidFill>
                  <a:schemeClr val="accent6"/>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870" name="Google Shape;1870;p293"/>
          <p:cNvSpPr txBox="1"/>
          <p:nvPr>
            <p:ph idx="7" type="body"/>
          </p:nvPr>
        </p:nvSpPr>
        <p:spPr>
          <a:xfrm>
            <a:off x="6012656" y="2636520"/>
            <a:ext cx="2545500" cy="1263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accent6"/>
              </a:buClr>
              <a:buSzPts val="1100"/>
              <a:buNone/>
              <a:defRPr sz="1100">
                <a:solidFill>
                  <a:schemeClr val="accent6"/>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2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_Slide_Six-image - Stone">
  <p:cSld name="Six-image - Stone">
    <p:bg>
      <p:bgPr>
        <a:solidFill>
          <a:schemeClr val="lt2"/>
        </a:solidFill>
      </p:bgPr>
    </p:bg>
    <p:spTree>
      <p:nvGrpSpPr>
        <p:cNvPr id="1871" name="Shape 1871"/>
        <p:cNvGrpSpPr/>
        <p:nvPr/>
      </p:nvGrpSpPr>
      <p:grpSpPr>
        <a:xfrm>
          <a:off x="0" y="0"/>
          <a:ext cx="0" cy="0"/>
          <a:chOff x="0" y="0"/>
          <a:chExt cx="0" cy="0"/>
        </a:xfrm>
      </p:grpSpPr>
      <p:sp>
        <p:nvSpPr>
          <p:cNvPr id="1872" name="Google Shape;1872;p294"/>
          <p:cNvSpPr/>
          <p:nvPr/>
        </p:nvSpPr>
        <p:spPr>
          <a:xfrm>
            <a:off x="2555081" y="0"/>
            <a:ext cx="6588900" cy="5143500"/>
          </a:xfrm>
          <a:prstGeom prst="rect">
            <a:avLst/>
          </a:prstGeom>
          <a:solidFill>
            <a:srgbClr val="FF3C2D"/>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873" name="Google Shape;1873;p294"/>
          <p:cNvSpPr/>
          <p:nvPr>
            <p:ph idx="2" type="pic"/>
          </p:nvPr>
        </p:nvSpPr>
        <p:spPr>
          <a:xfrm>
            <a:off x="2555081" y="0"/>
            <a:ext cx="2186400" cy="2577000"/>
          </a:xfrm>
          <a:prstGeom prst="rect">
            <a:avLst/>
          </a:prstGeom>
          <a:solidFill>
            <a:schemeClr val="lt1"/>
          </a:solidFill>
          <a:ln>
            <a:noFill/>
          </a:ln>
        </p:spPr>
      </p:sp>
      <p:sp>
        <p:nvSpPr>
          <p:cNvPr id="1874" name="Google Shape;1874;p294"/>
          <p:cNvSpPr txBox="1"/>
          <p:nvPr>
            <p:ph idx="1" type="body"/>
          </p:nvPr>
        </p:nvSpPr>
        <p:spPr>
          <a:xfrm>
            <a:off x="2670803" y="1666851"/>
            <a:ext cx="1689600" cy="801600"/>
          </a:xfrm>
          <a:prstGeom prst="rect">
            <a:avLst/>
          </a:prstGeom>
          <a:noFill/>
          <a:ln>
            <a:noFill/>
          </a:ln>
        </p:spPr>
        <p:txBody>
          <a:bodyPr anchorCtr="0" anchor="b" bIns="0" lIns="0" spcFirstLastPara="1" rIns="0" wrap="square" tIns="0">
            <a:normAutofit/>
          </a:bodyPr>
          <a:lstStyle>
            <a:lvl1pPr indent="-228600" lvl="0" marL="457200" algn="l">
              <a:lnSpc>
                <a:spcPct val="100000"/>
              </a:lnSpc>
              <a:spcBef>
                <a:spcPts val="0"/>
              </a:spcBef>
              <a:spcAft>
                <a:spcPts val="0"/>
              </a:spcAft>
              <a:buSzPts val="900"/>
              <a:buNone/>
              <a:defRPr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875" name="Google Shape;1875;p294"/>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876" name="Google Shape;1876;p294"/>
          <p:cNvSpPr txBox="1"/>
          <p:nvPr>
            <p:ph idx="3" type="body"/>
          </p:nvPr>
        </p:nvSpPr>
        <p:spPr>
          <a:xfrm>
            <a:off x="473869" y="1188244"/>
            <a:ext cx="1955100" cy="2283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877" name="Google Shape;1877;p294"/>
          <p:cNvSpPr txBox="1"/>
          <p:nvPr>
            <p:ph idx="4" type="body"/>
          </p:nvPr>
        </p:nvSpPr>
        <p:spPr>
          <a:xfrm>
            <a:off x="476251" y="469106"/>
            <a:ext cx="1952700" cy="148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878" name="Google Shape;1878;p294"/>
          <p:cNvSpPr txBox="1"/>
          <p:nvPr>
            <p:ph type="title"/>
          </p:nvPr>
        </p:nvSpPr>
        <p:spPr>
          <a:xfrm>
            <a:off x="473870" y="619857"/>
            <a:ext cx="19551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879" name="Google Shape;1879;p294"/>
          <p:cNvSpPr/>
          <p:nvPr>
            <p:ph idx="5" type="pic"/>
          </p:nvPr>
        </p:nvSpPr>
        <p:spPr>
          <a:xfrm>
            <a:off x="4746599" y="2571750"/>
            <a:ext cx="2222700" cy="2571900"/>
          </a:xfrm>
          <a:prstGeom prst="rect">
            <a:avLst/>
          </a:prstGeom>
          <a:solidFill>
            <a:schemeClr val="lt1"/>
          </a:solidFill>
          <a:ln>
            <a:noFill/>
          </a:ln>
        </p:spPr>
      </p:sp>
      <p:sp>
        <p:nvSpPr>
          <p:cNvPr id="1880" name="Google Shape;1880;p294"/>
          <p:cNvSpPr/>
          <p:nvPr>
            <p:ph idx="6" type="pic"/>
          </p:nvPr>
        </p:nvSpPr>
        <p:spPr>
          <a:xfrm>
            <a:off x="6972300" y="0"/>
            <a:ext cx="2186400" cy="2577000"/>
          </a:xfrm>
          <a:prstGeom prst="rect">
            <a:avLst/>
          </a:prstGeom>
          <a:solidFill>
            <a:schemeClr val="lt1"/>
          </a:solidFill>
          <a:ln>
            <a:noFill/>
          </a:ln>
        </p:spPr>
      </p:sp>
      <p:sp>
        <p:nvSpPr>
          <p:cNvPr id="1881" name="Google Shape;1881;p294"/>
          <p:cNvSpPr txBox="1"/>
          <p:nvPr>
            <p:ph idx="7" type="body"/>
          </p:nvPr>
        </p:nvSpPr>
        <p:spPr>
          <a:xfrm>
            <a:off x="7088021" y="1666851"/>
            <a:ext cx="1689600" cy="801600"/>
          </a:xfrm>
          <a:prstGeom prst="rect">
            <a:avLst/>
          </a:prstGeom>
          <a:noFill/>
          <a:ln>
            <a:noFill/>
          </a:ln>
        </p:spPr>
        <p:txBody>
          <a:bodyPr anchorCtr="0" anchor="b" bIns="0" lIns="0" spcFirstLastPara="1" rIns="0" wrap="square" tIns="0">
            <a:normAutofit/>
          </a:bodyPr>
          <a:lstStyle>
            <a:lvl1pPr indent="-228600" lvl="0" marL="457200" algn="l">
              <a:lnSpc>
                <a:spcPct val="100000"/>
              </a:lnSpc>
              <a:spcBef>
                <a:spcPts val="0"/>
              </a:spcBef>
              <a:spcAft>
                <a:spcPts val="0"/>
              </a:spcAft>
              <a:buSzPts val="900"/>
              <a:buNone/>
              <a:defRPr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882" name="Google Shape;1882;p294"/>
          <p:cNvSpPr txBox="1"/>
          <p:nvPr>
            <p:ph idx="8" type="body"/>
          </p:nvPr>
        </p:nvSpPr>
        <p:spPr>
          <a:xfrm>
            <a:off x="4834293" y="2745043"/>
            <a:ext cx="1983600" cy="636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900"/>
              <a:buNone/>
              <a:defRPr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Tree>
  </p:cSld>
  <p:clrMapOvr>
    <a:masterClrMapping/>
  </p:clrMapOvr>
</p:sldLayout>
</file>

<file path=ppt/slideLayouts/slideLayout2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_Slide_Six-image - Yellow">
  <p:cSld name="Six-image - Yellow">
    <p:bg>
      <p:bgPr>
        <a:solidFill>
          <a:schemeClr val="lt2"/>
        </a:solidFill>
      </p:bgPr>
    </p:bg>
    <p:spTree>
      <p:nvGrpSpPr>
        <p:cNvPr id="1883" name="Shape 1883"/>
        <p:cNvGrpSpPr/>
        <p:nvPr/>
      </p:nvGrpSpPr>
      <p:grpSpPr>
        <a:xfrm>
          <a:off x="0" y="0"/>
          <a:ext cx="0" cy="0"/>
          <a:chOff x="0" y="0"/>
          <a:chExt cx="0" cy="0"/>
        </a:xfrm>
      </p:grpSpPr>
      <p:sp>
        <p:nvSpPr>
          <p:cNvPr id="1884" name="Google Shape;1884;p295"/>
          <p:cNvSpPr/>
          <p:nvPr/>
        </p:nvSpPr>
        <p:spPr>
          <a:xfrm>
            <a:off x="2555081" y="0"/>
            <a:ext cx="6588900" cy="5143500"/>
          </a:xfrm>
          <a:prstGeom prst="rect">
            <a:avLst/>
          </a:prstGeom>
          <a:solidFill>
            <a:srgbClr val="F5FF1E"/>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885" name="Google Shape;1885;p295"/>
          <p:cNvSpPr/>
          <p:nvPr>
            <p:ph idx="2" type="pic"/>
          </p:nvPr>
        </p:nvSpPr>
        <p:spPr>
          <a:xfrm>
            <a:off x="4748405" y="0"/>
            <a:ext cx="2171400" cy="2577000"/>
          </a:xfrm>
          <a:prstGeom prst="rect">
            <a:avLst/>
          </a:prstGeom>
          <a:solidFill>
            <a:schemeClr val="dk2"/>
          </a:solidFill>
          <a:ln>
            <a:noFill/>
          </a:ln>
        </p:spPr>
      </p:sp>
      <p:sp>
        <p:nvSpPr>
          <p:cNvPr id="1886" name="Google Shape;1886;p295"/>
          <p:cNvSpPr txBox="1"/>
          <p:nvPr>
            <p:ph idx="1" type="body"/>
          </p:nvPr>
        </p:nvSpPr>
        <p:spPr>
          <a:xfrm>
            <a:off x="4864127" y="1666851"/>
            <a:ext cx="1689600" cy="801600"/>
          </a:xfrm>
          <a:prstGeom prst="rect">
            <a:avLst/>
          </a:prstGeom>
          <a:noFill/>
          <a:ln>
            <a:noFill/>
          </a:ln>
        </p:spPr>
        <p:txBody>
          <a:bodyPr anchorCtr="0" anchor="b" bIns="0" lIns="0" spcFirstLastPara="1" rIns="0" wrap="square" tIns="0">
            <a:normAutofit/>
          </a:bodyPr>
          <a:lstStyle>
            <a:lvl1pPr indent="-228600" lvl="0" marL="457200" algn="l">
              <a:lnSpc>
                <a:spcPct val="100000"/>
              </a:lnSpc>
              <a:spcBef>
                <a:spcPts val="0"/>
              </a:spcBef>
              <a:spcAft>
                <a:spcPts val="0"/>
              </a:spcAft>
              <a:buSzPts val="900"/>
              <a:buNone/>
              <a:defRPr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887" name="Google Shape;1887;p295"/>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888" name="Google Shape;1888;p295"/>
          <p:cNvSpPr txBox="1"/>
          <p:nvPr>
            <p:ph idx="3" type="body"/>
          </p:nvPr>
        </p:nvSpPr>
        <p:spPr>
          <a:xfrm>
            <a:off x="473869" y="1188244"/>
            <a:ext cx="1955100" cy="2283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889" name="Google Shape;1889;p295"/>
          <p:cNvSpPr txBox="1"/>
          <p:nvPr>
            <p:ph idx="4" type="body"/>
          </p:nvPr>
        </p:nvSpPr>
        <p:spPr>
          <a:xfrm>
            <a:off x="476251" y="469106"/>
            <a:ext cx="1952700" cy="148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890" name="Google Shape;1890;p295"/>
          <p:cNvSpPr txBox="1"/>
          <p:nvPr>
            <p:ph type="title"/>
          </p:nvPr>
        </p:nvSpPr>
        <p:spPr>
          <a:xfrm>
            <a:off x="473870" y="619857"/>
            <a:ext cx="19551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891" name="Google Shape;1891;p295"/>
          <p:cNvSpPr/>
          <p:nvPr>
            <p:ph idx="5" type="pic"/>
          </p:nvPr>
        </p:nvSpPr>
        <p:spPr>
          <a:xfrm>
            <a:off x="6921268" y="2571750"/>
            <a:ext cx="2222700" cy="2571900"/>
          </a:xfrm>
          <a:prstGeom prst="rect">
            <a:avLst/>
          </a:prstGeom>
          <a:solidFill>
            <a:schemeClr val="dk2"/>
          </a:solidFill>
          <a:ln>
            <a:noFill/>
          </a:ln>
        </p:spPr>
      </p:sp>
      <p:sp>
        <p:nvSpPr>
          <p:cNvPr id="1892" name="Google Shape;1892;p295"/>
          <p:cNvSpPr txBox="1"/>
          <p:nvPr>
            <p:ph idx="6" type="body"/>
          </p:nvPr>
        </p:nvSpPr>
        <p:spPr>
          <a:xfrm>
            <a:off x="7008962" y="2745043"/>
            <a:ext cx="1983600" cy="636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900"/>
              <a:buNone/>
              <a:defRPr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893" name="Google Shape;1893;p295"/>
          <p:cNvSpPr/>
          <p:nvPr>
            <p:ph idx="7" type="pic"/>
          </p:nvPr>
        </p:nvSpPr>
        <p:spPr>
          <a:xfrm>
            <a:off x="2555082" y="2571750"/>
            <a:ext cx="2190000" cy="2571900"/>
          </a:xfrm>
          <a:prstGeom prst="rect">
            <a:avLst/>
          </a:prstGeom>
          <a:solidFill>
            <a:schemeClr val="dk2"/>
          </a:solidFill>
          <a:ln>
            <a:noFill/>
          </a:ln>
        </p:spPr>
      </p:sp>
      <p:sp>
        <p:nvSpPr>
          <p:cNvPr id="1894" name="Google Shape;1894;p295"/>
          <p:cNvSpPr txBox="1"/>
          <p:nvPr>
            <p:ph idx="8" type="body"/>
          </p:nvPr>
        </p:nvSpPr>
        <p:spPr>
          <a:xfrm>
            <a:off x="2642775" y="2745043"/>
            <a:ext cx="1983600" cy="636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900"/>
              <a:buNone/>
              <a:defRPr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Tree>
  </p:cSld>
  <p:clrMapOvr>
    <a:masterClrMapping/>
  </p:clrMapOvr>
</p:sldLayout>
</file>

<file path=ppt/slideLayouts/slideLayout2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_Slide_4-image w/ description - White">
  <p:cSld name="4-image w/ description - White">
    <p:bg>
      <p:bgPr>
        <a:solidFill>
          <a:schemeClr val="lt1"/>
        </a:solidFill>
      </p:bgPr>
    </p:bg>
    <p:spTree>
      <p:nvGrpSpPr>
        <p:cNvPr id="1895" name="Shape 1895"/>
        <p:cNvGrpSpPr/>
        <p:nvPr/>
      </p:nvGrpSpPr>
      <p:grpSpPr>
        <a:xfrm>
          <a:off x="0" y="0"/>
          <a:ext cx="0" cy="0"/>
          <a:chOff x="0" y="0"/>
          <a:chExt cx="0" cy="0"/>
        </a:xfrm>
      </p:grpSpPr>
      <p:sp>
        <p:nvSpPr>
          <p:cNvPr id="1896" name="Google Shape;1896;p296"/>
          <p:cNvSpPr/>
          <p:nvPr>
            <p:ph idx="2" type="pic"/>
          </p:nvPr>
        </p:nvSpPr>
        <p:spPr>
          <a:xfrm>
            <a:off x="473869" y="1188244"/>
            <a:ext cx="1955100" cy="2045700"/>
          </a:xfrm>
          <a:prstGeom prst="rect">
            <a:avLst/>
          </a:prstGeom>
          <a:solidFill>
            <a:schemeClr val="dk2"/>
          </a:solidFill>
          <a:ln>
            <a:noFill/>
          </a:ln>
        </p:spPr>
      </p:sp>
      <p:sp>
        <p:nvSpPr>
          <p:cNvPr id="1897" name="Google Shape;1897;p296"/>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898" name="Google Shape;1898;p296"/>
          <p:cNvSpPr txBox="1"/>
          <p:nvPr>
            <p:ph idx="1" type="body"/>
          </p:nvPr>
        </p:nvSpPr>
        <p:spPr>
          <a:xfrm>
            <a:off x="473869" y="3349229"/>
            <a:ext cx="1955100" cy="1135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899" name="Google Shape;1899;p296"/>
          <p:cNvSpPr txBox="1"/>
          <p:nvPr>
            <p:ph idx="3" type="body"/>
          </p:nvPr>
        </p:nvSpPr>
        <p:spPr>
          <a:xfrm>
            <a:off x="476251" y="469106"/>
            <a:ext cx="6112800" cy="136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900" name="Google Shape;1900;p296"/>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901" name="Google Shape;1901;p296"/>
          <p:cNvSpPr/>
          <p:nvPr>
            <p:ph idx="4" type="pic"/>
          </p:nvPr>
        </p:nvSpPr>
        <p:spPr>
          <a:xfrm>
            <a:off x="2571750" y="1188244"/>
            <a:ext cx="1955100" cy="2045700"/>
          </a:xfrm>
          <a:prstGeom prst="rect">
            <a:avLst/>
          </a:prstGeom>
          <a:solidFill>
            <a:schemeClr val="dk2"/>
          </a:solidFill>
          <a:ln>
            <a:noFill/>
          </a:ln>
        </p:spPr>
      </p:sp>
      <p:sp>
        <p:nvSpPr>
          <p:cNvPr id="1902" name="Google Shape;1902;p296"/>
          <p:cNvSpPr txBox="1"/>
          <p:nvPr>
            <p:ph idx="5" type="body"/>
          </p:nvPr>
        </p:nvSpPr>
        <p:spPr>
          <a:xfrm>
            <a:off x="2571750" y="3349229"/>
            <a:ext cx="1955100" cy="1135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903" name="Google Shape;1903;p296"/>
          <p:cNvSpPr/>
          <p:nvPr>
            <p:ph idx="6" type="pic"/>
          </p:nvPr>
        </p:nvSpPr>
        <p:spPr>
          <a:xfrm>
            <a:off x="4633913" y="1188244"/>
            <a:ext cx="1955100" cy="2045700"/>
          </a:xfrm>
          <a:prstGeom prst="rect">
            <a:avLst/>
          </a:prstGeom>
          <a:solidFill>
            <a:schemeClr val="dk2"/>
          </a:solidFill>
          <a:ln>
            <a:noFill/>
          </a:ln>
        </p:spPr>
      </p:sp>
      <p:sp>
        <p:nvSpPr>
          <p:cNvPr id="1904" name="Google Shape;1904;p296"/>
          <p:cNvSpPr txBox="1"/>
          <p:nvPr>
            <p:ph idx="7" type="body"/>
          </p:nvPr>
        </p:nvSpPr>
        <p:spPr>
          <a:xfrm>
            <a:off x="4633913" y="3349229"/>
            <a:ext cx="1955100" cy="1135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905" name="Google Shape;1905;p296"/>
          <p:cNvSpPr/>
          <p:nvPr>
            <p:ph idx="8" type="pic"/>
          </p:nvPr>
        </p:nvSpPr>
        <p:spPr>
          <a:xfrm>
            <a:off x="6715125" y="1188244"/>
            <a:ext cx="1955100" cy="2045700"/>
          </a:xfrm>
          <a:prstGeom prst="rect">
            <a:avLst/>
          </a:prstGeom>
          <a:solidFill>
            <a:schemeClr val="dk2"/>
          </a:solidFill>
          <a:ln>
            <a:noFill/>
          </a:ln>
        </p:spPr>
      </p:sp>
      <p:sp>
        <p:nvSpPr>
          <p:cNvPr id="1906" name="Google Shape;1906;p296"/>
          <p:cNvSpPr txBox="1"/>
          <p:nvPr>
            <p:ph idx="9" type="body"/>
          </p:nvPr>
        </p:nvSpPr>
        <p:spPr>
          <a:xfrm>
            <a:off x="6715125" y="3349229"/>
            <a:ext cx="1955100" cy="1135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2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5_Slide_Org structure - White">
  <p:cSld name="Org structure - White">
    <p:bg>
      <p:bgPr>
        <a:solidFill>
          <a:schemeClr val="lt1"/>
        </a:solidFill>
      </p:bgPr>
    </p:bg>
    <p:spTree>
      <p:nvGrpSpPr>
        <p:cNvPr id="1907" name="Shape 1907"/>
        <p:cNvGrpSpPr/>
        <p:nvPr/>
      </p:nvGrpSpPr>
      <p:grpSpPr>
        <a:xfrm>
          <a:off x="0" y="0"/>
          <a:ext cx="0" cy="0"/>
          <a:chOff x="0" y="0"/>
          <a:chExt cx="0" cy="0"/>
        </a:xfrm>
      </p:grpSpPr>
      <p:sp>
        <p:nvSpPr>
          <p:cNvPr id="1908" name="Google Shape;1908;p297"/>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909" name="Google Shape;1909;p297"/>
          <p:cNvSpPr txBox="1"/>
          <p:nvPr>
            <p:ph idx="1" type="body"/>
          </p:nvPr>
        </p:nvSpPr>
        <p:spPr>
          <a:xfrm>
            <a:off x="473869" y="1188244"/>
            <a:ext cx="1955100" cy="3083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910" name="Google Shape;1910;p297"/>
          <p:cNvSpPr txBox="1"/>
          <p:nvPr>
            <p:ph idx="2" type="body"/>
          </p:nvPr>
        </p:nvSpPr>
        <p:spPr>
          <a:xfrm>
            <a:off x="476251" y="469106"/>
            <a:ext cx="6112800" cy="136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911" name="Google Shape;1911;p297"/>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2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9_Slide_Basic table slide">
  <p:cSld name="Basic table slide">
    <p:bg>
      <p:bgPr>
        <a:solidFill>
          <a:schemeClr val="lt2"/>
        </a:solidFill>
      </p:bgPr>
    </p:bg>
    <p:spTree>
      <p:nvGrpSpPr>
        <p:cNvPr id="1912" name="Shape 1912"/>
        <p:cNvGrpSpPr/>
        <p:nvPr/>
      </p:nvGrpSpPr>
      <p:grpSpPr>
        <a:xfrm>
          <a:off x="0" y="0"/>
          <a:ext cx="0" cy="0"/>
          <a:chOff x="0" y="0"/>
          <a:chExt cx="0" cy="0"/>
        </a:xfrm>
      </p:grpSpPr>
      <p:sp>
        <p:nvSpPr>
          <p:cNvPr id="1913" name="Google Shape;1913;p298"/>
          <p:cNvSpPr txBox="1"/>
          <p:nvPr>
            <p:ph idx="1" type="body"/>
          </p:nvPr>
        </p:nvSpPr>
        <p:spPr>
          <a:xfrm>
            <a:off x="4626770" y="469107"/>
            <a:ext cx="4043400" cy="604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900"/>
              <a:buNone/>
              <a:defRPr b="0"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914" name="Google Shape;1914;p298"/>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915" name="Google Shape;1915;p298"/>
          <p:cNvSpPr txBox="1"/>
          <p:nvPr>
            <p:ph idx="2" type="body"/>
          </p:nvPr>
        </p:nvSpPr>
        <p:spPr>
          <a:xfrm>
            <a:off x="473869" y="1794272"/>
            <a:ext cx="1955100" cy="2279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916" name="Google Shape;1916;p298"/>
          <p:cNvSpPr txBox="1"/>
          <p:nvPr>
            <p:ph idx="3" type="body"/>
          </p:nvPr>
        </p:nvSpPr>
        <p:spPr>
          <a:xfrm>
            <a:off x="476251" y="469106"/>
            <a:ext cx="4044600" cy="130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917" name="Google Shape;1917;p298"/>
          <p:cNvSpPr txBox="1"/>
          <p:nvPr>
            <p:ph type="title"/>
          </p:nvPr>
        </p:nvSpPr>
        <p:spPr>
          <a:xfrm>
            <a:off x="473870" y="619857"/>
            <a:ext cx="40470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918" name="Google Shape;1918;p298"/>
          <p:cNvSpPr txBox="1"/>
          <p:nvPr>
            <p:ph idx="4" type="body"/>
          </p:nvPr>
        </p:nvSpPr>
        <p:spPr>
          <a:xfrm>
            <a:off x="2571750" y="1794272"/>
            <a:ext cx="1955100" cy="2279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919" name="Google Shape;1919;p298"/>
          <p:cNvSpPr txBox="1"/>
          <p:nvPr>
            <p:ph idx="5" type="body"/>
          </p:nvPr>
        </p:nvSpPr>
        <p:spPr>
          <a:xfrm>
            <a:off x="4629150" y="1794272"/>
            <a:ext cx="1955100" cy="2279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920" name="Google Shape;1920;p298"/>
          <p:cNvSpPr txBox="1"/>
          <p:nvPr>
            <p:ph idx="6" type="body"/>
          </p:nvPr>
        </p:nvSpPr>
        <p:spPr>
          <a:xfrm>
            <a:off x="6715125" y="1794272"/>
            <a:ext cx="1955100" cy="2279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Tree>
  </p:cSld>
  <p:clrMapOvr>
    <a:masterClrMapping/>
  </p:clrMapOvr>
</p:sldLayout>
</file>

<file path=ppt/slideLayouts/slideLayout2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7_Slide_Left content slide">
  <p:cSld name="Left content slide">
    <p:bg>
      <p:bgPr>
        <a:solidFill>
          <a:schemeClr val="lt1"/>
        </a:solidFill>
      </p:bgPr>
    </p:bg>
    <p:spTree>
      <p:nvGrpSpPr>
        <p:cNvPr id="1921" name="Shape 1921"/>
        <p:cNvGrpSpPr/>
        <p:nvPr/>
      </p:nvGrpSpPr>
      <p:grpSpPr>
        <a:xfrm>
          <a:off x="0" y="0"/>
          <a:ext cx="0" cy="0"/>
          <a:chOff x="0" y="0"/>
          <a:chExt cx="0" cy="0"/>
        </a:xfrm>
      </p:grpSpPr>
      <p:sp>
        <p:nvSpPr>
          <p:cNvPr id="1922" name="Google Shape;1922;p299"/>
          <p:cNvSpPr txBox="1"/>
          <p:nvPr>
            <p:ph idx="1" type="body"/>
          </p:nvPr>
        </p:nvSpPr>
        <p:spPr>
          <a:xfrm>
            <a:off x="476251" y="469106"/>
            <a:ext cx="6112800" cy="136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923" name="Google Shape;1923;p299"/>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924" name="Google Shape;1924;p299"/>
          <p:cNvSpPr txBox="1"/>
          <p:nvPr>
            <p:ph idx="2" type="body"/>
          </p:nvPr>
        </p:nvSpPr>
        <p:spPr>
          <a:xfrm>
            <a:off x="488156" y="1188244"/>
            <a:ext cx="1354800" cy="3083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925" name="Google Shape;1925;p299"/>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2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8_Slide_Title + Content with Description">
  <p:cSld name="Title + Content with Description">
    <p:bg>
      <p:bgPr>
        <a:solidFill>
          <a:schemeClr val="lt2"/>
        </a:solidFill>
      </p:bgPr>
    </p:bg>
    <p:spTree>
      <p:nvGrpSpPr>
        <p:cNvPr id="1926" name="Shape 1926"/>
        <p:cNvGrpSpPr/>
        <p:nvPr/>
      </p:nvGrpSpPr>
      <p:grpSpPr>
        <a:xfrm>
          <a:off x="0" y="0"/>
          <a:ext cx="0" cy="0"/>
          <a:chOff x="0" y="0"/>
          <a:chExt cx="0" cy="0"/>
        </a:xfrm>
      </p:grpSpPr>
      <p:sp>
        <p:nvSpPr>
          <p:cNvPr id="1927" name="Google Shape;1927;p300"/>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928" name="Google Shape;1928;p300"/>
          <p:cNvSpPr txBox="1"/>
          <p:nvPr>
            <p:ph idx="1" type="body"/>
          </p:nvPr>
        </p:nvSpPr>
        <p:spPr>
          <a:xfrm>
            <a:off x="473868" y="1188244"/>
            <a:ext cx="8196300" cy="3447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SzPts val="900"/>
              <a:buNone/>
              <a:defRPr/>
            </a:lvl1pPr>
            <a:lvl2pPr indent="-228600" lvl="1" marL="914400" algn="l">
              <a:lnSpc>
                <a:spcPct val="100000"/>
              </a:lnSpc>
              <a:spcBef>
                <a:spcPts val="400"/>
              </a:spcBef>
              <a:spcAft>
                <a:spcPts val="0"/>
              </a:spcAft>
              <a:buSzPts val="900"/>
              <a:buNone/>
              <a:defRPr/>
            </a:lvl2pPr>
            <a:lvl3pPr indent="-285750" lvl="2" marL="1371600" algn="l">
              <a:lnSpc>
                <a:spcPct val="100000"/>
              </a:lnSpc>
              <a:spcBef>
                <a:spcPts val="400"/>
              </a:spcBef>
              <a:spcAft>
                <a:spcPts val="0"/>
              </a:spcAft>
              <a:buSzPts val="900"/>
              <a:buChar char="•"/>
              <a:defRPr/>
            </a:lvl3pPr>
            <a:lvl4pPr indent="-285750" lvl="3" marL="1828800" algn="l">
              <a:lnSpc>
                <a:spcPct val="100000"/>
              </a:lnSpc>
              <a:spcBef>
                <a:spcPts val="400"/>
              </a:spcBef>
              <a:spcAft>
                <a:spcPts val="0"/>
              </a:spcAft>
              <a:buSzPts val="900"/>
              <a:buChar char="-"/>
              <a:defRPr/>
            </a:lvl4pPr>
            <a:lvl5pPr indent="-285750" lvl="4" marL="2286000" algn="l">
              <a:lnSpc>
                <a:spcPct val="100000"/>
              </a:lnSpc>
              <a:spcBef>
                <a:spcPts val="400"/>
              </a:spcBef>
              <a:spcAft>
                <a:spcPts val="0"/>
              </a:spcAft>
              <a:buSzPts val="900"/>
              <a:buChar char="-"/>
              <a:defRPr/>
            </a:lvl5pPr>
            <a:lvl6pPr indent="-285750" lvl="5" marL="2743200" algn="l">
              <a:lnSpc>
                <a:spcPct val="90000"/>
              </a:lnSpc>
              <a:spcBef>
                <a:spcPts val="400"/>
              </a:spcBef>
              <a:spcAft>
                <a:spcPts val="0"/>
              </a:spcAft>
              <a:buSzPts val="900"/>
              <a:buChar char="-"/>
              <a:defRPr sz="900"/>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929" name="Google Shape;1929;p300"/>
          <p:cNvSpPr txBox="1"/>
          <p:nvPr>
            <p:ph idx="2" type="body"/>
          </p:nvPr>
        </p:nvSpPr>
        <p:spPr>
          <a:xfrm>
            <a:off x="4626770" y="469107"/>
            <a:ext cx="4043400" cy="604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900"/>
              <a:buNone/>
              <a:defRPr b="0"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930" name="Google Shape;1930;p300"/>
          <p:cNvSpPr txBox="1"/>
          <p:nvPr>
            <p:ph idx="3" type="body"/>
          </p:nvPr>
        </p:nvSpPr>
        <p:spPr>
          <a:xfrm>
            <a:off x="476251" y="469106"/>
            <a:ext cx="4044600" cy="130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931" name="Google Shape;1931;p300"/>
          <p:cNvSpPr txBox="1"/>
          <p:nvPr>
            <p:ph type="title"/>
          </p:nvPr>
        </p:nvSpPr>
        <p:spPr>
          <a:xfrm>
            <a:off x="473870" y="619857"/>
            <a:ext cx="40470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2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_Slide_Title, Content, Chart">
  <p:cSld name="Title, Content, Chart">
    <p:bg>
      <p:bgPr>
        <a:solidFill>
          <a:schemeClr val="lt1"/>
        </a:solidFill>
      </p:bgPr>
    </p:bg>
    <p:spTree>
      <p:nvGrpSpPr>
        <p:cNvPr id="1932" name="Shape 1932"/>
        <p:cNvGrpSpPr/>
        <p:nvPr/>
      </p:nvGrpSpPr>
      <p:grpSpPr>
        <a:xfrm>
          <a:off x="0" y="0"/>
          <a:ext cx="0" cy="0"/>
          <a:chOff x="0" y="0"/>
          <a:chExt cx="0" cy="0"/>
        </a:xfrm>
      </p:grpSpPr>
      <p:sp>
        <p:nvSpPr>
          <p:cNvPr id="1933" name="Google Shape;1933;p301"/>
          <p:cNvSpPr txBox="1"/>
          <p:nvPr>
            <p:ph idx="1" type="body"/>
          </p:nvPr>
        </p:nvSpPr>
        <p:spPr>
          <a:xfrm>
            <a:off x="473869" y="4161138"/>
            <a:ext cx="2817000" cy="422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600"/>
              <a:buNone/>
              <a:defRPr b="0" i="0" sz="6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cxnSp>
        <p:nvCxnSpPr>
          <p:cNvPr id="1934" name="Google Shape;1934;p301"/>
          <p:cNvCxnSpPr/>
          <p:nvPr/>
        </p:nvCxnSpPr>
        <p:spPr>
          <a:xfrm>
            <a:off x="471488" y="4074512"/>
            <a:ext cx="1704900" cy="0"/>
          </a:xfrm>
          <a:prstGeom prst="straightConnector1">
            <a:avLst/>
          </a:prstGeom>
          <a:noFill/>
          <a:ln cap="flat" cmpd="sng" w="9525">
            <a:solidFill>
              <a:srgbClr val="7F7F7F"/>
            </a:solidFill>
            <a:prstDash val="solid"/>
            <a:miter lim="800000"/>
            <a:headEnd len="sm" w="sm" type="none"/>
            <a:tailEnd len="sm" w="sm" type="none"/>
          </a:ln>
        </p:spPr>
      </p:cxnSp>
      <p:sp>
        <p:nvSpPr>
          <p:cNvPr id="1935" name="Google Shape;1935;p301"/>
          <p:cNvSpPr/>
          <p:nvPr>
            <p:ph idx="2" type="chart"/>
          </p:nvPr>
        </p:nvSpPr>
        <p:spPr>
          <a:xfrm>
            <a:off x="4480322" y="1013937"/>
            <a:ext cx="4189800" cy="3642000"/>
          </a:xfrm>
          <a:prstGeom prst="rect">
            <a:avLst/>
          </a:prstGeom>
          <a:noFill/>
          <a:ln>
            <a:noFill/>
          </a:ln>
        </p:spPr>
        <p:txBody>
          <a:bodyPr anchorCtr="0" anchor="t" bIns="0" lIns="0" spcFirstLastPara="1" rIns="0" wrap="square" tIns="0">
            <a:noAutofit/>
          </a:bodyPr>
          <a:lstStyle>
            <a:lvl1pPr lvl="0" marR="0" rtl="0" algn="l">
              <a:lnSpc>
                <a:spcPct val="100000"/>
              </a:lnSpc>
              <a:spcBef>
                <a:spcPts val="800"/>
              </a:spcBef>
              <a:spcAft>
                <a:spcPts val="0"/>
              </a:spcAft>
              <a:buClr>
                <a:schemeClr val="dk1"/>
              </a:buClr>
              <a:buSzPts val="900"/>
              <a:buFont typeface="Arial"/>
              <a:buNone/>
              <a:defRPr b="1" i="0" sz="900" u="none" cap="none" strike="noStrike">
                <a:solidFill>
                  <a:schemeClr val="dk1"/>
                </a:solidFill>
                <a:latin typeface="Arial"/>
                <a:ea typeface="Arial"/>
                <a:cs typeface="Arial"/>
                <a:sym typeface="Arial"/>
              </a:defRPr>
            </a:lvl1pPr>
            <a:lvl2pPr lvl="1" marR="0" rtl="0" algn="l">
              <a:lnSpc>
                <a:spcPct val="100000"/>
              </a:lnSpc>
              <a:spcBef>
                <a:spcPts val="40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2pPr>
            <a:lvl3pPr lvl="2" marR="0" rtl="0" algn="l">
              <a:lnSpc>
                <a:spcPct val="100000"/>
              </a:lnSpc>
              <a:spcBef>
                <a:spcPts val="4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3pPr>
            <a:lvl4pPr lvl="3" marR="0" rtl="0" algn="l">
              <a:lnSpc>
                <a:spcPct val="100000"/>
              </a:lnSpc>
              <a:spcBef>
                <a:spcPts val="400"/>
              </a:spcBef>
              <a:spcAft>
                <a:spcPts val="0"/>
              </a:spcAft>
              <a:buClr>
                <a:schemeClr val="dk1"/>
              </a:buClr>
              <a:buSzPts val="900"/>
              <a:buFont typeface="NTR"/>
              <a:buChar char="-"/>
              <a:defRPr b="0" i="0" sz="900" u="none" cap="none" strike="noStrike">
                <a:solidFill>
                  <a:schemeClr val="dk1"/>
                </a:solidFill>
                <a:latin typeface="Arial"/>
                <a:ea typeface="Arial"/>
                <a:cs typeface="Arial"/>
                <a:sym typeface="Arial"/>
              </a:defRPr>
            </a:lvl4pPr>
            <a:lvl5pPr lvl="4" marR="0" rtl="0" algn="l">
              <a:lnSpc>
                <a:spcPct val="100000"/>
              </a:lnSpc>
              <a:spcBef>
                <a:spcPts val="400"/>
              </a:spcBef>
              <a:spcAft>
                <a:spcPts val="0"/>
              </a:spcAft>
              <a:buClr>
                <a:schemeClr val="dk1"/>
              </a:buClr>
              <a:buSzPts val="900"/>
              <a:buFont typeface="NTR"/>
              <a:buChar char="-"/>
              <a:defRPr b="0" i="0" sz="900" u="none" cap="none" strike="noStrike">
                <a:solidFill>
                  <a:schemeClr val="dk1"/>
                </a:solidFill>
                <a:latin typeface="Arial"/>
                <a:ea typeface="Arial"/>
                <a:cs typeface="Arial"/>
                <a:sym typeface="Arial"/>
              </a:defRPr>
            </a:lvl5pPr>
            <a:lvl6pPr lvl="5"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lvl="6"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lvl="7"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lvl="8"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1936" name="Google Shape;1936;p301"/>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937" name="Google Shape;1937;p301"/>
          <p:cNvSpPr txBox="1"/>
          <p:nvPr>
            <p:ph idx="3" type="body"/>
          </p:nvPr>
        </p:nvSpPr>
        <p:spPr>
          <a:xfrm>
            <a:off x="488156" y="1188244"/>
            <a:ext cx="3329100" cy="2755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938" name="Google Shape;1938;p301"/>
          <p:cNvSpPr txBox="1"/>
          <p:nvPr>
            <p:ph idx="4" type="body"/>
          </p:nvPr>
        </p:nvSpPr>
        <p:spPr>
          <a:xfrm>
            <a:off x="476251" y="469106"/>
            <a:ext cx="4044600" cy="142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939" name="Google Shape;1939;p301"/>
          <p:cNvSpPr txBox="1"/>
          <p:nvPr>
            <p:ph type="title"/>
          </p:nvPr>
        </p:nvSpPr>
        <p:spPr>
          <a:xfrm>
            <a:off x="473870" y="619857"/>
            <a:ext cx="40470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2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1_Slide_Numbers graphic slide">
  <p:cSld name="Numbers graphic slide">
    <p:spTree>
      <p:nvGrpSpPr>
        <p:cNvPr id="1940" name="Shape 1940"/>
        <p:cNvGrpSpPr/>
        <p:nvPr/>
      </p:nvGrpSpPr>
      <p:grpSpPr>
        <a:xfrm>
          <a:off x="0" y="0"/>
          <a:ext cx="0" cy="0"/>
          <a:chOff x="0" y="0"/>
          <a:chExt cx="0" cy="0"/>
        </a:xfrm>
      </p:grpSpPr>
      <p:sp>
        <p:nvSpPr>
          <p:cNvPr id="1941" name="Google Shape;1941;p302"/>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942" name="Google Shape;1942;p302"/>
          <p:cNvSpPr txBox="1"/>
          <p:nvPr>
            <p:ph idx="1" type="body"/>
          </p:nvPr>
        </p:nvSpPr>
        <p:spPr>
          <a:xfrm>
            <a:off x="473870" y="1143000"/>
            <a:ext cx="2646900" cy="1022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accent6"/>
              </a:buClr>
              <a:buSzPts val="7500"/>
              <a:buNone/>
              <a:defRPr i="0" sz="7500">
                <a:solidFill>
                  <a:schemeClr val="accent6"/>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943" name="Google Shape;1943;p302"/>
          <p:cNvSpPr txBox="1"/>
          <p:nvPr>
            <p:ph idx="2" type="body"/>
          </p:nvPr>
        </p:nvSpPr>
        <p:spPr>
          <a:xfrm>
            <a:off x="473869" y="2244222"/>
            <a:ext cx="2448300" cy="384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944" name="Google Shape;1944;p302"/>
          <p:cNvSpPr txBox="1"/>
          <p:nvPr>
            <p:ph idx="3" type="body"/>
          </p:nvPr>
        </p:nvSpPr>
        <p:spPr>
          <a:xfrm>
            <a:off x="476251" y="469106"/>
            <a:ext cx="6112800" cy="136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945" name="Google Shape;1945;p302"/>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946" name="Google Shape;1946;p302"/>
          <p:cNvSpPr txBox="1"/>
          <p:nvPr>
            <p:ph idx="4" type="body"/>
          </p:nvPr>
        </p:nvSpPr>
        <p:spPr>
          <a:xfrm>
            <a:off x="3257550" y="1143000"/>
            <a:ext cx="2646900" cy="1022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accent6"/>
              </a:buClr>
              <a:buSzPts val="7500"/>
              <a:buNone/>
              <a:defRPr i="0" sz="7500">
                <a:solidFill>
                  <a:schemeClr val="accent6"/>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947" name="Google Shape;1947;p302"/>
          <p:cNvSpPr txBox="1"/>
          <p:nvPr>
            <p:ph idx="5" type="body"/>
          </p:nvPr>
        </p:nvSpPr>
        <p:spPr>
          <a:xfrm>
            <a:off x="3257549" y="2244222"/>
            <a:ext cx="2448300" cy="384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948" name="Google Shape;1948;p302"/>
          <p:cNvSpPr txBox="1"/>
          <p:nvPr>
            <p:ph idx="6" type="body"/>
          </p:nvPr>
        </p:nvSpPr>
        <p:spPr>
          <a:xfrm>
            <a:off x="6013107" y="1143000"/>
            <a:ext cx="2646900" cy="1022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accent6"/>
              </a:buClr>
              <a:buSzPts val="7500"/>
              <a:buNone/>
              <a:defRPr i="0" sz="7500">
                <a:solidFill>
                  <a:schemeClr val="accent6"/>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949" name="Google Shape;1949;p302"/>
          <p:cNvSpPr txBox="1"/>
          <p:nvPr>
            <p:ph idx="7" type="body"/>
          </p:nvPr>
        </p:nvSpPr>
        <p:spPr>
          <a:xfrm>
            <a:off x="6013106" y="2244222"/>
            <a:ext cx="2448300" cy="384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950" name="Google Shape;1950;p302"/>
          <p:cNvSpPr txBox="1"/>
          <p:nvPr>
            <p:ph idx="8" type="body"/>
          </p:nvPr>
        </p:nvSpPr>
        <p:spPr>
          <a:xfrm>
            <a:off x="473870" y="2857500"/>
            <a:ext cx="2646900" cy="1022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accent6"/>
              </a:buClr>
              <a:buSzPts val="7500"/>
              <a:buNone/>
              <a:defRPr i="0" sz="7500">
                <a:solidFill>
                  <a:schemeClr val="accent6"/>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951" name="Google Shape;1951;p302"/>
          <p:cNvSpPr txBox="1"/>
          <p:nvPr>
            <p:ph idx="9" type="body"/>
          </p:nvPr>
        </p:nvSpPr>
        <p:spPr>
          <a:xfrm>
            <a:off x="473869" y="3958722"/>
            <a:ext cx="2448300" cy="384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952" name="Google Shape;1952;p302"/>
          <p:cNvSpPr txBox="1"/>
          <p:nvPr>
            <p:ph idx="13" type="body"/>
          </p:nvPr>
        </p:nvSpPr>
        <p:spPr>
          <a:xfrm>
            <a:off x="3257550" y="2857500"/>
            <a:ext cx="2646900" cy="1022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accent6"/>
              </a:buClr>
              <a:buSzPts val="7500"/>
              <a:buNone/>
              <a:defRPr i="0" sz="7500">
                <a:solidFill>
                  <a:schemeClr val="accent6"/>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953" name="Google Shape;1953;p302"/>
          <p:cNvSpPr txBox="1"/>
          <p:nvPr>
            <p:ph idx="14" type="body"/>
          </p:nvPr>
        </p:nvSpPr>
        <p:spPr>
          <a:xfrm>
            <a:off x="3257549" y="3958722"/>
            <a:ext cx="2448300" cy="384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954" name="Google Shape;1954;p302"/>
          <p:cNvSpPr txBox="1"/>
          <p:nvPr>
            <p:ph idx="15" type="body"/>
          </p:nvPr>
        </p:nvSpPr>
        <p:spPr>
          <a:xfrm>
            <a:off x="6013107" y="2857500"/>
            <a:ext cx="2646900" cy="1022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accent6"/>
              </a:buClr>
              <a:buSzPts val="7500"/>
              <a:buNone/>
              <a:defRPr i="0" sz="7500">
                <a:solidFill>
                  <a:schemeClr val="accent6"/>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955" name="Google Shape;1955;p302"/>
          <p:cNvSpPr txBox="1"/>
          <p:nvPr>
            <p:ph idx="16" type="body"/>
          </p:nvPr>
        </p:nvSpPr>
        <p:spPr>
          <a:xfrm>
            <a:off x="6013106" y="3958722"/>
            <a:ext cx="2448300" cy="384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Tree>
  </p:cSld>
  <p:clrMapOvr>
    <a:masterClrMapping/>
  </p:clrMapOvr>
</p:sldLayout>
</file>

<file path=ppt/slideLayouts/slideLayout2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4_Slide_Ender 1 - White">
  <p:cSld name="Ender 1 - White">
    <p:bg>
      <p:bgPr>
        <a:solidFill>
          <a:srgbClr val="FFFFFF"/>
        </a:solidFill>
      </p:bgPr>
    </p:bg>
    <p:spTree>
      <p:nvGrpSpPr>
        <p:cNvPr id="1956" name="Shape 1956"/>
        <p:cNvGrpSpPr/>
        <p:nvPr/>
      </p:nvGrpSpPr>
      <p:grpSpPr>
        <a:xfrm>
          <a:off x="0" y="0"/>
          <a:ext cx="0" cy="0"/>
          <a:chOff x="0" y="0"/>
          <a:chExt cx="0" cy="0"/>
        </a:xfrm>
      </p:grpSpPr>
      <p:sp>
        <p:nvSpPr>
          <p:cNvPr id="1957" name="Google Shape;1957;p303"/>
          <p:cNvSpPr/>
          <p:nvPr/>
        </p:nvSpPr>
        <p:spPr>
          <a:xfrm>
            <a:off x="217609" y="4741252"/>
            <a:ext cx="6185400" cy="2241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1958" name="Google Shape;1958;p303"/>
          <p:cNvPicPr preferRelativeResize="0"/>
          <p:nvPr/>
        </p:nvPicPr>
        <p:blipFill rotWithShape="1">
          <a:blip r:embed="rId2">
            <a:alphaModFix/>
          </a:blip>
          <a:srcRect b="0" l="0" r="0" t="0"/>
          <a:stretch/>
        </p:blipFill>
        <p:spPr>
          <a:xfrm>
            <a:off x="-847885" y="1531620"/>
            <a:ext cx="10842227" cy="4434839"/>
          </a:xfrm>
          <a:prstGeom prst="rect">
            <a:avLst/>
          </a:prstGeom>
          <a:noFill/>
          <a:ln>
            <a:noFill/>
          </a:ln>
        </p:spPr>
      </p:pic>
    </p:spTree>
  </p:cSld>
  <p:clrMapOvr>
    <a:masterClrMapping/>
  </p:clrMapOvr>
</p:sldLayout>
</file>

<file path=ppt/slideLayouts/slideLayout2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5_Slide_Ender 1 - Black">
  <p:cSld name="Ender 1 - Black">
    <p:bg>
      <p:bgPr>
        <a:solidFill>
          <a:srgbClr val="000000"/>
        </a:solidFill>
      </p:bgPr>
    </p:bg>
    <p:spTree>
      <p:nvGrpSpPr>
        <p:cNvPr id="1959" name="Shape 1959"/>
        <p:cNvGrpSpPr/>
        <p:nvPr/>
      </p:nvGrpSpPr>
      <p:grpSpPr>
        <a:xfrm>
          <a:off x="0" y="0"/>
          <a:ext cx="0" cy="0"/>
          <a:chOff x="0" y="0"/>
          <a:chExt cx="0" cy="0"/>
        </a:xfrm>
      </p:grpSpPr>
      <p:sp>
        <p:nvSpPr>
          <p:cNvPr id="1960" name="Google Shape;1960;p304"/>
          <p:cNvSpPr/>
          <p:nvPr/>
        </p:nvSpPr>
        <p:spPr>
          <a:xfrm>
            <a:off x="217609" y="4741252"/>
            <a:ext cx="6185400" cy="2241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961" name="Google Shape;1961;p304"/>
          <p:cNvSpPr/>
          <p:nvPr/>
        </p:nvSpPr>
        <p:spPr>
          <a:xfrm>
            <a:off x="178044" y="4668716"/>
            <a:ext cx="824400" cy="3099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1962" name="Google Shape;1962;p304"/>
          <p:cNvPicPr preferRelativeResize="0"/>
          <p:nvPr/>
        </p:nvPicPr>
        <p:blipFill rotWithShape="1">
          <a:blip r:embed="rId2">
            <a:alphaModFix/>
          </a:blip>
          <a:srcRect b="0" l="0" r="0" t="0"/>
          <a:stretch/>
        </p:blipFill>
        <p:spPr>
          <a:xfrm>
            <a:off x="-847885" y="1531620"/>
            <a:ext cx="10842227" cy="4434839"/>
          </a:xfrm>
          <a:prstGeom prst="rect">
            <a:avLst/>
          </a:prstGeom>
          <a:noFill/>
          <a:ln>
            <a:noFill/>
          </a:ln>
        </p:spPr>
      </p:pic>
    </p:spTree>
  </p:cSld>
  <p:clrMapOvr>
    <a:masterClrMapping/>
  </p:clrMapOvr>
</p:sldLayout>
</file>

<file path=ppt/slideLayouts/slideLayout2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7_Slide_Ender 2 - Black">
  <p:cSld name="Ender 2 - Black">
    <p:bg>
      <p:bgPr>
        <a:solidFill>
          <a:srgbClr val="000000"/>
        </a:solidFill>
      </p:bgPr>
    </p:bg>
    <p:spTree>
      <p:nvGrpSpPr>
        <p:cNvPr id="1963" name="Shape 1963"/>
        <p:cNvGrpSpPr/>
        <p:nvPr/>
      </p:nvGrpSpPr>
      <p:grpSpPr>
        <a:xfrm>
          <a:off x="0" y="0"/>
          <a:ext cx="0" cy="0"/>
          <a:chOff x="0" y="0"/>
          <a:chExt cx="0" cy="0"/>
        </a:xfrm>
      </p:grpSpPr>
      <p:sp>
        <p:nvSpPr>
          <p:cNvPr id="1964" name="Google Shape;1964;p305"/>
          <p:cNvSpPr/>
          <p:nvPr/>
        </p:nvSpPr>
        <p:spPr>
          <a:xfrm>
            <a:off x="178044" y="4668716"/>
            <a:ext cx="987600" cy="3099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1965" name="Google Shape;1965;p305"/>
          <p:cNvPicPr preferRelativeResize="0"/>
          <p:nvPr/>
        </p:nvPicPr>
        <p:blipFill rotWithShape="1">
          <a:blip r:embed="rId2">
            <a:alphaModFix/>
          </a:blip>
          <a:srcRect b="0" l="0" r="0" t="0"/>
          <a:stretch/>
        </p:blipFill>
        <p:spPr>
          <a:xfrm>
            <a:off x="3045619" y="1140198"/>
            <a:ext cx="3063717" cy="2865567"/>
          </a:xfrm>
          <a:prstGeom prst="rect">
            <a:avLst/>
          </a:prstGeom>
          <a:noFill/>
          <a:ln>
            <a:noFill/>
          </a:ln>
        </p:spPr>
      </p:pic>
    </p:spTree>
  </p:cSld>
  <p:clrMapOvr>
    <a:masterClrMapping/>
  </p:clrMapOvr>
</p:sldLayout>
</file>

<file path=ppt/slideLayouts/slideLayout3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6_Slide_Content slide">
  <p:cSld name="Content slide">
    <p:bg>
      <p:bgPr>
        <a:solidFill>
          <a:schemeClr val="lt1"/>
        </a:solidFill>
      </p:bgPr>
    </p:bg>
    <p:spTree>
      <p:nvGrpSpPr>
        <p:cNvPr id="1966" name="Shape 1966"/>
        <p:cNvGrpSpPr/>
        <p:nvPr/>
      </p:nvGrpSpPr>
      <p:grpSpPr>
        <a:xfrm>
          <a:off x="0" y="0"/>
          <a:ext cx="0" cy="0"/>
          <a:chOff x="0" y="0"/>
          <a:chExt cx="0" cy="0"/>
        </a:xfrm>
      </p:grpSpPr>
      <p:sp>
        <p:nvSpPr>
          <p:cNvPr id="1967" name="Google Shape;1967;p306"/>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968" name="Google Shape;1968;p306"/>
          <p:cNvSpPr txBox="1"/>
          <p:nvPr>
            <p:ph idx="1" type="body"/>
          </p:nvPr>
        </p:nvSpPr>
        <p:spPr>
          <a:xfrm>
            <a:off x="473868" y="1188244"/>
            <a:ext cx="8196300" cy="3447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dk1"/>
              </a:buClr>
              <a:buSzPts val="900"/>
              <a:buNone/>
              <a:defRPr/>
            </a:lvl1pPr>
            <a:lvl2pPr indent="-228600" lvl="1" marL="914400" algn="l">
              <a:lnSpc>
                <a:spcPct val="100000"/>
              </a:lnSpc>
              <a:spcBef>
                <a:spcPts val="400"/>
              </a:spcBef>
              <a:spcAft>
                <a:spcPts val="0"/>
              </a:spcAft>
              <a:buClr>
                <a:schemeClr val="dk1"/>
              </a:buClr>
              <a:buSzPts val="900"/>
              <a:buNone/>
              <a:defRPr/>
            </a:lvl2pPr>
            <a:lvl3pPr indent="-285750" lvl="2" marL="1371600" algn="l">
              <a:lnSpc>
                <a:spcPct val="100000"/>
              </a:lnSpc>
              <a:spcBef>
                <a:spcPts val="400"/>
              </a:spcBef>
              <a:spcAft>
                <a:spcPts val="0"/>
              </a:spcAft>
              <a:buClr>
                <a:schemeClr val="dk1"/>
              </a:buClr>
              <a:buSzPts val="900"/>
              <a:buChar char="•"/>
              <a:defRPr/>
            </a:lvl3pPr>
            <a:lvl4pPr indent="-285750" lvl="3" marL="1828800" algn="l">
              <a:lnSpc>
                <a:spcPct val="100000"/>
              </a:lnSpc>
              <a:spcBef>
                <a:spcPts val="400"/>
              </a:spcBef>
              <a:spcAft>
                <a:spcPts val="0"/>
              </a:spcAft>
              <a:buClr>
                <a:schemeClr val="dk1"/>
              </a:buClr>
              <a:buSzPts val="900"/>
              <a:buChar char="-"/>
              <a:defRPr/>
            </a:lvl4pPr>
            <a:lvl5pPr indent="-285750" lvl="4" marL="2286000" algn="l">
              <a:lnSpc>
                <a:spcPct val="100000"/>
              </a:lnSpc>
              <a:spcBef>
                <a:spcPts val="400"/>
              </a:spcBef>
              <a:spcAft>
                <a:spcPts val="0"/>
              </a:spcAft>
              <a:buClr>
                <a:schemeClr val="dk1"/>
              </a:buClr>
              <a:buSzPts val="900"/>
              <a:buChar char="-"/>
              <a:defRPr/>
            </a:lvl5pPr>
            <a:lvl6pPr indent="-285750" lvl="5" marL="2743200" algn="l">
              <a:lnSpc>
                <a:spcPct val="90000"/>
              </a:lnSpc>
              <a:spcBef>
                <a:spcPts val="400"/>
              </a:spcBef>
              <a:spcAft>
                <a:spcPts val="0"/>
              </a:spcAft>
              <a:buClr>
                <a:schemeClr val="dk1"/>
              </a:buClr>
              <a:buSzPts val="900"/>
              <a:buChar char="-"/>
              <a:defRPr sz="900"/>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969" name="Google Shape;1969;p306"/>
          <p:cNvSpPr txBox="1"/>
          <p:nvPr>
            <p:ph idx="2" type="body"/>
          </p:nvPr>
        </p:nvSpPr>
        <p:spPr>
          <a:xfrm>
            <a:off x="476251" y="469106"/>
            <a:ext cx="6112800" cy="136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chemeClr val="dk1"/>
              </a:buClr>
              <a:buSzPts val="800"/>
              <a:buNone/>
              <a:defRPr b="0" i="0" sz="800">
                <a:solidFill>
                  <a:schemeClr val="dk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970" name="Google Shape;1970;p306"/>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3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_Slide_Safe Harbor statement 1">
  <p:cSld name="Safe Harbor statement_1">
    <p:spTree>
      <p:nvGrpSpPr>
        <p:cNvPr id="1971" name="Shape 1971"/>
        <p:cNvGrpSpPr/>
        <p:nvPr/>
      </p:nvGrpSpPr>
      <p:grpSpPr>
        <a:xfrm>
          <a:off x="0" y="0"/>
          <a:ext cx="0" cy="0"/>
          <a:chOff x="0" y="0"/>
          <a:chExt cx="0" cy="0"/>
        </a:xfrm>
      </p:grpSpPr>
      <p:sp>
        <p:nvSpPr>
          <p:cNvPr id="1972" name="Google Shape;1972;p307"/>
          <p:cNvSpPr/>
          <p:nvPr/>
        </p:nvSpPr>
        <p:spPr>
          <a:xfrm>
            <a:off x="473869" y="4267200"/>
            <a:ext cx="8196300" cy="3966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973" name="Google Shape;1973;p307"/>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974" name="Google Shape;1974;p307"/>
          <p:cNvSpPr txBox="1"/>
          <p:nvPr/>
        </p:nvSpPr>
        <p:spPr>
          <a:xfrm>
            <a:off x="406114" y="414516"/>
            <a:ext cx="3411000" cy="3924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2100"/>
              <a:buFont typeface="Arial"/>
              <a:buNone/>
            </a:pPr>
            <a:r>
              <a:rPr b="1" i="0" lang="en" sz="2100" u="none" cap="none" strike="noStrike">
                <a:solidFill>
                  <a:schemeClr val="accent6"/>
                </a:solidFill>
                <a:latin typeface="Verizon NHG TX"/>
                <a:ea typeface="Verizon NHG TX"/>
                <a:cs typeface="Verizon NHG TX"/>
                <a:sym typeface="Verizon NHG TX"/>
              </a:rPr>
              <a:t>“Safe Harbor” Statement</a:t>
            </a:r>
            <a:endParaRPr b="0" i="0" sz="1400" u="none" cap="none" strike="noStrike">
              <a:solidFill>
                <a:schemeClr val="accent6"/>
              </a:solidFill>
              <a:latin typeface="Verizon NHG TX"/>
              <a:ea typeface="Verizon NHG TX"/>
              <a:cs typeface="Verizon NHG TX"/>
              <a:sym typeface="Verizon NHG TX"/>
            </a:endParaRPr>
          </a:p>
        </p:txBody>
      </p:sp>
      <p:sp>
        <p:nvSpPr>
          <p:cNvPr id="1975" name="Google Shape;1975;p307"/>
          <p:cNvSpPr txBox="1"/>
          <p:nvPr>
            <p:ph idx="1" type="body"/>
          </p:nvPr>
        </p:nvSpPr>
        <p:spPr>
          <a:xfrm>
            <a:off x="473869" y="1188244"/>
            <a:ext cx="8196300" cy="3012300"/>
          </a:xfrm>
          <a:prstGeom prst="rect">
            <a:avLst/>
          </a:prstGeom>
          <a:noFill/>
          <a:ln>
            <a:noFill/>
          </a:ln>
        </p:spPr>
        <p:txBody>
          <a:bodyPr anchorCtr="0" anchor="t" bIns="0" lIns="0" spcFirstLastPara="1" rIns="0" wrap="square" tIns="0">
            <a:noAutofit/>
          </a:bodyPr>
          <a:lstStyle>
            <a:lvl1pPr indent="-228600" lvl="0" marL="457200" algn="l">
              <a:lnSpc>
                <a:spcPct val="140000"/>
              </a:lnSpc>
              <a:spcBef>
                <a:spcPts val="0"/>
              </a:spcBef>
              <a:spcAft>
                <a:spcPts val="0"/>
              </a:spcAft>
              <a:buClr>
                <a:schemeClr val="dk1"/>
              </a:buClr>
              <a:buSzPts val="800"/>
              <a:buNone/>
              <a:defRPr b="0" sz="800"/>
            </a:lvl1pPr>
            <a:lvl2pPr indent="-228600" lvl="1" marL="914400" algn="l">
              <a:lnSpc>
                <a:spcPct val="100000"/>
              </a:lnSpc>
              <a:spcBef>
                <a:spcPts val="400"/>
              </a:spcBef>
              <a:spcAft>
                <a:spcPts val="0"/>
              </a:spcAft>
              <a:buClr>
                <a:schemeClr val="dk1"/>
              </a:buClr>
              <a:buSzPts val="1400"/>
              <a:buNone/>
              <a:defRPr/>
            </a:lvl2pPr>
            <a:lvl3pPr indent="-317500" lvl="2" marL="1371600" algn="l">
              <a:lnSpc>
                <a:spcPct val="100000"/>
              </a:lnSpc>
              <a:spcBef>
                <a:spcPts val="400"/>
              </a:spcBef>
              <a:spcAft>
                <a:spcPts val="0"/>
              </a:spcAft>
              <a:buClr>
                <a:schemeClr val="dk1"/>
              </a:buClr>
              <a:buSzPts val="1400"/>
              <a:buChar char="•"/>
              <a:defRPr/>
            </a:lvl3pPr>
            <a:lvl4pPr indent="-317500" lvl="3" marL="1828800" algn="l">
              <a:lnSpc>
                <a:spcPct val="100000"/>
              </a:lnSpc>
              <a:spcBef>
                <a:spcPts val="400"/>
              </a:spcBef>
              <a:spcAft>
                <a:spcPts val="0"/>
              </a:spcAft>
              <a:buClr>
                <a:schemeClr val="dk1"/>
              </a:buClr>
              <a:buSzPts val="1400"/>
              <a:buChar char="-"/>
              <a:defRPr/>
            </a:lvl4pPr>
            <a:lvl5pPr indent="-317500" lvl="4" marL="2286000" algn="l">
              <a:lnSpc>
                <a:spcPct val="10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976" name="Google Shape;1976;p307"/>
          <p:cNvSpPr txBox="1"/>
          <p:nvPr>
            <p:ph idx="2" type="body"/>
          </p:nvPr>
        </p:nvSpPr>
        <p:spPr>
          <a:xfrm>
            <a:off x="473869" y="4343401"/>
            <a:ext cx="8196300" cy="320100"/>
          </a:xfrm>
          <a:prstGeom prst="rect">
            <a:avLst/>
          </a:prstGeom>
          <a:noFill/>
          <a:ln>
            <a:noFill/>
          </a:ln>
        </p:spPr>
        <p:txBody>
          <a:bodyPr anchorCtr="0" anchor="t" bIns="0" lIns="0" spcFirstLastPara="1" rIns="0" wrap="square" tIns="0">
            <a:noAutofit/>
          </a:bodyPr>
          <a:lstStyle>
            <a:lvl1pPr indent="-228600" lvl="0" marL="457200" algn="ctr">
              <a:lnSpc>
                <a:spcPct val="116666"/>
              </a:lnSpc>
              <a:spcBef>
                <a:spcPts val="0"/>
              </a:spcBef>
              <a:spcAft>
                <a:spcPts val="0"/>
              </a:spcAft>
              <a:buClr>
                <a:schemeClr val="dk1"/>
              </a:buClr>
              <a:buSzPts val="900"/>
              <a:buNone/>
              <a:defRPr b="0" sz="900"/>
            </a:lvl1pPr>
            <a:lvl2pPr indent="-228600" lvl="1" marL="914400" algn="l">
              <a:lnSpc>
                <a:spcPct val="100000"/>
              </a:lnSpc>
              <a:spcBef>
                <a:spcPts val="400"/>
              </a:spcBef>
              <a:spcAft>
                <a:spcPts val="0"/>
              </a:spcAft>
              <a:buClr>
                <a:schemeClr val="dk1"/>
              </a:buClr>
              <a:buSzPts val="1400"/>
              <a:buNone/>
              <a:defRPr/>
            </a:lvl2pPr>
            <a:lvl3pPr indent="-317500" lvl="2" marL="1371600" algn="l">
              <a:lnSpc>
                <a:spcPct val="100000"/>
              </a:lnSpc>
              <a:spcBef>
                <a:spcPts val="400"/>
              </a:spcBef>
              <a:spcAft>
                <a:spcPts val="0"/>
              </a:spcAft>
              <a:buClr>
                <a:schemeClr val="dk1"/>
              </a:buClr>
              <a:buSzPts val="1400"/>
              <a:buChar char="•"/>
              <a:defRPr/>
            </a:lvl3pPr>
            <a:lvl4pPr indent="-317500" lvl="3" marL="1828800" algn="l">
              <a:lnSpc>
                <a:spcPct val="100000"/>
              </a:lnSpc>
              <a:spcBef>
                <a:spcPts val="400"/>
              </a:spcBef>
              <a:spcAft>
                <a:spcPts val="0"/>
              </a:spcAft>
              <a:buClr>
                <a:schemeClr val="dk1"/>
              </a:buClr>
              <a:buSzPts val="1400"/>
              <a:buChar char="-"/>
              <a:defRPr/>
            </a:lvl4pPr>
            <a:lvl5pPr indent="-317500" lvl="4" marL="2286000" algn="l">
              <a:lnSpc>
                <a:spcPct val="10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3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9_Slide_Blank Layout">
  <p:cSld name="CUSTOM">
    <p:spTree>
      <p:nvGrpSpPr>
        <p:cNvPr id="1977" name="Shape 1977"/>
        <p:cNvGrpSpPr/>
        <p:nvPr/>
      </p:nvGrpSpPr>
      <p:grpSpPr>
        <a:xfrm>
          <a:off x="0" y="0"/>
          <a:ext cx="0" cy="0"/>
          <a:chOff x="0" y="0"/>
          <a:chExt cx="0" cy="0"/>
        </a:xfrm>
      </p:grpSpPr>
      <p:sp>
        <p:nvSpPr>
          <p:cNvPr id="1978" name="Google Shape;1978;p308"/>
          <p:cNvSpPr txBox="1"/>
          <p:nvPr>
            <p:ph type="title"/>
          </p:nvPr>
        </p:nvSpPr>
        <p:spPr>
          <a:xfrm>
            <a:off x="473869" y="469106"/>
            <a:ext cx="7951200" cy="5319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SzPts val="2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979" name="Google Shape;1979;p308"/>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 Agenda">
  <p:cSld name="Agenda">
    <p:spTree>
      <p:nvGrpSpPr>
        <p:cNvPr id="1980" name="Shape 1980"/>
        <p:cNvGrpSpPr/>
        <p:nvPr/>
      </p:nvGrpSpPr>
      <p:grpSpPr>
        <a:xfrm>
          <a:off x="0" y="0"/>
          <a:ext cx="0" cy="0"/>
          <a:chOff x="0" y="0"/>
          <a:chExt cx="0" cy="0"/>
        </a:xfrm>
      </p:grpSpPr>
      <p:sp>
        <p:nvSpPr>
          <p:cNvPr id="1981" name="Google Shape;1981;p309"/>
          <p:cNvSpPr txBox="1"/>
          <p:nvPr>
            <p:ph type="title"/>
          </p:nvPr>
        </p:nvSpPr>
        <p:spPr>
          <a:xfrm>
            <a:off x="457200" y="594360"/>
            <a:ext cx="7086600" cy="567600"/>
          </a:xfrm>
          <a:prstGeom prst="rect">
            <a:avLst/>
          </a:prstGeom>
          <a:noFill/>
          <a:ln>
            <a:noFill/>
          </a:ln>
        </p:spPr>
        <p:txBody>
          <a:bodyPr anchorCtr="0" anchor="t" bIns="0" lIns="0" spcFirstLastPara="1" rIns="0" wrap="square" tIns="0">
            <a:normAutofit/>
          </a:bodyPr>
          <a:lstStyle>
            <a:lvl1pPr lvl="0" algn="l">
              <a:lnSpc>
                <a:spcPct val="80000"/>
              </a:lnSpc>
              <a:spcBef>
                <a:spcPts val="0"/>
              </a:spcBef>
              <a:spcAft>
                <a:spcPts val="0"/>
              </a:spcAft>
              <a:buClr>
                <a:schemeClr val="dk1"/>
              </a:buClr>
              <a:buSzPts val="2000"/>
              <a:buFont typeface="Verizon NHG DS"/>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982" name="Google Shape;1982;p309"/>
          <p:cNvSpPr txBox="1"/>
          <p:nvPr>
            <p:ph idx="1" type="body"/>
          </p:nvPr>
        </p:nvSpPr>
        <p:spPr>
          <a:xfrm>
            <a:off x="457200" y="1352550"/>
            <a:ext cx="7086600" cy="3086100"/>
          </a:xfrm>
          <a:prstGeom prst="rect">
            <a:avLst/>
          </a:prstGeom>
          <a:noFill/>
          <a:ln>
            <a:noFill/>
          </a:ln>
        </p:spPr>
        <p:txBody>
          <a:bodyPr anchorCtr="0" anchor="t" bIns="0" lIns="0" spcFirstLastPara="1" rIns="0" wrap="square" tIns="0">
            <a:normAutofit/>
          </a:bodyPr>
          <a:lstStyle>
            <a:lvl1pPr indent="-330200" lvl="0" marL="457200" algn="l">
              <a:lnSpc>
                <a:spcPct val="100000"/>
              </a:lnSpc>
              <a:spcBef>
                <a:spcPts val="900"/>
              </a:spcBef>
              <a:spcAft>
                <a:spcPts val="0"/>
              </a:spcAft>
              <a:buClr>
                <a:schemeClr val="dk1"/>
              </a:buClr>
              <a:buSzPts val="1600"/>
              <a:buFont typeface="Verizon NHG DS"/>
              <a:buAutoNum type="arabicPeriod"/>
              <a:defRPr sz="1600"/>
            </a:lvl1pPr>
            <a:lvl2pPr indent="-228600" lvl="1" marL="914400" algn="l">
              <a:lnSpc>
                <a:spcPct val="100000"/>
              </a:lnSpc>
              <a:spcBef>
                <a:spcPts val="900"/>
              </a:spcBef>
              <a:spcAft>
                <a:spcPts val="0"/>
              </a:spcAft>
              <a:buClr>
                <a:schemeClr val="dk1"/>
              </a:buClr>
              <a:buSzPts val="1800"/>
              <a:buNone/>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600"/>
              </a:spcBef>
              <a:spcAft>
                <a:spcPts val="0"/>
              </a:spcAft>
              <a:buClr>
                <a:schemeClr val="dk1"/>
              </a:buClr>
              <a:buSzPts val="1800"/>
              <a:buChar char="-"/>
              <a:defRPr/>
            </a:lvl4pPr>
            <a:lvl5pPr indent="-342900" lvl="4" marL="2286000" algn="l">
              <a:lnSpc>
                <a:spcPct val="100000"/>
              </a:lnSpc>
              <a:spcBef>
                <a:spcPts val="600"/>
              </a:spcBef>
              <a:spcAft>
                <a:spcPts val="0"/>
              </a:spcAft>
              <a:buClr>
                <a:schemeClr val="dk1"/>
              </a:buClr>
              <a:buSzPts val="1800"/>
              <a:buChar char="-"/>
              <a:defRPr/>
            </a:lvl5pPr>
            <a:lvl6pPr indent="-342900" lvl="5" marL="2743200" algn="l">
              <a:lnSpc>
                <a:spcPct val="100000"/>
              </a:lnSpc>
              <a:spcBef>
                <a:spcPts val="600"/>
              </a:spcBef>
              <a:spcAft>
                <a:spcPts val="0"/>
              </a:spcAft>
              <a:buClr>
                <a:schemeClr val="dk1"/>
              </a:buClr>
              <a:buSzPts val="1800"/>
              <a:buChar char="•"/>
              <a:defRPr/>
            </a:lvl6pPr>
            <a:lvl7pPr indent="-342900" lvl="6" marL="3200400" algn="l">
              <a:lnSpc>
                <a:spcPct val="100000"/>
              </a:lnSpc>
              <a:spcBef>
                <a:spcPts val="600"/>
              </a:spcBef>
              <a:spcAft>
                <a:spcPts val="0"/>
              </a:spcAft>
              <a:buClr>
                <a:schemeClr val="dk1"/>
              </a:buClr>
              <a:buSzPts val="1800"/>
              <a:buChar char="•"/>
              <a:defRPr/>
            </a:lvl7pPr>
            <a:lvl8pPr indent="-342900" lvl="7" marL="3657600" algn="l">
              <a:lnSpc>
                <a:spcPct val="100000"/>
              </a:lnSpc>
              <a:spcBef>
                <a:spcPts val="600"/>
              </a:spcBef>
              <a:spcAft>
                <a:spcPts val="0"/>
              </a:spcAft>
              <a:buClr>
                <a:schemeClr val="dk1"/>
              </a:buClr>
              <a:buSzPts val="1800"/>
              <a:buChar char="•"/>
              <a:defRPr/>
            </a:lvl8pPr>
            <a:lvl9pPr indent="-304800" lvl="8" marL="4114800" algn="l">
              <a:lnSpc>
                <a:spcPct val="100000"/>
              </a:lnSpc>
              <a:spcBef>
                <a:spcPts val="600"/>
              </a:spcBef>
              <a:spcAft>
                <a:spcPts val="0"/>
              </a:spcAft>
              <a:buClr>
                <a:schemeClr val="dk1"/>
              </a:buClr>
              <a:buSzPts val="1200"/>
              <a:buChar char="•"/>
              <a:defRPr/>
            </a:lvl9pPr>
          </a:lstStyle>
          <a:p/>
        </p:txBody>
      </p:sp>
      <p:sp>
        <p:nvSpPr>
          <p:cNvPr id="1983" name="Google Shape;1983;p309"/>
          <p:cNvSpPr txBox="1"/>
          <p:nvPr>
            <p:ph idx="12" type="sldNum"/>
          </p:nvPr>
        </p:nvSpPr>
        <p:spPr>
          <a:xfrm>
            <a:off x="8458200" y="4700016"/>
            <a:ext cx="228600" cy="1077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1pPr>
            <a:lvl2pPr indent="0" lvl="1"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2pPr>
            <a:lvl3pPr indent="0" lvl="2"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3pPr>
            <a:lvl4pPr indent="0" lvl="3"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4pPr>
            <a:lvl5pPr indent="0" lvl="4"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5pPr>
            <a:lvl6pPr indent="0" lvl="5"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6pPr>
            <a:lvl7pPr indent="0" lvl="6"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7pPr>
            <a:lvl8pPr indent="0" lvl="7"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8pPr>
            <a:lvl9pPr indent="0" lvl="8"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Verizon NHG DS"/>
                <a:ea typeface="Verizon NHG DS"/>
                <a:cs typeface="Verizon NHG DS"/>
                <a:sym typeface="Verizon NHG DS"/>
              </a:defRPr>
            </a:lvl9pPr>
          </a:lstStyle>
          <a:p>
            <a:pPr indent="0" lvl="0" marL="0" rtl="0" algn="r">
              <a:spcBef>
                <a:spcPts val="0"/>
              </a:spcBef>
              <a:spcAft>
                <a:spcPts val="0"/>
              </a:spcAft>
              <a:buNone/>
            </a:pPr>
            <a:fld id="{00000000-1234-1234-1234-123412341234}" type="slidenum">
              <a:rPr lang="en"/>
              <a:t>‹#›</a:t>
            </a:fld>
            <a:endParaRPr/>
          </a:p>
        </p:txBody>
      </p:sp>
      <p:cxnSp>
        <p:nvCxnSpPr>
          <p:cNvPr id="1984" name="Google Shape;1984;p309"/>
          <p:cNvCxnSpPr/>
          <p:nvPr/>
        </p:nvCxnSpPr>
        <p:spPr>
          <a:xfrm>
            <a:off x="457200" y="457200"/>
            <a:ext cx="8229600" cy="0"/>
          </a:xfrm>
          <a:prstGeom prst="straightConnector1">
            <a:avLst/>
          </a:prstGeom>
          <a:noFill/>
          <a:ln cap="flat" cmpd="sng" w="47625">
            <a:solidFill>
              <a:schemeClr val="dk1"/>
            </a:solidFill>
            <a:prstDash val="solid"/>
            <a:round/>
            <a:headEnd len="sm" w="sm" type="none"/>
            <a:tailEnd len="sm" w="sm" type="none"/>
          </a:ln>
        </p:spPr>
      </p:cxnSp>
    </p:spTree>
  </p:cSld>
  <p:clrMapOvr>
    <a:masterClrMapping/>
  </p:clrMapOvr>
</p:sldLayout>
</file>

<file path=ppt/slideLayouts/slideLayout3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Cover">
  <p:cSld name="Cover slide - wht">
    <p:spTree>
      <p:nvGrpSpPr>
        <p:cNvPr id="1985" name="Shape 1985"/>
        <p:cNvGrpSpPr/>
        <p:nvPr/>
      </p:nvGrpSpPr>
      <p:grpSpPr>
        <a:xfrm>
          <a:off x="0" y="0"/>
          <a:ext cx="0" cy="0"/>
          <a:chOff x="0" y="0"/>
          <a:chExt cx="0" cy="0"/>
        </a:xfrm>
      </p:grpSpPr>
      <p:sp>
        <p:nvSpPr>
          <p:cNvPr id="1986" name="Google Shape;1986;p310"/>
          <p:cNvSpPr txBox="1"/>
          <p:nvPr>
            <p:ph type="ctrTitle"/>
          </p:nvPr>
        </p:nvSpPr>
        <p:spPr>
          <a:xfrm>
            <a:off x="457200" y="463073"/>
            <a:ext cx="6271800" cy="1737300"/>
          </a:xfrm>
          <a:prstGeom prst="rect">
            <a:avLst/>
          </a:prstGeom>
          <a:noFill/>
          <a:ln>
            <a:noFill/>
          </a:ln>
        </p:spPr>
        <p:txBody>
          <a:bodyPr anchorCtr="0" anchor="t" bIns="0" lIns="0" spcFirstLastPara="1" rIns="0" wrap="square" tIns="0">
            <a:noAutofit/>
          </a:bodyPr>
          <a:lstStyle>
            <a:lvl1pPr lvl="0" algn="l">
              <a:lnSpc>
                <a:spcPct val="80000"/>
              </a:lnSpc>
              <a:spcBef>
                <a:spcPts val="0"/>
              </a:spcBef>
              <a:spcAft>
                <a:spcPts val="0"/>
              </a:spcAft>
              <a:buClr>
                <a:schemeClr val="dk1"/>
              </a:buClr>
              <a:buSzPts val="6000"/>
              <a:buFont typeface="Verizon NHG DS"/>
              <a:buNone/>
              <a:defRPr b="1" i="0" sz="6000">
                <a:latin typeface="Verizon NHG DS"/>
                <a:ea typeface="Verizon NHG DS"/>
                <a:cs typeface="Verizon NHG DS"/>
                <a:sym typeface="Verizon NHG DS"/>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987" name="Google Shape;1987;p310"/>
          <p:cNvSpPr txBox="1"/>
          <p:nvPr>
            <p:ph idx="1" type="subTitle"/>
          </p:nvPr>
        </p:nvSpPr>
        <p:spPr>
          <a:xfrm>
            <a:off x="457200" y="2291873"/>
            <a:ext cx="4114800" cy="1371600"/>
          </a:xfrm>
          <a:prstGeom prst="rect">
            <a:avLst/>
          </a:prstGeom>
          <a:noFill/>
          <a:ln>
            <a:noFill/>
          </a:ln>
        </p:spPr>
        <p:txBody>
          <a:bodyPr anchorCtr="0" anchor="t" bIns="0" lIns="0" spcFirstLastPara="1" rIns="0" wrap="square" tIns="0">
            <a:noAutofit/>
          </a:bodyPr>
          <a:lstStyle>
            <a:lvl1pPr lvl="0" algn="l">
              <a:lnSpc>
                <a:spcPct val="80000"/>
              </a:lnSpc>
              <a:spcBef>
                <a:spcPts val="900"/>
              </a:spcBef>
              <a:spcAft>
                <a:spcPts val="0"/>
              </a:spcAft>
              <a:buClr>
                <a:schemeClr val="dk1"/>
              </a:buClr>
              <a:buSzPts val="2400"/>
              <a:buFont typeface="Verizon NHG TX"/>
              <a:buNone/>
              <a:defRPr b="0" i="0" sz="2400">
                <a:solidFill>
                  <a:schemeClr val="dk1"/>
                </a:solidFill>
                <a:latin typeface="Verizon NHG TX"/>
                <a:ea typeface="Verizon NHG TX"/>
                <a:cs typeface="Verizon NHG TX"/>
                <a:sym typeface="Verizon NHG TX"/>
              </a:defRPr>
            </a:lvl1pPr>
            <a:lvl2pPr lvl="1" algn="l">
              <a:lnSpc>
                <a:spcPct val="80000"/>
              </a:lnSpc>
              <a:spcBef>
                <a:spcPts val="900"/>
              </a:spcBef>
              <a:spcAft>
                <a:spcPts val="0"/>
              </a:spcAft>
              <a:buClr>
                <a:schemeClr val="dk1"/>
              </a:buClr>
              <a:buSzPts val="2000"/>
              <a:buFont typeface="Verizon NHG TX"/>
              <a:buNone/>
              <a:defRPr b="1" sz="2000">
                <a:solidFill>
                  <a:schemeClr val="dk1"/>
                </a:solidFill>
              </a:defRPr>
            </a:lvl2pPr>
            <a:lvl3pPr lvl="2" algn="l">
              <a:lnSpc>
                <a:spcPct val="80000"/>
              </a:lnSpc>
              <a:spcBef>
                <a:spcPts val="900"/>
              </a:spcBef>
              <a:spcAft>
                <a:spcPts val="0"/>
              </a:spcAft>
              <a:buClr>
                <a:schemeClr val="dk1"/>
              </a:buClr>
              <a:buSzPts val="2000"/>
              <a:buNone/>
              <a:defRPr b="1" sz="2000">
                <a:solidFill>
                  <a:schemeClr val="dk1"/>
                </a:solidFill>
              </a:defRPr>
            </a:lvl3pPr>
            <a:lvl4pPr lvl="3" algn="l">
              <a:lnSpc>
                <a:spcPct val="80000"/>
              </a:lnSpc>
              <a:spcBef>
                <a:spcPts val="900"/>
              </a:spcBef>
              <a:spcAft>
                <a:spcPts val="0"/>
              </a:spcAft>
              <a:buClr>
                <a:schemeClr val="dk1"/>
              </a:buClr>
              <a:buSzPts val="2000"/>
              <a:buNone/>
              <a:defRPr b="1" sz="2000">
                <a:solidFill>
                  <a:schemeClr val="dk1"/>
                </a:solidFill>
              </a:defRPr>
            </a:lvl4pPr>
            <a:lvl5pPr lvl="4" algn="l">
              <a:lnSpc>
                <a:spcPct val="80000"/>
              </a:lnSpc>
              <a:spcBef>
                <a:spcPts val="900"/>
              </a:spcBef>
              <a:spcAft>
                <a:spcPts val="0"/>
              </a:spcAft>
              <a:buClr>
                <a:schemeClr val="dk1"/>
              </a:buClr>
              <a:buSzPts val="2000"/>
              <a:buNone/>
              <a:defRPr b="1" sz="2000">
                <a:solidFill>
                  <a:schemeClr val="dk1"/>
                </a:solidFill>
              </a:defRPr>
            </a:lvl5pPr>
            <a:lvl6pPr lvl="5" algn="l">
              <a:lnSpc>
                <a:spcPct val="80000"/>
              </a:lnSpc>
              <a:spcBef>
                <a:spcPts val="900"/>
              </a:spcBef>
              <a:spcAft>
                <a:spcPts val="0"/>
              </a:spcAft>
              <a:buClr>
                <a:schemeClr val="dk1"/>
              </a:buClr>
              <a:buSzPts val="2000"/>
              <a:buNone/>
              <a:defRPr b="1" sz="2000">
                <a:solidFill>
                  <a:schemeClr val="dk1"/>
                </a:solidFill>
              </a:defRPr>
            </a:lvl6pPr>
            <a:lvl7pPr lvl="6" algn="l">
              <a:lnSpc>
                <a:spcPct val="80000"/>
              </a:lnSpc>
              <a:spcBef>
                <a:spcPts val="900"/>
              </a:spcBef>
              <a:spcAft>
                <a:spcPts val="0"/>
              </a:spcAft>
              <a:buClr>
                <a:schemeClr val="dk1"/>
              </a:buClr>
              <a:buSzPts val="2000"/>
              <a:buNone/>
              <a:defRPr b="1" sz="2000">
                <a:solidFill>
                  <a:schemeClr val="dk1"/>
                </a:solidFill>
              </a:defRPr>
            </a:lvl7pPr>
            <a:lvl8pPr lvl="7" algn="l">
              <a:lnSpc>
                <a:spcPct val="80000"/>
              </a:lnSpc>
              <a:spcBef>
                <a:spcPts val="900"/>
              </a:spcBef>
              <a:spcAft>
                <a:spcPts val="0"/>
              </a:spcAft>
              <a:buClr>
                <a:schemeClr val="dk1"/>
              </a:buClr>
              <a:buSzPts val="2000"/>
              <a:buNone/>
              <a:defRPr b="1" sz="2000">
                <a:solidFill>
                  <a:schemeClr val="dk1"/>
                </a:solidFill>
              </a:defRPr>
            </a:lvl8pPr>
            <a:lvl9pPr lvl="8" algn="l">
              <a:lnSpc>
                <a:spcPct val="80000"/>
              </a:lnSpc>
              <a:spcBef>
                <a:spcPts val="900"/>
              </a:spcBef>
              <a:spcAft>
                <a:spcPts val="0"/>
              </a:spcAft>
              <a:buClr>
                <a:schemeClr val="dk1"/>
              </a:buClr>
              <a:buSzPts val="2000"/>
              <a:buNone/>
              <a:defRPr b="1" sz="2000">
                <a:solidFill>
                  <a:schemeClr val="dk1"/>
                </a:solidFill>
              </a:defRPr>
            </a:lvl9pPr>
          </a:lstStyle>
          <a:p/>
        </p:txBody>
      </p:sp>
      <p:sp>
        <p:nvSpPr>
          <p:cNvPr id="1988" name="Google Shape;1988;p310"/>
          <p:cNvSpPr/>
          <p:nvPr/>
        </p:nvSpPr>
        <p:spPr>
          <a:xfrm>
            <a:off x="44181" y="4572318"/>
            <a:ext cx="8513100" cy="5712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Verizon NHG TX"/>
              <a:ea typeface="Verizon NHG TX"/>
              <a:cs typeface="Verizon NHG TX"/>
              <a:sym typeface="Verizon NHG TX"/>
            </a:endParaRPr>
          </a:p>
        </p:txBody>
      </p:sp>
      <p:pic>
        <p:nvPicPr>
          <p:cNvPr id="1989" name="Google Shape;1989;p310"/>
          <p:cNvPicPr preferRelativeResize="0"/>
          <p:nvPr/>
        </p:nvPicPr>
        <p:blipFill rotWithShape="1">
          <a:blip r:embed="rId2">
            <a:alphaModFix/>
          </a:blip>
          <a:srcRect b="0" l="0" r="0" t="0"/>
          <a:stretch/>
        </p:blipFill>
        <p:spPr>
          <a:xfrm>
            <a:off x="7240137" y="3106187"/>
            <a:ext cx="1981181" cy="2137963"/>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39.xml"/><Relationship Id="rId42" Type="http://schemas.openxmlformats.org/officeDocument/2006/relationships/slideLayout" Target="../slideLayouts/slideLayout41.xml"/><Relationship Id="rId41" Type="http://schemas.openxmlformats.org/officeDocument/2006/relationships/slideLayout" Target="../slideLayouts/slideLayout40.xml"/><Relationship Id="rId44" Type="http://schemas.openxmlformats.org/officeDocument/2006/relationships/slideLayout" Target="../slideLayouts/slideLayout43.xml"/><Relationship Id="rId43" Type="http://schemas.openxmlformats.org/officeDocument/2006/relationships/slideLayout" Target="../slideLayouts/slideLayout42.xml"/><Relationship Id="rId46" Type="http://schemas.openxmlformats.org/officeDocument/2006/relationships/slideLayout" Target="../slideLayouts/slideLayout45.xml"/><Relationship Id="rId45" Type="http://schemas.openxmlformats.org/officeDocument/2006/relationships/slideLayout" Target="../slideLayouts/slideLayout44.xml"/><Relationship Id="rId1" Type="http://schemas.openxmlformats.org/officeDocument/2006/relationships/image" Target="../media/image10.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48" Type="http://schemas.openxmlformats.org/officeDocument/2006/relationships/slideLayout" Target="../slideLayouts/slideLayout47.xml"/><Relationship Id="rId47" Type="http://schemas.openxmlformats.org/officeDocument/2006/relationships/slideLayout" Target="../slideLayouts/slideLayout46.xml"/><Relationship Id="rId49" Type="http://schemas.openxmlformats.org/officeDocument/2006/relationships/slideLayout" Target="../slideLayouts/slideLayout4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31" Type="http://schemas.openxmlformats.org/officeDocument/2006/relationships/slideLayout" Target="../slideLayouts/slideLayout30.xml"/><Relationship Id="rId30" Type="http://schemas.openxmlformats.org/officeDocument/2006/relationships/slideLayout" Target="../slideLayouts/slideLayout29.xml"/><Relationship Id="rId33" Type="http://schemas.openxmlformats.org/officeDocument/2006/relationships/slideLayout" Target="../slideLayouts/slideLayout32.xml"/><Relationship Id="rId32" Type="http://schemas.openxmlformats.org/officeDocument/2006/relationships/slideLayout" Target="../slideLayouts/slideLayout31.xml"/><Relationship Id="rId35" Type="http://schemas.openxmlformats.org/officeDocument/2006/relationships/slideLayout" Target="../slideLayouts/slideLayout34.xml"/><Relationship Id="rId34" Type="http://schemas.openxmlformats.org/officeDocument/2006/relationships/slideLayout" Target="../slideLayouts/slideLayout33.xml"/><Relationship Id="rId37" Type="http://schemas.openxmlformats.org/officeDocument/2006/relationships/slideLayout" Target="../slideLayouts/slideLayout36.xml"/><Relationship Id="rId36" Type="http://schemas.openxmlformats.org/officeDocument/2006/relationships/slideLayout" Target="../slideLayouts/slideLayout35.xml"/><Relationship Id="rId39" Type="http://schemas.openxmlformats.org/officeDocument/2006/relationships/slideLayout" Target="../slideLayouts/slideLayout38.xml"/><Relationship Id="rId38" Type="http://schemas.openxmlformats.org/officeDocument/2006/relationships/slideLayout" Target="../slideLayouts/slideLayout37.xml"/><Relationship Id="rId20" Type="http://schemas.openxmlformats.org/officeDocument/2006/relationships/slideLayout" Target="../slideLayouts/slideLayout19.xml"/><Relationship Id="rId22" Type="http://schemas.openxmlformats.org/officeDocument/2006/relationships/slideLayout" Target="../slideLayouts/slideLayout21.xml"/><Relationship Id="rId21" Type="http://schemas.openxmlformats.org/officeDocument/2006/relationships/slideLayout" Target="../slideLayouts/slideLayout20.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28" Type="http://schemas.openxmlformats.org/officeDocument/2006/relationships/slideLayout" Target="../slideLayouts/slideLayout27.xml"/><Relationship Id="rId27" Type="http://schemas.openxmlformats.org/officeDocument/2006/relationships/slideLayout" Target="../slideLayouts/slideLayout26.xml"/><Relationship Id="rId29" Type="http://schemas.openxmlformats.org/officeDocument/2006/relationships/slideLayout" Target="../slideLayouts/slideLayout28.xml"/><Relationship Id="rId51" Type="http://schemas.openxmlformats.org/officeDocument/2006/relationships/slideLayout" Target="../slideLayouts/slideLayout50.xml"/><Relationship Id="rId50" Type="http://schemas.openxmlformats.org/officeDocument/2006/relationships/slideLayout" Target="../slideLayouts/slideLayout49.xml"/><Relationship Id="rId53" Type="http://schemas.openxmlformats.org/officeDocument/2006/relationships/slideLayout" Target="../slideLayouts/slideLayout52.xml"/><Relationship Id="rId52" Type="http://schemas.openxmlformats.org/officeDocument/2006/relationships/slideLayout" Target="../slideLayouts/slideLayout51.xml"/><Relationship Id="rId11" Type="http://schemas.openxmlformats.org/officeDocument/2006/relationships/slideLayout" Target="../slideLayouts/slideLayout10.xml"/><Relationship Id="rId55" Type="http://schemas.openxmlformats.org/officeDocument/2006/relationships/slideLayout" Target="../slideLayouts/slideLayout54.xml"/><Relationship Id="rId10" Type="http://schemas.openxmlformats.org/officeDocument/2006/relationships/slideLayout" Target="../slideLayouts/slideLayout9.xml"/><Relationship Id="rId54" Type="http://schemas.openxmlformats.org/officeDocument/2006/relationships/slideLayout" Target="../slideLayouts/slideLayout53.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56" Type="http://schemas.openxmlformats.org/officeDocument/2006/relationships/theme" Target="../theme/theme3.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94.xml"/><Relationship Id="rId42" Type="http://schemas.openxmlformats.org/officeDocument/2006/relationships/slideLayout" Target="../slideLayouts/slideLayout96.xml"/><Relationship Id="rId41" Type="http://schemas.openxmlformats.org/officeDocument/2006/relationships/slideLayout" Target="../slideLayouts/slideLayout95.xml"/><Relationship Id="rId44" Type="http://schemas.openxmlformats.org/officeDocument/2006/relationships/slideLayout" Target="../slideLayouts/slideLayout98.xml"/><Relationship Id="rId43" Type="http://schemas.openxmlformats.org/officeDocument/2006/relationships/slideLayout" Target="../slideLayouts/slideLayout97.xml"/><Relationship Id="rId46" Type="http://schemas.openxmlformats.org/officeDocument/2006/relationships/slideLayout" Target="../slideLayouts/slideLayout100.xml"/><Relationship Id="rId45" Type="http://schemas.openxmlformats.org/officeDocument/2006/relationships/slideLayout" Target="../slideLayouts/slideLayout99.xml"/><Relationship Id="rId1" Type="http://schemas.openxmlformats.org/officeDocument/2006/relationships/slideLayout" Target="../slideLayouts/slideLayout55.xml"/><Relationship Id="rId2" Type="http://schemas.openxmlformats.org/officeDocument/2006/relationships/slideLayout" Target="../slideLayouts/slideLayout56.xml"/><Relationship Id="rId3" Type="http://schemas.openxmlformats.org/officeDocument/2006/relationships/slideLayout" Target="../slideLayouts/slideLayout57.xml"/><Relationship Id="rId4" Type="http://schemas.openxmlformats.org/officeDocument/2006/relationships/slideLayout" Target="../slideLayouts/slideLayout58.xml"/><Relationship Id="rId9" Type="http://schemas.openxmlformats.org/officeDocument/2006/relationships/slideLayout" Target="../slideLayouts/slideLayout63.xml"/><Relationship Id="rId48" Type="http://schemas.openxmlformats.org/officeDocument/2006/relationships/slideLayout" Target="../slideLayouts/slideLayout102.xml"/><Relationship Id="rId47" Type="http://schemas.openxmlformats.org/officeDocument/2006/relationships/slideLayout" Target="../slideLayouts/slideLayout101.xml"/><Relationship Id="rId49" Type="http://schemas.openxmlformats.org/officeDocument/2006/relationships/slideLayout" Target="../slideLayouts/slideLayout103.xml"/><Relationship Id="rId5" Type="http://schemas.openxmlformats.org/officeDocument/2006/relationships/slideLayout" Target="../slideLayouts/slideLayout59.xml"/><Relationship Id="rId6" Type="http://schemas.openxmlformats.org/officeDocument/2006/relationships/slideLayout" Target="../slideLayouts/slideLayout60.xml"/><Relationship Id="rId7" Type="http://schemas.openxmlformats.org/officeDocument/2006/relationships/slideLayout" Target="../slideLayouts/slideLayout61.xml"/><Relationship Id="rId8" Type="http://schemas.openxmlformats.org/officeDocument/2006/relationships/slideLayout" Target="../slideLayouts/slideLayout62.xml"/><Relationship Id="rId31" Type="http://schemas.openxmlformats.org/officeDocument/2006/relationships/slideLayout" Target="../slideLayouts/slideLayout85.xml"/><Relationship Id="rId30" Type="http://schemas.openxmlformats.org/officeDocument/2006/relationships/slideLayout" Target="../slideLayouts/slideLayout84.xml"/><Relationship Id="rId33" Type="http://schemas.openxmlformats.org/officeDocument/2006/relationships/slideLayout" Target="../slideLayouts/slideLayout87.xml"/><Relationship Id="rId32" Type="http://schemas.openxmlformats.org/officeDocument/2006/relationships/slideLayout" Target="../slideLayouts/slideLayout86.xml"/><Relationship Id="rId35" Type="http://schemas.openxmlformats.org/officeDocument/2006/relationships/slideLayout" Target="../slideLayouts/slideLayout89.xml"/><Relationship Id="rId34" Type="http://schemas.openxmlformats.org/officeDocument/2006/relationships/slideLayout" Target="../slideLayouts/slideLayout88.xml"/><Relationship Id="rId37" Type="http://schemas.openxmlformats.org/officeDocument/2006/relationships/slideLayout" Target="../slideLayouts/slideLayout91.xml"/><Relationship Id="rId36" Type="http://schemas.openxmlformats.org/officeDocument/2006/relationships/slideLayout" Target="../slideLayouts/slideLayout90.xml"/><Relationship Id="rId39" Type="http://schemas.openxmlformats.org/officeDocument/2006/relationships/slideLayout" Target="../slideLayouts/slideLayout93.xml"/><Relationship Id="rId38" Type="http://schemas.openxmlformats.org/officeDocument/2006/relationships/slideLayout" Target="../slideLayouts/slideLayout92.xml"/><Relationship Id="rId62" Type="http://schemas.openxmlformats.org/officeDocument/2006/relationships/theme" Target="../theme/theme6.xml"/><Relationship Id="rId61" Type="http://schemas.openxmlformats.org/officeDocument/2006/relationships/slideLayout" Target="../slideLayouts/slideLayout115.xml"/><Relationship Id="rId20" Type="http://schemas.openxmlformats.org/officeDocument/2006/relationships/slideLayout" Target="../slideLayouts/slideLayout74.xml"/><Relationship Id="rId22" Type="http://schemas.openxmlformats.org/officeDocument/2006/relationships/slideLayout" Target="../slideLayouts/slideLayout76.xml"/><Relationship Id="rId21" Type="http://schemas.openxmlformats.org/officeDocument/2006/relationships/slideLayout" Target="../slideLayouts/slideLayout75.xml"/><Relationship Id="rId24" Type="http://schemas.openxmlformats.org/officeDocument/2006/relationships/slideLayout" Target="../slideLayouts/slideLayout78.xml"/><Relationship Id="rId23" Type="http://schemas.openxmlformats.org/officeDocument/2006/relationships/slideLayout" Target="../slideLayouts/slideLayout77.xml"/><Relationship Id="rId60" Type="http://schemas.openxmlformats.org/officeDocument/2006/relationships/slideLayout" Target="../slideLayouts/slideLayout114.xml"/><Relationship Id="rId26" Type="http://schemas.openxmlformats.org/officeDocument/2006/relationships/slideLayout" Target="../slideLayouts/slideLayout80.xml"/><Relationship Id="rId25" Type="http://schemas.openxmlformats.org/officeDocument/2006/relationships/slideLayout" Target="../slideLayouts/slideLayout79.xml"/><Relationship Id="rId28" Type="http://schemas.openxmlformats.org/officeDocument/2006/relationships/slideLayout" Target="../slideLayouts/slideLayout82.xml"/><Relationship Id="rId27" Type="http://schemas.openxmlformats.org/officeDocument/2006/relationships/slideLayout" Target="../slideLayouts/slideLayout81.xml"/><Relationship Id="rId29" Type="http://schemas.openxmlformats.org/officeDocument/2006/relationships/slideLayout" Target="../slideLayouts/slideLayout83.xml"/><Relationship Id="rId51" Type="http://schemas.openxmlformats.org/officeDocument/2006/relationships/slideLayout" Target="../slideLayouts/slideLayout105.xml"/><Relationship Id="rId50" Type="http://schemas.openxmlformats.org/officeDocument/2006/relationships/slideLayout" Target="../slideLayouts/slideLayout104.xml"/><Relationship Id="rId53" Type="http://schemas.openxmlformats.org/officeDocument/2006/relationships/slideLayout" Target="../slideLayouts/slideLayout107.xml"/><Relationship Id="rId52" Type="http://schemas.openxmlformats.org/officeDocument/2006/relationships/slideLayout" Target="../slideLayouts/slideLayout106.xml"/><Relationship Id="rId11" Type="http://schemas.openxmlformats.org/officeDocument/2006/relationships/slideLayout" Target="../slideLayouts/slideLayout65.xml"/><Relationship Id="rId55" Type="http://schemas.openxmlformats.org/officeDocument/2006/relationships/slideLayout" Target="../slideLayouts/slideLayout109.xml"/><Relationship Id="rId10" Type="http://schemas.openxmlformats.org/officeDocument/2006/relationships/slideLayout" Target="../slideLayouts/slideLayout64.xml"/><Relationship Id="rId54" Type="http://schemas.openxmlformats.org/officeDocument/2006/relationships/slideLayout" Target="../slideLayouts/slideLayout108.xml"/><Relationship Id="rId13" Type="http://schemas.openxmlformats.org/officeDocument/2006/relationships/slideLayout" Target="../slideLayouts/slideLayout67.xml"/><Relationship Id="rId57" Type="http://schemas.openxmlformats.org/officeDocument/2006/relationships/slideLayout" Target="../slideLayouts/slideLayout111.xml"/><Relationship Id="rId12" Type="http://schemas.openxmlformats.org/officeDocument/2006/relationships/slideLayout" Target="../slideLayouts/slideLayout66.xml"/><Relationship Id="rId56" Type="http://schemas.openxmlformats.org/officeDocument/2006/relationships/slideLayout" Target="../slideLayouts/slideLayout110.xml"/><Relationship Id="rId15" Type="http://schemas.openxmlformats.org/officeDocument/2006/relationships/slideLayout" Target="../slideLayouts/slideLayout69.xml"/><Relationship Id="rId59" Type="http://schemas.openxmlformats.org/officeDocument/2006/relationships/slideLayout" Target="../slideLayouts/slideLayout113.xml"/><Relationship Id="rId14" Type="http://schemas.openxmlformats.org/officeDocument/2006/relationships/slideLayout" Target="../slideLayouts/slideLayout68.xml"/><Relationship Id="rId58" Type="http://schemas.openxmlformats.org/officeDocument/2006/relationships/slideLayout" Target="../slideLayouts/slideLayout112.xml"/><Relationship Id="rId17" Type="http://schemas.openxmlformats.org/officeDocument/2006/relationships/slideLayout" Target="../slideLayouts/slideLayout71.xml"/><Relationship Id="rId16" Type="http://schemas.openxmlformats.org/officeDocument/2006/relationships/slideLayout" Target="../slideLayouts/slideLayout70.xml"/><Relationship Id="rId19" Type="http://schemas.openxmlformats.org/officeDocument/2006/relationships/slideLayout" Target="../slideLayouts/slideLayout73.xml"/><Relationship Id="rId18" Type="http://schemas.openxmlformats.org/officeDocument/2006/relationships/slideLayout" Target="../slideLayouts/slideLayout72.xml"/></Relationships>
</file>

<file path=ppt/slideMasters/_rels/slideMaster3.xml.rels><?xml version="1.0" encoding="UTF-8" standalone="yes"?><Relationships xmlns="http://schemas.openxmlformats.org/package/2006/relationships"><Relationship Id="rId40" Type="http://schemas.openxmlformats.org/officeDocument/2006/relationships/slideLayout" Target="../slideLayouts/slideLayout154.xml"/><Relationship Id="rId42" Type="http://schemas.openxmlformats.org/officeDocument/2006/relationships/slideLayout" Target="../slideLayouts/slideLayout156.xml"/><Relationship Id="rId41" Type="http://schemas.openxmlformats.org/officeDocument/2006/relationships/slideLayout" Target="../slideLayouts/slideLayout155.xml"/><Relationship Id="rId44" Type="http://schemas.openxmlformats.org/officeDocument/2006/relationships/slideLayout" Target="../slideLayouts/slideLayout158.xml"/><Relationship Id="rId43" Type="http://schemas.openxmlformats.org/officeDocument/2006/relationships/slideLayout" Target="../slideLayouts/slideLayout157.xml"/><Relationship Id="rId46" Type="http://schemas.openxmlformats.org/officeDocument/2006/relationships/slideLayout" Target="../slideLayouts/slideLayout160.xml"/><Relationship Id="rId45" Type="http://schemas.openxmlformats.org/officeDocument/2006/relationships/slideLayout" Target="../slideLayouts/slideLayout159.xml"/><Relationship Id="rId1" Type="http://schemas.openxmlformats.org/officeDocument/2006/relationships/image" Target="../media/image10.png"/><Relationship Id="rId2" Type="http://schemas.openxmlformats.org/officeDocument/2006/relationships/slideLayout" Target="../slideLayouts/slideLayout116.xml"/><Relationship Id="rId3" Type="http://schemas.openxmlformats.org/officeDocument/2006/relationships/slideLayout" Target="../slideLayouts/slideLayout117.xml"/><Relationship Id="rId4" Type="http://schemas.openxmlformats.org/officeDocument/2006/relationships/slideLayout" Target="../slideLayouts/slideLayout118.xml"/><Relationship Id="rId9" Type="http://schemas.openxmlformats.org/officeDocument/2006/relationships/slideLayout" Target="../slideLayouts/slideLayout123.xml"/><Relationship Id="rId48" Type="http://schemas.openxmlformats.org/officeDocument/2006/relationships/slideLayout" Target="../slideLayouts/slideLayout162.xml"/><Relationship Id="rId47" Type="http://schemas.openxmlformats.org/officeDocument/2006/relationships/slideLayout" Target="../slideLayouts/slideLayout161.xml"/><Relationship Id="rId49" Type="http://schemas.openxmlformats.org/officeDocument/2006/relationships/slideLayout" Target="../slideLayouts/slideLayout163.xml"/><Relationship Id="rId5" Type="http://schemas.openxmlformats.org/officeDocument/2006/relationships/slideLayout" Target="../slideLayouts/slideLayout119.xml"/><Relationship Id="rId6" Type="http://schemas.openxmlformats.org/officeDocument/2006/relationships/slideLayout" Target="../slideLayouts/slideLayout120.xml"/><Relationship Id="rId7" Type="http://schemas.openxmlformats.org/officeDocument/2006/relationships/slideLayout" Target="../slideLayouts/slideLayout121.xml"/><Relationship Id="rId8" Type="http://schemas.openxmlformats.org/officeDocument/2006/relationships/slideLayout" Target="../slideLayouts/slideLayout122.xml"/><Relationship Id="rId31" Type="http://schemas.openxmlformats.org/officeDocument/2006/relationships/slideLayout" Target="../slideLayouts/slideLayout145.xml"/><Relationship Id="rId30" Type="http://schemas.openxmlformats.org/officeDocument/2006/relationships/slideLayout" Target="../slideLayouts/slideLayout144.xml"/><Relationship Id="rId33" Type="http://schemas.openxmlformats.org/officeDocument/2006/relationships/slideLayout" Target="../slideLayouts/slideLayout147.xml"/><Relationship Id="rId32" Type="http://schemas.openxmlformats.org/officeDocument/2006/relationships/slideLayout" Target="../slideLayouts/slideLayout146.xml"/><Relationship Id="rId35" Type="http://schemas.openxmlformats.org/officeDocument/2006/relationships/slideLayout" Target="../slideLayouts/slideLayout149.xml"/><Relationship Id="rId34" Type="http://schemas.openxmlformats.org/officeDocument/2006/relationships/slideLayout" Target="../slideLayouts/slideLayout148.xml"/><Relationship Id="rId37" Type="http://schemas.openxmlformats.org/officeDocument/2006/relationships/slideLayout" Target="../slideLayouts/slideLayout151.xml"/><Relationship Id="rId36" Type="http://schemas.openxmlformats.org/officeDocument/2006/relationships/slideLayout" Target="../slideLayouts/slideLayout150.xml"/><Relationship Id="rId39" Type="http://schemas.openxmlformats.org/officeDocument/2006/relationships/slideLayout" Target="../slideLayouts/slideLayout153.xml"/><Relationship Id="rId38" Type="http://schemas.openxmlformats.org/officeDocument/2006/relationships/slideLayout" Target="../slideLayouts/slideLayout152.xml"/><Relationship Id="rId20" Type="http://schemas.openxmlformats.org/officeDocument/2006/relationships/slideLayout" Target="../slideLayouts/slideLayout134.xml"/><Relationship Id="rId22" Type="http://schemas.openxmlformats.org/officeDocument/2006/relationships/slideLayout" Target="../slideLayouts/slideLayout136.xml"/><Relationship Id="rId21" Type="http://schemas.openxmlformats.org/officeDocument/2006/relationships/slideLayout" Target="../slideLayouts/slideLayout135.xml"/><Relationship Id="rId24" Type="http://schemas.openxmlformats.org/officeDocument/2006/relationships/slideLayout" Target="../slideLayouts/slideLayout138.xml"/><Relationship Id="rId23" Type="http://schemas.openxmlformats.org/officeDocument/2006/relationships/slideLayout" Target="../slideLayouts/slideLayout137.xml"/><Relationship Id="rId26" Type="http://schemas.openxmlformats.org/officeDocument/2006/relationships/slideLayout" Target="../slideLayouts/slideLayout140.xml"/><Relationship Id="rId25" Type="http://schemas.openxmlformats.org/officeDocument/2006/relationships/slideLayout" Target="../slideLayouts/slideLayout139.xml"/><Relationship Id="rId28" Type="http://schemas.openxmlformats.org/officeDocument/2006/relationships/slideLayout" Target="../slideLayouts/slideLayout142.xml"/><Relationship Id="rId27" Type="http://schemas.openxmlformats.org/officeDocument/2006/relationships/slideLayout" Target="../slideLayouts/slideLayout141.xml"/><Relationship Id="rId29" Type="http://schemas.openxmlformats.org/officeDocument/2006/relationships/slideLayout" Target="../slideLayouts/slideLayout143.xml"/><Relationship Id="rId50" Type="http://schemas.openxmlformats.org/officeDocument/2006/relationships/theme" Target="../theme/theme4.xml"/><Relationship Id="rId11" Type="http://schemas.openxmlformats.org/officeDocument/2006/relationships/slideLayout" Target="../slideLayouts/slideLayout125.xml"/><Relationship Id="rId10" Type="http://schemas.openxmlformats.org/officeDocument/2006/relationships/slideLayout" Target="../slideLayouts/slideLayout124.xml"/><Relationship Id="rId13" Type="http://schemas.openxmlformats.org/officeDocument/2006/relationships/slideLayout" Target="../slideLayouts/slideLayout127.xml"/><Relationship Id="rId12" Type="http://schemas.openxmlformats.org/officeDocument/2006/relationships/slideLayout" Target="../slideLayouts/slideLayout126.xml"/><Relationship Id="rId15" Type="http://schemas.openxmlformats.org/officeDocument/2006/relationships/slideLayout" Target="../slideLayouts/slideLayout129.xml"/><Relationship Id="rId14" Type="http://schemas.openxmlformats.org/officeDocument/2006/relationships/slideLayout" Target="../slideLayouts/slideLayout128.xml"/><Relationship Id="rId17" Type="http://schemas.openxmlformats.org/officeDocument/2006/relationships/slideLayout" Target="../slideLayouts/slideLayout131.xml"/><Relationship Id="rId16" Type="http://schemas.openxmlformats.org/officeDocument/2006/relationships/slideLayout" Target="../slideLayouts/slideLayout130.xml"/><Relationship Id="rId19" Type="http://schemas.openxmlformats.org/officeDocument/2006/relationships/slideLayout" Target="../slideLayouts/slideLayout133.xml"/><Relationship Id="rId18" Type="http://schemas.openxmlformats.org/officeDocument/2006/relationships/slideLayout" Target="../slideLayouts/slideLayout132.xml"/></Relationships>
</file>

<file path=ppt/slideMasters/_rels/slideMaster4.xml.rels><?xml version="1.0" encoding="UTF-8" standalone="yes"?><Relationships xmlns="http://schemas.openxmlformats.org/package/2006/relationships"><Relationship Id="rId40" Type="http://schemas.openxmlformats.org/officeDocument/2006/relationships/slideLayout" Target="../slideLayouts/slideLayout202.xml"/><Relationship Id="rId42" Type="http://schemas.openxmlformats.org/officeDocument/2006/relationships/slideLayout" Target="../slideLayouts/slideLayout204.xml"/><Relationship Id="rId41" Type="http://schemas.openxmlformats.org/officeDocument/2006/relationships/slideLayout" Target="../slideLayouts/slideLayout203.xml"/><Relationship Id="rId44" Type="http://schemas.openxmlformats.org/officeDocument/2006/relationships/slideLayout" Target="../slideLayouts/slideLayout206.xml"/><Relationship Id="rId43" Type="http://schemas.openxmlformats.org/officeDocument/2006/relationships/slideLayout" Target="../slideLayouts/slideLayout205.xml"/><Relationship Id="rId46" Type="http://schemas.openxmlformats.org/officeDocument/2006/relationships/slideLayout" Target="../slideLayouts/slideLayout208.xml"/><Relationship Id="rId45" Type="http://schemas.openxmlformats.org/officeDocument/2006/relationships/slideLayout" Target="../slideLayouts/slideLayout207.xml"/><Relationship Id="rId1" Type="http://schemas.openxmlformats.org/officeDocument/2006/relationships/image" Target="../media/image10.png"/><Relationship Id="rId2" Type="http://schemas.openxmlformats.org/officeDocument/2006/relationships/slideLayout" Target="../slideLayouts/slideLayout164.xml"/><Relationship Id="rId3" Type="http://schemas.openxmlformats.org/officeDocument/2006/relationships/slideLayout" Target="../slideLayouts/slideLayout165.xml"/><Relationship Id="rId4" Type="http://schemas.openxmlformats.org/officeDocument/2006/relationships/slideLayout" Target="../slideLayouts/slideLayout166.xml"/><Relationship Id="rId9" Type="http://schemas.openxmlformats.org/officeDocument/2006/relationships/slideLayout" Target="../slideLayouts/slideLayout171.xml"/><Relationship Id="rId48" Type="http://schemas.openxmlformats.org/officeDocument/2006/relationships/slideLayout" Target="../slideLayouts/slideLayout210.xml"/><Relationship Id="rId47" Type="http://schemas.openxmlformats.org/officeDocument/2006/relationships/slideLayout" Target="../slideLayouts/slideLayout209.xml"/><Relationship Id="rId49" Type="http://schemas.openxmlformats.org/officeDocument/2006/relationships/slideLayout" Target="../slideLayouts/slideLayout211.xml"/><Relationship Id="rId5" Type="http://schemas.openxmlformats.org/officeDocument/2006/relationships/slideLayout" Target="../slideLayouts/slideLayout167.xml"/><Relationship Id="rId6" Type="http://schemas.openxmlformats.org/officeDocument/2006/relationships/slideLayout" Target="../slideLayouts/slideLayout168.xml"/><Relationship Id="rId7" Type="http://schemas.openxmlformats.org/officeDocument/2006/relationships/slideLayout" Target="../slideLayouts/slideLayout169.xml"/><Relationship Id="rId8" Type="http://schemas.openxmlformats.org/officeDocument/2006/relationships/slideLayout" Target="../slideLayouts/slideLayout170.xml"/><Relationship Id="rId31" Type="http://schemas.openxmlformats.org/officeDocument/2006/relationships/slideLayout" Target="../slideLayouts/slideLayout193.xml"/><Relationship Id="rId30" Type="http://schemas.openxmlformats.org/officeDocument/2006/relationships/slideLayout" Target="../slideLayouts/slideLayout192.xml"/><Relationship Id="rId33" Type="http://schemas.openxmlformats.org/officeDocument/2006/relationships/slideLayout" Target="../slideLayouts/slideLayout195.xml"/><Relationship Id="rId32" Type="http://schemas.openxmlformats.org/officeDocument/2006/relationships/slideLayout" Target="../slideLayouts/slideLayout194.xml"/><Relationship Id="rId35" Type="http://schemas.openxmlformats.org/officeDocument/2006/relationships/slideLayout" Target="../slideLayouts/slideLayout197.xml"/><Relationship Id="rId34" Type="http://schemas.openxmlformats.org/officeDocument/2006/relationships/slideLayout" Target="../slideLayouts/slideLayout196.xml"/><Relationship Id="rId37" Type="http://schemas.openxmlformats.org/officeDocument/2006/relationships/slideLayout" Target="../slideLayouts/slideLayout199.xml"/><Relationship Id="rId36" Type="http://schemas.openxmlformats.org/officeDocument/2006/relationships/slideLayout" Target="../slideLayouts/slideLayout198.xml"/><Relationship Id="rId39" Type="http://schemas.openxmlformats.org/officeDocument/2006/relationships/slideLayout" Target="../slideLayouts/slideLayout201.xml"/><Relationship Id="rId38" Type="http://schemas.openxmlformats.org/officeDocument/2006/relationships/slideLayout" Target="../slideLayouts/slideLayout200.xml"/><Relationship Id="rId20" Type="http://schemas.openxmlformats.org/officeDocument/2006/relationships/slideLayout" Target="../slideLayouts/slideLayout182.xml"/><Relationship Id="rId22" Type="http://schemas.openxmlformats.org/officeDocument/2006/relationships/slideLayout" Target="../slideLayouts/slideLayout184.xml"/><Relationship Id="rId21" Type="http://schemas.openxmlformats.org/officeDocument/2006/relationships/slideLayout" Target="../slideLayouts/slideLayout183.xml"/><Relationship Id="rId24" Type="http://schemas.openxmlformats.org/officeDocument/2006/relationships/slideLayout" Target="../slideLayouts/slideLayout186.xml"/><Relationship Id="rId23" Type="http://schemas.openxmlformats.org/officeDocument/2006/relationships/slideLayout" Target="../slideLayouts/slideLayout185.xml"/><Relationship Id="rId26" Type="http://schemas.openxmlformats.org/officeDocument/2006/relationships/slideLayout" Target="../slideLayouts/slideLayout188.xml"/><Relationship Id="rId25" Type="http://schemas.openxmlformats.org/officeDocument/2006/relationships/slideLayout" Target="../slideLayouts/slideLayout187.xml"/><Relationship Id="rId28" Type="http://schemas.openxmlformats.org/officeDocument/2006/relationships/slideLayout" Target="../slideLayouts/slideLayout190.xml"/><Relationship Id="rId27" Type="http://schemas.openxmlformats.org/officeDocument/2006/relationships/slideLayout" Target="../slideLayouts/slideLayout189.xml"/><Relationship Id="rId29" Type="http://schemas.openxmlformats.org/officeDocument/2006/relationships/slideLayout" Target="../slideLayouts/slideLayout191.xml"/><Relationship Id="rId50" Type="http://schemas.openxmlformats.org/officeDocument/2006/relationships/theme" Target="../theme/theme1.xml"/><Relationship Id="rId11" Type="http://schemas.openxmlformats.org/officeDocument/2006/relationships/slideLayout" Target="../slideLayouts/slideLayout173.xml"/><Relationship Id="rId10" Type="http://schemas.openxmlformats.org/officeDocument/2006/relationships/slideLayout" Target="../slideLayouts/slideLayout172.xml"/><Relationship Id="rId13" Type="http://schemas.openxmlformats.org/officeDocument/2006/relationships/slideLayout" Target="../slideLayouts/slideLayout175.xml"/><Relationship Id="rId12" Type="http://schemas.openxmlformats.org/officeDocument/2006/relationships/slideLayout" Target="../slideLayouts/slideLayout174.xml"/><Relationship Id="rId15" Type="http://schemas.openxmlformats.org/officeDocument/2006/relationships/slideLayout" Target="../slideLayouts/slideLayout177.xml"/><Relationship Id="rId14" Type="http://schemas.openxmlformats.org/officeDocument/2006/relationships/slideLayout" Target="../slideLayouts/slideLayout176.xml"/><Relationship Id="rId17" Type="http://schemas.openxmlformats.org/officeDocument/2006/relationships/slideLayout" Target="../slideLayouts/slideLayout179.xml"/><Relationship Id="rId16" Type="http://schemas.openxmlformats.org/officeDocument/2006/relationships/slideLayout" Target="../slideLayouts/slideLayout178.xml"/><Relationship Id="rId19" Type="http://schemas.openxmlformats.org/officeDocument/2006/relationships/slideLayout" Target="../slideLayouts/slideLayout181.xml"/><Relationship Id="rId18" Type="http://schemas.openxmlformats.org/officeDocument/2006/relationships/slideLayout" Target="../slideLayouts/slideLayout180.xml"/></Relationships>
</file>

<file path=ppt/slideMasters/_rels/slideMaster5.xml.rels><?xml version="1.0" encoding="UTF-8" standalone="yes"?><Relationships xmlns="http://schemas.openxmlformats.org/package/2006/relationships"><Relationship Id="rId40" Type="http://schemas.openxmlformats.org/officeDocument/2006/relationships/slideLayout" Target="../slideLayouts/slideLayout250.xml"/><Relationship Id="rId42" Type="http://schemas.openxmlformats.org/officeDocument/2006/relationships/slideLayout" Target="../slideLayouts/slideLayout252.xml"/><Relationship Id="rId41" Type="http://schemas.openxmlformats.org/officeDocument/2006/relationships/slideLayout" Target="../slideLayouts/slideLayout251.xml"/><Relationship Id="rId44" Type="http://schemas.openxmlformats.org/officeDocument/2006/relationships/slideLayout" Target="../slideLayouts/slideLayout254.xml"/><Relationship Id="rId43" Type="http://schemas.openxmlformats.org/officeDocument/2006/relationships/slideLayout" Target="../slideLayouts/slideLayout253.xml"/><Relationship Id="rId46" Type="http://schemas.openxmlformats.org/officeDocument/2006/relationships/slideLayout" Target="../slideLayouts/slideLayout256.xml"/><Relationship Id="rId45" Type="http://schemas.openxmlformats.org/officeDocument/2006/relationships/slideLayout" Target="../slideLayouts/slideLayout255.xml"/><Relationship Id="rId1" Type="http://schemas.openxmlformats.org/officeDocument/2006/relationships/image" Target="../media/image10.png"/><Relationship Id="rId2" Type="http://schemas.openxmlformats.org/officeDocument/2006/relationships/slideLayout" Target="../slideLayouts/slideLayout212.xml"/><Relationship Id="rId3" Type="http://schemas.openxmlformats.org/officeDocument/2006/relationships/slideLayout" Target="../slideLayouts/slideLayout213.xml"/><Relationship Id="rId4" Type="http://schemas.openxmlformats.org/officeDocument/2006/relationships/slideLayout" Target="../slideLayouts/slideLayout214.xml"/><Relationship Id="rId9" Type="http://schemas.openxmlformats.org/officeDocument/2006/relationships/slideLayout" Target="../slideLayouts/slideLayout219.xml"/><Relationship Id="rId48" Type="http://schemas.openxmlformats.org/officeDocument/2006/relationships/slideLayout" Target="../slideLayouts/slideLayout258.xml"/><Relationship Id="rId47" Type="http://schemas.openxmlformats.org/officeDocument/2006/relationships/slideLayout" Target="../slideLayouts/slideLayout257.xml"/><Relationship Id="rId49" Type="http://schemas.openxmlformats.org/officeDocument/2006/relationships/slideLayout" Target="../slideLayouts/slideLayout259.xml"/><Relationship Id="rId5" Type="http://schemas.openxmlformats.org/officeDocument/2006/relationships/slideLayout" Target="../slideLayouts/slideLayout215.xml"/><Relationship Id="rId6" Type="http://schemas.openxmlformats.org/officeDocument/2006/relationships/slideLayout" Target="../slideLayouts/slideLayout216.xml"/><Relationship Id="rId7" Type="http://schemas.openxmlformats.org/officeDocument/2006/relationships/slideLayout" Target="../slideLayouts/slideLayout217.xml"/><Relationship Id="rId8" Type="http://schemas.openxmlformats.org/officeDocument/2006/relationships/slideLayout" Target="../slideLayouts/slideLayout218.xml"/><Relationship Id="rId31" Type="http://schemas.openxmlformats.org/officeDocument/2006/relationships/slideLayout" Target="../slideLayouts/slideLayout241.xml"/><Relationship Id="rId30" Type="http://schemas.openxmlformats.org/officeDocument/2006/relationships/slideLayout" Target="../slideLayouts/slideLayout240.xml"/><Relationship Id="rId33" Type="http://schemas.openxmlformats.org/officeDocument/2006/relationships/slideLayout" Target="../slideLayouts/slideLayout243.xml"/><Relationship Id="rId32" Type="http://schemas.openxmlformats.org/officeDocument/2006/relationships/slideLayout" Target="../slideLayouts/slideLayout242.xml"/><Relationship Id="rId35" Type="http://schemas.openxmlformats.org/officeDocument/2006/relationships/slideLayout" Target="../slideLayouts/slideLayout245.xml"/><Relationship Id="rId34" Type="http://schemas.openxmlformats.org/officeDocument/2006/relationships/slideLayout" Target="../slideLayouts/slideLayout244.xml"/><Relationship Id="rId37" Type="http://schemas.openxmlformats.org/officeDocument/2006/relationships/slideLayout" Target="../slideLayouts/slideLayout247.xml"/><Relationship Id="rId36" Type="http://schemas.openxmlformats.org/officeDocument/2006/relationships/slideLayout" Target="../slideLayouts/slideLayout246.xml"/><Relationship Id="rId39" Type="http://schemas.openxmlformats.org/officeDocument/2006/relationships/slideLayout" Target="../slideLayouts/slideLayout249.xml"/><Relationship Id="rId38" Type="http://schemas.openxmlformats.org/officeDocument/2006/relationships/slideLayout" Target="../slideLayouts/slideLayout248.xml"/><Relationship Id="rId20" Type="http://schemas.openxmlformats.org/officeDocument/2006/relationships/slideLayout" Target="../slideLayouts/slideLayout230.xml"/><Relationship Id="rId22" Type="http://schemas.openxmlformats.org/officeDocument/2006/relationships/slideLayout" Target="../slideLayouts/slideLayout232.xml"/><Relationship Id="rId21" Type="http://schemas.openxmlformats.org/officeDocument/2006/relationships/slideLayout" Target="../slideLayouts/slideLayout231.xml"/><Relationship Id="rId24" Type="http://schemas.openxmlformats.org/officeDocument/2006/relationships/slideLayout" Target="../slideLayouts/slideLayout234.xml"/><Relationship Id="rId23" Type="http://schemas.openxmlformats.org/officeDocument/2006/relationships/slideLayout" Target="../slideLayouts/slideLayout233.xml"/><Relationship Id="rId26" Type="http://schemas.openxmlformats.org/officeDocument/2006/relationships/slideLayout" Target="../slideLayouts/slideLayout236.xml"/><Relationship Id="rId25" Type="http://schemas.openxmlformats.org/officeDocument/2006/relationships/slideLayout" Target="../slideLayouts/slideLayout235.xml"/><Relationship Id="rId28" Type="http://schemas.openxmlformats.org/officeDocument/2006/relationships/slideLayout" Target="../slideLayouts/slideLayout238.xml"/><Relationship Id="rId27" Type="http://schemas.openxmlformats.org/officeDocument/2006/relationships/slideLayout" Target="../slideLayouts/slideLayout237.xml"/><Relationship Id="rId29" Type="http://schemas.openxmlformats.org/officeDocument/2006/relationships/slideLayout" Target="../slideLayouts/slideLayout239.xml"/><Relationship Id="rId50" Type="http://schemas.openxmlformats.org/officeDocument/2006/relationships/theme" Target="../theme/theme5.xml"/><Relationship Id="rId11" Type="http://schemas.openxmlformats.org/officeDocument/2006/relationships/slideLayout" Target="../slideLayouts/slideLayout221.xml"/><Relationship Id="rId10" Type="http://schemas.openxmlformats.org/officeDocument/2006/relationships/slideLayout" Target="../slideLayouts/slideLayout220.xml"/><Relationship Id="rId13" Type="http://schemas.openxmlformats.org/officeDocument/2006/relationships/slideLayout" Target="../slideLayouts/slideLayout223.xml"/><Relationship Id="rId12" Type="http://schemas.openxmlformats.org/officeDocument/2006/relationships/slideLayout" Target="../slideLayouts/slideLayout222.xml"/><Relationship Id="rId15" Type="http://schemas.openxmlformats.org/officeDocument/2006/relationships/slideLayout" Target="../slideLayouts/slideLayout225.xml"/><Relationship Id="rId14" Type="http://schemas.openxmlformats.org/officeDocument/2006/relationships/slideLayout" Target="../slideLayouts/slideLayout224.xml"/><Relationship Id="rId17" Type="http://schemas.openxmlformats.org/officeDocument/2006/relationships/slideLayout" Target="../slideLayouts/slideLayout227.xml"/><Relationship Id="rId16" Type="http://schemas.openxmlformats.org/officeDocument/2006/relationships/slideLayout" Target="../slideLayouts/slideLayout226.xml"/><Relationship Id="rId19" Type="http://schemas.openxmlformats.org/officeDocument/2006/relationships/slideLayout" Target="../slideLayouts/slideLayout229.xml"/><Relationship Id="rId18" Type="http://schemas.openxmlformats.org/officeDocument/2006/relationships/slideLayout" Target="../slideLayouts/slideLayout228.xml"/></Relationships>
</file>

<file path=ppt/slideMasters/_rels/slideMaster6.xml.rels><?xml version="1.0" encoding="UTF-8" standalone="yes"?><Relationships xmlns="http://schemas.openxmlformats.org/package/2006/relationships"><Relationship Id="rId40" Type="http://schemas.openxmlformats.org/officeDocument/2006/relationships/slideLayout" Target="../slideLayouts/slideLayout298.xml"/><Relationship Id="rId42" Type="http://schemas.openxmlformats.org/officeDocument/2006/relationships/slideLayout" Target="../slideLayouts/slideLayout300.xml"/><Relationship Id="rId41" Type="http://schemas.openxmlformats.org/officeDocument/2006/relationships/slideLayout" Target="../slideLayouts/slideLayout299.xml"/><Relationship Id="rId44" Type="http://schemas.openxmlformats.org/officeDocument/2006/relationships/slideLayout" Target="../slideLayouts/slideLayout302.xml"/><Relationship Id="rId43" Type="http://schemas.openxmlformats.org/officeDocument/2006/relationships/slideLayout" Target="../slideLayouts/slideLayout301.xml"/><Relationship Id="rId46" Type="http://schemas.openxmlformats.org/officeDocument/2006/relationships/slideLayout" Target="../slideLayouts/slideLayout304.xml"/><Relationship Id="rId45" Type="http://schemas.openxmlformats.org/officeDocument/2006/relationships/slideLayout" Target="../slideLayouts/slideLayout303.xml"/><Relationship Id="rId1" Type="http://schemas.openxmlformats.org/officeDocument/2006/relationships/image" Target="../media/image10.png"/><Relationship Id="rId2" Type="http://schemas.openxmlformats.org/officeDocument/2006/relationships/slideLayout" Target="../slideLayouts/slideLayout260.xml"/><Relationship Id="rId3" Type="http://schemas.openxmlformats.org/officeDocument/2006/relationships/slideLayout" Target="../slideLayouts/slideLayout261.xml"/><Relationship Id="rId4" Type="http://schemas.openxmlformats.org/officeDocument/2006/relationships/slideLayout" Target="../slideLayouts/slideLayout262.xml"/><Relationship Id="rId9" Type="http://schemas.openxmlformats.org/officeDocument/2006/relationships/slideLayout" Target="../slideLayouts/slideLayout267.xml"/><Relationship Id="rId47" Type="http://schemas.openxmlformats.org/officeDocument/2006/relationships/theme" Target="../theme/theme7.xml"/><Relationship Id="rId5" Type="http://schemas.openxmlformats.org/officeDocument/2006/relationships/slideLayout" Target="../slideLayouts/slideLayout263.xml"/><Relationship Id="rId6" Type="http://schemas.openxmlformats.org/officeDocument/2006/relationships/slideLayout" Target="../slideLayouts/slideLayout264.xml"/><Relationship Id="rId7" Type="http://schemas.openxmlformats.org/officeDocument/2006/relationships/slideLayout" Target="../slideLayouts/slideLayout265.xml"/><Relationship Id="rId8" Type="http://schemas.openxmlformats.org/officeDocument/2006/relationships/slideLayout" Target="../slideLayouts/slideLayout266.xml"/><Relationship Id="rId31" Type="http://schemas.openxmlformats.org/officeDocument/2006/relationships/slideLayout" Target="../slideLayouts/slideLayout289.xml"/><Relationship Id="rId30" Type="http://schemas.openxmlformats.org/officeDocument/2006/relationships/slideLayout" Target="../slideLayouts/slideLayout288.xml"/><Relationship Id="rId33" Type="http://schemas.openxmlformats.org/officeDocument/2006/relationships/slideLayout" Target="../slideLayouts/slideLayout291.xml"/><Relationship Id="rId32" Type="http://schemas.openxmlformats.org/officeDocument/2006/relationships/slideLayout" Target="../slideLayouts/slideLayout290.xml"/><Relationship Id="rId35" Type="http://schemas.openxmlformats.org/officeDocument/2006/relationships/slideLayout" Target="../slideLayouts/slideLayout293.xml"/><Relationship Id="rId34" Type="http://schemas.openxmlformats.org/officeDocument/2006/relationships/slideLayout" Target="../slideLayouts/slideLayout292.xml"/><Relationship Id="rId37" Type="http://schemas.openxmlformats.org/officeDocument/2006/relationships/slideLayout" Target="../slideLayouts/slideLayout295.xml"/><Relationship Id="rId36" Type="http://schemas.openxmlformats.org/officeDocument/2006/relationships/slideLayout" Target="../slideLayouts/slideLayout294.xml"/><Relationship Id="rId39" Type="http://schemas.openxmlformats.org/officeDocument/2006/relationships/slideLayout" Target="../slideLayouts/slideLayout297.xml"/><Relationship Id="rId38" Type="http://schemas.openxmlformats.org/officeDocument/2006/relationships/slideLayout" Target="../slideLayouts/slideLayout296.xml"/><Relationship Id="rId20" Type="http://schemas.openxmlformats.org/officeDocument/2006/relationships/slideLayout" Target="../slideLayouts/slideLayout278.xml"/><Relationship Id="rId22" Type="http://schemas.openxmlformats.org/officeDocument/2006/relationships/slideLayout" Target="../slideLayouts/slideLayout280.xml"/><Relationship Id="rId21" Type="http://schemas.openxmlformats.org/officeDocument/2006/relationships/slideLayout" Target="../slideLayouts/slideLayout279.xml"/><Relationship Id="rId24" Type="http://schemas.openxmlformats.org/officeDocument/2006/relationships/slideLayout" Target="../slideLayouts/slideLayout282.xml"/><Relationship Id="rId23" Type="http://schemas.openxmlformats.org/officeDocument/2006/relationships/slideLayout" Target="../slideLayouts/slideLayout281.xml"/><Relationship Id="rId26" Type="http://schemas.openxmlformats.org/officeDocument/2006/relationships/slideLayout" Target="../slideLayouts/slideLayout284.xml"/><Relationship Id="rId25" Type="http://schemas.openxmlformats.org/officeDocument/2006/relationships/slideLayout" Target="../slideLayouts/slideLayout283.xml"/><Relationship Id="rId28" Type="http://schemas.openxmlformats.org/officeDocument/2006/relationships/slideLayout" Target="../slideLayouts/slideLayout286.xml"/><Relationship Id="rId27" Type="http://schemas.openxmlformats.org/officeDocument/2006/relationships/slideLayout" Target="../slideLayouts/slideLayout285.xml"/><Relationship Id="rId29" Type="http://schemas.openxmlformats.org/officeDocument/2006/relationships/slideLayout" Target="../slideLayouts/slideLayout287.xml"/><Relationship Id="rId11" Type="http://schemas.openxmlformats.org/officeDocument/2006/relationships/slideLayout" Target="../slideLayouts/slideLayout269.xml"/><Relationship Id="rId10" Type="http://schemas.openxmlformats.org/officeDocument/2006/relationships/slideLayout" Target="../slideLayouts/slideLayout268.xml"/><Relationship Id="rId13" Type="http://schemas.openxmlformats.org/officeDocument/2006/relationships/slideLayout" Target="../slideLayouts/slideLayout271.xml"/><Relationship Id="rId12" Type="http://schemas.openxmlformats.org/officeDocument/2006/relationships/slideLayout" Target="../slideLayouts/slideLayout270.xml"/><Relationship Id="rId15" Type="http://schemas.openxmlformats.org/officeDocument/2006/relationships/slideLayout" Target="../slideLayouts/slideLayout273.xml"/><Relationship Id="rId14" Type="http://schemas.openxmlformats.org/officeDocument/2006/relationships/slideLayout" Target="../slideLayouts/slideLayout272.xml"/><Relationship Id="rId17" Type="http://schemas.openxmlformats.org/officeDocument/2006/relationships/slideLayout" Target="../slideLayouts/slideLayout275.xml"/><Relationship Id="rId16" Type="http://schemas.openxmlformats.org/officeDocument/2006/relationships/slideLayout" Target="../slideLayouts/slideLayout274.xml"/><Relationship Id="rId19" Type="http://schemas.openxmlformats.org/officeDocument/2006/relationships/slideLayout" Target="../slideLayouts/slideLayout277.xml"/><Relationship Id="rId18" Type="http://schemas.openxmlformats.org/officeDocument/2006/relationships/slideLayout" Target="../slideLayouts/slideLayout27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nvSpPr>
        <p:spPr>
          <a:xfrm>
            <a:off x="2625367" y="4761251"/>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b="0" i="0" sz="1100" u="none" cap="none" strike="noStrike">
              <a:solidFill>
                <a:srgbClr val="000000"/>
              </a:solidFill>
              <a:latin typeface="Verizon NHG TX"/>
              <a:ea typeface="Verizon NHG TX"/>
              <a:cs typeface="Verizon NHG TX"/>
              <a:sym typeface="Verizon NHG TX"/>
            </a:endParaRPr>
          </a:p>
        </p:txBody>
      </p:sp>
      <p:sp>
        <p:nvSpPr>
          <p:cNvPr id="7" name="Google Shape;7;p1"/>
          <p:cNvSpPr txBox="1"/>
          <p:nvPr>
            <p:ph type="title"/>
          </p:nvPr>
        </p:nvSpPr>
        <p:spPr>
          <a:xfrm>
            <a:off x="473869" y="469106"/>
            <a:ext cx="7950900" cy="531900"/>
          </a:xfrm>
          <a:prstGeom prst="rect">
            <a:avLst/>
          </a:prstGeom>
          <a:noFill/>
          <a:ln>
            <a:noFill/>
          </a:ln>
        </p:spPr>
        <p:txBody>
          <a:bodyPr anchorCtr="0" anchor="t" bIns="0" lIns="0" spcFirstLastPara="1" rIns="0" wrap="square" tIns="0">
            <a:normAutofit/>
          </a:bodyPr>
          <a:lstStyle>
            <a:lvl1pPr lvl="0" marR="0" rtl="0" algn="l">
              <a:lnSpc>
                <a:spcPct val="9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lvl="1" marR="0" rtl="0" algn="l">
              <a:lnSpc>
                <a:spcPct val="100000"/>
              </a:lnSpc>
              <a:spcBef>
                <a:spcPts val="0"/>
              </a:spcBef>
              <a:spcAft>
                <a:spcPts val="0"/>
              </a:spcAft>
              <a:buClr>
                <a:srgbClr val="000000"/>
              </a:buClr>
              <a:buSzPts val="1100"/>
              <a:buFont typeface="Verizon NHG TX"/>
              <a:buNone/>
              <a:defRPr b="0" i="0" sz="1400" u="none" cap="none" strike="noStrike">
                <a:solidFill>
                  <a:srgbClr val="000000"/>
                </a:solidFill>
                <a:latin typeface="Verizon NHG TX"/>
                <a:ea typeface="Verizon NHG TX"/>
                <a:cs typeface="Verizon NHG TX"/>
                <a:sym typeface="Verizon NHG TX"/>
              </a:defRPr>
            </a:lvl2pPr>
            <a:lvl3pPr lvl="2" marR="0" rtl="0" algn="l">
              <a:lnSpc>
                <a:spcPct val="100000"/>
              </a:lnSpc>
              <a:spcBef>
                <a:spcPts val="0"/>
              </a:spcBef>
              <a:spcAft>
                <a:spcPts val="0"/>
              </a:spcAft>
              <a:buClr>
                <a:srgbClr val="000000"/>
              </a:buClr>
              <a:buSzPts val="1100"/>
              <a:buFont typeface="Verizon NHG TX"/>
              <a:buNone/>
              <a:defRPr b="0" i="0" sz="1400" u="none" cap="none" strike="noStrike">
                <a:solidFill>
                  <a:srgbClr val="000000"/>
                </a:solidFill>
                <a:latin typeface="Verizon NHG TX"/>
                <a:ea typeface="Verizon NHG TX"/>
                <a:cs typeface="Verizon NHG TX"/>
                <a:sym typeface="Verizon NHG TX"/>
              </a:defRPr>
            </a:lvl3pPr>
            <a:lvl4pPr lvl="3" marR="0" rtl="0" algn="l">
              <a:lnSpc>
                <a:spcPct val="100000"/>
              </a:lnSpc>
              <a:spcBef>
                <a:spcPts val="0"/>
              </a:spcBef>
              <a:spcAft>
                <a:spcPts val="0"/>
              </a:spcAft>
              <a:buClr>
                <a:srgbClr val="000000"/>
              </a:buClr>
              <a:buSzPts val="1100"/>
              <a:buFont typeface="Verizon NHG TX"/>
              <a:buNone/>
              <a:defRPr b="0" i="0" sz="1400" u="none" cap="none" strike="noStrike">
                <a:solidFill>
                  <a:srgbClr val="000000"/>
                </a:solidFill>
                <a:latin typeface="Verizon NHG TX"/>
                <a:ea typeface="Verizon NHG TX"/>
                <a:cs typeface="Verizon NHG TX"/>
                <a:sym typeface="Verizon NHG TX"/>
              </a:defRPr>
            </a:lvl4pPr>
            <a:lvl5pPr lvl="4" marR="0" rtl="0" algn="l">
              <a:lnSpc>
                <a:spcPct val="100000"/>
              </a:lnSpc>
              <a:spcBef>
                <a:spcPts val="0"/>
              </a:spcBef>
              <a:spcAft>
                <a:spcPts val="0"/>
              </a:spcAft>
              <a:buClr>
                <a:srgbClr val="000000"/>
              </a:buClr>
              <a:buSzPts val="1100"/>
              <a:buFont typeface="Verizon NHG TX"/>
              <a:buNone/>
              <a:defRPr b="0" i="0" sz="1400" u="none" cap="none" strike="noStrike">
                <a:solidFill>
                  <a:srgbClr val="000000"/>
                </a:solidFill>
                <a:latin typeface="Verizon NHG TX"/>
                <a:ea typeface="Verizon NHG TX"/>
                <a:cs typeface="Verizon NHG TX"/>
                <a:sym typeface="Verizon NHG TX"/>
              </a:defRPr>
            </a:lvl5pPr>
            <a:lvl6pPr lvl="5" marR="0" rtl="0" algn="l">
              <a:lnSpc>
                <a:spcPct val="100000"/>
              </a:lnSpc>
              <a:spcBef>
                <a:spcPts val="0"/>
              </a:spcBef>
              <a:spcAft>
                <a:spcPts val="0"/>
              </a:spcAft>
              <a:buClr>
                <a:srgbClr val="000000"/>
              </a:buClr>
              <a:buSzPts val="1100"/>
              <a:buFont typeface="Verizon NHG TX"/>
              <a:buNone/>
              <a:defRPr b="0" i="0" sz="1400" u="none" cap="none" strike="noStrike">
                <a:solidFill>
                  <a:srgbClr val="000000"/>
                </a:solidFill>
                <a:latin typeface="Verizon NHG TX"/>
                <a:ea typeface="Verizon NHG TX"/>
                <a:cs typeface="Verizon NHG TX"/>
                <a:sym typeface="Verizon NHG TX"/>
              </a:defRPr>
            </a:lvl6pPr>
            <a:lvl7pPr lvl="6" marR="0" rtl="0" algn="l">
              <a:lnSpc>
                <a:spcPct val="100000"/>
              </a:lnSpc>
              <a:spcBef>
                <a:spcPts val="0"/>
              </a:spcBef>
              <a:spcAft>
                <a:spcPts val="0"/>
              </a:spcAft>
              <a:buClr>
                <a:srgbClr val="000000"/>
              </a:buClr>
              <a:buSzPts val="1100"/>
              <a:buFont typeface="Verizon NHG TX"/>
              <a:buNone/>
              <a:defRPr b="0" i="0" sz="1400" u="none" cap="none" strike="noStrike">
                <a:solidFill>
                  <a:srgbClr val="000000"/>
                </a:solidFill>
                <a:latin typeface="Verizon NHG TX"/>
                <a:ea typeface="Verizon NHG TX"/>
                <a:cs typeface="Verizon NHG TX"/>
                <a:sym typeface="Verizon NHG TX"/>
              </a:defRPr>
            </a:lvl7pPr>
            <a:lvl8pPr lvl="7" marR="0" rtl="0" algn="l">
              <a:lnSpc>
                <a:spcPct val="100000"/>
              </a:lnSpc>
              <a:spcBef>
                <a:spcPts val="0"/>
              </a:spcBef>
              <a:spcAft>
                <a:spcPts val="0"/>
              </a:spcAft>
              <a:buClr>
                <a:srgbClr val="000000"/>
              </a:buClr>
              <a:buSzPts val="1100"/>
              <a:buFont typeface="Verizon NHG TX"/>
              <a:buNone/>
              <a:defRPr b="0" i="0" sz="1400" u="none" cap="none" strike="noStrike">
                <a:solidFill>
                  <a:srgbClr val="000000"/>
                </a:solidFill>
                <a:latin typeface="Verizon NHG TX"/>
                <a:ea typeface="Verizon NHG TX"/>
                <a:cs typeface="Verizon NHG TX"/>
                <a:sym typeface="Verizon NHG TX"/>
              </a:defRPr>
            </a:lvl8pPr>
            <a:lvl9pPr lvl="8" marR="0" rtl="0" algn="l">
              <a:lnSpc>
                <a:spcPct val="100000"/>
              </a:lnSpc>
              <a:spcBef>
                <a:spcPts val="0"/>
              </a:spcBef>
              <a:spcAft>
                <a:spcPts val="0"/>
              </a:spcAft>
              <a:buClr>
                <a:srgbClr val="000000"/>
              </a:buClr>
              <a:buSzPts val="1100"/>
              <a:buFont typeface="Verizon NHG TX"/>
              <a:buNone/>
              <a:defRPr b="0" i="0" sz="1400" u="none" cap="none" strike="noStrike">
                <a:solidFill>
                  <a:srgbClr val="000000"/>
                </a:solidFill>
                <a:latin typeface="Verizon NHG TX"/>
                <a:ea typeface="Verizon NHG TX"/>
                <a:cs typeface="Verizon NHG TX"/>
                <a:sym typeface="Verizon NHG TX"/>
              </a:defRPr>
            </a:lvl9pPr>
          </a:lstStyle>
          <a:p/>
        </p:txBody>
      </p:sp>
      <p:sp>
        <p:nvSpPr>
          <p:cNvPr id="8" name="Google Shape;8;p1"/>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rtl="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rtl="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rtl="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rtl="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rtl="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rtl="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rtl="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rtl="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rtl="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pic>
        <p:nvPicPr>
          <p:cNvPr id="9" name="Google Shape;9;p1"/>
          <p:cNvPicPr preferRelativeResize="0"/>
          <p:nvPr/>
        </p:nvPicPr>
        <p:blipFill rotWithShape="1">
          <a:blip r:embed="rId1">
            <a:alphaModFix/>
          </a:blip>
          <a:srcRect b="0" l="0" r="0" t="0"/>
          <a:stretch/>
        </p:blipFill>
        <p:spPr>
          <a:xfrm>
            <a:off x="372624" y="4632722"/>
            <a:ext cx="841577" cy="344233"/>
          </a:xfrm>
          <a:prstGeom prst="rect">
            <a:avLst/>
          </a:prstGeom>
          <a:noFill/>
          <a:ln>
            <a:noFill/>
          </a:ln>
        </p:spPr>
      </p:pic>
      <p:sp>
        <p:nvSpPr>
          <p:cNvPr id="10" name="Google Shape;10;p1"/>
          <p:cNvSpPr txBox="1"/>
          <p:nvPr>
            <p:ph idx="1" type="body"/>
          </p:nvPr>
        </p:nvSpPr>
        <p:spPr>
          <a:xfrm>
            <a:off x="473869" y="1188244"/>
            <a:ext cx="7950900" cy="32634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800"/>
              </a:spcBef>
              <a:spcAft>
                <a:spcPts val="0"/>
              </a:spcAft>
              <a:buClr>
                <a:schemeClr val="dk1"/>
              </a:buClr>
              <a:buSzPts val="900"/>
              <a:buFont typeface="Verizon NHG TX"/>
              <a:buNone/>
              <a:defRPr b="1" i="0" sz="900" u="none" cap="none" strike="noStrike">
                <a:solidFill>
                  <a:schemeClr val="dk1"/>
                </a:solidFill>
                <a:latin typeface="Verizon NHG TX"/>
                <a:ea typeface="Verizon NHG TX"/>
                <a:cs typeface="Verizon NHG TX"/>
                <a:sym typeface="Verizon NHG TX"/>
              </a:defRPr>
            </a:lvl1pPr>
            <a:lvl2pPr indent="-228600" lvl="1" marL="914400" marR="0" rtl="0" algn="l">
              <a:lnSpc>
                <a:spcPct val="100000"/>
              </a:lnSpc>
              <a:spcBef>
                <a:spcPts val="400"/>
              </a:spcBef>
              <a:spcAft>
                <a:spcPts val="0"/>
              </a:spcAft>
              <a:buClr>
                <a:schemeClr val="dk1"/>
              </a:buClr>
              <a:buSzPts val="900"/>
              <a:buFont typeface="Verizon NHG TX"/>
              <a:buNone/>
              <a:defRPr b="0" i="0" sz="900" u="none" cap="none" strike="noStrike">
                <a:solidFill>
                  <a:schemeClr val="dk1"/>
                </a:solidFill>
                <a:latin typeface="Verizon NHG TX"/>
                <a:ea typeface="Verizon NHG TX"/>
                <a:cs typeface="Verizon NHG TX"/>
                <a:sym typeface="Verizon NHG TX"/>
              </a:defRPr>
            </a:lvl2pPr>
            <a:lvl3pPr indent="-285750" lvl="2" marL="1371600" marR="0" rtl="0" algn="l">
              <a:lnSpc>
                <a:spcPct val="10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3pPr>
            <a:lvl4pPr indent="-285750" lvl="3" marL="1828800" marR="0" rtl="0" algn="l">
              <a:lnSpc>
                <a:spcPct val="10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4pPr>
            <a:lvl5pPr indent="-285750" lvl="4" marL="2286000" marR="0" rtl="0" algn="l">
              <a:lnSpc>
                <a:spcPct val="10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5pPr>
            <a:lvl6pPr indent="-285750" lvl="5" marL="2743200" marR="0" rtl="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6pPr>
            <a:lvl7pPr indent="-285750" lvl="6" marL="3200400" marR="0" rtl="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7pPr>
            <a:lvl8pPr indent="-285750" lvl="7" marL="3657600" marR="0" rtl="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8pPr>
            <a:lvl9pPr indent="-285750" lvl="8" marL="4114800" marR="0" rtl="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9pPr>
          </a:lstStyle>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 id="2147483675" r:id="rId29"/>
    <p:sldLayoutId id="2147483676" r:id="rId30"/>
    <p:sldLayoutId id="2147483677" r:id="rId31"/>
    <p:sldLayoutId id="2147483678" r:id="rId32"/>
    <p:sldLayoutId id="2147483679" r:id="rId33"/>
    <p:sldLayoutId id="2147483680" r:id="rId34"/>
    <p:sldLayoutId id="2147483681" r:id="rId35"/>
    <p:sldLayoutId id="2147483682" r:id="rId36"/>
    <p:sldLayoutId id="2147483683" r:id="rId37"/>
    <p:sldLayoutId id="2147483684" r:id="rId38"/>
    <p:sldLayoutId id="2147483685" r:id="rId39"/>
    <p:sldLayoutId id="2147483686" r:id="rId40"/>
    <p:sldLayoutId id="2147483687" r:id="rId41"/>
    <p:sldLayoutId id="2147483688" r:id="rId42"/>
    <p:sldLayoutId id="2147483689" r:id="rId43"/>
    <p:sldLayoutId id="2147483690" r:id="rId44"/>
    <p:sldLayoutId id="2147483691" r:id="rId45"/>
    <p:sldLayoutId id="2147483692" r:id="rId46"/>
    <p:sldLayoutId id="2147483693" r:id="rId47"/>
    <p:sldLayoutId id="2147483694" r:id="rId48"/>
    <p:sldLayoutId id="2147483695" r:id="rId49"/>
    <p:sldLayoutId id="2147483696" r:id="rId50"/>
    <p:sldLayoutId id="2147483697" r:id="rId51"/>
    <p:sldLayoutId id="2147483698" r:id="rId52"/>
    <p:sldLayoutId id="2147483699" r:id="rId53"/>
    <p:sldLayoutId id="2147483700" r:id="rId54"/>
    <p:sldLayoutId id="2147483701" r:id="rId5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584">
          <p15:clr>
            <a:srgbClr val="C35EA4"/>
          </p15:clr>
        </p15:guide>
        <p15:guide id="2" pos="659">
          <p15:clr>
            <a:srgbClr val="C35EA4"/>
          </p15:clr>
        </p15:guide>
        <p15:guide id="3" pos="734">
          <p15:clr>
            <a:srgbClr val="C35EA4"/>
          </p15:clr>
        </p15:guide>
        <p15:guide id="4" pos="1098">
          <p15:clr>
            <a:srgbClr val="C35EA4"/>
          </p15:clr>
        </p15:guide>
        <p15:guide id="5" pos="1170">
          <p15:clr>
            <a:srgbClr val="C35EA4"/>
          </p15:clr>
        </p15:guide>
        <p15:guide id="6" pos="1530">
          <p15:clr>
            <a:srgbClr val="C35EA4"/>
          </p15:clr>
        </p15:guide>
        <p15:guide id="7" pos="1609">
          <p15:clr>
            <a:srgbClr val="C35EA4"/>
          </p15:clr>
        </p15:guide>
        <p15:guide id="8" pos="1966">
          <p15:clr>
            <a:srgbClr val="C35EA4"/>
          </p15:clr>
        </p15:guide>
        <p15:guide id="9" pos="2041">
          <p15:clr>
            <a:srgbClr val="C35EA4"/>
          </p15:clr>
        </p15:guide>
        <p15:guide id="10" pos="2405">
          <p15:clr>
            <a:srgbClr val="C35EA4"/>
          </p15:clr>
        </p15:guide>
        <p15:guide id="11" pos="2480">
          <p15:clr>
            <a:srgbClr val="C35EA4"/>
          </p15:clr>
        </p15:guide>
        <p15:guide id="12" orient="horz" pos="1656">
          <p15:clr>
            <a:srgbClr val="C35EA4"/>
          </p15:clr>
        </p15:guide>
        <p15:guide id="13" pos="2848">
          <p15:clr>
            <a:srgbClr val="C35EA4"/>
          </p15:clr>
        </p15:guide>
        <p15:guide id="14" pos="2915">
          <p15:clr>
            <a:srgbClr val="C35EA4"/>
          </p15:clr>
        </p15:guide>
        <p15:guide id="15" pos="3280">
          <p15:clr>
            <a:srgbClr val="C35EA4"/>
          </p15:clr>
        </p15:guide>
        <p15:guide id="16" pos="3352">
          <p15:clr>
            <a:srgbClr val="C35EA4"/>
          </p15:clr>
        </p15:guide>
        <p15:guide id="17" pos="3715">
          <p15:clr>
            <a:srgbClr val="C35EA4"/>
          </p15:clr>
        </p15:guide>
        <p15:guide id="18" pos="3787">
          <p15:clr>
            <a:srgbClr val="C35EA4"/>
          </p15:clr>
        </p15:guide>
        <p15:guide id="19" pos="4151">
          <p15:clr>
            <a:srgbClr val="C35EA4"/>
          </p15:clr>
        </p15:guide>
        <p15:guide id="20" pos="4223">
          <p15:clr>
            <a:srgbClr val="C35EA4"/>
          </p15:clr>
        </p15:guide>
        <p15:guide id="21" pos="4583">
          <p15:clr>
            <a:srgbClr val="C35EA4"/>
          </p15:clr>
        </p15:guide>
        <p15:guide id="22" pos="4658">
          <p15:clr>
            <a:srgbClr val="C35EA4"/>
          </p15:clr>
        </p15:guide>
        <p15:guide id="23" pos="5026">
          <p15:clr>
            <a:srgbClr val="C35EA4"/>
          </p15:clr>
        </p15:guide>
        <p15:guide id="24" pos="5094">
          <p15:clr>
            <a:srgbClr val="C35EA4"/>
          </p15:clr>
        </p15:guide>
        <p15:guide id="25" orient="horz" pos="1202">
          <p15:clr>
            <a:srgbClr val="C35EA4"/>
          </p15:clr>
        </p15:guide>
        <p15:guide id="26" orient="horz" pos="1130">
          <p15:clr>
            <a:srgbClr val="C35EA4"/>
          </p15:clr>
        </p15:guide>
        <p15:guide id="27" orient="horz" pos="749">
          <p15:clr>
            <a:srgbClr val="C35EA4"/>
          </p15:clr>
        </p15:guide>
        <p15:guide id="28" orient="horz" pos="677">
          <p15:clr>
            <a:srgbClr val="C35EA4"/>
          </p15:clr>
        </p15:guide>
        <p15:guide id="29" orient="horz" pos="2038">
          <p15:clr>
            <a:srgbClr val="C35EA4"/>
          </p15:clr>
        </p15:guide>
        <p15:guide id="30" orient="horz" pos="2110">
          <p15:clr>
            <a:srgbClr val="C35EA4"/>
          </p15:clr>
        </p15:guide>
        <p15:guide id="31" orient="horz" pos="2484">
          <p15:clr>
            <a:srgbClr val="C35EA4"/>
          </p15:clr>
        </p15:guide>
        <p15:guide id="32" orient="horz" pos="2560">
          <p15:clr>
            <a:srgbClr val="C35EA4"/>
          </p15:clr>
        </p15:guide>
        <p15:guide id="33" orient="horz" pos="295">
          <p15:clr>
            <a:srgbClr val="5ACBF0"/>
          </p15:clr>
        </p15:guide>
        <p15:guide id="34" orient="horz" pos="2938">
          <p15:clr>
            <a:srgbClr val="5ACBF0"/>
          </p15:clr>
        </p15:guide>
        <p15:guide id="35" pos="299">
          <p15:clr>
            <a:srgbClr val="5ACBF0"/>
          </p15:clr>
        </p15:guide>
        <p15:guide id="36" pos="5461">
          <p15:clr>
            <a:srgbClr val="5ACBF0"/>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46" name="Shape 346"/>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 id="2147483713" r:id="rId12"/>
    <p:sldLayoutId id="2147483714" r:id="rId13"/>
    <p:sldLayoutId id="2147483715" r:id="rId14"/>
    <p:sldLayoutId id="2147483716" r:id="rId15"/>
    <p:sldLayoutId id="2147483717" r:id="rId16"/>
    <p:sldLayoutId id="2147483718" r:id="rId17"/>
    <p:sldLayoutId id="2147483719" r:id="rId18"/>
    <p:sldLayoutId id="2147483720" r:id="rId19"/>
    <p:sldLayoutId id="2147483721" r:id="rId20"/>
    <p:sldLayoutId id="2147483722" r:id="rId21"/>
    <p:sldLayoutId id="2147483723" r:id="rId22"/>
    <p:sldLayoutId id="2147483724" r:id="rId23"/>
    <p:sldLayoutId id="2147483725" r:id="rId24"/>
    <p:sldLayoutId id="2147483726" r:id="rId25"/>
    <p:sldLayoutId id="2147483727" r:id="rId26"/>
    <p:sldLayoutId id="2147483728" r:id="rId27"/>
    <p:sldLayoutId id="2147483729" r:id="rId28"/>
    <p:sldLayoutId id="2147483730" r:id="rId29"/>
    <p:sldLayoutId id="2147483731" r:id="rId30"/>
    <p:sldLayoutId id="2147483732" r:id="rId31"/>
    <p:sldLayoutId id="2147483733" r:id="rId32"/>
    <p:sldLayoutId id="2147483734" r:id="rId33"/>
    <p:sldLayoutId id="2147483735" r:id="rId34"/>
    <p:sldLayoutId id="2147483736" r:id="rId35"/>
    <p:sldLayoutId id="2147483737" r:id="rId36"/>
    <p:sldLayoutId id="2147483738" r:id="rId37"/>
    <p:sldLayoutId id="2147483739" r:id="rId38"/>
    <p:sldLayoutId id="2147483740" r:id="rId39"/>
    <p:sldLayoutId id="2147483741" r:id="rId40"/>
    <p:sldLayoutId id="2147483742" r:id="rId41"/>
    <p:sldLayoutId id="2147483743" r:id="rId42"/>
    <p:sldLayoutId id="2147483744" r:id="rId43"/>
    <p:sldLayoutId id="2147483745" r:id="rId44"/>
    <p:sldLayoutId id="2147483746" r:id="rId45"/>
    <p:sldLayoutId id="2147483747" r:id="rId46"/>
    <p:sldLayoutId id="2147483748" r:id="rId47"/>
    <p:sldLayoutId id="2147483749" r:id="rId48"/>
    <p:sldLayoutId id="2147483750" r:id="rId49"/>
    <p:sldLayoutId id="2147483751" r:id="rId50"/>
    <p:sldLayoutId id="2147483752" r:id="rId51"/>
    <p:sldLayoutId id="2147483753" r:id="rId52"/>
    <p:sldLayoutId id="2147483754" r:id="rId53"/>
    <p:sldLayoutId id="2147483755" r:id="rId54"/>
    <p:sldLayoutId id="2147483756" r:id="rId55"/>
    <p:sldLayoutId id="2147483757" r:id="rId56"/>
    <p:sldLayoutId id="2147483758" r:id="rId57"/>
    <p:sldLayoutId id="2147483759" r:id="rId58"/>
    <p:sldLayoutId id="2147483760" r:id="rId59"/>
    <p:sldLayoutId id="2147483761" r:id="rId60"/>
    <p:sldLayoutId id="2147483762" r:id="rId6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584">
          <p15:clr>
            <a:srgbClr val="C35EA4"/>
          </p15:clr>
        </p15:guide>
        <p15:guide id="2" pos="533">
          <p15:clr>
            <a:srgbClr val="C35EA4"/>
          </p15:clr>
        </p15:guide>
        <p15:guide id="3" pos="607">
          <p15:clr>
            <a:srgbClr val="C35EA4"/>
          </p15:clr>
        </p15:guide>
        <p15:guide id="4" pos="996">
          <p15:clr>
            <a:srgbClr val="C35EA4"/>
          </p15:clr>
        </p15:guide>
        <p15:guide id="5" pos="1067">
          <p15:clr>
            <a:srgbClr val="C35EA4"/>
          </p15:clr>
        </p15:guide>
        <p15:guide id="6" pos="1457">
          <p15:clr>
            <a:srgbClr val="C35EA4"/>
          </p15:clr>
        </p15:guide>
        <p15:guide id="7" pos="1529">
          <p15:clr>
            <a:srgbClr val="C35EA4"/>
          </p15:clr>
        </p15:guide>
        <p15:guide id="8" pos="1919">
          <p15:clr>
            <a:srgbClr val="C35EA4"/>
          </p15:clr>
        </p15:guide>
        <p15:guide id="9" pos="1992">
          <p15:clr>
            <a:srgbClr val="C35EA4"/>
          </p15:clr>
        </p15:guide>
        <p15:guide id="10" pos="2381">
          <p15:clr>
            <a:srgbClr val="C35EA4"/>
          </p15:clr>
        </p15:guide>
        <p15:guide id="11" pos="2453">
          <p15:clr>
            <a:srgbClr val="C35EA4"/>
          </p15:clr>
        </p15:guide>
        <p15:guide id="12" orient="horz" pos="1656">
          <p15:clr>
            <a:srgbClr val="C35EA4"/>
          </p15:clr>
        </p15:guide>
        <p15:guide id="13" pos="2842">
          <p15:clr>
            <a:srgbClr val="C35EA4"/>
          </p15:clr>
        </p15:guide>
        <p15:guide id="14" pos="2915">
          <p15:clr>
            <a:srgbClr val="C35EA4"/>
          </p15:clr>
        </p15:guide>
        <p15:guide id="15" pos="3305">
          <p15:clr>
            <a:srgbClr val="C35EA4"/>
          </p15:clr>
        </p15:guide>
        <p15:guide id="16" pos="3377">
          <p15:clr>
            <a:srgbClr val="C35EA4"/>
          </p15:clr>
        </p15:guide>
        <p15:guide id="17" pos="3766">
          <p15:clr>
            <a:srgbClr val="C35EA4"/>
          </p15:clr>
        </p15:guide>
        <p15:guide id="18" pos="3840">
          <p15:clr>
            <a:srgbClr val="C35EA4"/>
          </p15:clr>
        </p15:guide>
        <p15:guide id="19" pos="4229">
          <p15:clr>
            <a:srgbClr val="C35EA4"/>
          </p15:clr>
        </p15:guide>
        <p15:guide id="20" pos="4301">
          <p15:clr>
            <a:srgbClr val="C35EA4"/>
          </p15:clr>
        </p15:guide>
        <p15:guide id="21" pos="4691">
          <p15:clr>
            <a:srgbClr val="C35EA4"/>
          </p15:clr>
        </p15:guide>
        <p15:guide id="22" pos="4763">
          <p15:clr>
            <a:srgbClr val="C35EA4"/>
          </p15:clr>
        </p15:guide>
        <p15:guide id="23" pos="5151">
          <p15:clr>
            <a:srgbClr val="C35EA4"/>
          </p15:clr>
        </p15:guide>
        <p15:guide id="24" pos="5224">
          <p15:clr>
            <a:srgbClr val="C35EA4"/>
          </p15:clr>
        </p15:guide>
        <p15:guide id="25" orient="horz" pos="1152">
          <p15:clr>
            <a:srgbClr val="C35EA4"/>
          </p15:clr>
        </p15:guide>
        <p15:guide id="26" orient="horz" pos="1080">
          <p15:clr>
            <a:srgbClr val="C35EA4"/>
          </p15:clr>
        </p15:guide>
        <p15:guide id="27" orient="horz" pos="648">
          <p15:clr>
            <a:srgbClr val="C35EA4"/>
          </p15:clr>
        </p15:guide>
        <p15:guide id="28" orient="horz" pos="576">
          <p15:clr>
            <a:srgbClr val="C35EA4"/>
          </p15:clr>
        </p15:guide>
        <p15:guide id="29" orient="horz" pos="2087">
          <p15:clr>
            <a:srgbClr val="C35EA4"/>
          </p15:clr>
        </p15:guide>
        <p15:guide id="30" orient="horz" pos="2160">
          <p15:clr>
            <a:srgbClr val="C35EA4"/>
          </p15:clr>
        </p15:guide>
        <p15:guide id="31" orient="horz" pos="2591">
          <p15:clr>
            <a:srgbClr val="C35EA4"/>
          </p15:clr>
        </p15:guide>
        <p15:guide id="32" orient="horz" pos="2664">
          <p15:clr>
            <a:srgbClr val="C35EA4"/>
          </p15:clr>
        </p15:guide>
        <p15:guide id="33" orient="horz" pos="144">
          <p15:clr>
            <a:srgbClr val="5ACBF0"/>
          </p15:clr>
        </p15:guide>
        <p15:guide id="34" orient="horz" pos="3095">
          <p15:clr>
            <a:srgbClr val="5ACBF0"/>
          </p15:clr>
        </p15:guide>
        <p15:guide id="35" pos="143">
          <p15:clr>
            <a:srgbClr val="5ACBF0"/>
          </p15:clr>
        </p15:guide>
        <p15:guide id="36" pos="5615">
          <p15:clr>
            <a:srgbClr val="5ACBF0"/>
          </p15:clr>
        </p15:guide>
      </p15:sldGuideLst>
    </p:ext>
  </p:extLst>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01" name="Shape 801"/>
        <p:cNvGrpSpPr/>
        <p:nvPr/>
      </p:nvGrpSpPr>
      <p:grpSpPr>
        <a:xfrm>
          <a:off x="0" y="0"/>
          <a:ext cx="0" cy="0"/>
          <a:chOff x="0" y="0"/>
          <a:chExt cx="0" cy="0"/>
        </a:xfrm>
      </p:grpSpPr>
      <p:sp>
        <p:nvSpPr>
          <p:cNvPr id="802" name="Google Shape;802;p118"/>
          <p:cNvSpPr txBox="1"/>
          <p:nvPr/>
        </p:nvSpPr>
        <p:spPr>
          <a:xfrm>
            <a:off x="2625367" y="4761251"/>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b="0" i="0" sz="1100" u="none" cap="none" strike="noStrike">
              <a:solidFill>
                <a:srgbClr val="000000"/>
              </a:solidFill>
              <a:latin typeface="Verizon NHG TX"/>
              <a:ea typeface="Verizon NHG TX"/>
              <a:cs typeface="Verizon NHG TX"/>
              <a:sym typeface="Verizon NHG TX"/>
            </a:endParaRPr>
          </a:p>
        </p:txBody>
      </p:sp>
      <p:sp>
        <p:nvSpPr>
          <p:cNvPr id="803" name="Google Shape;803;p118"/>
          <p:cNvSpPr txBox="1"/>
          <p:nvPr>
            <p:ph type="title"/>
          </p:nvPr>
        </p:nvSpPr>
        <p:spPr>
          <a:xfrm>
            <a:off x="473869" y="469106"/>
            <a:ext cx="7951200" cy="531900"/>
          </a:xfrm>
          <a:prstGeom prst="rect">
            <a:avLst/>
          </a:prstGeom>
          <a:noFill/>
          <a:ln>
            <a:noFill/>
          </a:ln>
        </p:spPr>
        <p:txBody>
          <a:bodyPr anchorCtr="0" anchor="t" bIns="0" lIns="0" spcFirstLastPara="1" rIns="0" wrap="square" tIns="0">
            <a:normAutofit/>
          </a:bodyPr>
          <a:lstStyle>
            <a:lvl1pPr lvl="0" marR="0" rtl="0" algn="l">
              <a:lnSpc>
                <a:spcPct val="9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lvl="1" marR="0" rtl="0" algn="l">
              <a:lnSpc>
                <a:spcPct val="100000"/>
              </a:lnSpc>
              <a:spcBef>
                <a:spcPts val="0"/>
              </a:spcBef>
              <a:spcAft>
                <a:spcPts val="0"/>
              </a:spcAft>
              <a:buClr>
                <a:srgbClr val="000000"/>
              </a:buClr>
              <a:buSzPts val="1100"/>
              <a:buFont typeface="Verizon NHG TX"/>
              <a:buNone/>
              <a:defRPr b="0" i="0" sz="1400" u="none" cap="none" strike="noStrike">
                <a:solidFill>
                  <a:srgbClr val="000000"/>
                </a:solidFill>
                <a:latin typeface="Verizon NHG TX"/>
                <a:ea typeface="Verizon NHG TX"/>
                <a:cs typeface="Verizon NHG TX"/>
                <a:sym typeface="Verizon NHG TX"/>
              </a:defRPr>
            </a:lvl2pPr>
            <a:lvl3pPr lvl="2" marR="0" rtl="0" algn="l">
              <a:lnSpc>
                <a:spcPct val="100000"/>
              </a:lnSpc>
              <a:spcBef>
                <a:spcPts val="0"/>
              </a:spcBef>
              <a:spcAft>
                <a:spcPts val="0"/>
              </a:spcAft>
              <a:buClr>
                <a:srgbClr val="000000"/>
              </a:buClr>
              <a:buSzPts val="1100"/>
              <a:buFont typeface="Verizon NHG TX"/>
              <a:buNone/>
              <a:defRPr b="0" i="0" sz="1400" u="none" cap="none" strike="noStrike">
                <a:solidFill>
                  <a:srgbClr val="000000"/>
                </a:solidFill>
                <a:latin typeface="Verizon NHG TX"/>
                <a:ea typeface="Verizon NHG TX"/>
                <a:cs typeface="Verizon NHG TX"/>
                <a:sym typeface="Verizon NHG TX"/>
              </a:defRPr>
            </a:lvl3pPr>
            <a:lvl4pPr lvl="3" marR="0" rtl="0" algn="l">
              <a:lnSpc>
                <a:spcPct val="100000"/>
              </a:lnSpc>
              <a:spcBef>
                <a:spcPts val="0"/>
              </a:spcBef>
              <a:spcAft>
                <a:spcPts val="0"/>
              </a:spcAft>
              <a:buClr>
                <a:srgbClr val="000000"/>
              </a:buClr>
              <a:buSzPts val="1100"/>
              <a:buFont typeface="Verizon NHG TX"/>
              <a:buNone/>
              <a:defRPr b="0" i="0" sz="1400" u="none" cap="none" strike="noStrike">
                <a:solidFill>
                  <a:srgbClr val="000000"/>
                </a:solidFill>
                <a:latin typeface="Verizon NHG TX"/>
                <a:ea typeface="Verizon NHG TX"/>
                <a:cs typeface="Verizon NHG TX"/>
                <a:sym typeface="Verizon NHG TX"/>
              </a:defRPr>
            </a:lvl4pPr>
            <a:lvl5pPr lvl="4" marR="0" rtl="0" algn="l">
              <a:lnSpc>
                <a:spcPct val="100000"/>
              </a:lnSpc>
              <a:spcBef>
                <a:spcPts val="0"/>
              </a:spcBef>
              <a:spcAft>
                <a:spcPts val="0"/>
              </a:spcAft>
              <a:buClr>
                <a:srgbClr val="000000"/>
              </a:buClr>
              <a:buSzPts val="1100"/>
              <a:buFont typeface="Verizon NHG TX"/>
              <a:buNone/>
              <a:defRPr b="0" i="0" sz="1400" u="none" cap="none" strike="noStrike">
                <a:solidFill>
                  <a:srgbClr val="000000"/>
                </a:solidFill>
                <a:latin typeface="Verizon NHG TX"/>
                <a:ea typeface="Verizon NHG TX"/>
                <a:cs typeface="Verizon NHG TX"/>
                <a:sym typeface="Verizon NHG TX"/>
              </a:defRPr>
            </a:lvl5pPr>
            <a:lvl6pPr lvl="5" marR="0" rtl="0" algn="l">
              <a:lnSpc>
                <a:spcPct val="100000"/>
              </a:lnSpc>
              <a:spcBef>
                <a:spcPts val="0"/>
              </a:spcBef>
              <a:spcAft>
                <a:spcPts val="0"/>
              </a:spcAft>
              <a:buClr>
                <a:srgbClr val="000000"/>
              </a:buClr>
              <a:buSzPts val="1100"/>
              <a:buFont typeface="Verizon NHG TX"/>
              <a:buNone/>
              <a:defRPr b="0" i="0" sz="1400" u="none" cap="none" strike="noStrike">
                <a:solidFill>
                  <a:srgbClr val="000000"/>
                </a:solidFill>
                <a:latin typeface="Verizon NHG TX"/>
                <a:ea typeface="Verizon NHG TX"/>
                <a:cs typeface="Verizon NHG TX"/>
                <a:sym typeface="Verizon NHG TX"/>
              </a:defRPr>
            </a:lvl6pPr>
            <a:lvl7pPr lvl="6" marR="0" rtl="0" algn="l">
              <a:lnSpc>
                <a:spcPct val="100000"/>
              </a:lnSpc>
              <a:spcBef>
                <a:spcPts val="0"/>
              </a:spcBef>
              <a:spcAft>
                <a:spcPts val="0"/>
              </a:spcAft>
              <a:buClr>
                <a:srgbClr val="000000"/>
              </a:buClr>
              <a:buSzPts val="1100"/>
              <a:buFont typeface="Verizon NHG TX"/>
              <a:buNone/>
              <a:defRPr b="0" i="0" sz="1400" u="none" cap="none" strike="noStrike">
                <a:solidFill>
                  <a:srgbClr val="000000"/>
                </a:solidFill>
                <a:latin typeface="Verizon NHG TX"/>
                <a:ea typeface="Verizon NHG TX"/>
                <a:cs typeface="Verizon NHG TX"/>
                <a:sym typeface="Verizon NHG TX"/>
              </a:defRPr>
            </a:lvl7pPr>
            <a:lvl8pPr lvl="7" marR="0" rtl="0" algn="l">
              <a:lnSpc>
                <a:spcPct val="100000"/>
              </a:lnSpc>
              <a:spcBef>
                <a:spcPts val="0"/>
              </a:spcBef>
              <a:spcAft>
                <a:spcPts val="0"/>
              </a:spcAft>
              <a:buClr>
                <a:srgbClr val="000000"/>
              </a:buClr>
              <a:buSzPts val="1100"/>
              <a:buFont typeface="Verizon NHG TX"/>
              <a:buNone/>
              <a:defRPr b="0" i="0" sz="1400" u="none" cap="none" strike="noStrike">
                <a:solidFill>
                  <a:srgbClr val="000000"/>
                </a:solidFill>
                <a:latin typeface="Verizon NHG TX"/>
                <a:ea typeface="Verizon NHG TX"/>
                <a:cs typeface="Verizon NHG TX"/>
                <a:sym typeface="Verizon NHG TX"/>
              </a:defRPr>
            </a:lvl8pPr>
            <a:lvl9pPr lvl="8" marR="0" rtl="0" algn="l">
              <a:lnSpc>
                <a:spcPct val="100000"/>
              </a:lnSpc>
              <a:spcBef>
                <a:spcPts val="0"/>
              </a:spcBef>
              <a:spcAft>
                <a:spcPts val="0"/>
              </a:spcAft>
              <a:buClr>
                <a:srgbClr val="000000"/>
              </a:buClr>
              <a:buSzPts val="1100"/>
              <a:buFont typeface="Verizon NHG TX"/>
              <a:buNone/>
              <a:defRPr b="0" i="0" sz="1400" u="none" cap="none" strike="noStrike">
                <a:solidFill>
                  <a:srgbClr val="000000"/>
                </a:solidFill>
                <a:latin typeface="Verizon NHG TX"/>
                <a:ea typeface="Verizon NHG TX"/>
                <a:cs typeface="Verizon NHG TX"/>
                <a:sym typeface="Verizon NHG TX"/>
              </a:defRPr>
            </a:lvl9pPr>
          </a:lstStyle>
          <a:p/>
        </p:txBody>
      </p:sp>
      <p:sp>
        <p:nvSpPr>
          <p:cNvPr id="804" name="Google Shape;804;p118"/>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rtl="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rtl="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rtl="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rtl="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rtl="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rtl="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rtl="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rtl="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rtl="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pic>
        <p:nvPicPr>
          <p:cNvPr id="805" name="Google Shape;805;p118"/>
          <p:cNvPicPr preferRelativeResize="0"/>
          <p:nvPr/>
        </p:nvPicPr>
        <p:blipFill rotWithShape="1">
          <a:blip r:embed="rId1">
            <a:alphaModFix/>
          </a:blip>
          <a:srcRect b="0" l="0" r="0" t="0"/>
          <a:stretch/>
        </p:blipFill>
        <p:spPr>
          <a:xfrm>
            <a:off x="372624" y="4632722"/>
            <a:ext cx="841577" cy="344233"/>
          </a:xfrm>
          <a:prstGeom prst="rect">
            <a:avLst/>
          </a:prstGeom>
          <a:noFill/>
          <a:ln>
            <a:noFill/>
          </a:ln>
        </p:spPr>
      </p:pic>
      <p:sp>
        <p:nvSpPr>
          <p:cNvPr id="806" name="Google Shape;806;p118"/>
          <p:cNvSpPr txBox="1"/>
          <p:nvPr>
            <p:ph idx="1" type="body"/>
          </p:nvPr>
        </p:nvSpPr>
        <p:spPr>
          <a:xfrm>
            <a:off x="473869" y="1188244"/>
            <a:ext cx="7951200" cy="32634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800"/>
              </a:spcBef>
              <a:spcAft>
                <a:spcPts val="0"/>
              </a:spcAft>
              <a:buClr>
                <a:schemeClr val="dk1"/>
              </a:buClr>
              <a:buSzPts val="900"/>
              <a:buFont typeface="Verizon NHG TX"/>
              <a:buNone/>
              <a:defRPr b="1" i="0" sz="900" u="none" cap="none" strike="noStrike">
                <a:solidFill>
                  <a:schemeClr val="dk1"/>
                </a:solidFill>
                <a:latin typeface="Verizon NHG TX"/>
                <a:ea typeface="Verizon NHG TX"/>
                <a:cs typeface="Verizon NHG TX"/>
                <a:sym typeface="Verizon NHG TX"/>
              </a:defRPr>
            </a:lvl1pPr>
            <a:lvl2pPr indent="-228600" lvl="1" marL="914400" marR="0" rtl="0" algn="l">
              <a:lnSpc>
                <a:spcPct val="100000"/>
              </a:lnSpc>
              <a:spcBef>
                <a:spcPts val="400"/>
              </a:spcBef>
              <a:spcAft>
                <a:spcPts val="0"/>
              </a:spcAft>
              <a:buClr>
                <a:schemeClr val="dk1"/>
              </a:buClr>
              <a:buSzPts val="900"/>
              <a:buFont typeface="Verizon NHG TX"/>
              <a:buNone/>
              <a:defRPr b="0" i="0" sz="900" u="none" cap="none" strike="noStrike">
                <a:solidFill>
                  <a:schemeClr val="dk1"/>
                </a:solidFill>
                <a:latin typeface="Verizon NHG TX"/>
                <a:ea typeface="Verizon NHG TX"/>
                <a:cs typeface="Verizon NHG TX"/>
                <a:sym typeface="Verizon NHG TX"/>
              </a:defRPr>
            </a:lvl2pPr>
            <a:lvl3pPr indent="-285750" lvl="2" marL="1371600" marR="0" rtl="0" algn="l">
              <a:lnSpc>
                <a:spcPct val="10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3pPr>
            <a:lvl4pPr indent="-285750" lvl="3" marL="1828800" marR="0" rtl="0" algn="l">
              <a:lnSpc>
                <a:spcPct val="10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4pPr>
            <a:lvl5pPr indent="-285750" lvl="4" marL="2286000" marR="0" rtl="0" algn="l">
              <a:lnSpc>
                <a:spcPct val="10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5pPr>
            <a:lvl6pPr indent="-285750" lvl="5" marL="2743200" marR="0" rtl="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6pPr>
            <a:lvl7pPr indent="-285750" lvl="6" marL="3200400" marR="0" rtl="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7pPr>
            <a:lvl8pPr indent="-285750" lvl="7" marL="3657600" marR="0" rtl="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8pPr>
            <a:lvl9pPr indent="-285750" lvl="8" marL="4114800" marR="0" rtl="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9pPr>
          </a:lstStyle>
          <a:p/>
        </p:txBody>
      </p:sp>
    </p:spTree>
  </p:cSld>
  <p:clrMap accent1="accent1" accent2="accent2" accent3="accent3" accent4="accent4" accent5="accent5" accent6="accent6" bg1="lt1" bg2="dk2" tx1="dk1" tx2="lt2" folHlink="folHlink" hlink="hlink"/>
  <p:sldLayoutIdLst>
    <p:sldLayoutId id="2147483763" r:id="rId2"/>
    <p:sldLayoutId id="2147483764" r:id="rId3"/>
    <p:sldLayoutId id="2147483765" r:id="rId4"/>
    <p:sldLayoutId id="2147483766" r:id="rId5"/>
    <p:sldLayoutId id="2147483767" r:id="rId6"/>
    <p:sldLayoutId id="2147483768" r:id="rId7"/>
    <p:sldLayoutId id="2147483769" r:id="rId8"/>
    <p:sldLayoutId id="2147483770" r:id="rId9"/>
    <p:sldLayoutId id="2147483771" r:id="rId10"/>
    <p:sldLayoutId id="2147483772" r:id="rId11"/>
    <p:sldLayoutId id="2147483773" r:id="rId12"/>
    <p:sldLayoutId id="2147483774" r:id="rId13"/>
    <p:sldLayoutId id="2147483775" r:id="rId14"/>
    <p:sldLayoutId id="2147483776" r:id="rId15"/>
    <p:sldLayoutId id="2147483777" r:id="rId16"/>
    <p:sldLayoutId id="2147483778" r:id="rId17"/>
    <p:sldLayoutId id="2147483779" r:id="rId18"/>
    <p:sldLayoutId id="2147483780" r:id="rId19"/>
    <p:sldLayoutId id="2147483781" r:id="rId20"/>
    <p:sldLayoutId id="2147483782" r:id="rId21"/>
    <p:sldLayoutId id="2147483783" r:id="rId22"/>
    <p:sldLayoutId id="2147483784" r:id="rId23"/>
    <p:sldLayoutId id="2147483785" r:id="rId24"/>
    <p:sldLayoutId id="2147483786" r:id="rId25"/>
    <p:sldLayoutId id="2147483787" r:id="rId26"/>
    <p:sldLayoutId id="2147483788" r:id="rId27"/>
    <p:sldLayoutId id="2147483789" r:id="rId28"/>
    <p:sldLayoutId id="2147483790" r:id="rId29"/>
    <p:sldLayoutId id="2147483791" r:id="rId30"/>
    <p:sldLayoutId id="2147483792" r:id="rId31"/>
    <p:sldLayoutId id="2147483793" r:id="rId32"/>
    <p:sldLayoutId id="2147483794" r:id="rId33"/>
    <p:sldLayoutId id="2147483795" r:id="rId34"/>
    <p:sldLayoutId id="2147483796" r:id="rId35"/>
    <p:sldLayoutId id="2147483797" r:id="rId36"/>
    <p:sldLayoutId id="2147483798" r:id="rId37"/>
    <p:sldLayoutId id="2147483799" r:id="rId38"/>
    <p:sldLayoutId id="2147483800" r:id="rId39"/>
    <p:sldLayoutId id="2147483801" r:id="rId40"/>
    <p:sldLayoutId id="2147483802" r:id="rId41"/>
    <p:sldLayoutId id="2147483803" r:id="rId42"/>
    <p:sldLayoutId id="2147483804" r:id="rId43"/>
    <p:sldLayoutId id="2147483805" r:id="rId44"/>
    <p:sldLayoutId id="2147483806" r:id="rId45"/>
    <p:sldLayoutId id="2147483807" r:id="rId46"/>
    <p:sldLayoutId id="2147483808" r:id="rId47"/>
    <p:sldLayoutId id="2147483809" r:id="rId48"/>
    <p:sldLayoutId id="2147483810" r:id="rId4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584">
          <p15:clr>
            <a:srgbClr val="C35EA4"/>
          </p15:clr>
        </p15:guide>
        <p15:guide id="2" pos="659">
          <p15:clr>
            <a:srgbClr val="C35EA4"/>
          </p15:clr>
        </p15:guide>
        <p15:guide id="3" pos="734">
          <p15:clr>
            <a:srgbClr val="C35EA4"/>
          </p15:clr>
        </p15:guide>
        <p15:guide id="4" pos="1098">
          <p15:clr>
            <a:srgbClr val="C35EA4"/>
          </p15:clr>
        </p15:guide>
        <p15:guide id="5" pos="1170">
          <p15:clr>
            <a:srgbClr val="C35EA4"/>
          </p15:clr>
        </p15:guide>
        <p15:guide id="6" pos="1530">
          <p15:clr>
            <a:srgbClr val="C35EA4"/>
          </p15:clr>
        </p15:guide>
        <p15:guide id="7" pos="1609">
          <p15:clr>
            <a:srgbClr val="C35EA4"/>
          </p15:clr>
        </p15:guide>
        <p15:guide id="8" pos="1966">
          <p15:clr>
            <a:srgbClr val="C35EA4"/>
          </p15:clr>
        </p15:guide>
        <p15:guide id="9" pos="2041">
          <p15:clr>
            <a:srgbClr val="C35EA4"/>
          </p15:clr>
        </p15:guide>
        <p15:guide id="10" pos="2405">
          <p15:clr>
            <a:srgbClr val="C35EA4"/>
          </p15:clr>
        </p15:guide>
        <p15:guide id="11" pos="2480">
          <p15:clr>
            <a:srgbClr val="C35EA4"/>
          </p15:clr>
        </p15:guide>
        <p15:guide id="12" orient="horz" pos="1656">
          <p15:clr>
            <a:srgbClr val="C35EA4"/>
          </p15:clr>
        </p15:guide>
        <p15:guide id="13" pos="2848">
          <p15:clr>
            <a:srgbClr val="C35EA4"/>
          </p15:clr>
        </p15:guide>
        <p15:guide id="14" pos="2915">
          <p15:clr>
            <a:srgbClr val="C35EA4"/>
          </p15:clr>
        </p15:guide>
        <p15:guide id="15" pos="3280">
          <p15:clr>
            <a:srgbClr val="C35EA4"/>
          </p15:clr>
        </p15:guide>
        <p15:guide id="16" pos="3352">
          <p15:clr>
            <a:srgbClr val="C35EA4"/>
          </p15:clr>
        </p15:guide>
        <p15:guide id="17" pos="3715">
          <p15:clr>
            <a:srgbClr val="C35EA4"/>
          </p15:clr>
        </p15:guide>
        <p15:guide id="18" pos="3787">
          <p15:clr>
            <a:srgbClr val="C35EA4"/>
          </p15:clr>
        </p15:guide>
        <p15:guide id="19" pos="4151">
          <p15:clr>
            <a:srgbClr val="C35EA4"/>
          </p15:clr>
        </p15:guide>
        <p15:guide id="20" pos="4223">
          <p15:clr>
            <a:srgbClr val="C35EA4"/>
          </p15:clr>
        </p15:guide>
        <p15:guide id="21" pos="4583">
          <p15:clr>
            <a:srgbClr val="C35EA4"/>
          </p15:clr>
        </p15:guide>
        <p15:guide id="22" pos="4658">
          <p15:clr>
            <a:srgbClr val="C35EA4"/>
          </p15:clr>
        </p15:guide>
        <p15:guide id="23" pos="5026">
          <p15:clr>
            <a:srgbClr val="C35EA4"/>
          </p15:clr>
        </p15:guide>
        <p15:guide id="24" pos="5094">
          <p15:clr>
            <a:srgbClr val="C35EA4"/>
          </p15:clr>
        </p15:guide>
        <p15:guide id="25" orient="horz" pos="1202">
          <p15:clr>
            <a:srgbClr val="C35EA4"/>
          </p15:clr>
        </p15:guide>
        <p15:guide id="26" orient="horz" pos="1130">
          <p15:clr>
            <a:srgbClr val="C35EA4"/>
          </p15:clr>
        </p15:guide>
        <p15:guide id="27" orient="horz" pos="749">
          <p15:clr>
            <a:srgbClr val="C35EA4"/>
          </p15:clr>
        </p15:guide>
        <p15:guide id="28" orient="horz" pos="677">
          <p15:clr>
            <a:srgbClr val="C35EA4"/>
          </p15:clr>
        </p15:guide>
        <p15:guide id="29" orient="horz" pos="2038">
          <p15:clr>
            <a:srgbClr val="C35EA4"/>
          </p15:clr>
        </p15:guide>
        <p15:guide id="30" orient="horz" pos="2110">
          <p15:clr>
            <a:srgbClr val="C35EA4"/>
          </p15:clr>
        </p15:guide>
        <p15:guide id="31" orient="horz" pos="2484">
          <p15:clr>
            <a:srgbClr val="C35EA4"/>
          </p15:clr>
        </p15:guide>
        <p15:guide id="32" orient="horz" pos="2560">
          <p15:clr>
            <a:srgbClr val="C35EA4"/>
          </p15:clr>
        </p15:guide>
        <p15:guide id="33" orient="horz" pos="295">
          <p15:clr>
            <a:srgbClr val="5ACBF0"/>
          </p15:clr>
        </p15:guide>
        <p15:guide id="34" orient="horz" pos="2938">
          <p15:clr>
            <a:srgbClr val="5ACBF0"/>
          </p15:clr>
        </p15:guide>
        <p15:guide id="35" pos="299">
          <p15:clr>
            <a:srgbClr val="5ACBF0"/>
          </p15:clr>
        </p15:guide>
        <p15:guide id="36" pos="5461">
          <p15:clr>
            <a:srgbClr val="5ACBF0"/>
          </p15:clr>
        </p15:guide>
      </p15:sldGuideLst>
    </p:ext>
  </p:extLst>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98" name="Shape 1098"/>
        <p:cNvGrpSpPr/>
        <p:nvPr/>
      </p:nvGrpSpPr>
      <p:grpSpPr>
        <a:xfrm>
          <a:off x="0" y="0"/>
          <a:ext cx="0" cy="0"/>
          <a:chOff x="0" y="0"/>
          <a:chExt cx="0" cy="0"/>
        </a:xfrm>
      </p:grpSpPr>
      <p:sp>
        <p:nvSpPr>
          <p:cNvPr id="1099" name="Google Shape;1099;p167"/>
          <p:cNvSpPr txBox="1"/>
          <p:nvPr/>
        </p:nvSpPr>
        <p:spPr>
          <a:xfrm>
            <a:off x="2625367" y="4761251"/>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b="0" i="0" sz="1100" u="none" cap="none" strike="noStrike">
              <a:solidFill>
                <a:srgbClr val="000000"/>
              </a:solidFill>
              <a:latin typeface="Verizon NHG TX"/>
              <a:ea typeface="Verizon NHG TX"/>
              <a:cs typeface="Verizon NHG TX"/>
              <a:sym typeface="Verizon NHG TX"/>
            </a:endParaRPr>
          </a:p>
        </p:txBody>
      </p:sp>
      <p:sp>
        <p:nvSpPr>
          <p:cNvPr id="1100" name="Google Shape;1100;p167"/>
          <p:cNvSpPr txBox="1"/>
          <p:nvPr>
            <p:ph type="title"/>
          </p:nvPr>
        </p:nvSpPr>
        <p:spPr>
          <a:xfrm>
            <a:off x="473869" y="469106"/>
            <a:ext cx="7950900" cy="531900"/>
          </a:xfrm>
          <a:prstGeom prst="rect">
            <a:avLst/>
          </a:prstGeom>
          <a:noFill/>
          <a:ln>
            <a:noFill/>
          </a:ln>
        </p:spPr>
        <p:txBody>
          <a:bodyPr anchorCtr="0" anchor="t" bIns="0" lIns="0" spcFirstLastPara="1" rIns="0" wrap="square" tIns="0">
            <a:normAutofit/>
          </a:bodyPr>
          <a:lstStyle>
            <a:lvl1pPr lvl="0" marR="0" rtl="0" algn="l">
              <a:lnSpc>
                <a:spcPct val="9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lvl="1" marR="0" rtl="0" algn="l">
              <a:lnSpc>
                <a:spcPct val="100000"/>
              </a:lnSpc>
              <a:spcBef>
                <a:spcPts val="0"/>
              </a:spcBef>
              <a:spcAft>
                <a:spcPts val="0"/>
              </a:spcAft>
              <a:buClr>
                <a:srgbClr val="000000"/>
              </a:buClr>
              <a:buSzPts val="1100"/>
              <a:buFont typeface="Verizon NHG TX"/>
              <a:buNone/>
              <a:defRPr b="0" i="0" sz="1400" u="none" cap="none" strike="noStrike">
                <a:solidFill>
                  <a:srgbClr val="000000"/>
                </a:solidFill>
                <a:latin typeface="Verizon NHG TX"/>
                <a:ea typeface="Verizon NHG TX"/>
                <a:cs typeface="Verizon NHG TX"/>
                <a:sym typeface="Verizon NHG TX"/>
              </a:defRPr>
            </a:lvl2pPr>
            <a:lvl3pPr lvl="2" marR="0" rtl="0" algn="l">
              <a:lnSpc>
                <a:spcPct val="100000"/>
              </a:lnSpc>
              <a:spcBef>
                <a:spcPts val="0"/>
              </a:spcBef>
              <a:spcAft>
                <a:spcPts val="0"/>
              </a:spcAft>
              <a:buClr>
                <a:srgbClr val="000000"/>
              </a:buClr>
              <a:buSzPts val="1100"/>
              <a:buFont typeface="Verizon NHG TX"/>
              <a:buNone/>
              <a:defRPr b="0" i="0" sz="1400" u="none" cap="none" strike="noStrike">
                <a:solidFill>
                  <a:srgbClr val="000000"/>
                </a:solidFill>
                <a:latin typeface="Verizon NHG TX"/>
                <a:ea typeface="Verizon NHG TX"/>
                <a:cs typeface="Verizon NHG TX"/>
                <a:sym typeface="Verizon NHG TX"/>
              </a:defRPr>
            </a:lvl3pPr>
            <a:lvl4pPr lvl="3" marR="0" rtl="0" algn="l">
              <a:lnSpc>
                <a:spcPct val="100000"/>
              </a:lnSpc>
              <a:spcBef>
                <a:spcPts val="0"/>
              </a:spcBef>
              <a:spcAft>
                <a:spcPts val="0"/>
              </a:spcAft>
              <a:buClr>
                <a:srgbClr val="000000"/>
              </a:buClr>
              <a:buSzPts val="1100"/>
              <a:buFont typeface="Verizon NHG TX"/>
              <a:buNone/>
              <a:defRPr b="0" i="0" sz="1400" u="none" cap="none" strike="noStrike">
                <a:solidFill>
                  <a:srgbClr val="000000"/>
                </a:solidFill>
                <a:latin typeface="Verizon NHG TX"/>
                <a:ea typeface="Verizon NHG TX"/>
                <a:cs typeface="Verizon NHG TX"/>
                <a:sym typeface="Verizon NHG TX"/>
              </a:defRPr>
            </a:lvl4pPr>
            <a:lvl5pPr lvl="4" marR="0" rtl="0" algn="l">
              <a:lnSpc>
                <a:spcPct val="100000"/>
              </a:lnSpc>
              <a:spcBef>
                <a:spcPts val="0"/>
              </a:spcBef>
              <a:spcAft>
                <a:spcPts val="0"/>
              </a:spcAft>
              <a:buClr>
                <a:srgbClr val="000000"/>
              </a:buClr>
              <a:buSzPts val="1100"/>
              <a:buFont typeface="Verizon NHG TX"/>
              <a:buNone/>
              <a:defRPr b="0" i="0" sz="1400" u="none" cap="none" strike="noStrike">
                <a:solidFill>
                  <a:srgbClr val="000000"/>
                </a:solidFill>
                <a:latin typeface="Verizon NHG TX"/>
                <a:ea typeface="Verizon NHG TX"/>
                <a:cs typeface="Verizon NHG TX"/>
                <a:sym typeface="Verizon NHG TX"/>
              </a:defRPr>
            </a:lvl5pPr>
            <a:lvl6pPr lvl="5" marR="0" rtl="0" algn="l">
              <a:lnSpc>
                <a:spcPct val="100000"/>
              </a:lnSpc>
              <a:spcBef>
                <a:spcPts val="0"/>
              </a:spcBef>
              <a:spcAft>
                <a:spcPts val="0"/>
              </a:spcAft>
              <a:buClr>
                <a:srgbClr val="000000"/>
              </a:buClr>
              <a:buSzPts val="1100"/>
              <a:buFont typeface="Verizon NHG TX"/>
              <a:buNone/>
              <a:defRPr b="0" i="0" sz="1400" u="none" cap="none" strike="noStrike">
                <a:solidFill>
                  <a:srgbClr val="000000"/>
                </a:solidFill>
                <a:latin typeface="Verizon NHG TX"/>
                <a:ea typeface="Verizon NHG TX"/>
                <a:cs typeface="Verizon NHG TX"/>
                <a:sym typeface="Verizon NHG TX"/>
              </a:defRPr>
            </a:lvl6pPr>
            <a:lvl7pPr lvl="6" marR="0" rtl="0" algn="l">
              <a:lnSpc>
                <a:spcPct val="100000"/>
              </a:lnSpc>
              <a:spcBef>
                <a:spcPts val="0"/>
              </a:spcBef>
              <a:spcAft>
                <a:spcPts val="0"/>
              </a:spcAft>
              <a:buClr>
                <a:srgbClr val="000000"/>
              </a:buClr>
              <a:buSzPts val="1100"/>
              <a:buFont typeface="Verizon NHG TX"/>
              <a:buNone/>
              <a:defRPr b="0" i="0" sz="1400" u="none" cap="none" strike="noStrike">
                <a:solidFill>
                  <a:srgbClr val="000000"/>
                </a:solidFill>
                <a:latin typeface="Verizon NHG TX"/>
                <a:ea typeface="Verizon NHG TX"/>
                <a:cs typeface="Verizon NHG TX"/>
                <a:sym typeface="Verizon NHG TX"/>
              </a:defRPr>
            </a:lvl7pPr>
            <a:lvl8pPr lvl="7" marR="0" rtl="0" algn="l">
              <a:lnSpc>
                <a:spcPct val="100000"/>
              </a:lnSpc>
              <a:spcBef>
                <a:spcPts val="0"/>
              </a:spcBef>
              <a:spcAft>
                <a:spcPts val="0"/>
              </a:spcAft>
              <a:buClr>
                <a:srgbClr val="000000"/>
              </a:buClr>
              <a:buSzPts val="1100"/>
              <a:buFont typeface="Verizon NHG TX"/>
              <a:buNone/>
              <a:defRPr b="0" i="0" sz="1400" u="none" cap="none" strike="noStrike">
                <a:solidFill>
                  <a:srgbClr val="000000"/>
                </a:solidFill>
                <a:latin typeface="Verizon NHG TX"/>
                <a:ea typeface="Verizon NHG TX"/>
                <a:cs typeface="Verizon NHG TX"/>
                <a:sym typeface="Verizon NHG TX"/>
              </a:defRPr>
            </a:lvl8pPr>
            <a:lvl9pPr lvl="8" marR="0" rtl="0" algn="l">
              <a:lnSpc>
                <a:spcPct val="100000"/>
              </a:lnSpc>
              <a:spcBef>
                <a:spcPts val="0"/>
              </a:spcBef>
              <a:spcAft>
                <a:spcPts val="0"/>
              </a:spcAft>
              <a:buClr>
                <a:srgbClr val="000000"/>
              </a:buClr>
              <a:buSzPts val="1100"/>
              <a:buFont typeface="Verizon NHG TX"/>
              <a:buNone/>
              <a:defRPr b="0" i="0" sz="1400" u="none" cap="none" strike="noStrike">
                <a:solidFill>
                  <a:srgbClr val="000000"/>
                </a:solidFill>
                <a:latin typeface="Verizon NHG TX"/>
                <a:ea typeface="Verizon NHG TX"/>
                <a:cs typeface="Verizon NHG TX"/>
                <a:sym typeface="Verizon NHG TX"/>
              </a:defRPr>
            </a:lvl9pPr>
          </a:lstStyle>
          <a:p/>
        </p:txBody>
      </p:sp>
      <p:sp>
        <p:nvSpPr>
          <p:cNvPr id="1101" name="Google Shape;1101;p167"/>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rtl="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rtl="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rtl="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rtl="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rtl="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rtl="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rtl="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rtl="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rtl="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pic>
        <p:nvPicPr>
          <p:cNvPr id="1102" name="Google Shape;1102;p167"/>
          <p:cNvPicPr preferRelativeResize="0"/>
          <p:nvPr/>
        </p:nvPicPr>
        <p:blipFill rotWithShape="1">
          <a:blip r:embed="rId1">
            <a:alphaModFix/>
          </a:blip>
          <a:srcRect b="0" l="0" r="0" t="0"/>
          <a:stretch/>
        </p:blipFill>
        <p:spPr>
          <a:xfrm>
            <a:off x="372624" y="4632722"/>
            <a:ext cx="841577" cy="344233"/>
          </a:xfrm>
          <a:prstGeom prst="rect">
            <a:avLst/>
          </a:prstGeom>
          <a:noFill/>
          <a:ln>
            <a:noFill/>
          </a:ln>
        </p:spPr>
      </p:pic>
      <p:sp>
        <p:nvSpPr>
          <p:cNvPr id="1103" name="Google Shape;1103;p167"/>
          <p:cNvSpPr txBox="1"/>
          <p:nvPr>
            <p:ph idx="1" type="body"/>
          </p:nvPr>
        </p:nvSpPr>
        <p:spPr>
          <a:xfrm>
            <a:off x="473869" y="1188244"/>
            <a:ext cx="7950900" cy="32634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800"/>
              </a:spcBef>
              <a:spcAft>
                <a:spcPts val="0"/>
              </a:spcAft>
              <a:buClr>
                <a:schemeClr val="dk1"/>
              </a:buClr>
              <a:buSzPts val="900"/>
              <a:buFont typeface="Verizon NHG TX"/>
              <a:buNone/>
              <a:defRPr b="1" i="0" sz="900" u="none" cap="none" strike="noStrike">
                <a:solidFill>
                  <a:schemeClr val="dk1"/>
                </a:solidFill>
                <a:latin typeface="Verizon NHG TX"/>
                <a:ea typeface="Verizon NHG TX"/>
                <a:cs typeface="Verizon NHG TX"/>
                <a:sym typeface="Verizon NHG TX"/>
              </a:defRPr>
            </a:lvl1pPr>
            <a:lvl2pPr indent="-228600" lvl="1" marL="914400" marR="0" rtl="0" algn="l">
              <a:lnSpc>
                <a:spcPct val="100000"/>
              </a:lnSpc>
              <a:spcBef>
                <a:spcPts val="400"/>
              </a:spcBef>
              <a:spcAft>
                <a:spcPts val="0"/>
              </a:spcAft>
              <a:buClr>
                <a:schemeClr val="dk1"/>
              </a:buClr>
              <a:buSzPts val="900"/>
              <a:buFont typeface="Verizon NHG TX"/>
              <a:buNone/>
              <a:defRPr b="0" i="0" sz="900" u="none" cap="none" strike="noStrike">
                <a:solidFill>
                  <a:schemeClr val="dk1"/>
                </a:solidFill>
                <a:latin typeface="Verizon NHG TX"/>
                <a:ea typeface="Verizon NHG TX"/>
                <a:cs typeface="Verizon NHG TX"/>
                <a:sym typeface="Verizon NHG TX"/>
              </a:defRPr>
            </a:lvl2pPr>
            <a:lvl3pPr indent="-285750" lvl="2" marL="1371600" marR="0" rtl="0" algn="l">
              <a:lnSpc>
                <a:spcPct val="10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3pPr>
            <a:lvl4pPr indent="-285750" lvl="3" marL="1828800" marR="0" rtl="0" algn="l">
              <a:lnSpc>
                <a:spcPct val="10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4pPr>
            <a:lvl5pPr indent="-285750" lvl="4" marL="2286000" marR="0" rtl="0" algn="l">
              <a:lnSpc>
                <a:spcPct val="10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5pPr>
            <a:lvl6pPr indent="-285750" lvl="5" marL="2743200" marR="0" rtl="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6pPr>
            <a:lvl7pPr indent="-285750" lvl="6" marL="3200400" marR="0" rtl="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7pPr>
            <a:lvl8pPr indent="-285750" lvl="7" marL="3657600" marR="0" rtl="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8pPr>
            <a:lvl9pPr indent="-285750" lvl="8" marL="4114800" marR="0" rtl="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9pPr>
          </a:lstStyle>
          <a:p/>
        </p:txBody>
      </p:sp>
    </p:spTree>
  </p:cSld>
  <p:clrMap accent1="accent1" accent2="accent2" accent3="accent3" accent4="accent4" accent5="accent5" accent6="accent6" bg1="lt1" bg2="dk2" tx1="dk1" tx2="lt2" folHlink="folHlink" hlink="hlink"/>
  <p:sldLayoutIdLst>
    <p:sldLayoutId id="2147483811" r:id="rId2"/>
    <p:sldLayoutId id="2147483812" r:id="rId3"/>
    <p:sldLayoutId id="2147483813" r:id="rId4"/>
    <p:sldLayoutId id="2147483814" r:id="rId5"/>
    <p:sldLayoutId id="2147483815" r:id="rId6"/>
    <p:sldLayoutId id="2147483816" r:id="rId7"/>
    <p:sldLayoutId id="2147483817" r:id="rId8"/>
    <p:sldLayoutId id="2147483818" r:id="rId9"/>
    <p:sldLayoutId id="2147483819" r:id="rId10"/>
    <p:sldLayoutId id="2147483820" r:id="rId11"/>
    <p:sldLayoutId id="2147483821" r:id="rId12"/>
    <p:sldLayoutId id="2147483822" r:id="rId13"/>
    <p:sldLayoutId id="2147483823" r:id="rId14"/>
    <p:sldLayoutId id="2147483824" r:id="rId15"/>
    <p:sldLayoutId id="2147483825" r:id="rId16"/>
    <p:sldLayoutId id="2147483826" r:id="rId17"/>
    <p:sldLayoutId id="2147483827" r:id="rId18"/>
    <p:sldLayoutId id="2147483828" r:id="rId19"/>
    <p:sldLayoutId id="2147483829" r:id="rId20"/>
    <p:sldLayoutId id="2147483830" r:id="rId21"/>
    <p:sldLayoutId id="2147483831" r:id="rId22"/>
    <p:sldLayoutId id="2147483832" r:id="rId23"/>
    <p:sldLayoutId id="2147483833" r:id="rId24"/>
    <p:sldLayoutId id="2147483834" r:id="rId25"/>
    <p:sldLayoutId id="2147483835" r:id="rId26"/>
    <p:sldLayoutId id="2147483836" r:id="rId27"/>
    <p:sldLayoutId id="2147483837" r:id="rId28"/>
    <p:sldLayoutId id="2147483838" r:id="rId29"/>
    <p:sldLayoutId id="2147483839" r:id="rId30"/>
    <p:sldLayoutId id="2147483840" r:id="rId31"/>
    <p:sldLayoutId id="2147483841" r:id="rId32"/>
    <p:sldLayoutId id="2147483842" r:id="rId33"/>
    <p:sldLayoutId id="2147483843" r:id="rId34"/>
    <p:sldLayoutId id="2147483844" r:id="rId35"/>
    <p:sldLayoutId id="2147483845" r:id="rId36"/>
    <p:sldLayoutId id="2147483846" r:id="rId37"/>
    <p:sldLayoutId id="2147483847" r:id="rId38"/>
    <p:sldLayoutId id="2147483848" r:id="rId39"/>
    <p:sldLayoutId id="2147483849" r:id="rId40"/>
    <p:sldLayoutId id="2147483850" r:id="rId41"/>
    <p:sldLayoutId id="2147483851" r:id="rId42"/>
    <p:sldLayoutId id="2147483852" r:id="rId43"/>
    <p:sldLayoutId id="2147483853" r:id="rId44"/>
    <p:sldLayoutId id="2147483854" r:id="rId45"/>
    <p:sldLayoutId id="2147483855" r:id="rId46"/>
    <p:sldLayoutId id="2147483856" r:id="rId47"/>
    <p:sldLayoutId id="2147483857" r:id="rId48"/>
    <p:sldLayoutId id="2147483858" r:id="rId4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584">
          <p15:clr>
            <a:srgbClr val="C35EA4"/>
          </p15:clr>
        </p15:guide>
        <p15:guide id="2" pos="659">
          <p15:clr>
            <a:srgbClr val="C35EA4"/>
          </p15:clr>
        </p15:guide>
        <p15:guide id="3" pos="734">
          <p15:clr>
            <a:srgbClr val="C35EA4"/>
          </p15:clr>
        </p15:guide>
        <p15:guide id="4" pos="1098">
          <p15:clr>
            <a:srgbClr val="C35EA4"/>
          </p15:clr>
        </p15:guide>
        <p15:guide id="5" pos="1170">
          <p15:clr>
            <a:srgbClr val="C35EA4"/>
          </p15:clr>
        </p15:guide>
        <p15:guide id="6" pos="1530">
          <p15:clr>
            <a:srgbClr val="C35EA4"/>
          </p15:clr>
        </p15:guide>
        <p15:guide id="7" pos="1609">
          <p15:clr>
            <a:srgbClr val="C35EA4"/>
          </p15:clr>
        </p15:guide>
        <p15:guide id="8" pos="1966">
          <p15:clr>
            <a:srgbClr val="C35EA4"/>
          </p15:clr>
        </p15:guide>
        <p15:guide id="9" pos="2041">
          <p15:clr>
            <a:srgbClr val="C35EA4"/>
          </p15:clr>
        </p15:guide>
        <p15:guide id="10" pos="2405">
          <p15:clr>
            <a:srgbClr val="C35EA4"/>
          </p15:clr>
        </p15:guide>
        <p15:guide id="11" pos="2480">
          <p15:clr>
            <a:srgbClr val="C35EA4"/>
          </p15:clr>
        </p15:guide>
        <p15:guide id="12" orient="horz" pos="1656">
          <p15:clr>
            <a:srgbClr val="C35EA4"/>
          </p15:clr>
        </p15:guide>
        <p15:guide id="13" pos="2848">
          <p15:clr>
            <a:srgbClr val="C35EA4"/>
          </p15:clr>
        </p15:guide>
        <p15:guide id="14" pos="2915">
          <p15:clr>
            <a:srgbClr val="C35EA4"/>
          </p15:clr>
        </p15:guide>
        <p15:guide id="15" pos="3280">
          <p15:clr>
            <a:srgbClr val="C35EA4"/>
          </p15:clr>
        </p15:guide>
        <p15:guide id="16" pos="3352">
          <p15:clr>
            <a:srgbClr val="C35EA4"/>
          </p15:clr>
        </p15:guide>
        <p15:guide id="17" pos="3715">
          <p15:clr>
            <a:srgbClr val="C35EA4"/>
          </p15:clr>
        </p15:guide>
        <p15:guide id="18" pos="3787">
          <p15:clr>
            <a:srgbClr val="C35EA4"/>
          </p15:clr>
        </p15:guide>
        <p15:guide id="19" pos="4151">
          <p15:clr>
            <a:srgbClr val="C35EA4"/>
          </p15:clr>
        </p15:guide>
        <p15:guide id="20" pos="4223">
          <p15:clr>
            <a:srgbClr val="C35EA4"/>
          </p15:clr>
        </p15:guide>
        <p15:guide id="21" pos="4583">
          <p15:clr>
            <a:srgbClr val="C35EA4"/>
          </p15:clr>
        </p15:guide>
        <p15:guide id="22" pos="4658">
          <p15:clr>
            <a:srgbClr val="C35EA4"/>
          </p15:clr>
        </p15:guide>
        <p15:guide id="23" pos="5026">
          <p15:clr>
            <a:srgbClr val="C35EA4"/>
          </p15:clr>
        </p15:guide>
        <p15:guide id="24" pos="5094">
          <p15:clr>
            <a:srgbClr val="C35EA4"/>
          </p15:clr>
        </p15:guide>
        <p15:guide id="25" orient="horz" pos="1202">
          <p15:clr>
            <a:srgbClr val="C35EA4"/>
          </p15:clr>
        </p15:guide>
        <p15:guide id="26" orient="horz" pos="1130">
          <p15:clr>
            <a:srgbClr val="C35EA4"/>
          </p15:clr>
        </p15:guide>
        <p15:guide id="27" orient="horz" pos="749">
          <p15:clr>
            <a:srgbClr val="C35EA4"/>
          </p15:clr>
        </p15:guide>
        <p15:guide id="28" orient="horz" pos="677">
          <p15:clr>
            <a:srgbClr val="C35EA4"/>
          </p15:clr>
        </p15:guide>
        <p15:guide id="29" orient="horz" pos="2038">
          <p15:clr>
            <a:srgbClr val="C35EA4"/>
          </p15:clr>
        </p15:guide>
        <p15:guide id="30" orient="horz" pos="2110">
          <p15:clr>
            <a:srgbClr val="C35EA4"/>
          </p15:clr>
        </p15:guide>
        <p15:guide id="31" orient="horz" pos="2484">
          <p15:clr>
            <a:srgbClr val="C35EA4"/>
          </p15:clr>
        </p15:guide>
        <p15:guide id="32" orient="horz" pos="2560">
          <p15:clr>
            <a:srgbClr val="C35EA4"/>
          </p15:clr>
        </p15:guide>
        <p15:guide id="33" orient="horz" pos="295">
          <p15:clr>
            <a:srgbClr val="5ACBF0"/>
          </p15:clr>
        </p15:guide>
        <p15:guide id="34" orient="horz" pos="2938">
          <p15:clr>
            <a:srgbClr val="5ACBF0"/>
          </p15:clr>
        </p15:guide>
        <p15:guide id="35" pos="299">
          <p15:clr>
            <a:srgbClr val="5ACBF0"/>
          </p15:clr>
        </p15:guide>
        <p15:guide id="36" pos="5461">
          <p15:clr>
            <a:srgbClr val="5ACBF0"/>
          </p15:clr>
        </p15:guide>
      </p15:sldGuideLst>
    </p:ext>
  </p:extLst>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00" name="Shape 1400"/>
        <p:cNvGrpSpPr/>
        <p:nvPr/>
      </p:nvGrpSpPr>
      <p:grpSpPr>
        <a:xfrm>
          <a:off x="0" y="0"/>
          <a:ext cx="0" cy="0"/>
          <a:chOff x="0" y="0"/>
          <a:chExt cx="0" cy="0"/>
        </a:xfrm>
      </p:grpSpPr>
      <p:sp>
        <p:nvSpPr>
          <p:cNvPr id="1401" name="Google Shape;1401;p216"/>
          <p:cNvSpPr txBox="1"/>
          <p:nvPr/>
        </p:nvSpPr>
        <p:spPr>
          <a:xfrm>
            <a:off x="2625367" y="4761251"/>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b="0" i="0" sz="1100" u="none" cap="none" strike="noStrike">
              <a:solidFill>
                <a:srgbClr val="000000"/>
              </a:solidFill>
              <a:latin typeface="Verizon NHG TX"/>
              <a:ea typeface="Verizon NHG TX"/>
              <a:cs typeface="Verizon NHG TX"/>
              <a:sym typeface="Verizon NHG TX"/>
            </a:endParaRPr>
          </a:p>
        </p:txBody>
      </p:sp>
      <p:sp>
        <p:nvSpPr>
          <p:cNvPr id="1402" name="Google Shape;1402;p216"/>
          <p:cNvSpPr txBox="1"/>
          <p:nvPr>
            <p:ph type="title"/>
          </p:nvPr>
        </p:nvSpPr>
        <p:spPr>
          <a:xfrm>
            <a:off x="473869" y="469106"/>
            <a:ext cx="7950900" cy="531900"/>
          </a:xfrm>
          <a:prstGeom prst="rect">
            <a:avLst/>
          </a:prstGeom>
          <a:noFill/>
          <a:ln>
            <a:noFill/>
          </a:ln>
        </p:spPr>
        <p:txBody>
          <a:bodyPr anchorCtr="0" anchor="t" bIns="0" lIns="0" spcFirstLastPara="1" rIns="0" wrap="square" tIns="0">
            <a:normAutofit/>
          </a:bodyPr>
          <a:lstStyle>
            <a:lvl1pPr lvl="0" marR="0" rtl="0" algn="l">
              <a:lnSpc>
                <a:spcPct val="9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lvl="1" marR="0" rtl="0" algn="l">
              <a:lnSpc>
                <a:spcPct val="100000"/>
              </a:lnSpc>
              <a:spcBef>
                <a:spcPts val="0"/>
              </a:spcBef>
              <a:spcAft>
                <a:spcPts val="0"/>
              </a:spcAft>
              <a:buClr>
                <a:srgbClr val="000000"/>
              </a:buClr>
              <a:buSzPts val="1100"/>
              <a:buFont typeface="Verizon NHG TX"/>
              <a:buNone/>
              <a:defRPr b="0" i="0" sz="1400" u="none" cap="none" strike="noStrike">
                <a:solidFill>
                  <a:srgbClr val="000000"/>
                </a:solidFill>
                <a:latin typeface="Verizon NHG TX"/>
                <a:ea typeface="Verizon NHG TX"/>
                <a:cs typeface="Verizon NHG TX"/>
                <a:sym typeface="Verizon NHG TX"/>
              </a:defRPr>
            </a:lvl2pPr>
            <a:lvl3pPr lvl="2" marR="0" rtl="0" algn="l">
              <a:lnSpc>
                <a:spcPct val="100000"/>
              </a:lnSpc>
              <a:spcBef>
                <a:spcPts val="0"/>
              </a:spcBef>
              <a:spcAft>
                <a:spcPts val="0"/>
              </a:spcAft>
              <a:buClr>
                <a:srgbClr val="000000"/>
              </a:buClr>
              <a:buSzPts val="1100"/>
              <a:buFont typeface="Verizon NHG TX"/>
              <a:buNone/>
              <a:defRPr b="0" i="0" sz="1400" u="none" cap="none" strike="noStrike">
                <a:solidFill>
                  <a:srgbClr val="000000"/>
                </a:solidFill>
                <a:latin typeface="Verizon NHG TX"/>
                <a:ea typeface="Verizon NHG TX"/>
                <a:cs typeface="Verizon NHG TX"/>
                <a:sym typeface="Verizon NHG TX"/>
              </a:defRPr>
            </a:lvl3pPr>
            <a:lvl4pPr lvl="3" marR="0" rtl="0" algn="l">
              <a:lnSpc>
                <a:spcPct val="100000"/>
              </a:lnSpc>
              <a:spcBef>
                <a:spcPts val="0"/>
              </a:spcBef>
              <a:spcAft>
                <a:spcPts val="0"/>
              </a:spcAft>
              <a:buClr>
                <a:srgbClr val="000000"/>
              </a:buClr>
              <a:buSzPts val="1100"/>
              <a:buFont typeface="Verizon NHG TX"/>
              <a:buNone/>
              <a:defRPr b="0" i="0" sz="1400" u="none" cap="none" strike="noStrike">
                <a:solidFill>
                  <a:srgbClr val="000000"/>
                </a:solidFill>
                <a:latin typeface="Verizon NHG TX"/>
                <a:ea typeface="Verizon NHG TX"/>
                <a:cs typeface="Verizon NHG TX"/>
                <a:sym typeface="Verizon NHG TX"/>
              </a:defRPr>
            </a:lvl4pPr>
            <a:lvl5pPr lvl="4" marR="0" rtl="0" algn="l">
              <a:lnSpc>
                <a:spcPct val="100000"/>
              </a:lnSpc>
              <a:spcBef>
                <a:spcPts val="0"/>
              </a:spcBef>
              <a:spcAft>
                <a:spcPts val="0"/>
              </a:spcAft>
              <a:buClr>
                <a:srgbClr val="000000"/>
              </a:buClr>
              <a:buSzPts val="1100"/>
              <a:buFont typeface="Verizon NHG TX"/>
              <a:buNone/>
              <a:defRPr b="0" i="0" sz="1400" u="none" cap="none" strike="noStrike">
                <a:solidFill>
                  <a:srgbClr val="000000"/>
                </a:solidFill>
                <a:latin typeface="Verizon NHG TX"/>
                <a:ea typeface="Verizon NHG TX"/>
                <a:cs typeface="Verizon NHG TX"/>
                <a:sym typeface="Verizon NHG TX"/>
              </a:defRPr>
            </a:lvl5pPr>
            <a:lvl6pPr lvl="5" marR="0" rtl="0" algn="l">
              <a:lnSpc>
                <a:spcPct val="100000"/>
              </a:lnSpc>
              <a:spcBef>
                <a:spcPts val="0"/>
              </a:spcBef>
              <a:spcAft>
                <a:spcPts val="0"/>
              </a:spcAft>
              <a:buClr>
                <a:srgbClr val="000000"/>
              </a:buClr>
              <a:buSzPts val="1100"/>
              <a:buFont typeface="Verizon NHG TX"/>
              <a:buNone/>
              <a:defRPr b="0" i="0" sz="1400" u="none" cap="none" strike="noStrike">
                <a:solidFill>
                  <a:srgbClr val="000000"/>
                </a:solidFill>
                <a:latin typeface="Verizon NHG TX"/>
                <a:ea typeface="Verizon NHG TX"/>
                <a:cs typeface="Verizon NHG TX"/>
                <a:sym typeface="Verizon NHG TX"/>
              </a:defRPr>
            </a:lvl6pPr>
            <a:lvl7pPr lvl="6" marR="0" rtl="0" algn="l">
              <a:lnSpc>
                <a:spcPct val="100000"/>
              </a:lnSpc>
              <a:spcBef>
                <a:spcPts val="0"/>
              </a:spcBef>
              <a:spcAft>
                <a:spcPts val="0"/>
              </a:spcAft>
              <a:buClr>
                <a:srgbClr val="000000"/>
              </a:buClr>
              <a:buSzPts val="1100"/>
              <a:buFont typeface="Verizon NHG TX"/>
              <a:buNone/>
              <a:defRPr b="0" i="0" sz="1400" u="none" cap="none" strike="noStrike">
                <a:solidFill>
                  <a:srgbClr val="000000"/>
                </a:solidFill>
                <a:latin typeface="Verizon NHG TX"/>
                <a:ea typeface="Verizon NHG TX"/>
                <a:cs typeface="Verizon NHG TX"/>
                <a:sym typeface="Verizon NHG TX"/>
              </a:defRPr>
            </a:lvl7pPr>
            <a:lvl8pPr lvl="7" marR="0" rtl="0" algn="l">
              <a:lnSpc>
                <a:spcPct val="100000"/>
              </a:lnSpc>
              <a:spcBef>
                <a:spcPts val="0"/>
              </a:spcBef>
              <a:spcAft>
                <a:spcPts val="0"/>
              </a:spcAft>
              <a:buClr>
                <a:srgbClr val="000000"/>
              </a:buClr>
              <a:buSzPts val="1100"/>
              <a:buFont typeface="Verizon NHG TX"/>
              <a:buNone/>
              <a:defRPr b="0" i="0" sz="1400" u="none" cap="none" strike="noStrike">
                <a:solidFill>
                  <a:srgbClr val="000000"/>
                </a:solidFill>
                <a:latin typeface="Verizon NHG TX"/>
                <a:ea typeface="Verizon NHG TX"/>
                <a:cs typeface="Verizon NHG TX"/>
                <a:sym typeface="Verizon NHG TX"/>
              </a:defRPr>
            </a:lvl8pPr>
            <a:lvl9pPr lvl="8" marR="0" rtl="0" algn="l">
              <a:lnSpc>
                <a:spcPct val="100000"/>
              </a:lnSpc>
              <a:spcBef>
                <a:spcPts val="0"/>
              </a:spcBef>
              <a:spcAft>
                <a:spcPts val="0"/>
              </a:spcAft>
              <a:buClr>
                <a:srgbClr val="000000"/>
              </a:buClr>
              <a:buSzPts val="1100"/>
              <a:buFont typeface="Verizon NHG TX"/>
              <a:buNone/>
              <a:defRPr b="0" i="0" sz="1400" u="none" cap="none" strike="noStrike">
                <a:solidFill>
                  <a:srgbClr val="000000"/>
                </a:solidFill>
                <a:latin typeface="Verizon NHG TX"/>
                <a:ea typeface="Verizon NHG TX"/>
                <a:cs typeface="Verizon NHG TX"/>
                <a:sym typeface="Verizon NHG TX"/>
              </a:defRPr>
            </a:lvl9pPr>
          </a:lstStyle>
          <a:p/>
        </p:txBody>
      </p:sp>
      <p:sp>
        <p:nvSpPr>
          <p:cNvPr id="1403" name="Google Shape;1403;p216"/>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rtl="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rtl="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rtl="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rtl="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rtl="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rtl="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rtl="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rtl="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rtl="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pic>
        <p:nvPicPr>
          <p:cNvPr id="1404" name="Google Shape;1404;p216"/>
          <p:cNvPicPr preferRelativeResize="0"/>
          <p:nvPr/>
        </p:nvPicPr>
        <p:blipFill rotWithShape="1">
          <a:blip r:embed="rId1">
            <a:alphaModFix/>
          </a:blip>
          <a:srcRect b="0" l="0" r="0" t="0"/>
          <a:stretch/>
        </p:blipFill>
        <p:spPr>
          <a:xfrm>
            <a:off x="372624" y="4632722"/>
            <a:ext cx="841577" cy="344233"/>
          </a:xfrm>
          <a:prstGeom prst="rect">
            <a:avLst/>
          </a:prstGeom>
          <a:noFill/>
          <a:ln>
            <a:noFill/>
          </a:ln>
        </p:spPr>
      </p:pic>
      <p:sp>
        <p:nvSpPr>
          <p:cNvPr id="1405" name="Google Shape;1405;p216"/>
          <p:cNvSpPr txBox="1"/>
          <p:nvPr>
            <p:ph idx="1" type="body"/>
          </p:nvPr>
        </p:nvSpPr>
        <p:spPr>
          <a:xfrm>
            <a:off x="473869" y="1188244"/>
            <a:ext cx="7950900" cy="32634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800"/>
              </a:spcBef>
              <a:spcAft>
                <a:spcPts val="0"/>
              </a:spcAft>
              <a:buClr>
                <a:schemeClr val="dk1"/>
              </a:buClr>
              <a:buSzPts val="900"/>
              <a:buFont typeface="Verizon NHG TX"/>
              <a:buNone/>
              <a:defRPr b="1" i="0" sz="900" u="none" cap="none" strike="noStrike">
                <a:solidFill>
                  <a:schemeClr val="dk1"/>
                </a:solidFill>
                <a:latin typeface="Verizon NHG TX"/>
                <a:ea typeface="Verizon NHG TX"/>
                <a:cs typeface="Verizon NHG TX"/>
                <a:sym typeface="Verizon NHG TX"/>
              </a:defRPr>
            </a:lvl1pPr>
            <a:lvl2pPr indent="-228600" lvl="1" marL="914400" marR="0" rtl="0" algn="l">
              <a:lnSpc>
                <a:spcPct val="100000"/>
              </a:lnSpc>
              <a:spcBef>
                <a:spcPts val="400"/>
              </a:spcBef>
              <a:spcAft>
                <a:spcPts val="0"/>
              </a:spcAft>
              <a:buClr>
                <a:schemeClr val="dk1"/>
              </a:buClr>
              <a:buSzPts val="900"/>
              <a:buFont typeface="Verizon NHG TX"/>
              <a:buNone/>
              <a:defRPr b="0" i="0" sz="900" u="none" cap="none" strike="noStrike">
                <a:solidFill>
                  <a:schemeClr val="dk1"/>
                </a:solidFill>
                <a:latin typeface="Verizon NHG TX"/>
                <a:ea typeface="Verizon NHG TX"/>
                <a:cs typeface="Verizon NHG TX"/>
                <a:sym typeface="Verizon NHG TX"/>
              </a:defRPr>
            </a:lvl2pPr>
            <a:lvl3pPr indent="-285750" lvl="2" marL="1371600" marR="0" rtl="0" algn="l">
              <a:lnSpc>
                <a:spcPct val="10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3pPr>
            <a:lvl4pPr indent="-285750" lvl="3" marL="1828800" marR="0" rtl="0" algn="l">
              <a:lnSpc>
                <a:spcPct val="10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4pPr>
            <a:lvl5pPr indent="-285750" lvl="4" marL="2286000" marR="0" rtl="0" algn="l">
              <a:lnSpc>
                <a:spcPct val="10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5pPr>
            <a:lvl6pPr indent="-285750" lvl="5" marL="2743200" marR="0" rtl="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6pPr>
            <a:lvl7pPr indent="-285750" lvl="6" marL="3200400" marR="0" rtl="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7pPr>
            <a:lvl8pPr indent="-285750" lvl="7" marL="3657600" marR="0" rtl="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8pPr>
            <a:lvl9pPr indent="-285750" lvl="8" marL="4114800" marR="0" rtl="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9pPr>
          </a:lstStyle>
          <a:p/>
        </p:txBody>
      </p:sp>
    </p:spTree>
  </p:cSld>
  <p:clrMap accent1="accent1" accent2="accent2" accent3="accent3" accent4="accent4" accent5="accent5" accent6="accent6" bg1="lt1" bg2="dk2" tx1="dk1" tx2="lt2" folHlink="folHlink" hlink="hlink"/>
  <p:sldLayoutIdLst>
    <p:sldLayoutId id="2147483859" r:id="rId2"/>
    <p:sldLayoutId id="2147483860" r:id="rId3"/>
    <p:sldLayoutId id="2147483861" r:id="rId4"/>
    <p:sldLayoutId id="2147483862" r:id="rId5"/>
    <p:sldLayoutId id="2147483863" r:id="rId6"/>
    <p:sldLayoutId id="2147483864" r:id="rId7"/>
    <p:sldLayoutId id="2147483865" r:id="rId8"/>
    <p:sldLayoutId id="2147483866" r:id="rId9"/>
    <p:sldLayoutId id="2147483867" r:id="rId10"/>
    <p:sldLayoutId id="2147483868" r:id="rId11"/>
    <p:sldLayoutId id="2147483869" r:id="rId12"/>
    <p:sldLayoutId id="2147483870" r:id="rId13"/>
    <p:sldLayoutId id="2147483871" r:id="rId14"/>
    <p:sldLayoutId id="2147483872" r:id="rId15"/>
    <p:sldLayoutId id="2147483873" r:id="rId16"/>
    <p:sldLayoutId id="2147483874" r:id="rId17"/>
    <p:sldLayoutId id="2147483875" r:id="rId18"/>
    <p:sldLayoutId id="2147483876" r:id="rId19"/>
    <p:sldLayoutId id="2147483877" r:id="rId20"/>
    <p:sldLayoutId id="2147483878" r:id="rId21"/>
    <p:sldLayoutId id="2147483879" r:id="rId22"/>
    <p:sldLayoutId id="2147483880" r:id="rId23"/>
    <p:sldLayoutId id="2147483881" r:id="rId24"/>
    <p:sldLayoutId id="2147483882" r:id="rId25"/>
    <p:sldLayoutId id="2147483883" r:id="rId26"/>
    <p:sldLayoutId id="2147483884" r:id="rId27"/>
    <p:sldLayoutId id="2147483885" r:id="rId28"/>
    <p:sldLayoutId id="2147483886" r:id="rId29"/>
    <p:sldLayoutId id="2147483887" r:id="rId30"/>
    <p:sldLayoutId id="2147483888" r:id="rId31"/>
    <p:sldLayoutId id="2147483889" r:id="rId32"/>
    <p:sldLayoutId id="2147483890" r:id="rId33"/>
    <p:sldLayoutId id="2147483891" r:id="rId34"/>
    <p:sldLayoutId id="2147483892" r:id="rId35"/>
    <p:sldLayoutId id="2147483893" r:id="rId36"/>
    <p:sldLayoutId id="2147483894" r:id="rId37"/>
    <p:sldLayoutId id="2147483895" r:id="rId38"/>
    <p:sldLayoutId id="2147483896" r:id="rId39"/>
    <p:sldLayoutId id="2147483897" r:id="rId40"/>
    <p:sldLayoutId id="2147483898" r:id="rId41"/>
    <p:sldLayoutId id="2147483899" r:id="rId42"/>
    <p:sldLayoutId id="2147483900" r:id="rId43"/>
    <p:sldLayoutId id="2147483901" r:id="rId44"/>
    <p:sldLayoutId id="2147483902" r:id="rId45"/>
    <p:sldLayoutId id="2147483903" r:id="rId46"/>
    <p:sldLayoutId id="2147483904" r:id="rId47"/>
    <p:sldLayoutId id="2147483905" r:id="rId48"/>
    <p:sldLayoutId id="2147483906" r:id="rId4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584">
          <p15:clr>
            <a:srgbClr val="C35EA4"/>
          </p15:clr>
        </p15:guide>
        <p15:guide id="2" pos="659">
          <p15:clr>
            <a:srgbClr val="C35EA4"/>
          </p15:clr>
        </p15:guide>
        <p15:guide id="3" pos="734">
          <p15:clr>
            <a:srgbClr val="C35EA4"/>
          </p15:clr>
        </p15:guide>
        <p15:guide id="4" pos="1098">
          <p15:clr>
            <a:srgbClr val="C35EA4"/>
          </p15:clr>
        </p15:guide>
        <p15:guide id="5" pos="1170">
          <p15:clr>
            <a:srgbClr val="C35EA4"/>
          </p15:clr>
        </p15:guide>
        <p15:guide id="6" pos="1530">
          <p15:clr>
            <a:srgbClr val="C35EA4"/>
          </p15:clr>
        </p15:guide>
        <p15:guide id="7" pos="1609">
          <p15:clr>
            <a:srgbClr val="C35EA4"/>
          </p15:clr>
        </p15:guide>
        <p15:guide id="8" pos="1966">
          <p15:clr>
            <a:srgbClr val="C35EA4"/>
          </p15:clr>
        </p15:guide>
        <p15:guide id="9" pos="2041">
          <p15:clr>
            <a:srgbClr val="C35EA4"/>
          </p15:clr>
        </p15:guide>
        <p15:guide id="10" pos="2405">
          <p15:clr>
            <a:srgbClr val="C35EA4"/>
          </p15:clr>
        </p15:guide>
        <p15:guide id="11" pos="2480">
          <p15:clr>
            <a:srgbClr val="C35EA4"/>
          </p15:clr>
        </p15:guide>
        <p15:guide id="12" orient="horz" pos="1656">
          <p15:clr>
            <a:srgbClr val="C35EA4"/>
          </p15:clr>
        </p15:guide>
        <p15:guide id="13" pos="2848">
          <p15:clr>
            <a:srgbClr val="C35EA4"/>
          </p15:clr>
        </p15:guide>
        <p15:guide id="14" pos="2915">
          <p15:clr>
            <a:srgbClr val="C35EA4"/>
          </p15:clr>
        </p15:guide>
        <p15:guide id="15" pos="3280">
          <p15:clr>
            <a:srgbClr val="C35EA4"/>
          </p15:clr>
        </p15:guide>
        <p15:guide id="16" pos="3352">
          <p15:clr>
            <a:srgbClr val="C35EA4"/>
          </p15:clr>
        </p15:guide>
        <p15:guide id="17" pos="3715">
          <p15:clr>
            <a:srgbClr val="C35EA4"/>
          </p15:clr>
        </p15:guide>
        <p15:guide id="18" pos="3787">
          <p15:clr>
            <a:srgbClr val="C35EA4"/>
          </p15:clr>
        </p15:guide>
        <p15:guide id="19" pos="4151">
          <p15:clr>
            <a:srgbClr val="C35EA4"/>
          </p15:clr>
        </p15:guide>
        <p15:guide id="20" pos="4223">
          <p15:clr>
            <a:srgbClr val="C35EA4"/>
          </p15:clr>
        </p15:guide>
        <p15:guide id="21" pos="4583">
          <p15:clr>
            <a:srgbClr val="C35EA4"/>
          </p15:clr>
        </p15:guide>
        <p15:guide id="22" pos="4658">
          <p15:clr>
            <a:srgbClr val="C35EA4"/>
          </p15:clr>
        </p15:guide>
        <p15:guide id="23" pos="5026">
          <p15:clr>
            <a:srgbClr val="C35EA4"/>
          </p15:clr>
        </p15:guide>
        <p15:guide id="24" pos="5094">
          <p15:clr>
            <a:srgbClr val="C35EA4"/>
          </p15:clr>
        </p15:guide>
        <p15:guide id="25" orient="horz" pos="1202">
          <p15:clr>
            <a:srgbClr val="C35EA4"/>
          </p15:clr>
        </p15:guide>
        <p15:guide id="26" orient="horz" pos="1130">
          <p15:clr>
            <a:srgbClr val="C35EA4"/>
          </p15:clr>
        </p15:guide>
        <p15:guide id="27" orient="horz" pos="749">
          <p15:clr>
            <a:srgbClr val="C35EA4"/>
          </p15:clr>
        </p15:guide>
        <p15:guide id="28" orient="horz" pos="677">
          <p15:clr>
            <a:srgbClr val="C35EA4"/>
          </p15:clr>
        </p15:guide>
        <p15:guide id="29" orient="horz" pos="2038">
          <p15:clr>
            <a:srgbClr val="C35EA4"/>
          </p15:clr>
        </p15:guide>
        <p15:guide id="30" orient="horz" pos="2110">
          <p15:clr>
            <a:srgbClr val="C35EA4"/>
          </p15:clr>
        </p15:guide>
        <p15:guide id="31" orient="horz" pos="2484">
          <p15:clr>
            <a:srgbClr val="C35EA4"/>
          </p15:clr>
        </p15:guide>
        <p15:guide id="32" orient="horz" pos="2560">
          <p15:clr>
            <a:srgbClr val="C35EA4"/>
          </p15:clr>
        </p15:guide>
        <p15:guide id="33" orient="horz" pos="295">
          <p15:clr>
            <a:srgbClr val="5ACBF0"/>
          </p15:clr>
        </p15:guide>
        <p15:guide id="34" orient="horz" pos="2938">
          <p15:clr>
            <a:srgbClr val="5ACBF0"/>
          </p15:clr>
        </p15:guide>
        <p15:guide id="35" pos="299">
          <p15:clr>
            <a:srgbClr val="5ACBF0"/>
          </p15:clr>
        </p15:guide>
        <p15:guide id="36" pos="5461">
          <p15:clr>
            <a:srgbClr val="5ACBF0"/>
          </p15:clr>
        </p15:guide>
      </p15:sldGuideLst>
    </p:ext>
  </p:extLst>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02" name="Shape 1702"/>
        <p:cNvGrpSpPr/>
        <p:nvPr/>
      </p:nvGrpSpPr>
      <p:grpSpPr>
        <a:xfrm>
          <a:off x="0" y="0"/>
          <a:ext cx="0" cy="0"/>
          <a:chOff x="0" y="0"/>
          <a:chExt cx="0" cy="0"/>
        </a:xfrm>
      </p:grpSpPr>
      <p:sp>
        <p:nvSpPr>
          <p:cNvPr id="1703" name="Google Shape;1703;p265"/>
          <p:cNvSpPr txBox="1"/>
          <p:nvPr/>
        </p:nvSpPr>
        <p:spPr>
          <a:xfrm>
            <a:off x="2625367" y="4761251"/>
            <a:ext cx="36939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b="0" i="0" sz="1100" u="none" cap="none" strike="noStrike">
              <a:solidFill>
                <a:srgbClr val="000000"/>
              </a:solidFill>
              <a:latin typeface="Verizon NHG TX"/>
              <a:ea typeface="Verizon NHG TX"/>
              <a:cs typeface="Verizon NHG TX"/>
              <a:sym typeface="Verizon NHG TX"/>
            </a:endParaRPr>
          </a:p>
        </p:txBody>
      </p:sp>
      <p:sp>
        <p:nvSpPr>
          <p:cNvPr id="1704" name="Google Shape;1704;p265"/>
          <p:cNvSpPr txBox="1"/>
          <p:nvPr>
            <p:ph type="title"/>
          </p:nvPr>
        </p:nvSpPr>
        <p:spPr>
          <a:xfrm>
            <a:off x="473869" y="469106"/>
            <a:ext cx="7950900" cy="531900"/>
          </a:xfrm>
          <a:prstGeom prst="rect">
            <a:avLst/>
          </a:prstGeom>
          <a:noFill/>
          <a:ln>
            <a:noFill/>
          </a:ln>
        </p:spPr>
        <p:txBody>
          <a:bodyPr anchorCtr="0" anchor="t" bIns="0" lIns="0" spcFirstLastPara="1" rIns="0" wrap="square" tIns="0">
            <a:normAutofit/>
          </a:bodyPr>
          <a:lstStyle>
            <a:lvl1pPr lvl="0" marR="0" rtl="0" algn="l">
              <a:lnSpc>
                <a:spcPct val="9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lvl="1" marR="0" rtl="0" algn="l">
              <a:lnSpc>
                <a:spcPct val="100000"/>
              </a:lnSpc>
              <a:spcBef>
                <a:spcPts val="0"/>
              </a:spcBef>
              <a:spcAft>
                <a:spcPts val="0"/>
              </a:spcAft>
              <a:buClr>
                <a:srgbClr val="000000"/>
              </a:buClr>
              <a:buSzPts val="1100"/>
              <a:buFont typeface="Verizon NHG TX"/>
              <a:buNone/>
              <a:defRPr b="0" i="0" sz="1400" u="none" cap="none" strike="noStrike">
                <a:solidFill>
                  <a:srgbClr val="000000"/>
                </a:solidFill>
                <a:latin typeface="Verizon NHG TX"/>
                <a:ea typeface="Verizon NHG TX"/>
                <a:cs typeface="Verizon NHG TX"/>
                <a:sym typeface="Verizon NHG TX"/>
              </a:defRPr>
            </a:lvl2pPr>
            <a:lvl3pPr lvl="2" marR="0" rtl="0" algn="l">
              <a:lnSpc>
                <a:spcPct val="100000"/>
              </a:lnSpc>
              <a:spcBef>
                <a:spcPts val="0"/>
              </a:spcBef>
              <a:spcAft>
                <a:spcPts val="0"/>
              </a:spcAft>
              <a:buClr>
                <a:srgbClr val="000000"/>
              </a:buClr>
              <a:buSzPts val="1100"/>
              <a:buFont typeface="Verizon NHG TX"/>
              <a:buNone/>
              <a:defRPr b="0" i="0" sz="1400" u="none" cap="none" strike="noStrike">
                <a:solidFill>
                  <a:srgbClr val="000000"/>
                </a:solidFill>
                <a:latin typeface="Verizon NHG TX"/>
                <a:ea typeface="Verizon NHG TX"/>
                <a:cs typeface="Verizon NHG TX"/>
                <a:sym typeface="Verizon NHG TX"/>
              </a:defRPr>
            </a:lvl3pPr>
            <a:lvl4pPr lvl="3" marR="0" rtl="0" algn="l">
              <a:lnSpc>
                <a:spcPct val="100000"/>
              </a:lnSpc>
              <a:spcBef>
                <a:spcPts val="0"/>
              </a:spcBef>
              <a:spcAft>
                <a:spcPts val="0"/>
              </a:spcAft>
              <a:buClr>
                <a:srgbClr val="000000"/>
              </a:buClr>
              <a:buSzPts val="1100"/>
              <a:buFont typeface="Verizon NHG TX"/>
              <a:buNone/>
              <a:defRPr b="0" i="0" sz="1400" u="none" cap="none" strike="noStrike">
                <a:solidFill>
                  <a:srgbClr val="000000"/>
                </a:solidFill>
                <a:latin typeface="Verizon NHG TX"/>
                <a:ea typeface="Verizon NHG TX"/>
                <a:cs typeface="Verizon NHG TX"/>
                <a:sym typeface="Verizon NHG TX"/>
              </a:defRPr>
            </a:lvl4pPr>
            <a:lvl5pPr lvl="4" marR="0" rtl="0" algn="l">
              <a:lnSpc>
                <a:spcPct val="100000"/>
              </a:lnSpc>
              <a:spcBef>
                <a:spcPts val="0"/>
              </a:spcBef>
              <a:spcAft>
                <a:spcPts val="0"/>
              </a:spcAft>
              <a:buClr>
                <a:srgbClr val="000000"/>
              </a:buClr>
              <a:buSzPts val="1100"/>
              <a:buFont typeface="Verizon NHG TX"/>
              <a:buNone/>
              <a:defRPr b="0" i="0" sz="1400" u="none" cap="none" strike="noStrike">
                <a:solidFill>
                  <a:srgbClr val="000000"/>
                </a:solidFill>
                <a:latin typeface="Verizon NHG TX"/>
                <a:ea typeface="Verizon NHG TX"/>
                <a:cs typeface="Verizon NHG TX"/>
                <a:sym typeface="Verizon NHG TX"/>
              </a:defRPr>
            </a:lvl5pPr>
            <a:lvl6pPr lvl="5" marR="0" rtl="0" algn="l">
              <a:lnSpc>
                <a:spcPct val="100000"/>
              </a:lnSpc>
              <a:spcBef>
                <a:spcPts val="0"/>
              </a:spcBef>
              <a:spcAft>
                <a:spcPts val="0"/>
              </a:spcAft>
              <a:buClr>
                <a:srgbClr val="000000"/>
              </a:buClr>
              <a:buSzPts val="1100"/>
              <a:buFont typeface="Verizon NHG TX"/>
              <a:buNone/>
              <a:defRPr b="0" i="0" sz="1400" u="none" cap="none" strike="noStrike">
                <a:solidFill>
                  <a:srgbClr val="000000"/>
                </a:solidFill>
                <a:latin typeface="Verizon NHG TX"/>
                <a:ea typeface="Verizon NHG TX"/>
                <a:cs typeface="Verizon NHG TX"/>
                <a:sym typeface="Verizon NHG TX"/>
              </a:defRPr>
            </a:lvl6pPr>
            <a:lvl7pPr lvl="6" marR="0" rtl="0" algn="l">
              <a:lnSpc>
                <a:spcPct val="100000"/>
              </a:lnSpc>
              <a:spcBef>
                <a:spcPts val="0"/>
              </a:spcBef>
              <a:spcAft>
                <a:spcPts val="0"/>
              </a:spcAft>
              <a:buClr>
                <a:srgbClr val="000000"/>
              </a:buClr>
              <a:buSzPts val="1100"/>
              <a:buFont typeface="Verizon NHG TX"/>
              <a:buNone/>
              <a:defRPr b="0" i="0" sz="1400" u="none" cap="none" strike="noStrike">
                <a:solidFill>
                  <a:srgbClr val="000000"/>
                </a:solidFill>
                <a:latin typeface="Verizon NHG TX"/>
                <a:ea typeface="Verizon NHG TX"/>
                <a:cs typeface="Verizon NHG TX"/>
                <a:sym typeface="Verizon NHG TX"/>
              </a:defRPr>
            </a:lvl7pPr>
            <a:lvl8pPr lvl="7" marR="0" rtl="0" algn="l">
              <a:lnSpc>
                <a:spcPct val="100000"/>
              </a:lnSpc>
              <a:spcBef>
                <a:spcPts val="0"/>
              </a:spcBef>
              <a:spcAft>
                <a:spcPts val="0"/>
              </a:spcAft>
              <a:buClr>
                <a:srgbClr val="000000"/>
              </a:buClr>
              <a:buSzPts val="1100"/>
              <a:buFont typeface="Verizon NHG TX"/>
              <a:buNone/>
              <a:defRPr b="0" i="0" sz="1400" u="none" cap="none" strike="noStrike">
                <a:solidFill>
                  <a:srgbClr val="000000"/>
                </a:solidFill>
                <a:latin typeface="Verizon NHG TX"/>
                <a:ea typeface="Verizon NHG TX"/>
                <a:cs typeface="Verizon NHG TX"/>
                <a:sym typeface="Verizon NHG TX"/>
              </a:defRPr>
            </a:lvl8pPr>
            <a:lvl9pPr lvl="8" marR="0" rtl="0" algn="l">
              <a:lnSpc>
                <a:spcPct val="100000"/>
              </a:lnSpc>
              <a:spcBef>
                <a:spcPts val="0"/>
              </a:spcBef>
              <a:spcAft>
                <a:spcPts val="0"/>
              </a:spcAft>
              <a:buClr>
                <a:srgbClr val="000000"/>
              </a:buClr>
              <a:buSzPts val="1100"/>
              <a:buFont typeface="Verizon NHG TX"/>
              <a:buNone/>
              <a:defRPr b="0" i="0" sz="1400" u="none" cap="none" strike="noStrike">
                <a:solidFill>
                  <a:srgbClr val="000000"/>
                </a:solidFill>
                <a:latin typeface="Verizon NHG TX"/>
                <a:ea typeface="Verizon NHG TX"/>
                <a:cs typeface="Verizon NHG TX"/>
                <a:sym typeface="Verizon NHG TX"/>
              </a:defRPr>
            </a:lvl9pPr>
          </a:lstStyle>
          <a:p/>
        </p:txBody>
      </p:sp>
      <p:sp>
        <p:nvSpPr>
          <p:cNvPr id="1705" name="Google Shape;1705;p265"/>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rtl="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1pPr>
            <a:lvl2pPr indent="0" lvl="1" marL="0" marR="0" rtl="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2pPr>
            <a:lvl3pPr indent="0" lvl="2" marL="0" marR="0" rtl="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3pPr>
            <a:lvl4pPr indent="0" lvl="3" marL="0" marR="0" rtl="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4pPr>
            <a:lvl5pPr indent="0" lvl="4" marL="0" marR="0" rtl="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5pPr>
            <a:lvl6pPr indent="0" lvl="5" marL="0" marR="0" rtl="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6pPr>
            <a:lvl7pPr indent="0" lvl="6" marL="0" marR="0" rtl="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7pPr>
            <a:lvl8pPr indent="0" lvl="7" marL="0" marR="0" rtl="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8pPr>
            <a:lvl9pPr indent="0" lvl="8" marL="0" marR="0" rtl="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pic>
        <p:nvPicPr>
          <p:cNvPr id="1706" name="Google Shape;1706;p265"/>
          <p:cNvPicPr preferRelativeResize="0"/>
          <p:nvPr/>
        </p:nvPicPr>
        <p:blipFill rotWithShape="1">
          <a:blip r:embed="rId1">
            <a:alphaModFix/>
          </a:blip>
          <a:srcRect b="0" l="0" r="0" t="0"/>
          <a:stretch/>
        </p:blipFill>
        <p:spPr>
          <a:xfrm>
            <a:off x="372624" y="4632722"/>
            <a:ext cx="841577" cy="344233"/>
          </a:xfrm>
          <a:prstGeom prst="rect">
            <a:avLst/>
          </a:prstGeom>
          <a:noFill/>
          <a:ln>
            <a:noFill/>
          </a:ln>
        </p:spPr>
      </p:pic>
      <p:sp>
        <p:nvSpPr>
          <p:cNvPr id="1707" name="Google Shape;1707;p265"/>
          <p:cNvSpPr txBox="1"/>
          <p:nvPr>
            <p:ph idx="1" type="body"/>
          </p:nvPr>
        </p:nvSpPr>
        <p:spPr>
          <a:xfrm>
            <a:off x="473869" y="1188244"/>
            <a:ext cx="7950900" cy="32634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800"/>
              </a:spcBef>
              <a:spcAft>
                <a:spcPts val="0"/>
              </a:spcAft>
              <a:buClr>
                <a:schemeClr val="dk1"/>
              </a:buClr>
              <a:buSzPts val="900"/>
              <a:buFont typeface="Verizon NHG TX"/>
              <a:buNone/>
              <a:defRPr b="1" i="0" sz="900" u="none" cap="none" strike="noStrike">
                <a:solidFill>
                  <a:schemeClr val="dk1"/>
                </a:solidFill>
                <a:latin typeface="Verizon NHG TX"/>
                <a:ea typeface="Verizon NHG TX"/>
                <a:cs typeface="Verizon NHG TX"/>
                <a:sym typeface="Verizon NHG TX"/>
              </a:defRPr>
            </a:lvl1pPr>
            <a:lvl2pPr indent="-228600" lvl="1" marL="914400" marR="0" rtl="0" algn="l">
              <a:lnSpc>
                <a:spcPct val="100000"/>
              </a:lnSpc>
              <a:spcBef>
                <a:spcPts val="400"/>
              </a:spcBef>
              <a:spcAft>
                <a:spcPts val="0"/>
              </a:spcAft>
              <a:buClr>
                <a:schemeClr val="dk1"/>
              </a:buClr>
              <a:buSzPts val="900"/>
              <a:buFont typeface="Verizon NHG TX"/>
              <a:buNone/>
              <a:defRPr b="0" i="0" sz="900" u="none" cap="none" strike="noStrike">
                <a:solidFill>
                  <a:schemeClr val="dk1"/>
                </a:solidFill>
                <a:latin typeface="Verizon NHG TX"/>
                <a:ea typeface="Verizon NHG TX"/>
                <a:cs typeface="Verizon NHG TX"/>
                <a:sym typeface="Verizon NHG TX"/>
              </a:defRPr>
            </a:lvl2pPr>
            <a:lvl3pPr indent="-285750" lvl="2" marL="1371600" marR="0" rtl="0" algn="l">
              <a:lnSpc>
                <a:spcPct val="10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3pPr>
            <a:lvl4pPr indent="-285750" lvl="3" marL="1828800" marR="0" rtl="0" algn="l">
              <a:lnSpc>
                <a:spcPct val="10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4pPr>
            <a:lvl5pPr indent="-285750" lvl="4" marL="2286000" marR="0" rtl="0" algn="l">
              <a:lnSpc>
                <a:spcPct val="10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5pPr>
            <a:lvl6pPr indent="-285750" lvl="5" marL="2743200" marR="0" rtl="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6pPr>
            <a:lvl7pPr indent="-285750" lvl="6" marL="3200400" marR="0" rtl="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7pPr>
            <a:lvl8pPr indent="-285750" lvl="7" marL="3657600" marR="0" rtl="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8pPr>
            <a:lvl9pPr indent="-285750" lvl="8" marL="4114800" marR="0" rtl="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9pPr>
          </a:lstStyle>
          <a:p/>
        </p:txBody>
      </p:sp>
    </p:spTree>
  </p:cSld>
  <p:clrMap accent1="accent1" accent2="accent2" accent3="accent3" accent4="accent4" accent5="accent5" accent6="accent6" bg1="lt1" bg2="dk2" tx1="dk1" tx2="lt2" folHlink="folHlink" hlink="hlink"/>
  <p:sldLayoutIdLst>
    <p:sldLayoutId id="2147483907" r:id="rId2"/>
    <p:sldLayoutId id="2147483908" r:id="rId3"/>
    <p:sldLayoutId id="2147483909" r:id="rId4"/>
    <p:sldLayoutId id="2147483910" r:id="rId5"/>
    <p:sldLayoutId id="2147483911" r:id="rId6"/>
    <p:sldLayoutId id="2147483912" r:id="rId7"/>
    <p:sldLayoutId id="2147483913" r:id="rId8"/>
    <p:sldLayoutId id="2147483914" r:id="rId9"/>
    <p:sldLayoutId id="2147483915" r:id="rId10"/>
    <p:sldLayoutId id="2147483916" r:id="rId11"/>
    <p:sldLayoutId id="2147483917" r:id="rId12"/>
    <p:sldLayoutId id="2147483918" r:id="rId13"/>
    <p:sldLayoutId id="2147483919" r:id="rId14"/>
    <p:sldLayoutId id="2147483920" r:id="rId15"/>
    <p:sldLayoutId id="2147483921" r:id="rId16"/>
    <p:sldLayoutId id="2147483922" r:id="rId17"/>
    <p:sldLayoutId id="2147483923" r:id="rId18"/>
    <p:sldLayoutId id="2147483924" r:id="rId19"/>
    <p:sldLayoutId id="2147483925" r:id="rId20"/>
    <p:sldLayoutId id="2147483926" r:id="rId21"/>
    <p:sldLayoutId id="2147483927" r:id="rId22"/>
    <p:sldLayoutId id="2147483928" r:id="rId23"/>
    <p:sldLayoutId id="2147483929" r:id="rId24"/>
    <p:sldLayoutId id="2147483930" r:id="rId25"/>
    <p:sldLayoutId id="2147483931" r:id="rId26"/>
    <p:sldLayoutId id="2147483932" r:id="rId27"/>
    <p:sldLayoutId id="2147483933" r:id="rId28"/>
    <p:sldLayoutId id="2147483934" r:id="rId29"/>
    <p:sldLayoutId id="2147483935" r:id="rId30"/>
    <p:sldLayoutId id="2147483936" r:id="rId31"/>
    <p:sldLayoutId id="2147483937" r:id="rId32"/>
    <p:sldLayoutId id="2147483938" r:id="rId33"/>
    <p:sldLayoutId id="2147483939" r:id="rId34"/>
    <p:sldLayoutId id="2147483940" r:id="rId35"/>
    <p:sldLayoutId id="2147483941" r:id="rId36"/>
    <p:sldLayoutId id="2147483942" r:id="rId37"/>
    <p:sldLayoutId id="2147483943" r:id="rId38"/>
    <p:sldLayoutId id="2147483944" r:id="rId39"/>
    <p:sldLayoutId id="2147483945" r:id="rId40"/>
    <p:sldLayoutId id="2147483946" r:id="rId41"/>
    <p:sldLayoutId id="2147483947" r:id="rId42"/>
    <p:sldLayoutId id="2147483948" r:id="rId43"/>
    <p:sldLayoutId id="2147483949" r:id="rId44"/>
    <p:sldLayoutId id="2147483950" r:id="rId45"/>
    <p:sldLayoutId id="2147483951" r:id="rId4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584">
          <p15:clr>
            <a:srgbClr val="C35EA4"/>
          </p15:clr>
        </p15:guide>
        <p15:guide id="2" pos="659">
          <p15:clr>
            <a:srgbClr val="C35EA4"/>
          </p15:clr>
        </p15:guide>
        <p15:guide id="3" pos="734">
          <p15:clr>
            <a:srgbClr val="C35EA4"/>
          </p15:clr>
        </p15:guide>
        <p15:guide id="4" pos="1098">
          <p15:clr>
            <a:srgbClr val="C35EA4"/>
          </p15:clr>
        </p15:guide>
        <p15:guide id="5" pos="1170">
          <p15:clr>
            <a:srgbClr val="C35EA4"/>
          </p15:clr>
        </p15:guide>
        <p15:guide id="6" pos="1530">
          <p15:clr>
            <a:srgbClr val="C35EA4"/>
          </p15:clr>
        </p15:guide>
        <p15:guide id="7" pos="1609">
          <p15:clr>
            <a:srgbClr val="C35EA4"/>
          </p15:clr>
        </p15:guide>
        <p15:guide id="8" pos="1966">
          <p15:clr>
            <a:srgbClr val="C35EA4"/>
          </p15:clr>
        </p15:guide>
        <p15:guide id="9" pos="2041">
          <p15:clr>
            <a:srgbClr val="C35EA4"/>
          </p15:clr>
        </p15:guide>
        <p15:guide id="10" pos="2405">
          <p15:clr>
            <a:srgbClr val="C35EA4"/>
          </p15:clr>
        </p15:guide>
        <p15:guide id="11" pos="2480">
          <p15:clr>
            <a:srgbClr val="C35EA4"/>
          </p15:clr>
        </p15:guide>
        <p15:guide id="12" orient="horz" pos="1656">
          <p15:clr>
            <a:srgbClr val="C35EA4"/>
          </p15:clr>
        </p15:guide>
        <p15:guide id="13" pos="2848">
          <p15:clr>
            <a:srgbClr val="C35EA4"/>
          </p15:clr>
        </p15:guide>
        <p15:guide id="14" pos="2915">
          <p15:clr>
            <a:srgbClr val="C35EA4"/>
          </p15:clr>
        </p15:guide>
        <p15:guide id="15" pos="3280">
          <p15:clr>
            <a:srgbClr val="C35EA4"/>
          </p15:clr>
        </p15:guide>
        <p15:guide id="16" pos="3352">
          <p15:clr>
            <a:srgbClr val="C35EA4"/>
          </p15:clr>
        </p15:guide>
        <p15:guide id="17" pos="3715">
          <p15:clr>
            <a:srgbClr val="C35EA4"/>
          </p15:clr>
        </p15:guide>
        <p15:guide id="18" pos="3787">
          <p15:clr>
            <a:srgbClr val="C35EA4"/>
          </p15:clr>
        </p15:guide>
        <p15:guide id="19" pos="4151">
          <p15:clr>
            <a:srgbClr val="C35EA4"/>
          </p15:clr>
        </p15:guide>
        <p15:guide id="20" pos="4223">
          <p15:clr>
            <a:srgbClr val="C35EA4"/>
          </p15:clr>
        </p15:guide>
        <p15:guide id="21" pos="4583">
          <p15:clr>
            <a:srgbClr val="C35EA4"/>
          </p15:clr>
        </p15:guide>
        <p15:guide id="22" pos="4658">
          <p15:clr>
            <a:srgbClr val="C35EA4"/>
          </p15:clr>
        </p15:guide>
        <p15:guide id="23" pos="5026">
          <p15:clr>
            <a:srgbClr val="C35EA4"/>
          </p15:clr>
        </p15:guide>
        <p15:guide id="24" pos="5094">
          <p15:clr>
            <a:srgbClr val="C35EA4"/>
          </p15:clr>
        </p15:guide>
        <p15:guide id="25" orient="horz" pos="1202">
          <p15:clr>
            <a:srgbClr val="C35EA4"/>
          </p15:clr>
        </p15:guide>
        <p15:guide id="26" orient="horz" pos="1130">
          <p15:clr>
            <a:srgbClr val="C35EA4"/>
          </p15:clr>
        </p15:guide>
        <p15:guide id="27" orient="horz" pos="749">
          <p15:clr>
            <a:srgbClr val="C35EA4"/>
          </p15:clr>
        </p15:guide>
        <p15:guide id="28" orient="horz" pos="677">
          <p15:clr>
            <a:srgbClr val="C35EA4"/>
          </p15:clr>
        </p15:guide>
        <p15:guide id="29" orient="horz" pos="2038">
          <p15:clr>
            <a:srgbClr val="C35EA4"/>
          </p15:clr>
        </p15:guide>
        <p15:guide id="30" orient="horz" pos="2110">
          <p15:clr>
            <a:srgbClr val="C35EA4"/>
          </p15:clr>
        </p15:guide>
        <p15:guide id="31" orient="horz" pos="2484">
          <p15:clr>
            <a:srgbClr val="C35EA4"/>
          </p15:clr>
        </p15:guide>
        <p15:guide id="32" orient="horz" pos="2560">
          <p15:clr>
            <a:srgbClr val="C35EA4"/>
          </p15:clr>
        </p15:guide>
        <p15:guide id="33" orient="horz" pos="295">
          <p15:clr>
            <a:srgbClr val="5ACBF0"/>
          </p15:clr>
        </p15:guide>
        <p15:guide id="34" orient="horz" pos="2938">
          <p15:clr>
            <a:srgbClr val="5ACBF0"/>
          </p15:clr>
        </p15:guide>
        <p15:guide id="35" pos="299">
          <p15:clr>
            <a:srgbClr val="5ACBF0"/>
          </p15:clr>
        </p15:guide>
        <p15:guide id="36" pos="5461">
          <p15:clr>
            <a:srgbClr val="5ACBF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1.png"/><Relationship Id="rId4" Type="http://schemas.openxmlformats.org/officeDocument/2006/relationships/image" Target="../media/image16.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1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6.xml"/><Relationship Id="rId2" Type="http://schemas.openxmlformats.org/officeDocument/2006/relationships/notesSlide" Target="../notesSlides/notesSlide4.xml"/><Relationship Id="rId3" Type="http://schemas.openxmlformats.org/officeDocument/2006/relationships/image" Target="../media/image22.png"/><Relationship Id="rId4" Type="http://schemas.openxmlformats.org/officeDocument/2006/relationships/image" Target="../media/image2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1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6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8.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6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6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6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6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6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3" name="Shape 1993"/>
        <p:cNvGrpSpPr/>
        <p:nvPr/>
      </p:nvGrpSpPr>
      <p:grpSpPr>
        <a:xfrm>
          <a:off x="0" y="0"/>
          <a:ext cx="0" cy="0"/>
          <a:chOff x="0" y="0"/>
          <a:chExt cx="0" cy="0"/>
        </a:xfrm>
      </p:grpSpPr>
      <p:sp>
        <p:nvSpPr>
          <p:cNvPr id="1994" name="Google Shape;1994;p311"/>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rgbClr val="000000"/>
              </a:buClr>
              <a:buSzPts val="1100"/>
              <a:buFont typeface="Arial"/>
              <a:buNone/>
            </a:pPr>
            <a:fld id="{00000000-1234-1234-1234-123412341234}" type="slidenum">
              <a:rPr lang="en"/>
              <a:t>‹#›</a:t>
            </a:fld>
            <a:endParaRPr/>
          </a:p>
        </p:txBody>
      </p:sp>
      <p:pic>
        <p:nvPicPr>
          <p:cNvPr id="1995" name="Google Shape;1995;p311"/>
          <p:cNvPicPr preferRelativeResize="0"/>
          <p:nvPr/>
        </p:nvPicPr>
        <p:blipFill rotWithShape="1">
          <a:blip r:embed="rId3">
            <a:alphaModFix/>
          </a:blip>
          <a:srcRect b="0" l="0" r="0" t="0"/>
          <a:stretch/>
        </p:blipFill>
        <p:spPr>
          <a:xfrm>
            <a:off x="1488376" y="3235353"/>
            <a:ext cx="349008" cy="365912"/>
          </a:xfrm>
          <a:prstGeom prst="rect">
            <a:avLst/>
          </a:prstGeom>
          <a:noFill/>
          <a:ln>
            <a:noFill/>
          </a:ln>
        </p:spPr>
      </p:pic>
      <p:pic>
        <p:nvPicPr>
          <p:cNvPr descr="Image result for customer experience icon" id="1996" name="Google Shape;1996;p311"/>
          <p:cNvPicPr preferRelativeResize="0"/>
          <p:nvPr/>
        </p:nvPicPr>
        <p:blipFill rotWithShape="1">
          <a:blip r:embed="rId4">
            <a:alphaModFix/>
          </a:blip>
          <a:srcRect b="0" l="0" r="0" t="0"/>
          <a:stretch/>
        </p:blipFill>
        <p:spPr>
          <a:xfrm>
            <a:off x="1514803" y="4216928"/>
            <a:ext cx="352398" cy="369467"/>
          </a:xfrm>
          <a:prstGeom prst="rect">
            <a:avLst/>
          </a:prstGeom>
          <a:noFill/>
          <a:ln>
            <a:noFill/>
          </a:ln>
        </p:spPr>
      </p:pic>
      <p:sp>
        <p:nvSpPr>
          <p:cNvPr id="1997" name="Google Shape;1997;p311"/>
          <p:cNvSpPr txBox="1"/>
          <p:nvPr/>
        </p:nvSpPr>
        <p:spPr>
          <a:xfrm>
            <a:off x="6588925" y="4650675"/>
            <a:ext cx="19773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DS"/>
                <a:ea typeface="Verizon NHG DS"/>
                <a:cs typeface="Verizon NHG DS"/>
                <a:sym typeface="Verizon NHG DS"/>
              </a:rPr>
              <a:t>1 - GA  FY Outlook :  7.42M</a:t>
            </a:r>
            <a:endParaRPr b="0" i="0" sz="600" u="none" cap="none" strike="noStrike">
              <a:solidFill>
                <a:schemeClr val="dk1"/>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chemeClr val="dk1"/>
              </a:buClr>
              <a:buSzPts val="1100"/>
              <a:buFont typeface="Arial"/>
              <a:buNone/>
            </a:pPr>
            <a:r>
              <a:rPr b="0" i="0" lang="en" sz="600" u="none" cap="none" strike="noStrike">
                <a:solidFill>
                  <a:schemeClr val="dk1"/>
                </a:solidFill>
                <a:latin typeface="Verizon NHG DS"/>
                <a:ea typeface="Verizon NHG DS"/>
                <a:cs typeface="Verizon NHG DS"/>
                <a:sym typeface="Verizon NHG DS"/>
              </a:rPr>
              <a:t>2- Churn FY Outlook 0.79% </a:t>
            </a:r>
            <a:endParaRPr b="0" i="0" sz="600" u="none" cap="none" strike="noStrike">
              <a:solidFill>
                <a:schemeClr val="dk1"/>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chemeClr val="dk1"/>
              </a:buClr>
              <a:buSzPts val="1100"/>
              <a:buFont typeface="Arial"/>
              <a:buNone/>
            </a:pPr>
            <a:r>
              <a:rPr b="0" i="0" lang="en" sz="600" u="none" cap="none" strike="noStrike">
                <a:solidFill>
                  <a:schemeClr val="dk1"/>
                </a:solidFill>
                <a:latin typeface="Verizon NHG DS"/>
                <a:ea typeface="Verizon NHG DS"/>
                <a:cs typeface="Verizon NHG DS"/>
                <a:sym typeface="Verizon NHG DS"/>
              </a:rPr>
              <a:t>3- App Engagement - 30 day :  Monthly Target  /Actuals</a:t>
            </a:r>
            <a:endParaRPr b="0" i="0" sz="600" u="none" cap="none" strike="noStrike">
              <a:solidFill>
                <a:schemeClr val="dk1"/>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chemeClr val="dk1"/>
              </a:buClr>
              <a:buSzPts val="1100"/>
              <a:buFont typeface="Arial"/>
              <a:buNone/>
            </a:pPr>
            <a:r>
              <a:rPr b="0" i="0" lang="en" sz="600" u="none" cap="none" strike="noStrike">
                <a:solidFill>
                  <a:schemeClr val="dk1"/>
                </a:solidFill>
                <a:latin typeface="Verizon NHG DS"/>
                <a:ea typeface="Verizon NHG DS"/>
                <a:cs typeface="Verizon NHG DS"/>
                <a:sym typeface="Verizon NHG DS"/>
              </a:rPr>
              <a:t>4- Retail Transaction : FY Target. Actuals is Avg YTD</a:t>
            </a:r>
            <a:endParaRPr b="0" i="0" sz="600" u="none" cap="none" strike="noStrike">
              <a:solidFill>
                <a:schemeClr val="dk1"/>
              </a:solidFill>
              <a:latin typeface="Verizon NHG DS"/>
              <a:ea typeface="Verizon NHG DS"/>
              <a:cs typeface="Verizon NHG DS"/>
              <a:sym typeface="Verizon NHG DS"/>
            </a:endParaRPr>
          </a:p>
        </p:txBody>
      </p:sp>
      <p:grpSp>
        <p:nvGrpSpPr>
          <p:cNvPr id="1998" name="Google Shape;1998;p311"/>
          <p:cNvGrpSpPr/>
          <p:nvPr/>
        </p:nvGrpSpPr>
        <p:grpSpPr>
          <a:xfrm>
            <a:off x="6012649" y="76200"/>
            <a:ext cx="2626825" cy="202801"/>
            <a:chOff x="6091574" y="653300"/>
            <a:chExt cx="2626825" cy="202801"/>
          </a:xfrm>
        </p:grpSpPr>
        <p:sp>
          <p:nvSpPr>
            <p:cNvPr id="1999" name="Google Shape;1999;p311"/>
            <p:cNvSpPr txBox="1"/>
            <p:nvPr/>
          </p:nvSpPr>
          <p:spPr>
            <a:xfrm>
              <a:off x="6439164" y="656001"/>
              <a:ext cx="611700" cy="200100"/>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Clr>
                  <a:schemeClr val="dk1"/>
                </a:buClr>
                <a:buSzPts val="1100"/>
                <a:buFont typeface="Arial"/>
                <a:buNone/>
              </a:pPr>
              <a:r>
                <a:rPr b="0" i="0" lang="en" sz="600" u="none" cap="none" strike="noStrike">
                  <a:solidFill>
                    <a:schemeClr val="dk1"/>
                  </a:solidFill>
                  <a:latin typeface="Verizon NHG DS"/>
                  <a:ea typeface="Verizon NHG DS"/>
                  <a:cs typeface="Verizon NHG DS"/>
                  <a:sym typeface="Verizon NHG DS"/>
                </a:rPr>
                <a:t>Beating CV</a:t>
              </a:r>
              <a:endParaRPr b="0" i="0" sz="600" u="none" cap="none" strike="noStrike">
                <a:solidFill>
                  <a:srgbClr val="000000"/>
                </a:solidFill>
                <a:latin typeface="Verizon NHG DS"/>
                <a:ea typeface="Verizon NHG DS"/>
                <a:cs typeface="Verizon NHG DS"/>
                <a:sym typeface="Verizon NHG DS"/>
              </a:endParaRPr>
            </a:p>
          </p:txBody>
        </p:sp>
        <p:sp>
          <p:nvSpPr>
            <p:cNvPr id="2000" name="Google Shape;2000;p311"/>
            <p:cNvSpPr txBox="1"/>
            <p:nvPr/>
          </p:nvSpPr>
          <p:spPr>
            <a:xfrm>
              <a:off x="7079014" y="656001"/>
              <a:ext cx="802800" cy="20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000000"/>
                  </a:solidFill>
                  <a:latin typeface="Verizon NHG DS"/>
                  <a:ea typeface="Verizon NHG DS"/>
                  <a:cs typeface="Verizon NHG DS"/>
                  <a:sym typeface="Verizon NHG DS"/>
                </a:rPr>
                <a:t>Within 10% of CV</a:t>
              </a:r>
              <a:endParaRPr b="0" i="0" sz="1300" u="none" cap="none" strike="noStrike">
                <a:solidFill>
                  <a:srgbClr val="000000"/>
                </a:solidFill>
                <a:latin typeface="Verizon NHG DS"/>
                <a:ea typeface="Verizon NHG DS"/>
                <a:cs typeface="Verizon NHG DS"/>
                <a:sym typeface="Verizon NHG DS"/>
              </a:endParaRPr>
            </a:p>
          </p:txBody>
        </p:sp>
        <p:sp>
          <p:nvSpPr>
            <p:cNvPr id="2001" name="Google Shape;2001;p311"/>
            <p:cNvSpPr txBox="1"/>
            <p:nvPr/>
          </p:nvSpPr>
          <p:spPr>
            <a:xfrm>
              <a:off x="7858299" y="653300"/>
              <a:ext cx="860100" cy="20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000000"/>
                  </a:solidFill>
                  <a:latin typeface="Verizon NHG DS"/>
                  <a:ea typeface="Verizon NHG DS"/>
                  <a:cs typeface="Verizon NHG DS"/>
                  <a:sym typeface="Verizon NHG DS"/>
                </a:rPr>
                <a:t>Missing CV by &gt;10%</a:t>
              </a:r>
              <a:endParaRPr b="0" i="0" sz="1300" u="none" cap="none" strike="noStrike">
                <a:solidFill>
                  <a:srgbClr val="000000"/>
                </a:solidFill>
                <a:latin typeface="Verizon NHG DS"/>
                <a:ea typeface="Verizon NHG DS"/>
                <a:cs typeface="Verizon NHG DS"/>
                <a:sym typeface="Verizon NHG DS"/>
              </a:endParaRPr>
            </a:p>
          </p:txBody>
        </p:sp>
        <p:sp>
          <p:nvSpPr>
            <p:cNvPr id="2002" name="Google Shape;2002;p311"/>
            <p:cNvSpPr/>
            <p:nvPr/>
          </p:nvSpPr>
          <p:spPr>
            <a:xfrm>
              <a:off x="6091574" y="694453"/>
              <a:ext cx="91500" cy="91500"/>
            </a:xfrm>
            <a:prstGeom prst="ellipse">
              <a:avLst/>
            </a:prstGeom>
            <a:solidFill>
              <a:srgbClr val="747676"/>
            </a:solidFill>
            <a:ln>
              <a:noFill/>
            </a:ln>
            <a:effectLst>
              <a:outerShdw blurRad="39999" rotWithShape="0" dir="5400000" dist="23000">
                <a:srgbClr val="000000">
                  <a:alpha val="34118"/>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rgbClr val="FFFFFF"/>
                </a:solidFill>
                <a:latin typeface="Arial"/>
                <a:ea typeface="Arial"/>
                <a:cs typeface="Arial"/>
                <a:sym typeface="Arial"/>
              </a:endParaRPr>
            </a:p>
          </p:txBody>
        </p:sp>
        <p:sp>
          <p:nvSpPr>
            <p:cNvPr id="2003" name="Google Shape;2003;p311"/>
            <p:cNvSpPr txBox="1"/>
            <p:nvPr/>
          </p:nvSpPr>
          <p:spPr>
            <a:xfrm>
              <a:off x="6145965" y="655989"/>
              <a:ext cx="570900" cy="20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000000"/>
                  </a:solidFill>
                  <a:latin typeface="Verizon NHG DS"/>
                  <a:ea typeface="Verizon NHG DS"/>
                  <a:cs typeface="Verizon NHG DS"/>
                  <a:sym typeface="Verizon NHG DS"/>
                </a:rPr>
                <a:t>NA</a:t>
              </a:r>
              <a:endParaRPr b="0" i="0" sz="1300" u="none" cap="none" strike="noStrike">
                <a:solidFill>
                  <a:srgbClr val="000000"/>
                </a:solidFill>
                <a:latin typeface="Verizon NHG DS"/>
                <a:ea typeface="Verizon NHG DS"/>
                <a:cs typeface="Verizon NHG DS"/>
                <a:sym typeface="Verizon NHG DS"/>
              </a:endParaRPr>
            </a:p>
          </p:txBody>
        </p:sp>
        <p:sp>
          <p:nvSpPr>
            <p:cNvPr id="2004" name="Google Shape;2004;p311"/>
            <p:cNvSpPr/>
            <p:nvPr/>
          </p:nvSpPr>
          <p:spPr>
            <a:xfrm>
              <a:off x="7790192" y="694703"/>
              <a:ext cx="91500" cy="91500"/>
            </a:xfrm>
            <a:prstGeom prst="ellipse">
              <a:avLst/>
            </a:prstGeom>
            <a:solidFill>
              <a:srgbClr val="F50A22"/>
            </a:solidFill>
            <a:ln>
              <a:noFill/>
            </a:ln>
            <a:effectLst>
              <a:outerShdw blurRad="39999" rotWithShape="0" dir="5400000" dist="23000">
                <a:srgbClr val="000000">
                  <a:alpha val="34118"/>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rgbClr val="FFFFFF"/>
                </a:solidFill>
                <a:latin typeface="Arial"/>
                <a:ea typeface="Arial"/>
                <a:cs typeface="Arial"/>
                <a:sym typeface="Arial"/>
              </a:endParaRPr>
            </a:p>
          </p:txBody>
        </p:sp>
        <p:sp>
          <p:nvSpPr>
            <p:cNvPr id="2005" name="Google Shape;2005;p311"/>
            <p:cNvSpPr/>
            <p:nvPr/>
          </p:nvSpPr>
          <p:spPr>
            <a:xfrm>
              <a:off x="7021778" y="691449"/>
              <a:ext cx="91500" cy="91500"/>
            </a:xfrm>
            <a:prstGeom prst="ellipse">
              <a:avLst/>
            </a:prstGeom>
            <a:solidFill>
              <a:srgbClr val="FBBC04"/>
            </a:solidFill>
            <a:ln>
              <a:noFill/>
            </a:ln>
            <a:effectLst>
              <a:outerShdw blurRad="39999" rotWithShape="0" dir="5400000" dist="23000">
                <a:srgbClr val="000000">
                  <a:alpha val="34118"/>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rgbClr val="FFFFFF"/>
                </a:solidFill>
                <a:latin typeface="Arial"/>
                <a:ea typeface="Arial"/>
                <a:cs typeface="Arial"/>
                <a:sym typeface="Arial"/>
              </a:endParaRPr>
            </a:p>
          </p:txBody>
        </p:sp>
        <p:sp>
          <p:nvSpPr>
            <p:cNvPr id="2006" name="Google Shape;2006;p311"/>
            <p:cNvSpPr/>
            <p:nvPr/>
          </p:nvSpPr>
          <p:spPr>
            <a:xfrm>
              <a:off x="6396374" y="694453"/>
              <a:ext cx="91500" cy="91500"/>
            </a:xfrm>
            <a:prstGeom prst="ellipse">
              <a:avLst/>
            </a:prstGeom>
            <a:solidFill>
              <a:srgbClr val="00B845"/>
            </a:solidFill>
            <a:ln>
              <a:noFill/>
            </a:ln>
            <a:effectLst>
              <a:outerShdw blurRad="39999" rotWithShape="0" dir="5400000" dist="23000">
                <a:srgbClr val="000000">
                  <a:alpha val="34118"/>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rgbClr val="FFFFFF"/>
                </a:solidFill>
                <a:latin typeface="Arial"/>
                <a:ea typeface="Arial"/>
                <a:cs typeface="Arial"/>
                <a:sym typeface="Arial"/>
              </a:endParaRPr>
            </a:p>
          </p:txBody>
        </p:sp>
      </p:grpSp>
      <p:pic>
        <p:nvPicPr>
          <p:cNvPr id="2007" name="Google Shape;2007;p311"/>
          <p:cNvPicPr preferRelativeResize="0"/>
          <p:nvPr/>
        </p:nvPicPr>
        <p:blipFill rotWithShape="1">
          <a:blip r:embed="rId3">
            <a:alphaModFix/>
          </a:blip>
          <a:srcRect b="0" l="0" r="0" t="0"/>
          <a:stretch/>
        </p:blipFill>
        <p:spPr>
          <a:xfrm>
            <a:off x="1270001" y="2869440"/>
            <a:ext cx="349008" cy="365912"/>
          </a:xfrm>
          <a:prstGeom prst="rect">
            <a:avLst/>
          </a:prstGeom>
          <a:noFill/>
          <a:ln>
            <a:noFill/>
          </a:ln>
        </p:spPr>
      </p:pic>
      <p:pic>
        <p:nvPicPr>
          <p:cNvPr descr="Image result for customer experience icon" id="2008" name="Google Shape;2008;p311"/>
          <p:cNvPicPr preferRelativeResize="0"/>
          <p:nvPr/>
        </p:nvPicPr>
        <p:blipFill rotWithShape="1">
          <a:blip r:embed="rId4">
            <a:alphaModFix/>
          </a:blip>
          <a:srcRect b="0" l="0" r="0" t="0"/>
          <a:stretch/>
        </p:blipFill>
        <p:spPr>
          <a:xfrm>
            <a:off x="1329303" y="4155140"/>
            <a:ext cx="352398" cy="369467"/>
          </a:xfrm>
          <a:prstGeom prst="rect">
            <a:avLst/>
          </a:prstGeom>
          <a:noFill/>
          <a:ln>
            <a:noFill/>
          </a:ln>
        </p:spPr>
      </p:pic>
      <p:pic>
        <p:nvPicPr>
          <p:cNvPr id="2009" name="Google Shape;2009;p311"/>
          <p:cNvPicPr preferRelativeResize="0"/>
          <p:nvPr/>
        </p:nvPicPr>
        <p:blipFill rotWithShape="1">
          <a:blip r:embed="rId3">
            <a:alphaModFix/>
          </a:blip>
          <a:srcRect b="0" l="0" r="0" t="0"/>
          <a:stretch/>
        </p:blipFill>
        <p:spPr>
          <a:xfrm>
            <a:off x="1183576" y="2930553"/>
            <a:ext cx="349008" cy="365912"/>
          </a:xfrm>
          <a:prstGeom prst="rect">
            <a:avLst/>
          </a:prstGeom>
          <a:noFill/>
          <a:ln>
            <a:noFill/>
          </a:ln>
        </p:spPr>
      </p:pic>
      <p:pic>
        <p:nvPicPr>
          <p:cNvPr descr="Image result for customer experience icon" id="2010" name="Google Shape;2010;p311"/>
          <p:cNvPicPr preferRelativeResize="0"/>
          <p:nvPr/>
        </p:nvPicPr>
        <p:blipFill rotWithShape="1">
          <a:blip r:embed="rId4">
            <a:alphaModFix/>
          </a:blip>
          <a:srcRect b="0" l="0" r="0" t="0"/>
          <a:stretch/>
        </p:blipFill>
        <p:spPr>
          <a:xfrm>
            <a:off x="1286203" y="4140728"/>
            <a:ext cx="352398" cy="369467"/>
          </a:xfrm>
          <a:prstGeom prst="rect">
            <a:avLst/>
          </a:prstGeom>
          <a:noFill/>
          <a:ln>
            <a:noFill/>
          </a:ln>
        </p:spPr>
      </p:pic>
      <p:sp>
        <p:nvSpPr>
          <p:cNvPr id="2011" name="Google Shape;2011;p311"/>
          <p:cNvSpPr txBox="1"/>
          <p:nvPr>
            <p:ph type="title"/>
          </p:nvPr>
        </p:nvSpPr>
        <p:spPr>
          <a:xfrm>
            <a:off x="465650" y="235950"/>
            <a:ext cx="5310000" cy="280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990"/>
              <a:buFont typeface="Arial"/>
              <a:buNone/>
            </a:pPr>
            <a:r>
              <a:rPr lang="en">
                <a:latin typeface="Verizon NHG DS"/>
                <a:ea typeface="Verizon NHG DS"/>
                <a:cs typeface="Verizon NHG DS"/>
                <a:sym typeface="Verizon NHG DS"/>
              </a:rPr>
              <a:t>2025 CX Business Scorecard  </a:t>
            </a:r>
            <a:endParaRPr sz="1890"/>
          </a:p>
        </p:txBody>
      </p:sp>
      <p:graphicFrame>
        <p:nvGraphicFramePr>
          <p:cNvPr id="2012" name="Google Shape;2012;p311"/>
          <p:cNvGraphicFramePr/>
          <p:nvPr/>
        </p:nvGraphicFramePr>
        <p:xfrm>
          <a:off x="465650" y="685800"/>
          <a:ext cx="3000000" cy="3000000"/>
        </p:xfrm>
        <a:graphic>
          <a:graphicData uri="http://schemas.openxmlformats.org/drawingml/2006/table">
            <a:tbl>
              <a:tblPr>
                <a:noFill/>
                <a:tableStyleId>{369B1EFC-1D85-4683-8C02-893ECC6AE259}</a:tableStyleId>
              </a:tblPr>
              <a:tblGrid>
                <a:gridCol w="1651950"/>
                <a:gridCol w="1917825"/>
                <a:gridCol w="509975"/>
                <a:gridCol w="624450"/>
                <a:gridCol w="676500"/>
                <a:gridCol w="1082375"/>
                <a:gridCol w="759750"/>
                <a:gridCol w="551600"/>
                <a:gridCol w="530800"/>
              </a:tblGrid>
              <a:tr h="276225">
                <a:tc>
                  <a:txBody>
                    <a:bodyPr/>
                    <a:lstStyle/>
                    <a:p>
                      <a:pPr indent="0" lvl="0" marL="0" marR="0" rtl="0" algn="ctr">
                        <a:lnSpc>
                          <a:spcPct val="115000"/>
                        </a:lnSpc>
                        <a:spcBef>
                          <a:spcPts val="0"/>
                        </a:spcBef>
                        <a:spcAft>
                          <a:spcPts val="0"/>
                        </a:spcAft>
                        <a:buClr>
                          <a:srgbClr val="000000"/>
                        </a:buClr>
                        <a:buSzPts val="700"/>
                        <a:buFont typeface="Arial"/>
                        <a:buNone/>
                      </a:pPr>
                      <a:r>
                        <a:rPr b="1" lang="en" sz="700" u="none" cap="none" strike="noStrike">
                          <a:solidFill>
                            <a:srgbClr val="FFFFFF"/>
                          </a:solidFill>
                          <a:latin typeface="Verizon NHG TX"/>
                          <a:ea typeface="Verizon NHG TX"/>
                          <a:cs typeface="Verizon NHG TX"/>
                          <a:sym typeface="Verizon NHG TX"/>
                        </a:rPr>
                        <a:t>Goal</a:t>
                      </a:r>
                      <a:endParaRPr b="1" sz="700" u="none" cap="none" strike="noStrike">
                        <a:solidFill>
                          <a:srgbClr val="FFFFFF"/>
                        </a:solidFill>
                        <a:latin typeface="Verizon NHG TX"/>
                        <a:ea typeface="Verizon NHG TX"/>
                        <a:cs typeface="Verizon NHG TX"/>
                        <a:sym typeface="Verizon NHG TX"/>
                      </a:endParaRPr>
                    </a:p>
                  </a:txBody>
                  <a:tcPr marT="19050" marB="19050" marR="28575" marL="28575" anchor="ctr">
                    <a:lnL cap="flat" cmpd="sng" w="9525">
                      <a:solidFill>
                        <a:srgbClr val="EE001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EE001E"/>
                      </a:solidFill>
                      <a:prstDash val="solid"/>
                      <a:round/>
                      <a:headEnd len="sm" w="sm" type="none"/>
                      <a:tailEnd len="sm" w="sm" type="none"/>
                    </a:lnT>
                    <a:lnB cap="flat" cmpd="sng" w="28575">
                      <a:solidFill>
                        <a:srgbClr val="F8FF3C"/>
                      </a:solidFill>
                      <a:prstDash val="solid"/>
                      <a:round/>
                      <a:headEnd len="sm" w="sm" type="none"/>
                      <a:tailEnd len="sm" w="sm" type="none"/>
                    </a:lnB>
                    <a:solidFill>
                      <a:srgbClr val="EE001E"/>
                    </a:solidFill>
                  </a:tcPr>
                </a:tc>
                <a:tc>
                  <a:txBody>
                    <a:bodyPr/>
                    <a:lstStyle/>
                    <a:p>
                      <a:pPr indent="0" lvl="0" marL="0" marR="0" rtl="0" algn="ctr">
                        <a:lnSpc>
                          <a:spcPct val="115000"/>
                        </a:lnSpc>
                        <a:spcBef>
                          <a:spcPts val="0"/>
                        </a:spcBef>
                        <a:spcAft>
                          <a:spcPts val="0"/>
                        </a:spcAft>
                        <a:buClr>
                          <a:srgbClr val="000000"/>
                        </a:buClr>
                        <a:buSzPts val="700"/>
                        <a:buFont typeface="Arial"/>
                        <a:buNone/>
                      </a:pPr>
                      <a:r>
                        <a:rPr b="1" lang="en" sz="700" u="none" cap="none" strike="noStrike">
                          <a:solidFill>
                            <a:srgbClr val="FFFFFF"/>
                          </a:solidFill>
                          <a:latin typeface="Verizon NHG TX"/>
                          <a:ea typeface="Verizon NHG TX"/>
                          <a:cs typeface="Verizon NHG TX"/>
                          <a:sym typeface="Verizon NHG TX"/>
                        </a:rPr>
                        <a:t>Actions</a:t>
                      </a:r>
                      <a:endParaRPr b="1" sz="700" u="none" cap="none" strike="noStrike">
                        <a:solidFill>
                          <a:srgbClr val="FFFFFF"/>
                        </a:solidFill>
                        <a:latin typeface="Verizon NHG TX"/>
                        <a:ea typeface="Verizon NHG TX"/>
                        <a:cs typeface="Verizon NHG TX"/>
                        <a:sym typeface="Verizon NHG TX"/>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EE001E"/>
                      </a:solidFill>
                      <a:prstDash val="solid"/>
                      <a:round/>
                      <a:headEnd len="sm" w="sm" type="none"/>
                      <a:tailEnd len="sm" w="sm" type="none"/>
                    </a:lnT>
                    <a:lnB cap="flat" cmpd="sng" w="28575">
                      <a:solidFill>
                        <a:srgbClr val="F8FF3C"/>
                      </a:solidFill>
                      <a:prstDash val="solid"/>
                      <a:round/>
                      <a:headEnd len="sm" w="sm" type="none"/>
                      <a:tailEnd len="sm" w="sm" type="none"/>
                    </a:lnB>
                    <a:solidFill>
                      <a:srgbClr val="EE001E"/>
                    </a:solidFill>
                  </a:tcPr>
                </a:tc>
                <a:tc>
                  <a:txBody>
                    <a:bodyPr/>
                    <a:lstStyle/>
                    <a:p>
                      <a:pPr indent="0" lvl="0" marL="0" marR="0" rtl="0" algn="ctr">
                        <a:lnSpc>
                          <a:spcPct val="115000"/>
                        </a:lnSpc>
                        <a:spcBef>
                          <a:spcPts val="0"/>
                        </a:spcBef>
                        <a:spcAft>
                          <a:spcPts val="0"/>
                        </a:spcAft>
                        <a:buClr>
                          <a:srgbClr val="000000"/>
                        </a:buClr>
                        <a:buSzPts val="600"/>
                        <a:buFont typeface="Arial"/>
                        <a:buNone/>
                      </a:pPr>
                      <a:r>
                        <a:rPr b="1" lang="en" sz="600" u="none" cap="none" strike="noStrike">
                          <a:solidFill>
                            <a:srgbClr val="FFFFFF"/>
                          </a:solidFill>
                          <a:latin typeface="Verizon NHG TX"/>
                          <a:ea typeface="Verizon NHG TX"/>
                          <a:cs typeface="Verizon NHG TX"/>
                          <a:sym typeface="Verizon NHG TX"/>
                        </a:rPr>
                        <a:t>Owner</a:t>
                      </a:r>
                      <a:endParaRPr b="1" sz="600" u="none" cap="none" strike="noStrike">
                        <a:solidFill>
                          <a:srgbClr val="FFFFFF"/>
                        </a:solidFill>
                        <a:latin typeface="Verizon NHG TX"/>
                        <a:ea typeface="Verizon NHG TX"/>
                        <a:cs typeface="Verizon NHG TX"/>
                        <a:sym typeface="Verizon NHG TX"/>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EE001E"/>
                      </a:solidFill>
                      <a:prstDash val="solid"/>
                      <a:round/>
                      <a:headEnd len="sm" w="sm" type="none"/>
                      <a:tailEnd len="sm" w="sm" type="none"/>
                    </a:lnT>
                    <a:lnB cap="flat" cmpd="sng" w="28575">
                      <a:solidFill>
                        <a:srgbClr val="F8FF3C"/>
                      </a:solidFill>
                      <a:prstDash val="solid"/>
                      <a:round/>
                      <a:headEnd len="sm" w="sm" type="none"/>
                      <a:tailEnd len="sm" w="sm" type="none"/>
                    </a:lnB>
                    <a:solidFill>
                      <a:srgbClr val="EE001E"/>
                    </a:solidFill>
                  </a:tcPr>
                </a:tc>
                <a:tc>
                  <a:txBody>
                    <a:bodyPr/>
                    <a:lstStyle/>
                    <a:p>
                      <a:pPr indent="0" lvl="0" marL="0" marR="0" rtl="0" algn="ctr">
                        <a:lnSpc>
                          <a:spcPct val="115000"/>
                        </a:lnSpc>
                        <a:spcBef>
                          <a:spcPts val="0"/>
                        </a:spcBef>
                        <a:spcAft>
                          <a:spcPts val="0"/>
                        </a:spcAft>
                        <a:buClr>
                          <a:srgbClr val="000000"/>
                        </a:buClr>
                        <a:buSzPts val="600"/>
                        <a:buFont typeface="Arial"/>
                        <a:buNone/>
                      </a:pPr>
                      <a:r>
                        <a:rPr b="1" lang="en" sz="600" u="none" cap="none" strike="noStrike">
                          <a:solidFill>
                            <a:srgbClr val="FFFFFF"/>
                          </a:solidFill>
                          <a:latin typeface="Verizon NHG TX"/>
                          <a:ea typeface="Verizon NHG TX"/>
                          <a:cs typeface="Verizon NHG TX"/>
                          <a:sym typeface="Verizon NHG TX"/>
                        </a:rPr>
                        <a:t>Frequency</a:t>
                      </a:r>
                      <a:endParaRPr b="1" sz="600" u="none" cap="none" strike="noStrike">
                        <a:solidFill>
                          <a:srgbClr val="FFFFFF"/>
                        </a:solidFill>
                        <a:latin typeface="Verizon NHG TX"/>
                        <a:ea typeface="Verizon NHG TX"/>
                        <a:cs typeface="Verizon NHG TX"/>
                        <a:sym typeface="Verizon NHG TX"/>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EE001E"/>
                      </a:solidFill>
                      <a:prstDash val="solid"/>
                      <a:round/>
                      <a:headEnd len="sm" w="sm" type="none"/>
                      <a:tailEnd len="sm" w="sm" type="none"/>
                    </a:lnT>
                    <a:lnB cap="flat" cmpd="sng" w="28575">
                      <a:solidFill>
                        <a:srgbClr val="F8FF3C"/>
                      </a:solidFill>
                      <a:prstDash val="solid"/>
                      <a:round/>
                      <a:headEnd len="sm" w="sm" type="none"/>
                      <a:tailEnd len="sm" w="sm" type="none"/>
                    </a:lnB>
                    <a:solidFill>
                      <a:srgbClr val="EE001E"/>
                    </a:solidFill>
                  </a:tcPr>
                </a:tc>
                <a:tc>
                  <a:txBody>
                    <a:bodyPr/>
                    <a:lstStyle/>
                    <a:p>
                      <a:pPr indent="0" lvl="0" marL="0" marR="0" rtl="0" algn="ctr">
                        <a:lnSpc>
                          <a:spcPct val="115000"/>
                        </a:lnSpc>
                        <a:spcBef>
                          <a:spcPts val="0"/>
                        </a:spcBef>
                        <a:spcAft>
                          <a:spcPts val="0"/>
                        </a:spcAft>
                        <a:buClr>
                          <a:srgbClr val="000000"/>
                        </a:buClr>
                        <a:buSzPts val="600"/>
                        <a:buFont typeface="Arial"/>
                        <a:buNone/>
                      </a:pPr>
                      <a:r>
                        <a:rPr b="1" lang="en" sz="600" u="none" cap="none" strike="noStrike">
                          <a:solidFill>
                            <a:srgbClr val="FFFFFF"/>
                          </a:solidFill>
                          <a:latin typeface="Verizon NHG TX"/>
                          <a:ea typeface="Verizon NHG TX"/>
                          <a:cs typeface="Verizon NHG TX"/>
                          <a:sym typeface="Verizon NHG TX"/>
                        </a:rPr>
                        <a:t>2025 YTD Targets (CV)</a:t>
                      </a:r>
                      <a:endParaRPr b="1" sz="600" u="none" cap="none" strike="noStrike">
                        <a:solidFill>
                          <a:srgbClr val="FFFFFF"/>
                        </a:solidFill>
                        <a:latin typeface="Verizon NHG TX"/>
                        <a:ea typeface="Verizon NHG TX"/>
                        <a:cs typeface="Verizon NHG TX"/>
                        <a:sym typeface="Verizon NHG TX"/>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EE001E"/>
                      </a:solidFill>
                      <a:prstDash val="solid"/>
                      <a:round/>
                      <a:headEnd len="sm" w="sm" type="none"/>
                      <a:tailEnd len="sm" w="sm" type="none"/>
                    </a:lnT>
                    <a:lnB cap="flat" cmpd="sng" w="28575">
                      <a:solidFill>
                        <a:srgbClr val="F8FF3C"/>
                      </a:solidFill>
                      <a:prstDash val="solid"/>
                      <a:round/>
                      <a:headEnd len="sm" w="sm" type="none"/>
                      <a:tailEnd len="sm" w="sm" type="none"/>
                    </a:lnB>
                    <a:solidFill>
                      <a:srgbClr val="EE001E"/>
                    </a:solidFill>
                  </a:tcPr>
                </a:tc>
                <a:tc>
                  <a:txBody>
                    <a:bodyPr/>
                    <a:lstStyle/>
                    <a:p>
                      <a:pPr indent="0" lvl="0" marL="0" marR="0" rtl="0" algn="ctr">
                        <a:lnSpc>
                          <a:spcPct val="115000"/>
                        </a:lnSpc>
                        <a:spcBef>
                          <a:spcPts val="0"/>
                        </a:spcBef>
                        <a:spcAft>
                          <a:spcPts val="0"/>
                        </a:spcAft>
                        <a:buClr>
                          <a:srgbClr val="000000"/>
                        </a:buClr>
                        <a:buSzPts val="600"/>
                        <a:buFont typeface="Arial"/>
                        <a:buNone/>
                      </a:pPr>
                      <a:r>
                        <a:rPr b="1" lang="en" sz="600" u="none" cap="none" strike="noStrike">
                          <a:solidFill>
                            <a:srgbClr val="FFFFFF"/>
                          </a:solidFill>
                          <a:latin typeface="Verizon NHG TX"/>
                          <a:ea typeface="Verizon NHG TX"/>
                          <a:cs typeface="Verizon NHG TX"/>
                          <a:sym typeface="Verizon NHG TX"/>
                        </a:rPr>
                        <a:t>2025 YTD</a:t>
                      </a:r>
                      <a:endParaRPr b="1" sz="600" u="none" cap="none" strike="noStrike">
                        <a:solidFill>
                          <a:srgbClr val="FFFFFF"/>
                        </a:solidFill>
                        <a:latin typeface="Verizon NHG TX"/>
                        <a:ea typeface="Verizon NHG TX"/>
                        <a:cs typeface="Verizon NHG TX"/>
                        <a:sym typeface="Verizon NHG TX"/>
                      </a:endParaRPr>
                    </a:p>
                    <a:p>
                      <a:pPr indent="0" lvl="0" marL="0" marR="0" rtl="0" algn="ctr">
                        <a:lnSpc>
                          <a:spcPct val="115000"/>
                        </a:lnSpc>
                        <a:spcBef>
                          <a:spcPts val="0"/>
                        </a:spcBef>
                        <a:spcAft>
                          <a:spcPts val="0"/>
                        </a:spcAft>
                        <a:buClr>
                          <a:srgbClr val="000000"/>
                        </a:buClr>
                        <a:buSzPts val="600"/>
                        <a:buFont typeface="Arial"/>
                        <a:buNone/>
                      </a:pPr>
                      <a:r>
                        <a:rPr b="1" lang="en" sz="600" u="none" cap="none" strike="noStrike">
                          <a:solidFill>
                            <a:srgbClr val="FFFFFF"/>
                          </a:solidFill>
                          <a:latin typeface="Verizon NHG TX"/>
                          <a:ea typeface="Verizon NHG TX"/>
                          <a:cs typeface="Verizon NHG TX"/>
                          <a:sym typeface="Verizon NHG TX"/>
                        </a:rPr>
                        <a:t>Actuals</a:t>
                      </a:r>
                      <a:endParaRPr b="1" sz="600" u="none" cap="none" strike="noStrike">
                        <a:solidFill>
                          <a:srgbClr val="FFFFFF"/>
                        </a:solidFill>
                        <a:latin typeface="Verizon NHG TX"/>
                        <a:ea typeface="Verizon NHG TX"/>
                        <a:cs typeface="Verizon NHG TX"/>
                        <a:sym typeface="Verizon NHG TX"/>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EE001E"/>
                      </a:solidFill>
                      <a:prstDash val="solid"/>
                      <a:round/>
                      <a:headEnd len="sm" w="sm" type="none"/>
                      <a:tailEnd len="sm" w="sm" type="none"/>
                    </a:lnT>
                    <a:lnB cap="flat" cmpd="sng" w="28575">
                      <a:solidFill>
                        <a:srgbClr val="F8FF3C"/>
                      </a:solidFill>
                      <a:prstDash val="solid"/>
                      <a:round/>
                      <a:headEnd len="sm" w="sm" type="none"/>
                      <a:tailEnd len="sm" w="sm" type="none"/>
                    </a:lnB>
                    <a:solidFill>
                      <a:srgbClr val="EE001E"/>
                    </a:solidFill>
                  </a:tcPr>
                </a:tc>
                <a:tc>
                  <a:txBody>
                    <a:bodyPr/>
                    <a:lstStyle/>
                    <a:p>
                      <a:pPr indent="0" lvl="0" marL="0" marR="0" rtl="0" algn="ctr">
                        <a:lnSpc>
                          <a:spcPct val="115000"/>
                        </a:lnSpc>
                        <a:spcBef>
                          <a:spcPts val="0"/>
                        </a:spcBef>
                        <a:spcAft>
                          <a:spcPts val="0"/>
                        </a:spcAft>
                        <a:buClr>
                          <a:srgbClr val="000000"/>
                        </a:buClr>
                        <a:buSzPts val="600"/>
                        <a:buFont typeface="Arial"/>
                        <a:buNone/>
                      </a:pPr>
                      <a:r>
                        <a:rPr b="1" lang="en" sz="600" u="none" cap="none" strike="noStrike">
                          <a:solidFill>
                            <a:srgbClr val="FFFFFF"/>
                          </a:solidFill>
                          <a:latin typeface="Verizon NHG TX"/>
                          <a:ea typeface="Verizon NHG TX"/>
                          <a:cs typeface="Verizon NHG TX"/>
                          <a:sym typeface="Verizon NHG TX"/>
                        </a:rPr>
                        <a:t>2025 Trend</a:t>
                      </a:r>
                      <a:endParaRPr b="1" sz="600" u="none" cap="none" strike="noStrike">
                        <a:solidFill>
                          <a:srgbClr val="FFFFFF"/>
                        </a:solidFill>
                        <a:latin typeface="Verizon NHG TX"/>
                        <a:ea typeface="Verizon NHG TX"/>
                        <a:cs typeface="Verizon NHG TX"/>
                        <a:sym typeface="Verizon NHG TX"/>
                      </a:endParaRPr>
                    </a:p>
                    <a:p>
                      <a:pPr indent="0" lvl="0" marL="0" marR="0" rtl="0" algn="ctr">
                        <a:lnSpc>
                          <a:spcPct val="115000"/>
                        </a:lnSpc>
                        <a:spcBef>
                          <a:spcPts val="0"/>
                        </a:spcBef>
                        <a:spcAft>
                          <a:spcPts val="0"/>
                        </a:spcAft>
                        <a:buClr>
                          <a:srgbClr val="000000"/>
                        </a:buClr>
                        <a:buSzPts val="500"/>
                        <a:buFont typeface="Arial"/>
                        <a:buNone/>
                      </a:pPr>
                      <a:r>
                        <a:rPr b="1" lang="en" sz="500" u="none" cap="none" strike="noStrike">
                          <a:solidFill>
                            <a:srgbClr val="FFFFFF"/>
                          </a:solidFill>
                          <a:latin typeface="Verizon NHG TX"/>
                          <a:ea typeface="Verizon NHG TX"/>
                          <a:cs typeface="Verizon NHG TX"/>
                          <a:sym typeface="Verizon NHG TX"/>
                        </a:rPr>
                        <a:t>(vs YTD Target)</a:t>
                      </a:r>
                      <a:endParaRPr b="1" sz="500" u="none" cap="none" strike="noStrike">
                        <a:solidFill>
                          <a:srgbClr val="FFFFFF"/>
                        </a:solidFill>
                        <a:latin typeface="Verizon NHG TX"/>
                        <a:ea typeface="Verizon NHG TX"/>
                        <a:cs typeface="Verizon NHG TX"/>
                        <a:sym typeface="Verizon NHG TX"/>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EE001E"/>
                      </a:solidFill>
                      <a:prstDash val="solid"/>
                      <a:round/>
                      <a:headEnd len="sm" w="sm" type="none"/>
                      <a:tailEnd len="sm" w="sm" type="none"/>
                    </a:lnT>
                    <a:lnB cap="flat" cmpd="sng" w="28575">
                      <a:solidFill>
                        <a:srgbClr val="F8FF3C"/>
                      </a:solidFill>
                      <a:prstDash val="solid"/>
                      <a:round/>
                      <a:headEnd len="sm" w="sm" type="none"/>
                      <a:tailEnd len="sm" w="sm" type="none"/>
                    </a:lnB>
                    <a:solidFill>
                      <a:srgbClr val="EE001E"/>
                    </a:solidFill>
                  </a:tcPr>
                </a:tc>
                <a:tc>
                  <a:txBody>
                    <a:bodyPr/>
                    <a:lstStyle/>
                    <a:p>
                      <a:pPr indent="0" lvl="0" marL="0" marR="0" rtl="0" algn="ctr">
                        <a:lnSpc>
                          <a:spcPct val="115000"/>
                        </a:lnSpc>
                        <a:spcBef>
                          <a:spcPts val="0"/>
                        </a:spcBef>
                        <a:spcAft>
                          <a:spcPts val="0"/>
                        </a:spcAft>
                        <a:buClr>
                          <a:srgbClr val="000000"/>
                        </a:buClr>
                        <a:buSzPts val="600"/>
                        <a:buFont typeface="Arial"/>
                        <a:buNone/>
                      </a:pPr>
                      <a:r>
                        <a:rPr b="1" lang="en" sz="600" u="none" cap="none" strike="noStrike">
                          <a:solidFill>
                            <a:srgbClr val="FFFFFF"/>
                          </a:solidFill>
                          <a:latin typeface="Verizon NHG TX"/>
                          <a:ea typeface="Verizon NHG TX"/>
                          <a:cs typeface="Verizon NHG TX"/>
                          <a:sym typeface="Verizon NHG TX"/>
                        </a:rPr>
                        <a:t>YoY Trend</a:t>
                      </a:r>
                      <a:endParaRPr b="1" sz="600" u="none" cap="none" strike="noStrike">
                        <a:solidFill>
                          <a:srgbClr val="FFFFFF"/>
                        </a:solidFill>
                        <a:latin typeface="Verizon NHG TX"/>
                        <a:ea typeface="Verizon NHG TX"/>
                        <a:cs typeface="Verizon NHG TX"/>
                        <a:sym typeface="Verizon NHG TX"/>
                      </a:endParaRPr>
                    </a:p>
                    <a:p>
                      <a:pPr indent="0" lvl="0" marL="0" marR="0" rtl="0" algn="ctr">
                        <a:lnSpc>
                          <a:spcPct val="115000"/>
                        </a:lnSpc>
                        <a:spcBef>
                          <a:spcPts val="0"/>
                        </a:spcBef>
                        <a:spcAft>
                          <a:spcPts val="0"/>
                        </a:spcAft>
                        <a:buClr>
                          <a:srgbClr val="000000"/>
                        </a:buClr>
                        <a:buSzPts val="600"/>
                        <a:buFont typeface="Arial"/>
                        <a:buNone/>
                      </a:pPr>
                      <a:r>
                        <a:rPr b="1" lang="en" sz="600" u="none" cap="none" strike="noStrike">
                          <a:solidFill>
                            <a:srgbClr val="FFFFFF"/>
                          </a:solidFill>
                          <a:latin typeface="Verizon NHG TX"/>
                          <a:ea typeface="Verizon NHG TX"/>
                          <a:cs typeface="Verizon NHG TX"/>
                          <a:sym typeface="Verizon NHG TX"/>
                        </a:rPr>
                        <a:t>(% change)</a:t>
                      </a:r>
                      <a:endParaRPr b="1" sz="600" u="none" cap="none" strike="noStrike">
                        <a:solidFill>
                          <a:srgbClr val="FFFFFF"/>
                        </a:solidFill>
                        <a:latin typeface="Verizon NHG TX"/>
                        <a:ea typeface="Verizon NHG TX"/>
                        <a:cs typeface="Verizon NHG TX"/>
                        <a:sym typeface="Verizon NHG TX"/>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EE001E"/>
                      </a:solidFill>
                      <a:prstDash val="solid"/>
                      <a:round/>
                      <a:headEnd len="sm" w="sm" type="none"/>
                      <a:tailEnd len="sm" w="sm" type="none"/>
                    </a:lnT>
                    <a:lnB cap="flat" cmpd="sng" w="28575">
                      <a:solidFill>
                        <a:srgbClr val="F8FF3C"/>
                      </a:solidFill>
                      <a:prstDash val="solid"/>
                      <a:round/>
                      <a:headEnd len="sm" w="sm" type="none"/>
                      <a:tailEnd len="sm" w="sm" type="none"/>
                    </a:lnB>
                    <a:solidFill>
                      <a:srgbClr val="EE001E"/>
                    </a:solidFill>
                  </a:tcPr>
                </a:tc>
                <a:tc>
                  <a:txBody>
                    <a:bodyPr/>
                    <a:lstStyle/>
                    <a:p>
                      <a:pPr indent="0" lvl="0" marL="0" marR="0" rtl="0" algn="ctr">
                        <a:lnSpc>
                          <a:spcPct val="115000"/>
                        </a:lnSpc>
                        <a:spcBef>
                          <a:spcPts val="0"/>
                        </a:spcBef>
                        <a:spcAft>
                          <a:spcPts val="0"/>
                        </a:spcAft>
                        <a:buClr>
                          <a:srgbClr val="000000"/>
                        </a:buClr>
                        <a:buSzPts val="600"/>
                        <a:buFont typeface="Arial"/>
                        <a:buNone/>
                      </a:pPr>
                      <a:r>
                        <a:rPr b="1" lang="en" sz="600" u="none" cap="none" strike="noStrike">
                          <a:solidFill>
                            <a:srgbClr val="FFFFFF"/>
                          </a:solidFill>
                          <a:latin typeface="Verizon NHG TX"/>
                          <a:ea typeface="Verizon NHG TX"/>
                          <a:cs typeface="Verizon NHG TX"/>
                          <a:sym typeface="Verizon NHG TX"/>
                        </a:rPr>
                        <a:t>2025 FY Target</a:t>
                      </a:r>
                      <a:endParaRPr b="1" sz="600" u="none" cap="none" strike="noStrike">
                        <a:solidFill>
                          <a:srgbClr val="FFFFFF"/>
                        </a:solidFill>
                        <a:latin typeface="Verizon NHG TX"/>
                        <a:ea typeface="Verizon NHG TX"/>
                        <a:cs typeface="Verizon NHG TX"/>
                        <a:sym typeface="Verizon NHG TX"/>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EE001E"/>
                      </a:solidFill>
                      <a:prstDash val="solid"/>
                      <a:round/>
                      <a:headEnd len="sm" w="sm" type="none"/>
                      <a:tailEnd len="sm" w="sm" type="none"/>
                    </a:lnR>
                    <a:lnT cap="flat" cmpd="sng" w="9525">
                      <a:solidFill>
                        <a:srgbClr val="EE001E"/>
                      </a:solidFill>
                      <a:prstDash val="solid"/>
                      <a:round/>
                      <a:headEnd len="sm" w="sm" type="none"/>
                      <a:tailEnd len="sm" w="sm" type="none"/>
                    </a:lnT>
                    <a:lnB cap="flat" cmpd="sng" w="28575">
                      <a:solidFill>
                        <a:srgbClr val="F8FF3C"/>
                      </a:solidFill>
                      <a:prstDash val="solid"/>
                      <a:round/>
                      <a:headEnd len="sm" w="sm" type="none"/>
                      <a:tailEnd len="sm" w="sm" type="none"/>
                    </a:lnB>
                    <a:solidFill>
                      <a:srgbClr val="EE001E"/>
                    </a:solidFill>
                  </a:tcPr>
                </a:tc>
              </a:tr>
              <a:tr h="152400">
                <a:tc rowSpan="4">
                  <a:txBody>
                    <a:bodyPr/>
                    <a:lstStyle/>
                    <a:p>
                      <a:pPr indent="0" lvl="0" marL="0" marR="0" rtl="0" algn="l">
                        <a:lnSpc>
                          <a:spcPct val="115000"/>
                        </a:lnSpc>
                        <a:spcBef>
                          <a:spcPts val="0"/>
                        </a:spcBef>
                        <a:spcAft>
                          <a:spcPts val="0"/>
                        </a:spcAft>
                        <a:buClr>
                          <a:srgbClr val="000000"/>
                        </a:buClr>
                        <a:buSzPts val="1000"/>
                        <a:buFont typeface="Arial"/>
                        <a:buNone/>
                      </a:pPr>
                      <a:r>
                        <a:rPr b="1" lang="en" sz="1000" u="none" cap="none" strike="noStrike">
                          <a:latin typeface="Verizon NHG TX"/>
                          <a:ea typeface="Verizon NHG TX"/>
                          <a:cs typeface="Verizon NHG TX"/>
                          <a:sym typeface="Verizon NHG TX"/>
                        </a:rPr>
                        <a:t>CX</a:t>
                      </a:r>
                      <a:endParaRPr b="1" sz="1000" u="none" cap="none" strike="noStrike">
                        <a:latin typeface="Verizon NHG TX"/>
                        <a:ea typeface="Verizon NHG TX"/>
                        <a:cs typeface="Verizon NHG TX"/>
                        <a:sym typeface="Verizon NHG TX"/>
                      </a:endParaRPr>
                    </a:p>
                    <a:p>
                      <a:pPr indent="0" lvl="0" marL="0" marR="0" rtl="0" algn="l">
                        <a:lnSpc>
                          <a:spcPct val="115000"/>
                        </a:lnSpc>
                        <a:spcBef>
                          <a:spcPts val="0"/>
                        </a:spcBef>
                        <a:spcAft>
                          <a:spcPts val="0"/>
                        </a:spcAft>
                        <a:buClr>
                          <a:srgbClr val="000000"/>
                        </a:buClr>
                        <a:buSzPts val="1000"/>
                        <a:buFont typeface="Arial"/>
                        <a:buNone/>
                      </a:pPr>
                      <a:r>
                        <a:rPr b="1" lang="en" sz="1000" u="none" cap="none" strike="noStrike">
                          <a:latin typeface="Verizon NHG TX"/>
                          <a:ea typeface="Verizon NHG TX"/>
                          <a:cs typeface="Verizon NHG TX"/>
                          <a:sym typeface="Verizon NHG TX"/>
                        </a:rPr>
                        <a:t>Excellence</a:t>
                      </a:r>
                      <a:endParaRPr b="1" sz="1000" u="none" cap="none" strike="noStrike">
                        <a:latin typeface="Verizon NHG TX"/>
                        <a:ea typeface="Verizon NHG TX"/>
                        <a:cs typeface="Verizon NHG TX"/>
                        <a:sym typeface="Verizon NHG TX"/>
                      </a:endParaRPr>
                    </a:p>
                  </a:txBody>
                  <a:tcPr marT="19050" marB="19050" marR="28575" marL="28575" anchor="ctr">
                    <a:lnL cap="flat" cmpd="sng" w="9525">
                      <a:solidFill>
                        <a:srgbClr val="F6F0E2"/>
                      </a:solidFill>
                      <a:prstDash val="solid"/>
                      <a:round/>
                      <a:headEnd len="sm" w="sm" type="none"/>
                      <a:tailEnd len="sm" w="sm" type="none"/>
                    </a:lnL>
                    <a:lnR cap="flat" cmpd="sng" w="9525">
                      <a:solidFill>
                        <a:srgbClr val="000000"/>
                      </a:solidFill>
                      <a:prstDash val="solid"/>
                      <a:round/>
                      <a:headEnd len="sm" w="sm" type="none"/>
                      <a:tailEnd len="sm" w="sm" type="none"/>
                    </a:lnR>
                    <a:lnT cap="flat" cmpd="sng" w="28575">
                      <a:solidFill>
                        <a:srgbClr val="F8FF3C"/>
                      </a:solidFill>
                      <a:prstDash val="solid"/>
                      <a:round/>
                      <a:headEnd len="sm" w="sm" type="none"/>
                      <a:tailEnd len="sm" w="sm" type="none"/>
                    </a:lnT>
                    <a:lnB cap="flat" cmpd="sng" w="9525">
                      <a:solidFill>
                        <a:srgbClr val="FFFFFF"/>
                      </a:solidFill>
                      <a:prstDash val="solid"/>
                      <a:round/>
                      <a:headEnd len="sm" w="sm" type="none"/>
                      <a:tailEnd len="sm" w="sm" type="none"/>
                    </a:lnB>
                    <a:solidFill>
                      <a:srgbClr val="F6F0E2"/>
                    </a:solidFill>
                  </a:tcPr>
                </a:tc>
                <a:tc>
                  <a:txBody>
                    <a:bodyPr/>
                    <a:lstStyle/>
                    <a:p>
                      <a:pPr indent="0" lvl="0" marL="0" marR="0" rtl="0" algn="l">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Net Promoter Score - Mobile</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FFFFFF"/>
                      </a:solidFill>
                      <a:prstDash val="solid"/>
                      <a:round/>
                      <a:headEnd len="sm" w="sm" type="none"/>
                      <a:tailEnd len="sm" w="sm" type="none"/>
                    </a:lnR>
                    <a:lnT cap="flat" cmpd="sng" w="28575">
                      <a:solidFill>
                        <a:srgbClr val="F8FF3C"/>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Higgins</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28575">
                      <a:solidFill>
                        <a:srgbClr val="F8FF3C"/>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Bi Annual</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28575">
                      <a:solidFill>
                        <a:srgbClr val="F8FF3C"/>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#1</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28575">
                      <a:solidFill>
                        <a:srgbClr val="F8FF3C"/>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#2</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28575">
                      <a:solidFill>
                        <a:srgbClr val="F8FF3C"/>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28575">
                      <a:solidFill>
                        <a:srgbClr val="F8FF3C"/>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28575">
                      <a:solidFill>
                        <a:srgbClr val="F8FF3C"/>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#1</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6F0E2"/>
                      </a:solidFill>
                      <a:prstDash val="solid"/>
                      <a:round/>
                      <a:headEnd len="sm" w="sm" type="none"/>
                      <a:tailEnd len="sm" w="sm" type="none"/>
                    </a:lnR>
                    <a:lnT cap="flat" cmpd="sng" w="28575">
                      <a:solidFill>
                        <a:srgbClr val="F8FF3C"/>
                      </a:solidFill>
                      <a:prstDash val="solid"/>
                      <a:round/>
                      <a:headEnd len="sm" w="sm" type="none"/>
                      <a:tailEnd len="sm" w="sm" type="none"/>
                    </a:lnT>
                    <a:lnB cap="flat" cmpd="sng" w="9525">
                      <a:solidFill>
                        <a:srgbClr val="FFFFFF"/>
                      </a:solidFill>
                      <a:prstDash val="solid"/>
                      <a:round/>
                      <a:headEnd len="sm" w="sm" type="none"/>
                      <a:tailEnd len="sm" w="sm" type="none"/>
                    </a:lnB>
                  </a:tcPr>
                </a:tc>
              </a:tr>
              <a:tr h="152400">
                <a:tc vMerge="1"/>
                <a:tc>
                  <a:txBody>
                    <a:bodyPr/>
                    <a:lstStyle/>
                    <a:p>
                      <a:pPr indent="0" lvl="0" marL="0" marR="0" rtl="0" algn="l">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Net Promoter Score - Fios</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Higgins</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Bi Annual</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#1</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#1</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solidFill>
                            <a:srgbClr val="00B845"/>
                          </a:solidFill>
                          <a:latin typeface="Verizon NHG TX"/>
                          <a:ea typeface="Verizon NHG TX"/>
                          <a:cs typeface="Verizon NHG TX"/>
                          <a:sym typeface="Verizon NHG TX"/>
                        </a:rPr>
                        <a:t>🟢</a:t>
                      </a:r>
                      <a:endParaRPr sz="600" u="none" cap="none" strike="noStrike">
                        <a:solidFill>
                          <a:srgbClr val="00B845"/>
                        </a:solidFill>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#1</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6F0E2"/>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r>
              <a:tr h="152400">
                <a:tc vMerge="1"/>
                <a:tc>
                  <a:txBody>
                    <a:bodyPr/>
                    <a:lstStyle/>
                    <a:p>
                      <a:pPr indent="0" lvl="0" marL="0" marR="0" rtl="0" algn="l">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Net Promoter Score - FWA</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Higgins</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Bi Annual</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#1</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#2</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#1</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6F0E2"/>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r>
              <a:tr h="142875">
                <a:tc vMerge="1"/>
                <a:tc>
                  <a:txBody>
                    <a:bodyPr/>
                    <a:lstStyle/>
                    <a:p>
                      <a:pPr indent="0" lvl="0" marL="0" marR="0" rtl="0" algn="l">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Net Promoter Score - Mobile + Home</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Higgins</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Bi Annual</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#1</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#2</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#1</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6F0E2"/>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r>
              <a:tr h="152400">
                <a:tc rowSpan="6">
                  <a:txBody>
                    <a:bodyPr/>
                    <a:lstStyle/>
                    <a:p>
                      <a:pPr indent="0" lvl="0" marL="0" marR="0" rtl="0" algn="l">
                        <a:lnSpc>
                          <a:spcPct val="115000"/>
                        </a:lnSpc>
                        <a:spcBef>
                          <a:spcPts val="0"/>
                        </a:spcBef>
                        <a:spcAft>
                          <a:spcPts val="0"/>
                        </a:spcAft>
                        <a:buClr>
                          <a:srgbClr val="000000"/>
                        </a:buClr>
                        <a:buSzPts val="1000"/>
                        <a:buFont typeface="Arial"/>
                        <a:buNone/>
                      </a:pPr>
                      <a:r>
                        <a:rPr b="1" lang="en" sz="1000" u="none" cap="none" strike="noStrike">
                          <a:latin typeface="Verizon NHG TX"/>
                          <a:ea typeface="Verizon NHG TX"/>
                          <a:cs typeface="Verizon NHG TX"/>
                          <a:sym typeface="Verizon NHG TX"/>
                        </a:rPr>
                        <a:t>Digital</a:t>
                      </a:r>
                      <a:endParaRPr b="1" sz="1000" u="none" cap="none" strike="noStrike">
                        <a:latin typeface="Verizon NHG TX"/>
                        <a:ea typeface="Verizon NHG TX"/>
                        <a:cs typeface="Verizon NHG TX"/>
                        <a:sym typeface="Verizon NHG TX"/>
                      </a:endParaRPr>
                    </a:p>
                    <a:p>
                      <a:pPr indent="0" lvl="0" marL="0" marR="0" rtl="0" algn="l">
                        <a:lnSpc>
                          <a:spcPct val="115000"/>
                        </a:lnSpc>
                        <a:spcBef>
                          <a:spcPts val="0"/>
                        </a:spcBef>
                        <a:spcAft>
                          <a:spcPts val="0"/>
                        </a:spcAft>
                        <a:buClr>
                          <a:srgbClr val="000000"/>
                        </a:buClr>
                        <a:buSzPts val="1000"/>
                        <a:buFont typeface="Arial"/>
                        <a:buNone/>
                      </a:pPr>
                      <a:r>
                        <a:rPr b="1" lang="en" sz="1000" u="none" cap="none" strike="noStrike">
                          <a:latin typeface="Verizon NHG TX"/>
                          <a:ea typeface="Verizon NHG TX"/>
                          <a:cs typeface="Verizon NHG TX"/>
                          <a:sym typeface="Verizon NHG TX"/>
                        </a:rPr>
                        <a:t>Channels</a:t>
                      </a:r>
                      <a:endParaRPr b="1" sz="1000" u="none" cap="none" strike="noStrike">
                        <a:latin typeface="Verizon NHG TX"/>
                        <a:ea typeface="Verizon NHG TX"/>
                        <a:cs typeface="Verizon NHG TX"/>
                        <a:sym typeface="Verizon NHG TX"/>
                      </a:endParaRPr>
                    </a:p>
                  </a:txBody>
                  <a:tcPr marT="19050" marB="19050" marR="28575" marL="28575" anchor="ctr">
                    <a:lnL cap="flat" cmpd="sng" w="9525">
                      <a:solidFill>
                        <a:srgbClr val="F6F0E2"/>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6F0E2"/>
                    </a:solidFill>
                  </a:tcPr>
                </a:tc>
                <a:tc>
                  <a:txBody>
                    <a:bodyPr/>
                    <a:lstStyle/>
                    <a:p>
                      <a:pPr indent="0" lvl="0" marL="0" marR="0" rtl="0" algn="l">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Prospect Conversion</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Higgins</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Daily</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0.13%</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solidFill>
                            <a:schemeClr val="dk1"/>
                          </a:solidFill>
                          <a:latin typeface="Verizon NHG TX"/>
                          <a:ea typeface="Verizon NHG TX"/>
                          <a:cs typeface="Verizon NHG TX"/>
                          <a:sym typeface="Verizon NHG TX"/>
                        </a:rPr>
                        <a:t>0.13%</a:t>
                      </a:r>
                      <a:endParaRPr sz="600" u="none" cap="none" strike="noStrike">
                        <a:solidFill>
                          <a:schemeClr val="dk1"/>
                        </a:solidFill>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solidFill>
                            <a:srgbClr val="FF0000"/>
                          </a:solidFill>
                          <a:latin typeface="Verizon NHG TX"/>
                          <a:ea typeface="Verizon NHG TX"/>
                          <a:cs typeface="Verizon NHG TX"/>
                          <a:sym typeface="Verizon NHG TX"/>
                        </a:rPr>
                        <a:t>-26.8%</a:t>
                      </a:r>
                      <a:endParaRPr sz="600" u="none" cap="none" strike="noStrike">
                        <a:solidFill>
                          <a:srgbClr val="FF0000"/>
                        </a:solidFill>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0.13%</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6F0E2"/>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r>
              <a:tr h="152400">
                <a:tc vMerge="1"/>
                <a:tc>
                  <a:txBody>
                    <a:bodyPr/>
                    <a:lstStyle/>
                    <a:p>
                      <a:pPr indent="0" lvl="0" marL="0" marR="0" rtl="0" algn="l">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Overall Conversion</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6F0E2"/>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Higgins</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6F0E2"/>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Daily</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6F0E2"/>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0.21%</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6F0E2"/>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solidFill>
                            <a:schemeClr val="dk1"/>
                          </a:solidFill>
                          <a:latin typeface="Verizon NHG TX"/>
                          <a:ea typeface="Verizon NHG TX"/>
                          <a:cs typeface="Verizon NHG TX"/>
                          <a:sym typeface="Verizon NHG TX"/>
                        </a:rPr>
                        <a:t>0.21%</a:t>
                      </a:r>
                      <a:endParaRPr sz="600" u="none" cap="none" strike="noStrike">
                        <a:solidFill>
                          <a:schemeClr val="dk1"/>
                        </a:solidFill>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6F0E2"/>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6F0E2"/>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solidFill>
                            <a:srgbClr val="FF0000"/>
                          </a:solidFill>
                          <a:latin typeface="Verizon NHG TX"/>
                          <a:ea typeface="Verizon NHG TX"/>
                          <a:cs typeface="Verizon NHG TX"/>
                          <a:sym typeface="Verizon NHG TX"/>
                        </a:rPr>
                        <a:t>-17.4%</a:t>
                      </a:r>
                      <a:endParaRPr sz="600" u="none" cap="none" strike="noStrike">
                        <a:solidFill>
                          <a:srgbClr val="FF0000"/>
                        </a:solidFill>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6F0E2"/>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0.23%</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6F0E2"/>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6F0E2"/>
                      </a:solidFill>
                      <a:prstDash val="solid"/>
                      <a:round/>
                      <a:headEnd len="sm" w="sm" type="none"/>
                      <a:tailEnd len="sm" w="sm" type="none"/>
                    </a:lnB>
                  </a:tcPr>
                </a:tc>
              </a:tr>
              <a:tr h="152400">
                <a:tc vMerge="1"/>
                <a:tc>
                  <a:txBody>
                    <a:bodyPr/>
                    <a:lstStyle/>
                    <a:p>
                      <a:pPr indent="0" lvl="0" marL="0" marR="0" rtl="0" algn="l">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PRA Digital - Answerability</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6F0E2"/>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Higgins</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6F0E2"/>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TBD</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6F0E2"/>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80.0%</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6F0E2"/>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solidFill>
                            <a:schemeClr val="dk1"/>
                          </a:solidFill>
                          <a:latin typeface="Verizon NHG TX"/>
                          <a:ea typeface="Verizon NHG TX"/>
                          <a:cs typeface="Verizon NHG TX"/>
                          <a:sym typeface="Verizon NHG TX"/>
                        </a:rPr>
                        <a:t>83.3%</a:t>
                      </a:r>
                      <a:endParaRPr sz="600" u="none" cap="none" strike="noStrike">
                        <a:solidFill>
                          <a:schemeClr val="dk1"/>
                        </a:solidFill>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6F0E2"/>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6F0E2"/>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NA</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6F0E2"/>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80%</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6F0E2"/>
                      </a:solidFill>
                      <a:prstDash val="solid"/>
                      <a:round/>
                      <a:headEnd len="sm" w="sm" type="none"/>
                      <a:tailEnd len="sm" w="sm" type="none"/>
                    </a:lnR>
                    <a:lnT cap="flat" cmpd="sng" w="9525">
                      <a:solidFill>
                        <a:srgbClr val="F6F0E2"/>
                      </a:solidFill>
                      <a:prstDash val="solid"/>
                      <a:round/>
                      <a:headEnd len="sm" w="sm" type="none"/>
                      <a:tailEnd len="sm" w="sm" type="none"/>
                    </a:lnT>
                    <a:lnB cap="flat" cmpd="sng" w="9525">
                      <a:solidFill>
                        <a:srgbClr val="FFFFFF"/>
                      </a:solidFill>
                      <a:prstDash val="solid"/>
                      <a:round/>
                      <a:headEnd len="sm" w="sm" type="none"/>
                      <a:tailEnd len="sm" w="sm" type="none"/>
                    </a:lnB>
                  </a:tcPr>
                </a:tc>
              </a:tr>
              <a:tr h="152400">
                <a:tc vMerge="1"/>
                <a:tc>
                  <a:txBody>
                    <a:bodyPr/>
                    <a:lstStyle/>
                    <a:p>
                      <a:pPr indent="0" lvl="0" marL="0" marR="0" rtl="0" algn="l">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PRA Digital - Accuracy</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Higgins</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TBD</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98.0%</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solidFill>
                            <a:schemeClr val="dk1"/>
                          </a:solidFill>
                          <a:latin typeface="Verizon NHG TX"/>
                          <a:ea typeface="Verizon NHG TX"/>
                          <a:cs typeface="Verizon NHG TX"/>
                          <a:sym typeface="Verizon NHG TX"/>
                        </a:rPr>
                        <a:t>99.0%</a:t>
                      </a:r>
                      <a:endParaRPr sz="600" u="none" cap="none" strike="noStrike">
                        <a:solidFill>
                          <a:schemeClr val="dk1"/>
                        </a:solidFill>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NA</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98%</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6F0E2"/>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r>
              <a:tr h="142875">
                <a:tc vMerge="1"/>
                <a:tc>
                  <a:txBody>
                    <a:bodyPr/>
                    <a:lstStyle/>
                    <a:p>
                      <a:pPr indent="0" lvl="0" marL="0" marR="0" rtl="0" algn="l">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App Engagement (30 Day)*</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Higgins</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Weekly</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54%³</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 sz="600" u="none" cap="none" strike="noStrike">
                          <a:solidFill>
                            <a:schemeClr val="dk1"/>
                          </a:solidFill>
                          <a:latin typeface="Verizon NHG TX"/>
                          <a:ea typeface="Verizon NHG TX"/>
                          <a:cs typeface="Verizon NHG TX"/>
                          <a:sym typeface="Verizon NHG TX"/>
                        </a:rPr>
                        <a:t>55.6%³</a:t>
                      </a:r>
                      <a:endParaRPr sz="600" u="none" cap="none" strike="noStrike">
                        <a:solidFill>
                          <a:schemeClr val="dk1"/>
                        </a:solidFill>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2.8%</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60%</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6F0E2"/>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r>
              <a:tr h="142875">
                <a:tc vMerge="1"/>
                <a:tc>
                  <a:txBody>
                    <a:bodyPr/>
                    <a:lstStyle/>
                    <a:p>
                      <a:pPr indent="0" lvl="0" marL="0" marR="0" rtl="0" algn="l">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Digital Interaction Score</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Higgins</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Daily</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 sz="600" u="none" cap="none" strike="noStrike">
                          <a:solidFill>
                            <a:schemeClr val="dk1"/>
                          </a:solidFill>
                          <a:latin typeface="Verizon NHG TX"/>
                          <a:ea typeface="Verizon NHG TX"/>
                          <a:cs typeface="Verizon NHG TX"/>
                          <a:sym typeface="Verizon NHG TX"/>
                        </a:rPr>
                        <a:t>70.3%</a:t>
                      </a:r>
                      <a:endParaRPr sz="600" u="none" cap="none" strike="noStrike">
                        <a:solidFill>
                          <a:schemeClr val="dk1"/>
                        </a:solidFill>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 sz="600" u="none" cap="none" strike="noStrike">
                          <a:solidFill>
                            <a:schemeClr val="dk1"/>
                          </a:solidFill>
                          <a:latin typeface="Verizon NHG TX"/>
                          <a:ea typeface="Verizon NHG TX"/>
                          <a:cs typeface="Verizon NHG TX"/>
                          <a:sym typeface="Verizon NHG TX"/>
                        </a:rPr>
                        <a:t>71.5%</a:t>
                      </a:r>
                      <a:endParaRPr sz="600" u="none" cap="none" strike="noStrike">
                        <a:solidFill>
                          <a:schemeClr val="dk1"/>
                        </a:solidFill>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1.8%</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75%</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6F0E2"/>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r>
              <a:tr h="152400">
                <a:tc rowSpan="9">
                  <a:txBody>
                    <a:bodyPr/>
                    <a:lstStyle/>
                    <a:p>
                      <a:pPr indent="0" lvl="0" marL="0" marR="0" rtl="0" algn="l">
                        <a:lnSpc>
                          <a:spcPct val="115000"/>
                        </a:lnSpc>
                        <a:spcBef>
                          <a:spcPts val="0"/>
                        </a:spcBef>
                        <a:spcAft>
                          <a:spcPts val="0"/>
                        </a:spcAft>
                        <a:buClr>
                          <a:srgbClr val="000000"/>
                        </a:buClr>
                        <a:buSzPts val="1000"/>
                        <a:buFont typeface="Arial"/>
                        <a:buNone/>
                      </a:pPr>
                      <a:r>
                        <a:rPr b="1" lang="en" sz="1000" u="none" cap="none" strike="noStrike">
                          <a:latin typeface="Verizon NHG TX"/>
                          <a:ea typeface="Verizon NHG TX"/>
                          <a:cs typeface="Verizon NHG TX"/>
                          <a:sym typeface="Verizon NHG TX"/>
                        </a:rPr>
                        <a:t>Assisted</a:t>
                      </a:r>
                      <a:endParaRPr b="1" sz="1000" u="none" cap="none" strike="noStrike">
                        <a:latin typeface="Verizon NHG TX"/>
                        <a:ea typeface="Verizon NHG TX"/>
                        <a:cs typeface="Verizon NHG TX"/>
                        <a:sym typeface="Verizon NHG TX"/>
                      </a:endParaRPr>
                    </a:p>
                    <a:p>
                      <a:pPr indent="0" lvl="0" marL="0" marR="0" rtl="0" algn="l">
                        <a:lnSpc>
                          <a:spcPct val="115000"/>
                        </a:lnSpc>
                        <a:spcBef>
                          <a:spcPts val="0"/>
                        </a:spcBef>
                        <a:spcAft>
                          <a:spcPts val="0"/>
                        </a:spcAft>
                        <a:buClr>
                          <a:srgbClr val="000000"/>
                        </a:buClr>
                        <a:buSzPts val="1000"/>
                        <a:buFont typeface="Arial"/>
                        <a:buNone/>
                      </a:pPr>
                      <a:r>
                        <a:rPr b="1" lang="en" sz="1000" u="none" cap="none" strike="noStrike">
                          <a:latin typeface="Verizon NHG TX"/>
                          <a:ea typeface="Verizon NHG TX"/>
                          <a:cs typeface="Verizon NHG TX"/>
                          <a:sym typeface="Verizon NHG TX"/>
                        </a:rPr>
                        <a:t>Channels</a:t>
                      </a:r>
                      <a:endParaRPr b="1" sz="1000" u="none" cap="none" strike="noStrike">
                        <a:latin typeface="Verizon NHG TX"/>
                        <a:ea typeface="Verizon NHG TX"/>
                        <a:cs typeface="Verizon NHG TX"/>
                        <a:sym typeface="Verizon NHG TX"/>
                      </a:endParaRPr>
                    </a:p>
                  </a:txBody>
                  <a:tcPr marT="19050" marB="19050" marR="28575" marL="28575" anchor="ctr">
                    <a:lnL cap="flat" cmpd="sng" w="9525">
                      <a:solidFill>
                        <a:srgbClr val="F6F0E2"/>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6F0E2"/>
                    </a:solidFill>
                  </a:tcPr>
                </a:tc>
                <a:tc>
                  <a:txBody>
                    <a:bodyPr/>
                    <a:lstStyle/>
                    <a:p>
                      <a:pPr indent="0" lvl="0" marL="0" marR="0" rtl="0" algn="l">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3 Day Resolve</a:t>
                      </a:r>
                      <a:endParaRPr sz="600" u="none" cap="none" strike="noStrike">
                        <a:latin typeface="Verizon NHG TX"/>
                        <a:ea typeface="Verizon NHG TX"/>
                        <a:cs typeface="Verizon NHG TX"/>
                        <a:sym typeface="Verizon NHG TX"/>
                      </a:endParaRPr>
                    </a:p>
                    <a:p>
                      <a:pPr indent="0" lvl="0" marL="0" marR="0" rtl="0" algn="l">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(1st time resolve w/o repeat contact in 3 days)</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Hammond</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Daily</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78.1%</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solidFill>
                            <a:schemeClr val="dk1"/>
                          </a:solidFill>
                          <a:latin typeface="Verizon NHG TX"/>
                          <a:ea typeface="Verizon NHG TX"/>
                          <a:cs typeface="Verizon NHG TX"/>
                          <a:sym typeface="Verizon NHG TX"/>
                        </a:rPr>
                        <a:t>77.5%</a:t>
                      </a:r>
                      <a:endParaRPr sz="600" u="none" cap="none" strike="noStrike">
                        <a:solidFill>
                          <a:schemeClr val="dk1"/>
                        </a:solidFill>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solidFill>
                            <a:srgbClr val="00B845"/>
                          </a:solidFill>
                          <a:latin typeface="Verizon NHG TX"/>
                          <a:ea typeface="Verizon NHG TX"/>
                          <a:cs typeface="Verizon NHG TX"/>
                          <a:sym typeface="Verizon NHG TX"/>
                        </a:rPr>
                        <a:t>0.4%</a:t>
                      </a:r>
                      <a:endParaRPr sz="600" u="none" cap="none" strike="noStrike">
                        <a:solidFill>
                          <a:srgbClr val="00B845"/>
                        </a:solidFill>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80%</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6F0E2"/>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r>
              <a:tr h="152400">
                <a:tc vMerge="1"/>
                <a:tc>
                  <a:txBody>
                    <a:bodyPr/>
                    <a:lstStyle/>
                    <a:p>
                      <a:pPr indent="0" lvl="0" marL="0" marR="0" rtl="0" algn="l">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Rep Interaction Score - Total VCG</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6F0E2"/>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6F0E2"/>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Daily</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6F0E2"/>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87.6%</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6F0E2"/>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87.7%</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6F0E2"/>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solidFill>
                            <a:srgbClr val="00B845"/>
                          </a:solidFill>
                          <a:latin typeface="Verizon NHG TX"/>
                          <a:ea typeface="Verizon NHG TX"/>
                          <a:cs typeface="Verizon NHG TX"/>
                          <a:sym typeface="Verizon NHG TX"/>
                        </a:rPr>
                        <a:t>1.2%</a:t>
                      </a:r>
                      <a:endParaRPr sz="600" u="none" cap="none" strike="noStrike">
                        <a:solidFill>
                          <a:srgbClr val="00B845"/>
                        </a:solidFill>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6F0E2"/>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90%</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6F0E2"/>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6F0E2"/>
                      </a:solidFill>
                      <a:prstDash val="solid"/>
                      <a:round/>
                      <a:headEnd len="sm" w="sm" type="none"/>
                      <a:tailEnd len="sm" w="sm" type="none"/>
                    </a:lnB>
                  </a:tcPr>
                </a:tc>
              </a:tr>
              <a:tr h="238125">
                <a:tc vMerge="1"/>
                <a:tc>
                  <a:txBody>
                    <a:bodyPr/>
                    <a:lstStyle/>
                    <a:p>
                      <a:pPr indent="0" lvl="0" marL="0" marR="0" rtl="0" algn="l">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Rep Interaction Score/Rep Sat - Total CS</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6F0E2"/>
                      </a:solidFill>
                      <a:prstDash val="solid"/>
                      <a:round/>
                      <a:headEnd len="sm" w="sm" type="none"/>
                      <a:tailEnd len="sm" w="sm" type="none"/>
                    </a:lnT>
                    <a:lnB cap="flat" cmpd="sng" w="9525">
                      <a:solidFill>
                        <a:srgbClr val="FFFFFF"/>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Hammond</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6F0E2"/>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Daily</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6F0E2"/>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solidFill>
                            <a:schemeClr val="dk1"/>
                          </a:solidFill>
                          <a:latin typeface="Verizon NHG TX"/>
                          <a:ea typeface="Verizon NHG TX"/>
                          <a:cs typeface="Verizon NHG TX"/>
                          <a:sym typeface="Verizon NHG TX"/>
                        </a:rPr>
                        <a:t>87.8%</a:t>
                      </a:r>
                      <a:endParaRPr sz="600" u="none" cap="none" strike="noStrike">
                        <a:solidFill>
                          <a:schemeClr val="dk1"/>
                        </a:solidFill>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rgbClr val="F6F0E2"/>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solidFill>
                            <a:schemeClr val="dk1"/>
                          </a:solidFill>
                          <a:latin typeface="Verizon NHG TX"/>
                          <a:ea typeface="Verizon NHG TX"/>
                          <a:cs typeface="Verizon NHG TX"/>
                          <a:sym typeface="Verizon NHG TX"/>
                        </a:rPr>
                        <a:t>88.1%</a:t>
                      </a:r>
                      <a:endParaRPr sz="600" u="none" cap="none" strike="noStrike">
                        <a:solidFill>
                          <a:schemeClr val="dk1"/>
                        </a:solidFill>
                        <a:latin typeface="Verizon NHG TX"/>
                        <a:ea typeface="Verizon NHG TX"/>
                        <a:cs typeface="Verizon NHG TX"/>
                        <a:sym typeface="Verizon NHG TX"/>
                      </a:endParaRPr>
                    </a:p>
                  </a:txBody>
                  <a:tcPr marT="19050" marB="19050" marR="28575" marL="28575" anchor="b">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chemeClr val="dk1">
                          <a:alpha val="0"/>
                        </a:scheme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6F0E2"/>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solidFill>
                            <a:srgbClr val="00B845"/>
                          </a:solidFill>
                          <a:latin typeface="Verizon NHG TX"/>
                          <a:ea typeface="Verizon NHG TX"/>
                          <a:cs typeface="Verizon NHG TX"/>
                          <a:sym typeface="Verizon NHG TX"/>
                        </a:rPr>
                        <a:t>0.5%</a:t>
                      </a:r>
                      <a:endParaRPr sz="600" u="none" cap="none" strike="noStrike">
                        <a:solidFill>
                          <a:srgbClr val="00B845"/>
                        </a:solidFill>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6F0E2"/>
                      </a:solidFill>
                      <a:prstDash val="solid"/>
                      <a:round/>
                      <a:headEnd len="sm" w="sm" type="none"/>
                      <a:tailEnd len="sm" w="sm" type="none"/>
                    </a:lnT>
                    <a:lnB cap="flat" cmpd="sng" w="9525">
                      <a:solidFill>
                        <a:srgbClr val="FFFFFF"/>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91%</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6F0E2"/>
                      </a:solidFill>
                      <a:prstDash val="solid"/>
                      <a:round/>
                      <a:headEnd len="sm" w="sm" type="none"/>
                      <a:tailEnd len="sm" w="sm" type="none"/>
                    </a:lnR>
                    <a:lnT cap="flat" cmpd="sng" w="9525">
                      <a:solidFill>
                        <a:srgbClr val="F6F0E2"/>
                      </a:solidFill>
                      <a:prstDash val="solid"/>
                      <a:round/>
                      <a:headEnd len="sm" w="sm" type="none"/>
                      <a:tailEnd len="sm" w="sm" type="none"/>
                    </a:lnT>
                    <a:lnB cap="flat" cmpd="sng" w="9525">
                      <a:solidFill>
                        <a:srgbClr val="FFFFFF"/>
                      </a:solidFill>
                      <a:prstDash val="solid"/>
                      <a:round/>
                      <a:headEnd len="sm" w="sm" type="none"/>
                      <a:tailEnd len="sm" w="sm" type="none"/>
                    </a:lnB>
                  </a:tcPr>
                </a:tc>
              </a:tr>
              <a:tr h="152400">
                <a:tc vMerge="1"/>
                <a:tc>
                  <a:txBody>
                    <a:bodyPr/>
                    <a:lstStyle/>
                    <a:p>
                      <a:pPr indent="0" lvl="0" marL="0" marR="0" rtl="0" algn="l">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Rep Interaction Score - Total Sales</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Zavaglia</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Daily</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84.5%</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86.1%</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rgbClr val="FFFFFF"/>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solidFill>
                            <a:srgbClr val="00B845"/>
                          </a:solidFill>
                          <a:latin typeface="Verizon NHG TX"/>
                          <a:ea typeface="Verizon NHG TX"/>
                          <a:cs typeface="Verizon NHG TX"/>
                          <a:sym typeface="Verizon NHG TX"/>
                        </a:rPr>
                        <a:t>6.0%</a:t>
                      </a:r>
                      <a:endParaRPr sz="600" u="none" cap="none" strike="noStrike">
                        <a:solidFill>
                          <a:srgbClr val="00B845"/>
                        </a:solidFill>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85%</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6F0E2"/>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r>
              <a:tr h="152400">
                <a:tc vMerge="1"/>
                <a:tc>
                  <a:txBody>
                    <a:bodyPr/>
                    <a:lstStyle/>
                    <a:p>
                      <a:pPr indent="0" lvl="0" marL="0" marR="0" rtl="0" algn="l">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Customer Satisfaction (CSAT) - Total VCG</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Daily</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79.4%</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80.8%</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solidFill>
                            <a:srgbClr val="00B845"/>
                          </a:solidFill>
                          <a:latin typeface="Verizon NHG TX"/>
                          <a:ea typeface="Verizon NHG TX"/>
                          <a:cs typeface="Verizon NHG TX"/>
                          <a:sym typeface="Verizon NHG TX"/>
                        </a:rPr>
                        <a:t>1.7%</a:t>
                      </a:r>
                      <a:endParaRPr sz="600" u="none" cap="none" strike="noStrike">
                        <a:solidFill>
                          <a:srgbClr val="00B845"/>
                        </a:solidFill>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83%</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6F0E2"/>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r>
              <a:tr h="152400">
                <a:tc vMerge="1"/>
                <a:tc>
                  <a:txBody>
                    <a:bodyPr/>
                    <a:lstStyle/>
                    <a:p>
                      <a:pPr indent="0" lvl="0" marL="0" marR="0" rtl="0" algn="l">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Customer Satisfaction/VZ Sat - Total CS</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Hammond</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Daily</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79.6%</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80.4%</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solidFill>
                            <a:srgbClr val="00B845"/>
                          </a:solidFill>
                          <a:latin typeface="Verizon NHG TX"/>
                          <a:ea typeface="Verizon NHG TX"/>
                          <a:cs typeface="Verizon NHG TX"/>
                          <a:sym typeface="Verizon NHG TX"/>
                        </a:rPr>
                        <a:t>0.1%</a:t>
                      </a:r>
                      <a:endParaRPr sz="600" u="none" cap="none" strike="noStrike">
                        <a:solidFill>
                          <a:srgbClr val="00B845"/>
                        </a:solidFill>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84%</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6F0E2"/>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r>
              <a:tr h="152400">
                <a:tc vMerge="1"/>
                <a:tc>
                  <a:txBody>
                    <a:bodyPr/>
                    <a:lstStyle/>
                    <a:p>
                      <a:pPr indent="0" lvl="0" marL="0" marR="0" rtl="0" algn="l">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Customer Satisfaction - Total Sales</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Zavaglia</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Daily</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77.5%</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82.2%</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solidFill>
                            <a:srgbClr val="00B845"/>
                          </a:solidFill>
                          <a:latin typeface="Verizon NHG TX"/>
                          <a:ea typeface="Verizon NHG TX"/>
                          <a:cs typeface="Verizon NHG TX"/>
                          <a:sym typeface="Verizon NHG TX"/>
                        </a:rPr>
                        <a:t>11.2%</a:t>
                      </a:r>
                      <a:endParaRPr sz="600" u="none" cap="none" strike="noStrike">
                        <a:solidFill>
                          <a:srgbClr val="00B845"/>
                        </a:solidFill>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81%</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6F0E2"/>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r>
              <a:tr h="152400">
                <a:tc vMerge="1"/>
                <a:tc>
                  <a:txBody>
                    <a:bodyPr/>
                    <a:lstStyle/>
                    <a:p>
                      <a:pPr indent="0" lvl="0" marL="0" marR="0" rtl="0" algn="l">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Average Handling Time (AHT)</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Hammond</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TBD</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1163 s</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1088 s</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NA</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1199 s</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6F0E2"/>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r>
              <a:tr h="152400">
                <a:tc vMerge="1"/>
                <a:tc>
                  <a:txBody>
                    <a:bodyPr/>
                    <a:lstStyle/>
                    <a:p>
                      <a:pPr indent="0" lvl="0" marL="0" marR="0" rtl="0" algn="l">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Retail Transaction Time*</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Zavaglia</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Daily</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60 min⁴</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60.8 min⁴</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solidFill>
                            <a:srgbClr val="FF9900"/>
                          </a:solidFill>
                          <a:latin typeface="Verizon NHG TX"/>
                          <a:ea typeface="Verizon NHG TX"/>
                          <a:cs typeface="Verizon NHG TX"/>
                          <a:sym typeface="Verizon NHG TX"/>
                        </a:rPr>
                        <a:t>1.5%</a:t>
                      </a:r>
                      <a:endParaRPr sz="600" u="none" cap="none" strike="noStrike">
                        <a:solidFill>
                          <a:srgbClr val="FF9900"/>
                        </a:solidFill>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solidFill>
                            <a:schemeClr val="dk1"/>
                          </a:solidFill>
                          <a:latin typeface="Verizon NHG TX"/>
                          <a:ea typeface="Verizon NHG TX"/>
                          <a:cs typeface="Verizon NHG TX"/>
                          <a:sym typeface="Verizon NHG TX"/>
                        </a:rPr>
                        <a:t>60 min</a:t>
                      </a:r>
                      <a:endParaRPr sz="600" u="none" cap="none" strike="noStrike">
                        <a:solidFill>
                          <a:schemeClr val="dk1"/>
                        </a:solidFill>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6F0E2"/>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r>
              <a:tr h="142875">
                <a:tc rowSpan="3">
                  <a:txBody>
                    <a:bodyPr/>
                    <a:lstStyle/>
                    <a:p>
                      <a:pPr indent="0" lvl="0" marL="0" marR="0" rtl="0" algn="l">
                        <a:lnSpc>
                          <a:spcPct val="115000"/>
                        </a:lnSpc>
                        <a:spcBef>
                          <a:spcPts val="0"/>
                        </a:spcBef>
                        <a:spcAft>
                          <a:spcPts val="0"/>
                        </a:spcAft>
                        <a:buClr>
                          <a:srgbClr val="000000"/>
                        </a:buClr>
                        <a:buSzPts val="1000"/>
                        <a:buFont typeface="Arial"/>
                        <a:buNone/>
                      </a:pPr>
                      <a:r>
                        <a:rPr b="1" lang="en" sz="1000" u="none" cap="none" strike="noStrike">
                          <a:latin typeface="Verizon NHG TX"/>
                          <a:ea typeface="Verizon NHG TX"/>
                          <a:cs typeface="Verizon NHG TX"/>
                          <a:sym typeface="Verizon NHG TX"/>
                        </a:rPr>
                        <a:t>Employee</a:t>
                      </a:r>
                      <a:endParaRPr b="1" sz="1000" u="none" cap="none" strike="noStrike">
                        <a:latin typeface="Verizon NHG TX"/>
                        <a:ea typeface="Verizon NHG TX"/>
                        <a:cs typeface="Verizon NHG TX"/>
                        <a:sym typeface="Verizon NHG TX"/>
                      </a:endParaRPr>
                    </a:p>
                    <a:p>
                      <a:pPr indent="0" lvl="0" marL="0" marR="0" rtl="0" algn="l">
                        <a:lnSpc>
                          <a:spcPct val="115000"/>
                        </a:lnSpc>
                        <a:spcBef>
                          <a:spcPts val="0"/>
                        </a:spcBef>
                        <a:spcAft>
                          <a:spcPts val="0"/>
                        </a:spcAft>
                        <a:buClr>
                          <a:srgbClr val="000000"/>
                        </a:buClr>
                        <a:buSzPts val="1000"/>
                        <a:buFont typeface="Arial"/>
                        <a:buNone/>
                      </a:pPr>
                      <a:r>
                        <a:rPr b="1" lang="en" sz="1000" u="none" cap="none" strike="noStrike">
                          <a:latin typeface="Verizon NHG TX"/>
                          <a:ea typeface="Verizon NHG TX"/>
                          <a:cs typeface="Verizon NHG TX"/>
                          <a:sym typeface="Verizon NHG TX"/>
                        </a:rPr>
                        <a:t>Experience</a:t>
                      </a:r>
                      <a:endParaRPr b="1" sz="1000" u="none" cap="none" strike="noStrike">
                        <a:latin typeface="Verizon NHG TX"/>
                        <a:ea typeface="Verizon NHG TX"/>
                        <a:cs typeface="Verizon NHG TX"/>
                        <a:sym typeface="Verizon NHG TX"/>
                      </a:endParaRPr>
                    </a:p>
                  </a:txBody>
                  <a:tcPr marT="19050" marB="19050" marR="28575" marL="28575" anchor="ctr">
                    <a:lnL cap="flat" cmpd="sng" w="9525">
                      <a:solidFill>
                        <a:srgbClr val="F6F0E2"/>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6F0E2"/>
                      </a:solidFill>
                      <a:prstDash val="solid"/>
                      <a:round/>
                      <a:headEnd len="sm" w="sm" type="none"/>
                      <a:tailEnd len="sm" w="sm" type="none"/>
                    </a:lnB>
                    <a:solidFill>
                      <a:srgbClr val="F6F0E2"/>
                    </a:solidFill>
                  </a:tcPr>
                </a:tc>
                <a:tc>
                  <a:txBody>
                    <a:bodyPr/>
                    <a:lstStyle/>
                    <a:p>
                      <a:pPr indent="0" lvl="0" marL="0" marR="0" rtl="0" algn="l">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Pulse Participation</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Goldman</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Bi-Annual</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NA</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NA</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NA</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NA</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TBD</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6F0E2"/>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r>
              <a:tr h="152400">
                <a:tc vMerge="1"/>
                <a:tc>
                  <a:txBody>
                    <a:bodyPr/>
                    <a:lstStyle/>
                    <a:p>
                      <a:pPr indent="0" lvl="0" marL="0" marR="0" rtl="0" algn="l">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Q12 Engagement</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6F0E2"/>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Goldman</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6F0E2"/>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Annual</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6F0E2"/>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4.67</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6F0E2"/>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NA</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6F0E2"/>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NA</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6F0E2"/>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NA</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6F0E2"/>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4.67</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6F0E2"/>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6F0E2"/>
                      </a:solidFill>
                      <a:prstDash val="solid"/>
                      <a:round/>
                      <a:headEnd len="sm" w="sm" type="none"/>
                      <a:tailEnd len="sm" w="sm" type="none"/>
                    </a:lnB>
                  </a:tcPr>
                </a:tc>
              </a:tr>
              <a:tr h="161925">
                <a:tc vMerge="1"/>
                <a:tc>
                  <a:txBody>
                    <a:bodyPr/>
                    <a:lstStyle/>
                    <a:p>
                      <a:pPr indent="0" lvl="0" marL="0" marR="0" rtl="0" algn="l">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OSAT</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6F0E2"/>
                      </a:solidFill>
                      <a:prstDash val="solid"/>
                      <a:round/>
                      <a:headEnd len="sm" w="sm" type="none"/>
                      <a:tailEnd len="sm" w="sm" type="none"/>
                    </a:lnT>
                    <a:lnB cap="flat" cmpd="sng" w="9525">
                      <a:solidFill>
                        <a:srgbClr val="FFFFFF"/>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Goldman</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6F0E2"/>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Bi-Annual</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6F0E2"/>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4.74</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6F0E2"/>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NA</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6F0E2"/>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 sz="600" u="none" cap="none" strike="noStrike">
                          <a:solidFill>
                            <a:schemeClr val="dk1"/>
                          </a:solidFill>
                          <a:latin typeface="Verizon NHG TX"/>
                          <a:ea typeface="Verizon NHG TX"/>
                          <a:cs typeface="Verizon NHG TX"/>
                          <a:sym typeface="Verizon NHG TX"/>
                        </a:rPr>
                        <a:t>NA</a:t>
                      </a:r>
                      <a:endParaRPr sz="600" u="none" cap="none" strike="noStrike">
                        <a:solidFill>
                          <a:schemeClr val="dk1"/>
                        </a:solidFill>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6F0E2"/>
                      </a:solidFill>
                      <a:prstDash val="solid"/>
                      <a:round/>
                      <a:headEnd len="sm" w="sm" type="none"/>
                      <a:tailEnd len="sm" w="sm" type="none"/>
                    </a:lnT>
                    <a:lnB cap="flat" cmpd="sng" w="9525">
                      <a:solidFill>
                        <a:srgbClr val="FFFFF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NA</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6F0E2"/>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 sz="600" u="none" cap="none" strike="noStrike">
                          <a:latin typeface="Verizon NHG TX"/>
                          <a:ea typeface="Verizon NHG TX"/>
                          <a:cs typeface="Verizon NHG TX"/>
                          <a:sym typeface="Verizon NHG TX"/>
                        </a:rPr>
                        <a:t>4.74</a:t>
                      </a:r>
                      <a:endParaRPr sz="600" u="none" cap="none" strike="noStrike">
                        <a:latin typeface="Verizon NHG TX"/>
                        <a:ea typeface="Verizon NHG TX"/>
                        <a:cs typeface="Verizon NHG TX"/>
                        <a:sym typeface="Verizon NHG TX"/>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6F0E2"/>
                      </a:solidFill>
                      <a:prstDash val="solid"/>
                      <a:round/>
                      <a:headEnd len="sm" w="sm" type="none"/>
                      <a:tailEnd len="sm" w="sm" type="none"/>
                    </a:lnR>
                    <a:lnT cap="flat" cmpd="sng" w="9525">
                      <a:solidFill>
                        <a:srgbClr val="F6F0E2"/>
                      </a:solidFill>
                      <a:prstDash val="solid"/>
                      <a:round/>
                      <a:headEnd len="sm" w="sm" type="none"/>
                      <a:tailEnd len="sm" w="sm" type="none"/>
                    </a:lnT>
                    <a:lnB cap="flat" cmpd="sng" w="9525">
                      <a:solidFill>
                        <a:srgbClr val="FFFFFF"/>
                      </a:solidFill>
                      <a:prstDash val="solid"/>
                      <a:round/>
                      <a:headEnd len="sm" w="sm" type="none"/>
                      <a:tailEnd len="sm" w="sm" type="none"/>
                    </a:lnB>
                  </a:tcPr>
                </a:tc>
              </a:tr>
            </a:tbl>
          </a:graphicData>
        </a:graphic>
      </p:graphicFrame>
      <p:sp>
        <p:nvSpPr>
          <p:cNvPr id="2013" name="Google Shape;2013;p311"/>
          <p:cNvSpPr txBox="1"/>
          <p:nvPr>
            <p:ph idx="1" type="body"/>
          </p:nvPr>
        </p:nvSpPr>
        <p:spPr>
          <a:xfrm>
            <a:off x="4114800" y="381000"/>
            <a:ext cx="2164500" cy="261600"/>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800"/>
              </a:spcBef>
              <a:spcAft>
                <a:spcPts val="0"/>
              </a:spcAft>
              <a:buSzPts val="900"/>
              <a:buNone/>
            </a:pPr>
            <a:r>
              <a:rPr b="0" lang="en" sz="900">
                <a:solidFill>
                  <a:schemeClr val="accent6"/>
                </a:solidFill>
              </a:rPr>
              <a:t>Updated through </a:t>
            </a:r>
            <a:r>
              <a:rPr b="0" i="1" lang="en">
                <a:solidFill>
                  <a:schemeClr val="accent6"/>
                </a:solidFill>
              </a:rPr>
              <a:t>Feb</a:t>
            </a:r>
            <a:r>
              <a:rPr b="0" i="1" lang="en" sz="900">
                <a:solidFill>
                  <a:schemeClr val="accent6"/>
                </a:solidFill>
              </a:rPr>
              <a:t> </a:t>
            </a:r>
            <a:r>
              <a:rPr b="0" i="1" lang="en">
                <a:solidFill>
                  <a:schemeClr val="accent6"/>
                </a:solidFill>
              </a:rPr>
              <a:t>28</a:t>
            </a:r>
            <a:r>
              <a:rPr b="0" lang="en" sz="900">
                <a:solidFill>
                  <a:schemeClr val="accent6"/>
                </a:solidFill>
              </a:rPr>
              <a:t>, 2025</a:t>
            </a:r>
            <a:endParaRPr b="0" sz="900">
              <a:solidFill>
                <a:schemeClr val="accent6"/>
              </a:solidFill>
            </a:endParaRPr>
          </a:p>
        </p:txBody>
      </p:sp>
      <p:pic>
        <p:nvPicPr>
          <p:cNvPr id="2014" name="Google Shape;2014;p311"/>
          <p:cNvPicPr preferRelativeResize="0"/>
          <p:nvPr/>
        </p:nvPicPr>
        <p:blipFill rotWithShape="1">
          <a:blip r:embed="rId5">
            <a:alphaModFix/>
          </a:blip>
          <a:srcRect b="22572" l="23381" r="23477" t="25417"/>
          <a:stretch/>
        </p:blipFill>
        <p:spPr>
          <a:xfrm>
            <a:off x="1474103" y="3081178"/>
            <a:ext cx="377535" cy="369476"/>
          </a:xfrm>
          <a:prstGeom prst="rect">
            <a:avLst/>
          </a:prstGeom>
          <a:noFill/>
          <a:ln>
            <a:noFill/>
          </a:ln>
        </p:spPr>
      </p:pic>
      <p:pic>
        <p:nvPicPr>
          <p:cNvPr id="2015" name="Google Shape;2015;p311"/>
          <p:cNvPicPr preferRelativeResize="0"/>
          <p:nvPr/>
        </p:nvPicPr>
        <p:blipFill rotWithShape="1">
          <a:blip r:embed="rId6">
            <a:alphaModFix/>
          </a:blip>
          <a:srcRect b="0" l="0" r="0" t="0"/>
          <a:stretch/>
        </p:blipFill>
        <p:spPr>
          <a:xfrm>
            <a:off x="1408887" y="1808987"/>
            <a:ext cx="467413" cy="467413"/>
          </a:xfrm>
          <a:prstGeom prst="rect">
            <a:avLst/>
          </a:prstGeom>
          <a:noFill/>
          <a:ln>
            <a:noFill/>
          </a:ln>
        </p:spPr>
      </p:pic>
      <p:pic>
        <p:nvPicPr>
          <p:cNvPr id="2016" name="Google Shape;2016;p311"/>
          <p:cNvPicPr preferRelativeResize="0"/>
          <p:nvPr/>
        </p:nvPicPr>
        <p:blipFill rotWithShape="1">
          <a:blip r:embed="rId7">
            <a:alphaModFix/>
          </a:blip>
          <a:srcRect b="0" l="0" r="0" t="0"/>
          <a:stretch/>
        </p:blipFill>
        <p:spPr>
          <a:xfrm>
            <a:off x="1494050" y="1112050"/>
            <a:ext cx="337650" cy="311963"/>
          </a:xfrm>
          <a:prstGeom prst="rect">
            <a:avLst/>
          </a:prstGeom>
          <a:noFill/>
          <a:ln>
            <a:noFill/>
          </a:ln>
        </p:spPr>
      </p:pic>
      <p:pic>
        <p:nvPicPr>
          <p:cNvPr id="2017" name="Google Shape;2017;p311"/>
          <p:cNvPicPr preferRelativeResize="0"/>
          <p:nvPr/>
        </p:nvPicPr>
        <p:blipFill rotWithShape="1">
          <a:blip r:embed="rId8">
            <a:alphaModFix/>
          </a:blip>
          <a:srcRect b="0" l="0" r="0" t="0"/>
          <a:stretch/>
        </p:blipFill>
        <p:spPr>
          <a:xfrm>
            <a:off x="1494040" y="4064528"/>
            <a:ext cx="337650" cy="33768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1" name="Shape 2021"/>
        <p:cNvGrpSpPr/>
        <p:nvPr/>
      </p:nvGrpSpPr>
      <p:grpSpPr>
        <a:xfrm>
          <a:off x="0" y="0"/>
          <a:ext cx="0" cy="0"/>
          <a:chOff x="0" y="0"/>
          <a:chExt cx="0" cy="0"/>
        </a:xfrm>
      </p:grpSpPr>
      <p:graphicFrame>
        <p:nvGraphicFramePr>
          <p:cNvPr id="2022" name="Google Shape;2022;p312"/>
          <p:cNvGraphicFramePr/>
          <p:nvPr/>
        </p:nvGraphicFramePr>
        <p:xfrm>
          <a:off x="228607" y="736713"/>
          <a:ext cx="3000000" cy="3000000"/>
        </p:xfrm>
        <a:graphic>
          <a:graphicData uri="http://schemas.openxmlformats.org/drawingml/2006/table">
            <a:tbl>
              <a:tblPr>
                <a:noFill/>
                <a:tableStyleId>{6A162CF1-3AEC-4ED0-B689-3D35A367426C}</a:tableStyleId>
              </a:tblPr>
              <a:tblGrid>
                <a:gridCol w="2125675"/>
                <a:gridCol w="6558750"/>
              </a:tblGrid>
              <a:tr h="167375">
                <a:tc>
                  <a:txBody>
                    <a:bodyPr/>
                    <a:lstStyle/>
                    <a:p>
                      <a:pPr indent="0" lvl="0" marL="0" marR="0" rtl="0" algn="l">
                        <a:lnSpc>
                          <a:spcPct val="7000"/>
                        </a:lnSpc>
                        <a:spcBef>
                          <a:spcPts val="0"/>
                        </a:spcBef>
                        <a:spcAft>
                          <a:spcPts val="0"/>
                        </a:spcAft>
                        <a:buClr>
                          <a:srgbClr val="000000"/>
                        </a:buClr>
                        <a:buSzPts val="700"/>
                        <a:buFont typeface="Arial"/>
                        <a:buNone/>
                      </a:pPr>
                      <a:r>
                        <a:rPr b="1" lang="en" sz="700" u="none" cap="none" strike="noStrike">
                          <a:solidFill>
                            <a:schemeClr val="lt1"/>
                          </a:solidFill>
                          <a:latin typeface="Verizon NHG TX"/>
                          <a:ea typeface="Verizon NHG TX"/>
                          <a:cs typeface="Verizon NHG TX"/>
                          <a:sym typeface="Verizon NHG TX"/>
                        </a:rPr>
                        <a:t>Metric</a:t>
                      </a:r>
                      <a:endParaRPr b="1" sz="700" u="none" cap="none" strike="noStrike">
                        <a:solidFill>
                          <a:schemeClr val="lt1"/>
                        </a:solidFill>
                        <a:latin typeface="Verizon NHG TX"/>
                        <a:ea typeface="Verizon NHG TX"/>
                        <a:cs typeface="Verizon NHG TX"/>
                        <a:sym typeface="Verizon NHG TX"/>
                      </a:endParaRPr>
                    </a:p>
                  </a:txBody>
                  <a:tcPr marT="0" marB="0" marR="0" marL="91425" anchor="ctr">
                    <a:solidFill>
                      <a:schemeClr val="accent1"/>
                    </a:solidFill>
                  </a:tcPr>
                </a:tc>
                <a:tc>
                  <a:txBody>
                    <a:bodyPr/>
                    <a:lstStyle/>
                    <a:p>
                      <a:pPr indent="0" lvl="0" marL="0" marR="0" rtl="0" algn="l">
                        <a:lnSpc>
                          <a:spcPct val="7000"/>
                        </a:lnSpc>
                        <a:spcBef>
                          <a:spcPts val="0"/>
                        </a:spcBef>
                        <a:spcAft>
                          <a:spcPts val="0"/>
                        </a:spcAft>
                        <a:buClr>
                          <a:srgbClr val="000000"/>
                        </a:buClr>
                        <a:buSzPts val="700"/>
                        <a:buFont typeface="Arial"/>
                        <a:buNone/>
                      </a:pPr>
                      <a:r>
                        <a:rPr b="1" lang="en" sz="700" u="none" cap="none" strike="noStrike">
                          <a:solidFill>
                            <a:schemeClr val="lt1"/>
                          </a:solidFill>
                          <a:latin typeface="Verizon NHG TX"/>
                          <a:ea typeface="Verizon NHG TX"/>
                          <a:cs typeface="Verizon NHG TX"/>
                          <a:sym typeface="Verizon NHG TX"/>
                        </a:rPr>
                        <a:t>Definition</a:t>
                      </a:r>
                      <a:endParaRPr b="1" sz="700" u="none" cap="none" strike="noStrike">
                        <a:solidFill>
                          <a:schemeClr val="lt1"/>
                        </a:solidFill>
                        <a:latin typeface="Verizon NHG TX"/>
                        <a:ea typeface="Verizon NHG TX"/>
                        <a:cs typeface="Verizon NHG TX"/>
                        <a:sym typeface="Verizon NHG TX"/>
                      </a:endParaRPr>
                    </a:p>
                  </a:txBody>
                  <a:tcPr marT="0" marB="0" marR="0" marL="91425" anchor="ctr">
                    <a:solidFill>
                      <a:schemeClr val="accent1"/>
                    </a:solidFill>
                  </a:tcPr>
                </a:tc>
              </a:tr>
              <a:tr h="196575">
                <a:tc>
                  <a:txBody>
                    <a:bodyPr/>
                    <a:lstStyle/>
                    <a:p>
                      <a:pPr indent="0" lvl="0" marL="0" marR="0" rtl="0" algn="l">
                        <a:lnSpc>
                          <a:spcPct val="6000"/>
                        </a:lnSpc>
                        <a:spcBef>
                          <a:spcPts val="0"/>
                        </a:spcBef>
                        <a:spcAft>
                          <a:spcPts val="0"/>
                        </a:spcAft>
                        <a:buClr>
                          <a:srgbClr val="000000"/>
                        </a:buClr>
                        <a:buSzPts val="600"/>
                        <a:buFont typeface="Arial"/>
                        <a:buNone/>
                      </a:pPr>
                      <a:r>
                        <a:rPr b="1" lang="en" sz="600" u="none" cap="none" strike="noStrike">
                          <a:latin typeface="Verizon NHG TX"/>
                          <a:ea typeface="Verizon NHG TX"/>
                          <a:cs typeface="Verizon NHG TX"/>
                          <a:sym typeface="Verizon NHG TX"/>
                        </a:rPr>
                        <a:t>Net Promoter Score (NPS) </a:t>
                      </a:r>
                      <a:endParaRPr b="1" sz="600" u="none" cap="none" strike="noStrike">
                        <a:latin typeface="Verizon NHG TX"/>
                        <a:ea typeface="Verizon NHG TX"/>
                        <a:cs typeface="Verizon NHG TX"/>
                        <a:sym typeface="Verizon NHG TX"/>
                      </a:endParaRPr>
                    </a:p>
                  </a:txBody>
                  <a:tcPr marT="0" marB="0" marR="91425" marL="91425" anchor="ctr">
                    <a:solidFill>
                      <a:schemeClr val="accent2"/>
                    </a:solidFill>
                  </a:tcPr>
                </a:tc>
                <a:tc>
                  <a:txBody>
                    <a:bodyPr/>
                    <a:lstStyle/>
                    <a:p>
                      <a:pPr indent="0" lvl="0" marL="0" marR="0" rtl="0" algn="l">
                        <a:lnSpc>
                          <a:spcPct val="100000"/>
                        </a:lnSpc>
                        <a:spcBef>
                          <a:spcPts val="0"/>
                        </a:spcBef>
                        <a:spcAft>
                          <a:spcPts val="0"/>
                        </a:spcAft>
                        <a:buClr>
                          <a:srgbClr val="000000"/>
                        </a:buClr>
                        <a:buSzPts val="600"/>
                        <a:buFont typeface="Arial"/>
                        <a:buNone/>
                      </a:pPr>
                      <a:r>
                        <a:rPr lang="en" sz="600" u="none" cap="none" strike="noStrike">
                          <a:solidFill>
                            <a:schemeClr val="dk1"/>
                          </a:solidFill>
                          <a:latin typeface="Verizon NHG TX"/>
                          <a:ea typeface="Verizon NHG TX"/>
                          <a:cs typeface="Verizon NHG TX"/>
                          <a:sym typeface="Verizon NHG TX"/>
                        </a:rPr>
                        <a:t>Number of promoters minus detractors based on NPS Survey. Results available in January and July as a bi-annual publication</a:t>
                      </a:r>
                      <a:endParaRPr sz="600" u="none" cap="none" strike="noStrike">
                        <a:solidFill>
                          <a:schemeClr val="dk1"/>
                        </a:solidFill>
                        <a:latin typeface="Verizon NHG TX"/>
                        <a:ea typeface="Verizon NHG TX"/>
                        <a:cs typeface="Verizon NHG TX"/>
                        <a:sym typeface="Verizon NHG TX"/>
                      </a:endParaRPr>
                    </a:p>
                  </a:txBody>
                  <a:tcPr marT="0" marB="0" marR="91425" marL="91425" anchor="ctr"/>
                </a:tc>
              </a:tr>
              <a:tr h="362050">
                <a:tc>
                  <a:txBody>
                    <a:bodyPr/>
                    <a:lstStyle/>
                    <a:p>
                      <a:pPr indent="0" lvl="0" marL="0" marR="0" rtl="0" algn="l">
                        <a:lnSpc>
                          <a:spcPct val="6000"/>
                        </a:lnSpc>
                        <a:spcBef>
                          <a:spcPts val="0"/>
                        </a:spcBef>
                        <a:spcAft>
                          <a:spcPts val="0"/>
                        </a:spcAft>
                        <a:buClr>
                          <a:srgbClr val="000000"/>
                        </a:buClr>
                        <a:buSzPts val="600"/>
                        <a:buFont typeface="Arial"/>
                        <a:buNone/>
                      </a:pPr>
                      <a:r>
                        <a:rPr b="1" lang="en" sz="600" u="none" cap="none" strike="noStrike">
                          <a:latin typeface="Verizon NHG TX"/>
                          <a:ea typeface="Verizon NHG TX"/>
                          <a:cs typeface="Verizon NHG TX"/>
                          <a:sym typeface="Verizon NHG TX"/>
                        </a:rPr>
                        <a:t>Gross Adds</a:t>
                      </a:r>
                      <a:endParaRPr b="1" sz="600" u="none" cap="none" strike="noStrike">
                        <a:latin typeface="Verizon NHG TX"/>
                        <a:ea typeface="Verizon NHG TX"/>
                        <a:cs typeface="Verizon NHG TX"/>
                        <a:sym typeface="Verizon NHG TX"/>
                      </a:endParaRPr>
                    </a:p>
                  </a:txBody>
                  <a:tcPr marT="0" marB="0" marR="91425" marL="91425" anchor="ctr">
                    <a:solidFill>
                      <a:schemeClr val="accent2"/>
                    </a:solidFill>
                  </a:tcPr>
                </a:tc>
                <a:tc>
                  <a:txBody>
                    <a:bodyPr/>
                    <a:lstStyle/>
                    <a:p>
                      <a:pPr indent="0" lvl="0" marL="0" marR="0" rtl="0" algn="l">
                        <a:lnSpc>
                          <a:spcPct val="100000"/>
                        </a:lnSpc>
                        <a:spcBef>
                          <a:spcPts val="0"/>
                        </a:spcBef>
                        <a:spcAft>
                          <a:spcPts val="0"/>
                        </a:spcAft>
                        <a:buClr>
                          <a:srgbClr val="000000"/>
                        </a:buClr>
                        <a:buSzPts val="600"/>
                        <a:buFont typeface="Arial"/>
                        <a:buNone/>
                      </a:pPr>
                      <a:r>
                        <a:rPr lang="en" sz="600" u="none" cap="none" strike="noStrike">
                          <a:solidFill>
                            <a:schemeClr val="dk1"/>
                          </a:solidFill>
                          <a:latin typeface="Verizon NHG TX"/>
                          <a:ea typeface="Verizon NHG TX"/>
                          <a:cs typeface="Verizon NHG TX"/>
                          <a:sym typeface="Verizon NHG TX"/>
                        </a:rPr>
                        <a:t>Revenue producing retail postpaid connections that have activated service on the VZW network during the current period as determined by the date the connection was entered (activated) in the billing system. Furthermore, retail postpaid connections are defined as those that receive a bill from VZW. Retail indicates that the activation came from a VZW owned distribution channel.</a:t>
                      </a:r>
                      <a:endParaRPr sz="600" u="none" cap="none" strike="noStrike">
                        <a:solidFill>
                          <a:schemeClr val="dk1"/>
                        </a:solidFill>
                        <a:latin typeface="Verizon NHG TX"/>
                        <a:ea typeface="Verizon NHG TX"/>
                        <a:cs typeface="Verizon NHG TX"/>
                        <a:sym typeface="Verizon NHG TX"/>
                      </a:endParaRPr>
                    </a:p>
                  </a:txBody>
                  <a:tcPr marT="0" marB="0" marR="91425" marL="91425" anchor="ctr"/>
                </a:tc>
              </a:tr>
              <a:tr h="196575">
                <a:tc>
                  <a:txBody>
                    <a:bodyPr/>
                    <a:lstStyle/>
                    <a:p>
                      <a:pPr indent="0" lvl="0" marL="0" marR="0" rtl="0" algn="l">
                        <a:lnSpc>
                          <a:spcPct val="6000"/>
                        </a:lnSpc>
                        <a:spcBef>
                          <a:spcPts val="0"/>
                        </a:spcBef>
                        <a:spcAft>
                          <a:spcPts val="0"/>
                        </a:spcAft>
                        <a:buClr>
                          <a:srgbClr val="000000"/>
                        </a:buClr>
                        <a:buSzPts val="600"/>
                        <a:buFont typeface="Arial"/>
                        <a:buNone/>
                      </a:pPr>
                      <a:r>
                        <a:rPr b="1" lang="en" sz="600" u="none" cap="none" strike="noStrike">
                          <a:latin typeface="Verizon NHG TX"/>
                          <a:ea typeface="Verizon NHG TX"/>
                          <a:cs typeface="Verizon NHG TX"/>
                          <a:sym typeface="Verizon NHG TX"/>
                        </a:rPr>
                        <a:t>Churn</a:t>
                      </a:r>
                      <a:endParaRPr b="1" sz="600" u="none" cap="none" strike="noStrike">
                        <a:latin typeface="Verizon NHG TX"/>
                        <a:ea typeface="Verizon NHG TX"/>
                        <a:cs typeface="Verizon NHG TX"/>
                        <a:sym typeface="Verizon NHG TX"/>
                      </a:endParaRPr>
                    </a:p>
                  </a:txBody>
                  <a:tcPr marT="0" marB="0" marR="91425" marL="91425" anchor="ctr">
                    <a:solidFill>
                      <a:schemeClr val="accent2"/>
                    </a:solidFill>
                  </a:tcPr>
                </a:tc>
                <a:tc>
                  <a:txBody>
                    <a:bodyPr/>
                    <a:lstStyle/>
                    <a:p>
                      <a:pPr indent="0" lvl="0" marL="0" marR="0" rtl="0" algn="l">
                        <a:lnSpc>
                          <a:spcPct val="100000"/>
                        </a:lnSpc>
                        <a:spcBef>
                          <a:spcPts val="0"/>
                        </a:spcBef>
                        <a:spcAft>
                          <a:spcPts val="0"/>
                        </a:spcAft>
                        <a:buClr>
                          <a:srgbClr val="000000"/>
                        </a:buClr>
                        <a:buSzPts val="600"/>
                        <a:buFont typeface="Arial"/>
                        <a:buNone/>
                      </a:pPr>
                      <a:r>
                        <a:rPr lang="en" sz="600" u="none" cap="none" strike="noStrike">
                          <a:solidFill>
                            <a:schemeClr val="dk1"/>
                          </a:solidFill>
                          <a:latin typeface="Verizon NHG TX"/>
                          <a:ea typeface="Verizon NHG TX"/>
                          <a:cs typeface="Verizon NHG TX"/>
                          <a:sym typeface="Verizon NHG TX"/>
                        </a:rPr>
                        <a:t>Percentage of the average retail postpaid connection base that voluntarily or involuntarily terminated service in the period.</a:t>
                      </a:r>
                      <a:endParaRPr sz="600" u="none" cap="none" strike="noStrike">
                        <a:solidFill>
                          <a:schemeClr val="dk1"/>
                        </a:solidFill>
                        <a:latin typeface="Verizon NHG TX"/>
                        <a:ea typeface="Verizon NHG TX"/>
                        <a:cs typeface="Verizon NHG TX"/>
                        <a:sym typeface="Verizon NHG TX"/>
                      </a:endParaRPr>
                    </a:p>
                  </a:txBody>
                  <a:tcPr marT="0" marB="0" marR="91425" marL="91425" anchor="ctr"/>
                </a:tc>
              </a:tr>
              <a:tr h="196575">
                <a:tc>
                  <a:txBody>
                    <a:bodyPr/>
                    <a:lstStyle/>
                    <a:p>
                      <a:pPr indent="0" lvl="0" marL="0" marR="0" rtl="0" algn="l">
                        <a:lnSpc>
                          <a:spcPct val="6000"/>
                        </a:lnSpc>
                        <a:spcBef>
                          <a:spcPts val="0"/>
                        </a:spcBef>
                        <a:spcAft>
                          <a:spcPts val="0"/>
                        </a:spcAft>
                        <a:buClr>
                          <a:srgbClr val="000000"/>
                        </a:buClr>
                        <a:buSzPts val="600"/>
                        <a:buFont typeface="Arial"/>
                        <a:buNone/>
                      </a:pPr>
                      <a:r>
                        <a:rPr b="1" lang="en" sz="600" u="none" cap="none" strike="noStrike">
                          <a:latin typeface="Verizon NHG TX"/>
                          <a:ea typeface="Verizon NHG TX"/>
                          <a:cs typeface="Verizon NHG TX"/>
                          <a:sym typeface="Verizon NHG TX"/>
                        </a:rPr>
                        <a:t>Prospect Conversion</a:t>
                      </a:r>
                      <a:endParaRPr b="1" sz="600" u="none" cap="none" strike="noStrike">
                        <a:latin typeface="Verizon NHG TX"/>
                        <a:ea typeface="Verizon NHG TX"/>
                        <a:cs typeface="Verizon NHG TX"/>
                        <a:sym typeface="Verizon NHG TX"/>
                      </a:endParaRPr>
                    </a:p>
                  </a:txBody>
                  <a:tcPr marT="0" marB="0" marR="91425" marL="91425" anchor="ctr">
                    <a:solidFill>
                      <a:schemeClr val="accent2"/>
                    </a:solidFill>
                  </a:tcPr>
                </a:tc>
                <a:tc>
                  <a:txBody>
                    <a:bodyPr/>
                    <a:lstStyle/>
                    <a:p>
                      <a:pPr indent="0" lvl="0" marL="0" marR="0" rtl="0" algn="l">
                        <a:lnSpc>
                          <a:spcPct val="100000"/>
                        </a:lnSpc>
                        <a:spcBef>
                          <a:spcPts val="0"/>
                        </a:spcBef>
                        <a:spcAft>
                          <a:spcPts val="0"/>
                        </a:spcAft>
                        <a:buClr>
                          <a:srgbClr val="000000"/>
                        </a:buClr>
                        <a:buSzPts val="600"/>
                        <a:buFont typeface="Arial"/>
                        <a:buNone/>
                      </a:pPr>
                      <a:r>
                        <a:rPr lang="en" sz="600" u="none" cap="none" strike="noStrike">
                          <a:solidFill>
                            <a:schemeClr val="dk1"/>
                          </a:solidFill>
                          <a:latin typeface="Verizon NHG TX"/>
                          <a:ea typeface="Verizon NHG TX"/>
                          <a:cs typeface="Verizon NHG TX"/>
                          <a:sym typeface="Verizon NHG TX"/>
                        </a:rPr>
                        <a:t>Turning prospect/visitor into actual paying customers </a:t>
                      </a:r>
                      <a:endParaRPr sz="600" u="none" cap="none" strike="noStrike">
                        <a:solidFill>
                          <a:schemeClr val="dk1"/>
                        </a:solidFill>
                        <a:latin typeface="Verizon NHG TX"/>
                        <a:ea typeface="Verizon NHG TX"/>
                        <a:cs typeface="Verizon NHG TX"/>
                        <a:sym typeface="Verizon NHG TX"/>
                      </a:endParaRPr>
                    </a:p>
                  </a:txBody>
                  <a:tcPr marT="0" marB="0" marR="91425" marL="91425" anchor="ctr">
                    <a:lnB cap="flat" cmpd="sng" w="9525">
                      <a:solidFill>
                        <a:srgbClr val="9E9E9E"/>
                      </a:solidFill>
                      <a:prstDash val="solid"/>
                      <a:round/>
                      <a:headEnd len="sm" w="sm" type="none"/>
                      <a:tailEnd len="sm" w="sm" type="none"/>
                    </a:lnB>
                  </a:tcPr>
                </a:tc>
              </a:tr>
              <a:tr h="180275">
                <a:tc>
                  <a:txBody>
                    <a:bodyPr/>
                    <a:lstStyle/>
                    <a:p>
                      <a:pPr indent="0" lvl="0" marL="0" marR="0" rtl="0" algn="l">
                        <a:lnSpc>
                          <a:spcPct val="6000"/>
                        </a:lnSpc>
                        <a:spcBef>
                          <a:spcPts val="0"/>
                        </a:spcBef>
                        <a:spcAft>
                          <a:spcPts val="0"/>
                        </a:spcAft>
                        <a:buClr>
                          <a:srgbClr val="000000"/>
                        </a:buClr>
                        <a:buSzPts val="600"/>
                        <a:buFont typeface="Arial"/>
                        <a:buNone/>
                      </a:pPr>
                      <a:r>
                        <a:rPr b="1" lang="en" sz="600" u="none" cap="none" strike="noStrike">
                          <a:latin typeface="Verizon NHG TX"/>
                          <a:ea typeface="Verizon NHG TX"/>
                          <a:cs typeface="Verizon NHG TX"/>
                          <a:sym typeface="Verizon NHG TX"/>
                        </a:rPr>
                        <a:t>Overall Conversion</a:t>
                      </a:r>
                      <a:endParaRPr b="1" sz="600" u="none" cap="none" strike="noStrike">
                        <a:latin typeface="Verizon NHG TX"/>
                        <a:ea typeface="Verizon NHG TX"/>
                        <a:cs typeface="Verizon NHG TX"/>
                        <a:sym typeface="Verizon NHG TX"/>
                      </a:endParaRPr>
                    </a:p>
                  </a:txBody>
                  <a:tcPr marT="0" marB="0" marR="91425" marL="91425" anchor="ctr">
                    <a:lnR cap="flat" cmpd="sng" w="9525">
                      <a:solidFill>
                        <a:srgbClr val="9E9E9E"/>
                      </a:solidFill>
                      <a:prstDash val="solid"/>
                      <a:round/>
                      <a:headEnd len="sm" w="sm" type="none"/>
                      <a:tailEnd len="sm" w="sm" type="none"/>
                    </a:lnR>
                    <a:solidFill>
                      <a:schemeClr val="accent2"/>
                    </a:solidFill>
                  </a:tcPr>
                </a:tc>
                <a:tc>
                  <a:txBody>
                    <a:bodyPr/>
                    <a:lstStyle/>
                    <a:p>
                      <a:pPr indent="0" lvl="0" marL="0" marR="0" rtl="0" algn="l">
                        <a:lnSpc>
                          <a:spcPct val="100000"/>
                        </a:lnSpc>
                        <a:spcBef>
                          <a:spcPts val="0"/>
                        </a:spcBef>
                        <a:spcAft>
                          <a:spcPts val="0"/>
                        </a:spcAft>
                        <a:buClr>
                          <a:srgbClr val="000000"/>
                        </a:buClr>
                        <a:buSzPts val="600"/>
                        <a:buFont typeface="Arial"/>
                        <a:buNone/>
                      </a:pPr>
                      <a:r>
                        <a:rPr lang="en" sz="600" u="none" cap="none" strike="noStrike">
                          <a:solidFill>
                            <a:schemeClr val="dk1"/>
                          </a:solidFill>
                          <a:latin typeface="Verizon NHG TX"/>
                          <a:ea typeface="Verizon NHG TX"/>
                          <a:cs typeface="Verizon NHG TX"/>
                          <a:sym typeface="Verizon NHG TX"/>
                        </a:rPr>
                        <a:t>Ratio between Total Gross Adds  to Shopper Traffic</a:t>
                      </a:r>
                      <a:endParaRPr sz="600" u="none" cap="none" strike="noStrike">
                        <a:solidFill>
                          <a:schemeClr val="dk1"/>
                        </a:solidFill>
                        <a:latin typeface="Verizon NHG TX"/>
                        <a:ea typeface="Verizon NHG TX"/>
                        <a:cs typeface="Verizon NHG TX"/>
                        <a:sym typeface="Verizon NHG TX"/>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180275">
                <a:tc>
                  <a:txBody>
                    <a:bodyPr/>
                    <a:lstStyle/>
                    <a:p>
                      <a:pPr indent="0" lvl="0" marL="0" marR="0" rtl="0" algn="l">
                        <a:lnSpc>
                          <a:spcPct val="6000"/>
                        </a:lnSpc>
                        <a:spcBef>
                          <a:spcPts val="0"/>
                        </a:spcBef>
                        <a:spcAft>
                          <a:spcPts val="0"/>
                        </a:spcAft>
                        <a:buClr>
                          <a:srgbClr val="000000"/>
                        </a:buClr>
                        <a:buSzPts val="600"/>
                        <a:buFont typeface="Arial"/>
                        <a:buNone/>
                      </a:pPr>
                      <a:r>
                        <a:rPr b="1" lang="en" sz="600" u="none" cap="none" strike="noStrike">
                          <a:latin typeface="Verizon NHG TX"/>
                          <a:ea typeface="Verizon NHG TX"/>
                          <a:cs typeface="Verizon NHG TX"/>
                          <a:sym typeface="Verizon NHG TX"/>
                        </a:rPr>
                        <a:t>Personal Research Assistant (PRA) - Answerability</a:t>
                      </a:r>
                      <a:endParaRPr b="1" sz="600" u="none" cap="none" strike="noStrike">
                        <a:latin typeface="Verizon NHG TX"/>
                        <a:ea typeface="Verizon NHG TX"/>
                        <a:cs typeface="Verizon NHG TX"/>
                        <a:sym typeface="Verizon NHG TX"/>
                      </a:endParaRPr>
                    </a:p>
                  </a:txBody>
                  <a:tcPr marT="0" marB="0" marR="91425" marL="91425" anchor="ctr">
                    <a:lnR cap="flat" cmpd="sng" w="9525">
                      <a:solidFill>
                        <a:srgbClr val="9E9E9E"/>
                      </a:solidFill>
                      <a:prstDash val="solid"/>
                      <a:round/>
                      <a:headEnd len="sm" w="sm" type="none"/>
                      <a:tailEnd len="sm" w="sm" type="none"/>
                    </a:lnR>
                    <a:solidFill>
                      <a:schemeClr val="accent2"/>
                    </a:solidFill>
                  </a:tcPr>
                </a:tc>
                <a:tc>
                  <a:txBody>
                    <a:bodyPr/>
                    <a:lstStyle/>
                    <a:p>
                      <a:pPr indent="0" lvl="0" marL="0" marR="0" rtl="0" algn="l">
                        <a:lnSpc>
                          <a:spcPct val="100000"/>
                        </a:lnSpc>
                        <a:spcBef>
                          <a:spcPts val="0"/>
                        </a:spcBef>
                        <a:spcAft>
                          <a:spcPts val="0"/>
                        </a:spcAft>
                        <a:buClr>
                          <a:srgbClr val="000000"/>
                        </a:buClr>
                        <a:buSzPts val="600"/>
                        <a:buFont typeface="Arial"/>
                        <a:buNone/>
                      </a:pPr>
                      <a:r>
                        <a:rPr lang="en" sz="600" u="none" cap="none" strike="noStrike">
                          <a:solidFill>
                            <a:schemeClr val="dk1"/>
                          </a:solidFill>
                          <a:latin typeface="Verizon NHG TX"/>
                          <a:ea typeface="Verizon NHG TX"/>
                          <a:cs typeface="Verizon NHG TX"/>
                          <a:sym typeface="Verizon NHG TX"/>
                        </a:rPr>
                        <a:t>Count of responses provided by the PRA tool divided by the total numbers of questions asked by the customer using the PRA tool (%). </a:t>
                      </a:r>
                      <a:endParaRPr sz="6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600"/>
                        <a:buFont typeface="Arial"/>
                        <a:buNone/>
                      </a:pPr>
                      <a:r>
                        <a:rPr lang="en" sz="600" u="none" cap="none" strike="noStrike">
                          <a:solidFill>
                            <a:schemeClr val="dk1"/>
                          </a:solidFill>
                          <a:latin typeface="Verizon NHG TX"/>
                          <a:ea typeface="Verizon NHG TX"/>
                          <a:cs typeface="Verizon NHG TX"/>
                          <a:sym typeface="Verizon NHG TX"/>
                        </a:rPr>
                        <a:t>*This measures the count of responses by the PRA tool</a:t>
                      </a:r>
                      <a:endParaRPr sz="600" u="none" cap="none" strike="noStrike">
                        <a:solidFill>
                          <a:schemeClr val="dk1"/>
                        </a:solidFill>
                        <a:latin typeface="Verizon NHG TX"/>
                        <a:ea typeface="Verizon NHG TX"/>
                        <a:cs typeface="Verizon NHG TX"/>
                        <a:sym typeface="Verizon NHG TX"/>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180275">
                <a:tc>
                  <a:txBody>
                    <a:bodyPr/>
                    <a:lstStyle/>
                    <a:p>
                      <a:pPr indent="0" lvl="0" marL="0" marR="0" rtl="0" algn="l">
                        <a:lnSpc>
                          <a:spcPct val="6000"/>
                        </a:lnSpc>
                        <a:spcBef>
                          <a:spcPts val="0"/>
                        </a:spcBef>
                        <a:spcAft>
                          <a:spcPts val="0"/>
                        </a:spcAft>
                        <a:buClr>
                          <a:srgbClr val="000000"/>
                        </a:buClr>
                        <a:buSzPts val="600"/>
                        <a:buFont typeface="Arial"/>
                        <a:buNone/>
                      </a:pPr>
                      <a:r>
                        <a:rPr b="1" lang="en" sz="600" u="none" cap="none" strike="noStrike">
                          <a:latin typeface="Verizon NHG TX"/>
                          <a:ea typeface="Verizon NHG TX"/>
                          <a:cs typeface="Verizon NHG TX"/>
                          <a:sym typeface="Verizon NHG TX"/>
                        </a:rPr>
                        <a:t>Personal Research Assistant (PRA)- Accuracy</a:t>
                      </a:r>
                      <a:endParaRPr b="1" sz="600" u="none" cap="none" strike="noStrike">
                        <a:latin typeface="Verizon NHG TX"/>
                        <a:ea typeface="Verizon NHG TX"/>
                        <a:cs typeface="Verizon NHG TX"/>
                        <a:sym typeface="Verizon NHG TX"/>
                      </a:endParaRPr>
                    </a:p>
                  </a:txBody>
                  <a:tcPr marT="0" marB="0" marR="91425" marL="91425" anchor="ctr">
                    <a:lnR cap="flat" cmpd="sng" w="9525">
                      <a:solidFill>
                        <a:srgbClr val="9E9E9E"/>
                      </a:solidFill>
                      <a:prstDash val="solid"/>
                      <a:round/>
                      <a:headEnd len="sm" w="sm" type="none"/>
                      <a:tailEnd len="sm" w="sm" type="none"/>
                    </a:lnR>
                    <a:solidFill>
                      <a:schemeClr val="accent2"/>
                    </a:solidFill>
                  </a:tcPr>
                </a:tc>
                <a:tc>
                  <a:txBody>
                    <a:bodyPr/>
                    <a:lstStyle/>
                    <a:p>
                      <a:pPr indent="0" lvl="0" marL="0" marR="0" rtl="0" algn="l">
                        <a:lnSpc>
                          <a:spcPct val="100000"/>
                        </a:lnSpc>
                        <a:spcBef>
                          <a:spcPts val="0"/>
                        </a:spcBef>
                        <a:spcAft>
                          <a:spcPts val="0"/>
                        </a:spcAft>
                        <a:buClr>
                          <a:srgbClr val="000000"/>
                        </a:buClr>
                        <a:buSzPts val="600"/>
                        <a:buFont typeface="Arial"/>
                        <a:buNone/>
                      </a:pPr>
                      <a:r>
                        <a:rPr lang="en" sz="600" u="none" cap="none" strike="noStrike">
                          <a:solidFill>
                            <a:schemeClr val="dk1"/>
                          </a:solidFill>
                          <a:latin typeface="Verizon NHG TX"/>
                          <a:ea typeface="Verizon NHG TX"/>
                          <a:cs typeface="Verizon NHG TX"/>
                          <a:sym typeface="Verizon NHG TX"/>
                        </a:rPr>
                        <a:t>Count of correct responses provided by the PRA tool divided by the total numbers of responses provided by the PRA tool (%). </a:t>
                      </a:r>
                      <a:endParaRPr sz="6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chemeClr val="dk1"/>
                        </a:buClr>
                        <a:buSzPts val="1100"/>
                        <a:buFont typeface="Arial"/>
                        <a:buNone/>
                      </a:pPr>
                      <a:r>
                        <a:rPr lang="en" sz="600" u="none" cap="none" strike="noStrike">
                          <a:solidFill>
                            <a:schemeClr val="dk1"/>
                          </a:solidFill>
                          <a:latin typeface="Verizon NHG TX"/>
                          <a:ea typeface="Verizon NHG TX"/>
                          <a:cs typeface="Verizon NHG TX"/>
                          <a:sym typeface="Verizon NHG TX"/>
                        </a:rPr>
                        <a:t>*This measures the accuracy of the responses provided  by the PRA tool</a:t>
                      </a:r>
                      <a:endParaRPr sz="600" u="none" cap="none" strike="noStrike">
                        <a:solidFill>
                          <a:schemeClr val="dk1"/>
                        </a:solidFill>
                        <a:latin typeface="Verizon NHG TX"/>
                        <a:ea typeface="Verizon NHG TX"/>
                        <a:cs typeface="Verizon NHG TX"/>
                        <a:sym typeface="Verizon NHG TX"/>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213775">
                <a:tc>
                  <a:txBody>
                    <a:bodyPr/>
                    <a:lstStyle/>
                    <a:p>
                      <a:pPr indent="0" lvl="0" marL="0" marR="0" rtl="0" algn="l">
                        <a:lnSpc>
                          <a:spcPct val="6000"/>
                        </a:lnSpc>
                        <a:spcBef>
                          <a:spcPts val="0"/>
                        </a:spcBef>
                        <a:spcAft>
                          <a:spcPts val="0"/>
                        </a:spcAft>
                        <a:buClr>
                          <a:srgbClr val="000000"/>
                        </a:buClr>
                        <a:buSzPts val="600"/>
                        <a:buFont typeface="Arial"/>
                        <a:buNone/>
                      </a:pPr>
                      <a:r>
                        <a:rPr b="1" lang="en" sz="600" u="none" cap="none" strike="noStrike">
                          <a:latin typeface="Verizon NHG TX"/>
                          <a:ea typeface="Verizon NHG TX"/>
                          <a:cs typeface="Verizon NHG TX"/>
                          <a:sym typeface="Verizon NHG TX"/>
                        </a:rPr>
                        <a:t>App Engagement</a:t>
                      </a:r>
                      <a:endParaRPr b="1" sz="600" u="none" cap="none" strike="noStrike">
                        <a:latin typeface="Verizon NHG TX"/>
                        <a:ea typeface="Verizon NHG TX"/>
                        <a:cs typeface="Verizon NHG TX"/>
                        <a:sym typeface="Verizon NHG TX"/>
                      </a:endParaRPr>
                    </a:p>
                  </a:txBody>
                  <a:tcPr marT="0" marB="0" marR="91425" marL="91425" anchor="ctr">
                    <a:solidFill>
                      <a:schemeClr val="accent2"/>
                    </a:solidFill>
                  </a:tcPr>
                </a:tc>
                <a:tc>
                  <a:txBody>
                    <a:bodyPr/>
                    <a:lstStyle/>
                    <a:p>
                      <a:pPr indent="0" lvl="0" marL="0" marR="0" rtl="0" algn="l">
                        <a:lnSpc>
                          <a:spcPct val="100000"/>
                        </a:lnSpc>
                        <a:spcBef>
                          <a:spcPts val="0"/>
                        </a:spcBef>
                        <a:spcAft>
                          <a:spcPts val="0"/>
                        </a:spcAft>
                        <a:buClr>
                          <a:srgbClr val="000000"/>
                        </a:buClr>
                        <a:buSzPts val="600"/>
                        <a:buFont typeface="Arial"/>
                        <a:buNone/>
                      </a:pPr>
                      <a:r>
                        <a:rPr lang="en" sz="600" u="none" cap="none" strike="noStrike">
                          <a:solidFill>
                            <a:schemeClr val="dk1"/>
                          </a:solidFill>
                          <a:latin typeface="Verizon NHG TX"/>
                          <a:ea typeface="Verizon NHG TX"/>
                          <a:cs typeface="Verizon NHG TX"/>
                          <a:sym typeface="Verizon NHG TX"/>
                        </a:rPr>
                        <a:t>Percentage of Active App Accounts that have accessed MVA when compared to total postpaid consumer eligible accounts (</a:t>
                      </a:r>
                      <a:r>
                        <a:rPr lang="en" sz="600" u="none" cap="none" strike="noStrike">
                          <a:solidFill>
                            <a:schemeClr val="accent1"/>
                          </a:solidFill>
                          <a:latin typeface="Verizon NHG TX"/>
                          <a:ea typeface="Verizon NHG TX"/>
                          <a:cs typeface="Verizon NHG TX"/>
                          <a:sym typeface="Verizon NHG TX"/>
                        </a:rPr>
                        <a:t>30</a:t>
                      </a:r>
                      <a:r>
                        <a:rPr lang="en" sz="600" u="none" cap="none" strike="noStrike">
                          <a:solidFill>
                            <a:schemeClr val="dk1"/>
                          </a:solidFill>
                          <a:latin typeface="Verizon NHG TX"/>
                          <a:ea typeface="Verizon NHG TX"/>
                          <a:cs typeface="Verizon NHG TX"/>
                          <a:sym typeface="Verizon NHG TX"/>
                        </a:rPr>
                        <a:t> days)</a:t>
                      </a:r>
                      <a:endParaRPr sz="600" u="none" cap="none" strike="noStrike">
                        <a:solidFill>
                          <a:schemeClr val="dk1"/>
                        </a:solidFill>
                        <a:latin typeface="Verizon NHG TX"/>
                        <a:ea typeface="Verizon NHG TX"/>
                        <a:cs typeface="Verizon NHG TX"/>
                        <a:sym typeface="Verizon NHG TX"/>
                      </a:endParaRPr>
                    </a:p>
                  </a:txBody>
                  <a:tcPr marT="0" marB="0" marR="91425" marL="91425" anchor="ctr">
                    <a:lnT cap="flat" cmpd="sng" w="9525">
                      <a:solidFill>
                        <a:srgbClr val="9E9E9E"/>
                      </a:solidFill>
                      <a:prstDash val="solid"/>
                      <a:round/>
                      <a:headEnd len="sm" w="sm" type="none"/>
                      <a:tailEnd len="sm" w="sm" type="none"/>
                    </a:lnT>
                  </a:tcPr>
                </a:tc>
              </a:tr>
              <a:tr h="226100">
                <a:tc>
                  <a:txBody>
                    <a:bodyPr/>
                    <a:lstStyle/>
                    <a:p>
                      <a:pPr indent="0" lvl="0" marL="0" marR="0" rtl="0" algn="l">
                        <a:lnSpc>
                          <a:spcPct val="6000"/>
                        </a:lnSpc>
                        <a:spcBef>
                          <a:spcPts val="0"/>
                        </a:spcBef>
                        <a:spcAft>
                          <a:spcPts val="0"/>
                        </a:spcAft>
                        <a:buClr>
                          <a:srgbClr val="000000"/>
                        </a:buClr>
                        <a:buSzPts val="600"/>
                        <a:buFont typeface="Arial"/>
                        <a:buNone/>
                      </a:pPr>
                      <a:r>
                        <a:rPr b="1" lang="en" sz="600" u="none" cap="none" strike="noStrike">
                          <a:latin typeface="Verizon NHG TX"/>
                          <a:ea typeface="Verizon NHG TX"/>
                          <a:cs typeface="Verizon NHG TX"/>
                          <a:sym typeface="Verizon NHG TX"/>
                        </a:rPr>
                        <a:t>Digital Interaction Score (DIS)</a:t>
                      </a:r>
                      <a:endParaRPr b="1" sz="600" u="none" cap="none" strike="noStrike">
                        <a:latin typeface="Verizon NHG TX"/>
                        <a:ea typeface="Verizon NHG TX"/>
                        <a:cs typeface="Verizon NHG TX"/>
                        <a:sym typeface="Verizon NHG TX"/>
                      </a:endParaRPr>
                    </a:p>
                  </a:txBody>
                  <a:tcPr marT="0" marB="0" marR="91425" marL="91425" anchor="ctr">
                    <a:solidFill>
                      <a:schemeClr val="accent2"/>
                    </a:solidFill>
                  </a:tcPr>
                </a:tc>
                <a:tc>
                  <a:txBody>
                    <a:bodyPr/>
                    <a:lstStyle/>
                    <a:p>
                      <a:pPr indent="0" lvl="0" marL="0" marR="0" rtl="0" algn="l">
                        <a:lnSpc>
                          <a:spcPct val="100000"/>
                        </a:lnSpc>
                        <a:spcBef>
                          <a:spcPts val="0"/>
                        </a:spcBef>
                        <a:spcAft>
                          <a:spcPts val="0"/>
                        </a:spcAft>
                        <a:buClr>
                          <a:srgbClr val="000000"/>
                        </a:buClr>
                        <a:buSzPts val="600"/>
                        <a:buFont typeface="Arial"/>
                        <a:buNone/>
                      </a:pPr>
                      <a:r>
                        <a:rPr lang="en" sz="600" u="none" cap="none" strike="noStrike">
                          <a:solidFill>
                            <a:schemeClr val="dk1"/>
                          </a:solidFill>
                          <a:latin typeface="Verizon NHG TX"/>
                          <a:ea typeface="Verizon NHG TX"/>
                          <a:cs typeface="Verizon NHG TX"/>
                          <a:sym typeface="Verizon NHG TX"/>
                        </a:rPr>
                        <a:t>5 responses for 'Overall, how satisfied are you with the Verizon website/app?' on a 5 point scale on DIS survey (confirmation pages)</a:t>
                      </a:r>
                      <a:endParaRPr sz="600" u="none" cap="none" strike="noStrike">
                        <a:solidFill>
                          <a:schemeClr val="dk1"/>
                        </a:solidFill>
                        <a:latin typeface="Verizon NHG TX"/>
                        <a:ea typeface="Verizon NHG TX"/>
                        <a:cs typeface="Verizon NHG TX"/>
                        <a:sym typeface="Verizon NHG TX"/>
                      </a:endParaRPr>
                    </a:p>
                  </a:txBody>
                  <a:tcPr marT="0" marB="0" marR="91425" marL="91425" anchor="ctr"/>
                </a:tc>
              </a:tr>
              <a:tr h="196575">
                <a:tc>
                  <a:txBody>
                    <a:bodyPr/>
                    <a:lstStyle/>
                    <a:p>
                      <a:pPr indent="0" lvl="0" marL="0" marR="0" rtl="0" algn="l">
                        <a:lnSpc>
                          <a:spcPct val="6000"/>
                        </a:lnSpc>
                        <a:spcBef>
                          <a:spcPts val="0"/>
                        </a:spcBef>
                        <a:spcAft>
                          <a:spcPts val="0"/>
                        </a:spcAft>
                        <a:buClr>
                          <a:srgbClr val="000000"/>
                        </a:buClr>
                        <a:buSzPts val="600"/>
                        <a:buFont typeface="Arial"/>
                        <a:buNone/>
                      </a:pPr>
                      <a:r>
                        <a:rPr b="1" lang="en" sz="600" u="none" cap="none" strike="noStrike">
                          <a:latin typeface="Verizon NHG TX"/>
                          <a:ea typeface="Verizon NHG TX"/>
                          <a:cs typeface="Verizon NHG TX"/>
                          <a:sym typeface="Verizon NHG TX"/>
                        </a:rPr>
                        <a:t>3 Day Resolve</a:t>
                      </a:r>
                      <a:endParaRPr b="1" sz="600" u="none" cap="none" strike="noStrike">
                        <a:latin typeface="Verizon NHG TX"/>
                        <a:ea typeface="Verizon NHG TX"/>
                        <a:cs typeface="Verizon NHG TX"/>
                        <a:sym typeface="Verizon NHG TX"/>
                      </a:endParaRPr>
                    </a:p>
                  </a:txBody>
                  <a:tcPr marT="0" marB="0" marR="91425" marL="91425" anchor="ctr">
                    <a:solidFill>
                      <a:schemeClr val="accent2"/>
                    </a:solidFill>
                  </a:tcPr>
                </a:tc>
                <a:tc>
                  <a:txBody>
                    <a:bodyPr/>
                    <a:lstStyle/>
                    <a:p>
                      <a:pPr indent="0" lvl="0" marL="0" marR="0" rtl="0" algn="l">
                        <a:lnSpc>
                          <a:spcPct val="100000"/>
                        </a:lnSpc>
                        <a:spcBef>
                          <a:spcPts val="0"/>
                        </a:spcBef>
                        <a:spcAft>
                          <a:spcPts val="0"/>
                        </a:spcAft>
                        <a:buClr>
                          <a:srgbClr val="000000"/>
                        </a:buClr>
                        <a:buSzPts val="600"/>
                        <a:buFont typeface="Arial"/>
                        <a:buNone/>
                      </a:pPr>
                      <a:r>
                        <a:rPr lang="en" sz="600" u="none" cap="none" strike="noStrike">
                          <a:solidFill>
                            <a:schemeClr val="dk1"/>
                          </a:solidFill>
                          <a:latin typeface="Verizon NHG TX"/>
                          <a:ea typeface="Verizon NHG TX"/>
                          <a:cs typeface="Verizon NHG TX"/>
                          <a:sym typeface="Verizon NHG TX"/>
                        </a:rPr>
                        <a:t>Percentage of contacts (calls or chats) that did not repeat within 3 days</a:t>
                      </a:r>
                      <a:endParaRPr sz="600" u="none" cap="none" strike="noStrike">
                        <a:solidFill>
                          <a:schemeClr val="dk1"/>
                        </a:solidFill>
                        <a:latin typeface="Verizon NHG TX"/>
                        <a:ea typeface="Verizon NHG TX"/>
                        <a:cs typeface="Verizon NHG TX"/>
                        <a:sym typeface="Verizon NHG TX"/>
                      </a:endParaRPr>
                    </a:p>
                  </a:txBody>
                  <a:tcPr marT="0" marB="0" marR="91425" marL="91425" anchor="ctr">
                    <a:lnB cap="flat" cmpd="sng" w="9525">
                      <a:solidFill>
                        <a:srgbClr val="9E9E9E"/>
                      </a:solidFill>
                      <a:prstDash val="solid"/>
                      <a:round/>
                      <a:headEnd len="sm" w="sm" type="none"/>
                      <a:tailEnd len="sm" w="sm" type="none"/>
                    </a:lnB>
                  </a:tcPr>
                </a:tc>
              </a:tr>
              <a:tr h="300025">
                <a:tc>
                  <a:txBody>
                    <a:bodyPr/>
                    <a:lstStyle/>
                    <a:p>
                      <a:pPr indent="0" lvl="0" marL="0" marR="0" rtl="0" algn="l">
                        <a:lnSpc>
                          <a:spcPct val="6000"/>
                        </a:lnSpc>
                        <a:spcBef>
                          <a:spcPts val="0"/>
                        </a:spcBef>
                        <a:spcAft>
                          <a:spcPts val="0"/>
                        </a:spcAft>
                        <a:buClr>
                          <a:srgbClr val="000000"/>
                        </a:buClr>
                        <a:buSzPts val="600"/>
                        <a:buFont typeface="Arial"/>
                        <a:buNone/>
                      </a:pPr>
                      <a:r>
                        <a:rPr b="1" lang="en" sz="600" u="none" cap="none" strike="noStrike">
                          <a:latin typeface="Verizon NHG TX"/>
                          <a:ea typeface="Verizon NHG TX"/>
                          <a:cs typeface="Verizon NHG TX"/>
                          <a:sym typeface="Verizon NHG TX"/>
                        </a:rPr>
                        <a:t>Rep Interaction Score (RIS)</a:t>
                      </a:r>
                      <a:endParaRPr b="1" sz="600" u="none" cap="none" strike="noStrike">
                        <a:latin typeface="Verizon NHG TX"/>
                        <a:ea typeface="Verizon NHG TX"/>
                        <a:cs typeface="Verizon NHG TX"/>
                        <a:sym typeface="Verizon NHG TX"/>
                      </a:endParaRPr>
                    </a:p>
                  </a:txBody>
                  <a:tcPr marT="0" marB="0" marR="91425" marL="91425" anchor="ctr">
                    <a:lnR cap="flat" cmpd="sng" w="9525">
                      <a:solidFill>
                        <a:srgbClr val="9E9E9E"/>
                      </a:solidFill>
                      <a:prstDash val="solid"/>
                      <a:round/>
                      <a:headEnd len="sm" w="sm" type="none"/>
                      <a:tailEnd len="sm" w="sm" type="none"/>
                    </a:lnR>
                    <a:solidFill>
                      <a:schemeClr val="accent2"/>
                    </a:solidFill>
                  </a:tcPr>
                </a:tc>
                <a:tc>
                  <a:txBody>
                    <a:bodyPr/>
                    <a:lstStyle/>
                    <a:p>
                      <a:pPr indent="0" lvl="0" marL="0" marR="0" rtl="0" algn="l">
                        <a:lnSpc>
                          <a:spcPct val="100000"/>
                        </a:lnSpc>
                        <a:spcBef>
                          <a:spcPts val="0"/>
                        </a:spcBef>
                        <a:spcAft>
                          <a:spcPts val="0"/>
                        </a:spcAft>
                        <a:buClr>
                          <a:srgbClr val="000000"/>
                        </a:buClr>
                        <a:buSzPts val="600"/>
                        <a:buFont typeface="Arial"/>
                        <a:buNone/>
                      </a:pPr>
                      <a:r>
                        <a:rPr lang="en" sz="600" u="none" cap="none" strike="noStrike">
                          <a:solidFill>
                            <a:schemeClr val="dk1"/>
                          </a:solidFill>
                          <a:latin typeface="Verizon NHG TX"/>
                          <a:ea typeface="Verizon NHG TX"/>
                          <a:cs typeface="Verizon NHG TX"/>
                          <a:sym typeface="Verizon NHG TX"/>
                        </a:rPr>
                        <a:t>Responses of '5' for the survey question: "How would you rate your overall experience with your representative?" on a 5 point scale. Channels included: Retail, Indirect, Inside sales (Telesales and Sales Chat), Customer Service, and Strategic Sales</a:t>
                      </a:r>
                      <a:endParaRPr sz="600" u="none" cap="none" strike="noStrike">
                        <a:solidFill>
                          <a:schemeClr val="dk1"/>
                        </a:solidFill>
                        <a:latin typeface="Verizon NHG TX"/>
                        <a:ea typeface="Verizon NHG TX"/>
                        <a:cs typeface="Verizon NHG TX"/>
                        <a:sym typeface="Verizon NHG TX"/>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00025">
                <a:tc>
                  <a:txBody>
                    <a:bodyPr/>
                    <a:lstStyle/>
                    <a:p>
                      <a:pPr indent="0" lvl="0" marL="0" marR="0" rtl="0" algn="l">
                        <a:lnSpc>
                          <a:spcPct val="6000"/>
                        </a:lnSpc>
                        <a:spcBef>
                          <a:spcPts val="0"/>
                        </a:spcBef>
                        <a:spcAft>
                          <a:spcPts val="0"/>
                        </a:spcAft>
                        <a:buClr>
                          <a:srgbClr val="000000"/>
                        </a:buClr>
                        <a:buSzPts val="600"/>
                        <a:buFont typeface="Arial"/>
                        <a:buNone/>
                      </a:pPr>
                      <a:r>
                        <a:rPr b="1" lang="en" sz="600" u="none" cap="none" strike="noStrike">
                          <a:latin typeface="Verizon NHG TX"/>
                          <a:ea typeface="Verizon NHG TX"/>
                          <a:cs typeface="Verizon NHG TX"/>
                          <a:sym typeface="Verizon NHG TX"/>
                        </a:rPr>
                        <a:t>Customer Satisfaction (CSAT)</a:t>
                      </a:r>
                      <a:endParaRPr b="1" sz="600" u="none" cap="none" strike="noStrike">
                        <a:latin typeface="Verizon NHG TX"/>
                        <a:ea typeface="Verizon NHG TX"/>
                        <a:cs typeface="Verizon NHG TX"/>
                        <a:sym typeface="Verizon NHG TX"/>
                      </a:endParaRPr>
                    </a:p>
                  </a:txBody>
                  <a:tcPr marT="0" marB="0" marR="91425" marL="91425" anchor="ctr">
                    <a:lnR cap="flat" cmpd="sng" w="9525">
                      <a:solidFill>
                        <a:srgbClr val="9E9E9E"/>
                      </a:solidFill>
                      <a:prstDash val="solid"/>
                      <a:round/>
                      <a:headEnd len="sm" w="sm" type="none"/>
                      <a:tailEnd len="sm" w="sm" type="none"/>
                    </a:lnR>
                    <a:solidFill>
                      <a:schemeClr val="accent2"/>
                    </a:solidFill>
                  </a:tcPr>
                </a:tc>
                <a:tc>
                  <a:txBody>
                    <a:bodyPr/>
                    <a:lstStyle/>
                    <a:p>
                      <a:pPr indent="0" lvl="0" marL="0" marR="0" rtl="0" algn="l">
                        <a:lnSpc>
                          <a:spcPct val="100000"/>
                        </a:lnSpc>
                        <a:spcBef>
                          <a:spcPts val="0"/>
                        </a:spcBef>
                        <a:spcAft>
                          <a:spcPts val="0"/>
                        </a:spcAft>
                        <a:buClr>
                          <a:srgbClr val="000000"/>
                        </a:buClr>
                        <a:buSzPts val="600"/>
                        <a:buFont typeface="Arial"/>
                        <a:buNone/>
                      </a:pPr>
                      <a:r>
                        <a:rPr lang="en" sz="600" u="none" cap="none" strike="noStrike">
                          <a:solidFill>
                            <a:schemeClr val="dk1"/>
                          </a:solidFill>
                          <a:latin typeface="Verizon NHG TX"/>
                          <a:ea typeface="Verizon NHG TX"/>
                          <a:cs typeface="Verizon NHG TX"/>
                          <a:sym typeface="Verizon NHG TX"/>
                        </a:rPr>
                        <a:t>Responses of '5' for the survey question: "How would you rate your satisfaction with Verizon based on this interaction?" on a 5 point scale. Channels included: Retail, Indirect, Inside sales (Telesales and Sales Chat), Customer Service, and Strategic Sales</a:t>
                      </a:r>
                      <a:endParaRPr sz="600" u="none" cap="none" strike="noStrike">
                        <a:solidFill>
                          <a:schemeClr val="dk1"/>
                        </a:solidFill>
                        <a:latin typeface="Verizon NHG TX"/>
                        <a:ea typeface="Verizon NHG TX"/>
                        <a:cs typeface="Verizon NHG TX"/>
                        <a:sym typeface="Verizon NHG TX"/>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196575">
                <a:tc>
                  <a:txBody>
                    <a:bodyPr/>
                    <a:lstStyle/>
                    <a:p>
                      <a:pPr indent="0" lvl="0" marL="0" marR="0" rtl="0" algn="l">
                        <a:lnSpc>
                          <a:spcPct val="6000"/>
                        </a:lnSpc>
                        <a:spcBef>
                          <a:spcPts val="0"/>
                        </a:spcBef>
                        <a:spcAft>
                          <a:spcPts val="0"/>
                        </a:spcAft>
                        <a:buClr>
                          <a:srgbClr val="000000"/>
                        </a:buClr>
                        <a:buSzPts val="600"/>
                        <a:buFont typeface="Arial"/>
                        <a:buNone/>
                      </a:pPr>
                      <a:r>
                        <a:rPr b="1" lang="en" sz="600" u="none" cap="none" strike="noStrike">
                          <a:latin typeface="Verizon NHG TX"/>
                          <a:ea typeface="Verizon NHG TX"/>
                          <a:cs typeface="Verizon NHG TX"/>
                          <a:sym typeface="Verizon NHG TX"/>
                        </a:rPr>
                        <a:t>Average Handle Time (AHT)</a:t>
                      </a:r>
                      <a:endParaRPr b="1" sz="600" u="none" cap="none" strike="noStrike">
                        <a:latin typeface="Verizon NHG TX"/>
                        <a:ea typeface="Verizon NHG TX"/>
                        <a:cs typeface="Verizon NHG TX"/>
                        <a:sym typeface="Verizon NHG TX"/>
                      </a:endParaRPr>
                    </a:p>
                  </a:txBody>
                  <a:tcPr marT="0" marB="0" marR="91425" marL="91425" anchor="ctr">
                    <a:lnR cap="flat" cmpd="sng" w="9525">
                      <a:solidFill>
                        <a:srgbClr val="9E9E9E"/>
                      </a:solidFill>
                      <a:prstDash val="solid"/>
                      <a:round/>
                      <a:headEnd len="sm" w="sm" type="none"/>
                      <a:tailEnd len="sm" w="sm" type="none"/>
                    </a:lnR>
                    <a:solidFill>
                      <a:schemeClr val="accent2"/>
                    </a:solidFill>
                  </a:tcPr>
                </a:tc>
                <a:tc>
                  <a:txBody>
                    <a:bodyPr/>
                    <a:lstStyle/>
                    <a:p>
                      <a:pPr indent="0" lvl="0" marL="0" marR="0" rtl="0" algn="l">
                        <a:lnSpc>
                          <a:spcPct val="100000"/>
                        </a:lnSpc>
                        <a:spcBef>
                          <a:spcPts val="0"/>
                        </a:spcBef>
                        <a:spcAft>
                          <a:spcPts val="0"/>
                        </a:spcAft>
                        <a:buClr>
                          <a:srgbClr val="000000"/>
                        </a:buClr>
                        <a:buSzPts val="600"/>
                        <a:buFont typeface="Arial"/>
                        <a:buNone/>
                      </a:pPr>
                      <a:r>
                        <a:rPr lang="en" sz="600" u="none" cap="none" strike="noStrike">
                          <a:solidFill>
                            <a:schemeClr val="dk1"/>
                          </a:solidFill>
                          <a:latin typeface="Verizon NHG TX"/>
                          <a:ea typeface="Verizon NHG TX"/>
                          <a:cs typeface="Verizon NHG TX"/>
                          <a:sym typeface="Verizon NHG TX"/>
                        </a:rPr>
                        <a:t>Sum of Handle Time / Sum of Handled Calls </a:t>
                      </a:r>
                      <a:endParaRPr sz="600" u="none" cap="none" strike="noStrike">
                        <a:solidFill>
                          <a:schemeClr val="dk1"/>
                        </a:solidFill>
                        <a:latin typeface="Verizon NHG TX"/>
                        <a:ea typeface="Verizon NHG TX"/>
                        <a:cs typeface="Verizon NHG TX"/>
                        <a:sym typeface="Verizon NHG TX"/>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196575">
                <a:tc>
                  <a:txBody>
                    <a:bodyPr/>
                    <a:lstStyle/>
                    <a:p>
                      <a:pPr indent="0" lvl="0" marL="0" marR="0" rtl="0" algn="l">
                        <a:lnSpc>
                          <a:spcPct val="6000"/>
                        </a:lnSpc>
                        <a:spcBef>
                          <a:spcPts val="0"/>
                        </a:spcBef>
                        <a:spcAft>
                          <a:spcPts val="0"/>
                        </a:spcAft>
                        <a:buClr>
                          <a:srgbClr val="000000"/>
                        </a:buClr>
                        <a:buSzPts val="600"/>
                        <a:buFont typeface="Arial"/>
                        <a:buNone/>
                      </a:pPr>
                      <a:r>
                        <a:rPr b="1" lang="en" sz="600" u="none" cap="none" strike="noStrike">
                          <a:latin typeface="Verizon NHG TX"/>
                          <a:ea typeface="Verizon NHG TX"/>
                          <a:cs typeface="Verizon NHG TX"/>
                          <a:sym typeface="Verizon NHG TX"/>
                        </a:rPr>
                        <a:t>Retail Transaction Time</a:t>
                      </a:r>
                      <a:endParaRPr b="1" sz="600" u="none" cap="none" strike="noStrike">
                        <a:latin typeface="Verizon NHG TX"/>
                        <a:ea typeface="Verizon NHG TX"/>
                        <a:cs typeface="Verizon NHG TX"/>
                        <a:sym typeface="Verizon NHG TX"/>
                      </a:endParaRPr>
                    </a:p>
                  </a:txBody>
                  <a:tcPr marT="0" marB="0" marR="91425" marL="91425" anchor="ctr">
                    <a:lnR cap="flat" cmpd="sng" w="9525">
                      <a:solidFill>
                        <a:srgbClr val="9E9E9E"/>
                      </a:solidFill>
                      <a:prstDash val="solid"/>
                      <a:round/>
                      <a:headEnd len="sm" w="sm" type="none"/>
                      <a:tailEnd len="sm" w="sm" type="none"/>
                    </a:lnR>
                    <a:solidFill>
                      <a:schemeClr val="accent2"/>
                    </a:solidFill>
                  </a:tcPr>
                </a:tc>
                <a:tc>
                  <a:txBody>
                    <a:bodyPr/>
                    <a:lstStyle/>
                    <a:p>
                      <a:pPr indent="0" lvl="0" marL="0" marR="0" rtl="0" algn="l">
                        <a:lnSpc>
                          <a:spcPct val="100000"/>
                        </a:lnSpc>
                        <a:spcBef>
                          <a:spcPts val="0"/>
                        </a:spcBef>
                        <a:spcAft>
                          <a:spcPts val="0"/>
                        </a:spcAft>
                        <a:buClr>
                          <a:srgbClr val="000000"/>
                        </a:buClr>
                        <a:buSzPts val="600"/>
                        <a:buFont typeface="Arial"/>
                        <a:buNone/>
                      </a:pPr>
                      <a:r>
                        <a:rPr lang="en" sz="600" u="none" cap="none" strike="noStrike">
                          <a:solidFill>
                            <a:schemeClr val="dk1"/>
                          </a:solidFill>
                          <a:latin typeface="Verizon NHG TX"/>
                          <a:ea typeface="Verizon NHG TX"/>
                          <a:cs typeface="Verizon NHG TX"/>
                          <a:sym typeface="Verizon NHG TX"/>
                        </a:rPr>
                        <a:t>End to end. average time to serve, sale and sys time, post sales time</a:t>
                      </a:r>
                      <a:endParaRPr sz="600" u="none" cap="none" strike="noStrike">
                        <a:solidFill>
                          <a:schemeClr val="dk1"/>
                        </a:solidFill>
                        <a:latin typeface="Verizon NHG TX"/>
                        <a:ea typeface="Verizon NHG TX"/>
                        <a:cs typeface="Verizon NHG TX"/>
                        <a:sym typeface="Verizon NHG TX"/>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241375">
                <a:tc>
                  <a:txBody>
                    <a:bodyPr/>
                    <a:lstStyle/>
                    <a:p>
                      <a:pPr indent="0" lvl="0" marL="0" marR="0" rtl="0" algn="l">
                        <a:lnSpc>
                          <a:spcPct val="100000"/>
                        </a:lnSpc>
                        <a:spcBef>
                          <a:spcPts val="0"/>
                        </a:spcBef>
                        <a:spcAft>
                          <a:spcPts val="0"/>
                        </a:spcAft>
                        <a:buClr>
                          <a:srgbClr val="000000"/>
                        </a:buClr>
                        <a:buSzPts val="600"/>
                        <a:buFont typeface="Arial"/>
                        <a:buNone/>
                      </a:pPr>
                      <a:r>
                        <a:rPr b="1" lang="en" sz="600" u="none" cap="none" strike="noStrike">
                          <a:latin typeface="Verizon NHG TX"/>
                          <a:ea typeface="Verizon NHG TX"/>
                          <a:cs typeface="Verizon NHG TX"/>
                          <a:sym typeface="Verizon NHG TX"/>
                        </a:rPr>
                        <a:t>VZ Pulse Overall satisfaction</a:t>
                      </a:r>
                      <a:endParaRPr b="1" sz="600" u="none" cap="none" strike="noStrike">
                        <a:latin typeface="Verizon NHG TX"/>
                        <a:ea typeface="Verizon NHG TX"/>
                        <a:cs typeface="Verizon NHG TX"/>
                        <a:sym typeface="Verizon NHG TX"/>
                      </a:endParaRPr>
                    </a:p>
                  </a:txBody>
                  <a:tcPr marT="0" marB="0" marR="91425" marL="91425" anchor="ctr">
                    <a:lnR cap="flat" cmpd="sng" w="9525">
                      <a:solidFill>
                        <a:srgbClr val="9E9E9E"/>
                      </a:solidFill>
                      <a:prstDash val="solid"/>
                      <a:round/>
                      <a:headEnd len="sm" w="sm" type="none"/>
                      <a:tailEnd len="sm" w="sm" type="none"/>
                    </a:lnR>
                    <a:solidFill>
                      <a:schemeClr val="accent2"/>
                    </a:solidFill>
                  </a:tcPr>
                </a:tc>
                <a:tc>
                  <a:txBody>
                    <a:bodyPr/>
                    <a:lstStyle/>
                    <a:p>
                      <a:pPr indent="0" lvl="0" marL="0" marR="0" rtl="0" algn="l">
                        <a:lnSpc>
                          <a:spcPct val="100000"/>
                        </a:lnSpc>
                        <a:spcBef>
                          <a:spcPts val="0"/>
                        </a:spcBef>
                        <a:spcAft>
                          <a:spcPts val="0"/>
                        </a:spcAft>
                        <a:buClr>
                          <a:srgbClr val="000000"/>
                        </a:buClr>
                        <a:buSzPts val="600"/>
                        <a:buFont typeface="Arial"/>
                        <a:buNone/>
                      </a:pPr>
                      <a:r>
                        <a:rPr lang="en" sz="600" u="none" cap="none" strike="noStrike">
                          <a:solidFill>
                            <a:srgbClr val="222222"/>
                          </a:solidFill>
                          <a:latin typeface="Verizon NHG TX"/>
                          <a:ea typeface="Verizon NHG TX"/>
                          <a:cs typeface="Verizon NHG TX"/>
                          <a:sym typeface="Verizon NHG TX"/>
                        </a:rPr>
                        <a:t>Employee's satisfaction with their company as a place to work measured on a 5 point scale.  Reported as the mean of individual employee values for the specified organization (reported quarterly)</a:t>
                      </a:r>
                      <a:endParaRPr sz="600" u="none" cap="none" strike="noStrike">
                        <a:solidFill>
                          <a:schemeClr val="dk1"/>
                        </a:solidFill>
                        <a:latin typeface="Verizon NHG TX"/>
                        <a:ea typeface="Verizon NHG TX"/>
                        <a:cs typeface="Verizon NHG TX"/>
                        <a:sym typeface="Verizon NHG TX"/>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241375">
                <a:tc>
                  <a:txBody>
                    <a:bodyPr/>
                    <a:lstStyle/>
                    <a:p>
                      <a:pPr indent="0" lvl="0" marL="0" marR="0" rtl="0" algn="l">
                        <a:lnSpc>
                          <a:spcPct val="100000"/>
                        </a:lnSpc>
                        <a:spcBef>
                          <a:spcPts val="0"/>
                        </a:spcBef>
                        <a:spcAft>
                          <a:spcPts val="0"/>
                        </a:spcAft>
                        <a:buClr>
                          <a:srgbClr val="000000"/>
                        </a:buClr>
                        <a:buSzPts val="600"/>
                        <a:buFont typeface="Arial"/>
                        <a:buNone/>
                      </a:pPr>
                      <a:r>
                        <a:rPr b="1" lang="en" sz="600" u="none" cap="none" strike="noStrike">
                          <a:latin typeface="Verizon NHG TX"/>
                          <a:ea typeface="Verizon NHG TX"/>
                          <a:cs typeface="Verizon NHG TX"/>
                          <a:sym typeface="Verizon NHG TX"/>
                        </a:rPr>
                        <a:t>VZ Pulse+ Q12 Engagement</a:t>
                      </a:r>
                      <a:endParaRPr b="1" sz="600" u="none" cap="none" strike="noStrike">
                        <a:latin typeface="Verizon NHG TX"/>
                        <a:ea typeface="Verizon NHG TX"/>
                        <a:cs typeface="Verizon NHG TX"/>
                        <a:sym typeface="Verizon NHG TX"/>
                      </a:endParaRPr>
                    </a:p>
                  </a:txBody>
                  <a:tcPr marT="0" marB="0" marR="91425" marL="91425" anchor="ctr">
                    <a:lnR cap="flat" cmpd="sng" w="9525">
                      <a:solidFill>
                        <a:srgbClr val="9E9E9E"/>
                      </a:solidFill>
                      <a:prstDash val="solid"/>
                      <a:round/>
                      <a:headEnd len="sm" w="sm" type="none"/>
                      <a:tailEnd len="sm" w="sm" type="none"/>
                    </a:lnR>
                    <a:solidFill>
                      <a:schemeClr val="accent2"/>
                    </a:solidFill>
                  </a:tcPr>
                </a:tc>
                <a:tc>
                  <a:txBody>
                    <a:bodyPr/>
                    <a:lstStyle/>
                    <a:p>
                      <a:pPr indent="0" lvl="0" marL="0" marR="0" rtl="0" algn="l">
                        <a:lnSpc>
                          <a:spcPct val="100000"/>
                        </a:lnSpc>
                        <a:spcBef>
                          <a:spcPts val="0"/>
                        </a:spcBef>
                        <a:spcAft>
                          <a:spcPts val="0"/>
                        </a:spcAft>
                        <a:buClr>
                          <a:srgbClr val="000000"/>
                        </a:buClr>
                        <a:buSzPts val="600"/>
                        <a:buFont typeface="Arial"/>
                        <a:buNone/>
                      </a:pPr>
                      <a:r>
                        <a:rPr lang="en" sz="600" u="none" cap="none" strike="noStrike">
                          <a:solidFill>
                            <a:srgbClr val="222222"/>
                          </a:solidFill>
                          <a:latin typeface="Verizon NHG TX"/>
                          <a:ea typeface="Verizon NHG TX"/>
                          <a:cs typeface="Verizon NHG TX"/>
                          <a:sym typeface="Verizon NHG TX"/>
                        </a:rPr>
                        <a:t>A measure of an organization's overall engagement on a 5 point scale.  This is an average of the averages for the scores received for the VZ Pulse + Q12 items for the specified organization (reported annually during Q2 utilizing the VZ Pulse + Survey)</a:t>
                      </a:r>
                      <a:endParaRPr sz="600" u="none" cap="none" strike="noStrike">
                        <a:solidFill>
                          <a:srgbClr val="1F1F1F"/>
                        </a:solidFill>
                        <a:latin typeface="Verizon NHG TX"/>
                        <a:ea typeface="Verizon NHG TX"/>
                        <a:cs typeface="Verizon NHG TX"/>
                        <a:sym typeface="Verizon NHG TX"/>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153575">
                <a:tc>
                  <a:txBody>
                    <a:bodyPr/>
                    <a:lstStyle/>
                    <a:p>
                      <a:pPr indent="0" lvl="0" marL="0" marR="0" rtl="0" algn="l">
                        <a:lnSpc>
                          <a:spcPct val="100000"/>
                        </a:lnSpc>
                        <a:spcBef>
                          <a:spcPts val="0"/>
                        </a:spcBef>
                        <a:spcAft>
                          <a:spcPts val="0"/>
                        </a:spcAft>
                        <a:buClr>
                          <a:srgbClr val="000000"/>
                        </a:buClr>
                        <a:buSzPts val="600"/>
                        <a:buFont typeface="Arial"/>
                        <a:buNone/>
                      </a:pPr>
                      <a:r>
                        <a:rPr b="1" lang="en" sz="600" u="none" cap="none" strike="noStrike">
                          <a:latin typeface="Verizon NHG TX"/>
                          <a:ea typeface="Verizon NHG TX"/>
                          <a:cs typeface="Verizon NHG TX"/>
                          <a:sym typeface="Verizon NHG TX"/>
                        </a:rPr>
                        <a:t>VZ Pulse Participation</a:t>
                      </a:r>
                      <a:endParaRPr b="1" sz="600" u="none" cap="none" strike="noStrike">
                        <a:latin typeface="Verizon NHG TX"/>
                        <a:ea typeface="Verizon NHG TX"/>
                        <a:cs typeface="Verizon NHG TX"/>
                        <a:sym typeface="Verizon NHG TX"/>
                      </a:endParaRPr>
                    </a:p>
                  </a:txBody>
                  <a:tcPr marT="0" marB="0" marR="91425" marL="91425" anchor="ctr">
                    <a:lnR cap="flat" cmpd="sng" w="9525">
                      <a:solidFill>
                        <a:srgbClr val="9E9E9E"/>
                      </a:solidFill>
                      <a:prstDash val="solid"/>
                      <a:round/>
                      <a:headEnd len="sm" w="sm" type="none"/>
                      <a:tailEnd len="sm" w="sm" type="none"/>
                    </a:lnR>
                    <a:solidFill>
                      <a:schemeClr val="accent2"/>
                    </a:solidFill>
                  </a:tcPr>
                </a:tc>
                <a:tc>
                  <a:txBody>
                    <a:bodyPr/>
                    <a:lstStyle/>
                    <a:p>
                      <a:pPr indent="0" lvl="0" marL="0" marR="0" rtl="0" algn="l">
                        <a:lnSpc>
                          <a:spcPct val="100000"/>
                        </a:lnSpc>
                        <a:spcBef>
                          <a:spcPts val="0"/>
                        </a:spcBef>
                        <a:spcAft>
                          <a:spcPts val="0"/>
                        </a:spcAft>
                        <a:buClr>
                          <a:srgbClr val="000000"/>
                        </a:buClr>
                        <a:buSzPts val="600"/>
                        <a:buFont typeface="Arial"/>
                        <a:buNone/>
                      </a:pPr>
                      <a:r>
                        <a:rPr lang="en" sz="600" u="none" cap="none" strike="noStrike">
                          <a:solidFill>
                            <a:srgbClr val="222222"/>
                          </a:solidFill>
                          <a:latin typeface="Verizon NHG TX"/>
                          <a:ea typeface="Verizon NHG TX"/>
                          <a:cs typeface="Verizon NHG TX"/>
                          <a:sym typeface="Verizon NHG TX"/>
                        </a:rPr>
                        <a:t>Total # of employees who were sent the survey vs those who completed the survey</a:t>
                      </a:r>
                      <a:endParaRPr sz="600" u="none" cap="none" strike="noStrike">
                        <a:solidFill>
                          <a:srgbClr val="222222"/>
                        </a:solidFill>
                        <a:latin typeface="Verizon NHG TX"/>
                        <a:ea typeface="Verizon NHG TX"/>
                        <a:cs typeface="Verizon NHG TX"/>
                        <a:sym typeface="Verizon NHG TX"/>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2023" name="Google Shape;2023;p312"/>
          <p:cNvSpPr txBox="1"/>
          <p:nvPr>
            <p:ph idx="3" type="body"/>
          </p:nvPr>
        </p:nvSpPr>
        <p:spPr>
          <a:xfrm>
            <a:off x="228600" y="359204"/>
            <a:ext cx="6485400" cy="298800"/>
          </a:xfrm>
          <a:prstGeom prst="rect">
            <a:avLst/>
          </a:prstGeom>
          <a:noFill/>
          <a:ln>
            <a:noFill/>
          </a:ln>
        </p:spPr>
        <p:txBody>
          <a:bodyPr anchorCtr="0" anchor="t" bIns="0" lIns="0" spcFirstLastPara="1" rIns="0" wrap="square" tIns="0">
            <a:normAutofit lnSpcReduction="10000"/>
          </a:bodyPr>
          <a:lstStyle/>
          <a:p>
            <a:pPr indent="0" lvl="0" marL="0" rtl="0" algn="l">
              <a:lnSpc>
                <a:spcPct val="100000"/>
              </a:lnSpc>
              <a:spcBef>
                <a:spcPts val="0"/>
              </a:spcBef>
              <a:spcAft>
                <a:spcPts val="0"/>
              </a:spcAft>
              <a:buSzPts val="2100"/>
              <a:buNone/>
            </a:pPr>
            <a:r>
              <a:rPr lang="en">
                <a:latin typeface="Verizon NHG DS"/>
                <a:ea typeface="Verizon NHG DS"/>
                <a:cs typeface="Verizon NHG DS"/>
                <a:sym typeface="Verizon NHG DS"/>
              </a:rPr>
              <a:t>Metric Definitions</a:t>
            </a:r>
            <a:endParaRPr>
              <a:solidFill>
                <a:schemeClr val="accent1"/>
              </a:solidFill>
              <a:latin typeface="Verizon NHG DS"/>
              <a:ea typeface="Verizon NHG DS"/>
              <a:cs typeface="Verizon NHG DS"/>
              <a:sym typeface="Verizon NHG D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7" name="Shape 2027"/>
        <p:cNvGrpSpPr/>
        <p:nvPr/>
      </p:nvGrpSpPr>
      <p:grpSpPr>
        <a:xfrm>
          <a:off x="0" y="0"/>
          <a:ext cx="0" cy="0"/>
          <a:chOff x="0" y="0"/>
          <a:chExt cx="0" cy="0"/>
        </a:xfrm>
      </p:grpSpPr>
      <p:sp>
        <p:nvSpPr>
          <p:cNvPr id="2028" name="Google Shape;2028;p313"/>
          <p:cNvSpPr txBox="1"/>
          <p:nvPr>
            <p:ph idx="1" type="body"/>
          </p:nvPr>
        </p:nvSpPr>
        <p:spPr>
          <a:xfrm>
            <a:off x="473869" y="2628900"/>
            <a:ext cx="6801000" cy="606000"/>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Clr>
                <a:schemeClr val="lt1"/>
              </a:buClr>
              <a:buSzPts val="1800"/>
              <a:buNone/>
            </a:pPr>
            <a:br>
              <a:rPr lang="en"/>
            </a:br>
            <a:r>
              <a:rPr lang="en"/>
              <a:t>January 30, 2025</a:t>
            </a:r>
            <a:endParaRPr/>
          </a:p>
        </p:txBody>
      </p:sp>
      <p:sp>
        <p:nvSpPr>
          <p:cNvPr id="2029" name="Google Shape;2029;p313"/>
          <p:cNvSpPr txBox="1"/>
          <p:nvPr>
            <p:ph type="title"/>
          </p:nvPr>
        </p:nvSpPr>
        <p:spPr>
          <a:xfrm>
            <a:off x="473870" y="469106"/>
            <a:ext cx="6115200" cy="1325400"/>
          </a:xfrm>
          <a:prstGeom prst="rect">
            <a:avLst/>
          </a:prstGeom>
          <a:noFill/>
          <a:ln>
            <a:noFill/>
          </a:ln>
        </p:spPr>
        <p:txBody>
          <a:bodyPr anchorCtr="0" anchor="t" bIns="0" lIns="0" spcFirstLastPara="1" rIns="0" wrap="square" tIns="0">
            <a:normAutofit fontScale="90000"/>
          </a:bodyPr>
          <a:lstStyle/>
          <a:p>
            <a:pPr indent="0" lvl="0" marL="0" rtl="0" algn="l">
              <a:lnSpc>
                <a:spcPct val="90000"/>
              </a:lnSpc>
              <a:spcBef>
                <a:spcPts val="0"/>
              </a:spcBef>
              <a:spcAft>
                <a:spcPts val="0"/>
              </a:spcAft>
              <a:buClr>
                <a:schemeClr val="lt1"/>
              </a:buClr>
              <a:buSzPct val="100000"/>
              <a:buFont typeface="Arial"/>
              <a:buNone/>
            </a:pPr>
            <a:r>
              <a:rPr lang="en"/>
              <a:t>Experience Design</a:t>
            </a:r>
            <a:endParaRPr/>
          </a:p>
          <a:p>
            <a:pPr indent="0" lvl="0" marL="0" rtl="0" algn="l">
              <a:lnSpc>
                <a:spcPct val="90000"/>
              </a:lnSpc>
              <a:spcBef>
                <a:spcPts val="0"/>
              </a:spcBef>
              <a:spcAft>
                <a:spcPts val="0"/>
              </a:spcAft>
              <a:buClr>
                <a:schemeClr val="lt1"/>
              </a:buClr>
              <a:buSzPct val="100000"/>
              <a:buFont typeface="Arial"/>
              <a:buNone/>
            </a:pPr>
            <a:r>
              <a:rPr lang="en"/>
              <a:t>Slide from 2025 CX KO</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033" name="Shape 2033"/>
        <p:cNvGrpSpPr/>
        <p:nvPr/>
      </p:nvGrpSpPr>
      <p:grpSpPr>
        <a:xfrm>
          <a:off x="0" y="0"/>
          <a:ext cx="0" cy="0"/>
          <a:chOff x="0" y="0"/>
          <a:chExt cx="0" cy="0"/>
        </a:xfrm>
      </p:grpSpPr>
      <p:sp>
        <p:nvSpPr>
          <p:cNvPr id="2034" name="Google Shape;2034;p314"/>
          <p:cNvSpPr/>
          <p:nvPr/>
        </p:nvSpPr>
        <p:spPr>
          <a:xfrm>
            <a:off x="206200" y="1988275"/>
            <a:ext cx="2148600" cy="1785600"/>
          </a:xfrm>
          <a:prstGeom prst="roundRect">
            <a:avLst>
              <a:gd fmla="val 11738" name="adj"/>
            </a:avLst>
          </a:prstGeom>
          <a:solidFill>
            <a:schemeClr val="lt2"/>
          </a:solidFill>
          <a:ln cap="flat" cmpd="sng" w="9525">
            <a:solidFill>
              <a:schemeClr val="dk2"/>
            </a:solidFill>
            <a:prstDash val="solid"/>
            <a:round/>
            <a:headEnd len="sm" w="sm" type="none"/>
            <a:tailEnd len="sm" w="sm" type="none"/>
          </a:ln>
        </p:spPr>
        <p:txBody>
          <a:bodyPr anchorCtr="0" anchor="t" bIns="91425" lIns="45700" spcFirstLastPara="1" rIns="45700" wrap="square" tIns="228600">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Verizon NHG TX"/>
                <a:ea typeface="Verizon NHG TX"/>
                <a:cs typeface="Verizon NHG TX"/>
                <a:sym typeface="Verizon NHG TX"/>
              </a:rPr>
              <a:t>Next Gen Digital &amp; Assisted </a:t>
            </a:r>
            <a:endParaRPr b="0" i="0" sz="1000" u="none" cap="none" strike="noStrike">
              <a:solidFill>
                <a:srgbClr val="000000"/>
              </a:solidFill>
              <a:latin typeface="Verizon NHG TX"/>
              <a:ea typeface="Verizon NHG TX"/>
              <a:cs typeface="Verizon NHG TX"/>
              <a:sym typeface="Verizon NHG TX"/>
            </a:endParaRPr>
          </a:p>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Verizon NHG TX"/>
              <a:ea typeface="Verizon NHG TX"/>
              <a:cs typeface="Verizon NHG TX"/>
              <a:sym typeface="Verizon NHG TX"/>
            </a:endParaRPr>
          </a:p>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Verizon NHG TX"/>
                <a:ea typeface="Verizon NHG TX"/>
                <a:cs typeface="Verizon NHG TX"/>
                <a:sym typeface="Verizon NHG TX"/>
              </a:rPr>
              <a:t>Onboarding</a:t>
            </a:r>
            <a:endParaRPr b="0" i="0" sz="1000" u="none" cap="none" strike="noStrike">
              <a:solidFill>
                <a:srgbClr val="000000"/>
              </a:solidFill>
              <a:latin typeface="Verizon NHG TX"/>
              <a:ea typeface="Verizon NHG TX"/>
              <a:cs typeface="Verizon NHG TX"/>
              <a:sym typeface="Verizon NHG TX"/>
            </a:endParaRPr>
          </a:p>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Verizon NHG TX"/>
              <a:ea typeface="Verizon NHG TX"/>
              <a:cs typeface="Verizon NHG TX"/>
              <a:sym typeface="Verizon NHG TX"/>
            </a:endParaRPr>
          </a:p>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Verizon NHG TX"/>
                <a:ea typeface="Verizon NHG TX"/>
                <a:cs typeface="Verizon NHG TX"/>
                <a:sym typeface="Verizon NHG TX"/>
              </a:rPr>
              <a:t>Modernizing In-store Digital</a:t>
            </a:r>
            <a:endParaRPr b="0" i="0" sz="1000" u="none" cap="none" strike="noStrike">
              <a:solidFill>
                <a:srgbClr val="000000"/>
              </a:solidFill>
              <a:latin typeface="Verizon NHG TX"/>
              <a:ea typeface="Verizon NHG TX"/>
              <a:cs typeface="Verizon NHG TX"/>
              <a:sym typeface="Verizon NHG TX"/>
            </a:endParaRPr>
          </a:p>
        </p:txBody>
      </p:sp>
      <p:sp>
        <p:nvSpPr>
          <p:cNvPr id="2035" name="Google Shape;2035;p314"/>
          <p:cNvSpPr/>
          <p:nvPr/>
        </p:nvSpPr>
        <p:spPr>
          <a:xfrm>
            <a:off x="206200" y="1435624"/>
            <a:ext cx="2148600" cy="750300"/>
          </a:xfrm>
          <a:prstGeom prst="round2SameRect">
            <a:avLst>
              <a:gd fmla="val 35959" name="adj1"/>
              <a:gd fmla="val 0" name="adj2"/>
            </a:avLst>
          </a:prstGeom>
          <a:solidFill>
            <a:schemeClr val="dk2"/>
          </a:solidFill>
          <a:ln cap="flat" cmpd="sng" w="9525">
            <a:solidFill>
              <a:schemeClr val="dk2"/>
            </a:solidFill>
            <a:prstDash val="solid"/>
            <a:round/>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Verizon NHG DS"/>
                <a:ea typeface="Verizon NHG DS"/>
                <a:cs typeface="Verizon NHG DS"/>
                <a:sym typeface="Verizon NHG DS"/>
              </a:rPr>
              <a:t>Digital Channels, </a:t>
            </a:r>
            <a:endParaRPr b="1" i="0" sz="1400" u="none" cap="none" strike="noStrike">
              <a:solidFill>
                <a:schemeClr val="dk1"/>
              </a:solidFill>
              <a:latin typeface="Verizon NHG DS"/>
              <a:ea typeface="Verizon NHG DS"/>
              <a:cs typeface="Verizon NHG DS"/>
              <a:sym typeface="Verizon NHG DS"/>
            </a:endParaRPr>
          </a:p>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Verizon NHG DS"/>
                <a:ea typeface="Verizon NHG DS"/>
                <a:cs typeface="Verizon NHG DS"/>
                <a:sym typeface="Verizon NHG DS"/>
              </a:rPr>
              <a:t>Rep &amp; Assisted XP</a:t>
            </a:r>
            <a:endParaRPr b="1" i="0" sz="1400" u="none" cap="none" strike="noStrike">
              <a:solidFill>
                <a:schemeClr val="dk1"/>
              </a:solidFill>
              <a:latin typeface="Verizon NHG DS"/>
              <a:ea typeface="Verizon NHG DS"/>
              <a:cs typeface="Verizon NHG DS"/>
              <a:sym typeface="Verizon NHG DS"/>
            </a:endParaRPr>
          </a:p>
        </p:txBody>
      </p:sp>
      <p:sp>
        <p:nvSpPr>
          <p:cNvPr id="2036" name="Google Shape;2036;p314"/>
          <p:cNvSpPr txBox="1"/>
          <p:nvPr/>
        </p:nvSpPr>
        <p:spPr>
          <a:xfrm>
            <a:off x="236800" y="343625"/>
            <a:ext cx="7008300" cy="750300"/>
          </a:xfrm>
          <a:prstGeom prst="rect">
            <a:avLst/>
          </a:prstGeom>
          <a:noFill/>
          <a:ln>
            <a:noFill/>
          </a:ln>
        </p:spPr>
        <p:txBody>
          <a:bodyPr anchorCtr="0" anchor="t" bIns="91425" lIns="91425" spcFirstLastPara="1" rIns="91425" wrap="square" tIns="91425">
            <a:noAutofit/>
          </a:bodyPr>
          <a:lstStyle/>
          <a:p>
            <a:pPr indent="0" lvl="0" marL="0" marR="0" rtl="0" algn="l">
              <a:lnSpc>
                <a:spcPct val="90000"/>
              </a:lnSpc>
              <a:spcBef>
                <a:spcPts val="0"/>
              </a:spcBef>
              <a:spcAft>
                <a:spcPts val="0"/>
              </a:spcAft>
              <a:buClr>
                <a:srgbClr val="000000"/>
              </a:buClr>
              <a:buSzPts val="4500"/>
              <a:buFont typeface="Arial"/>
              <a:buNone/>
            </a:pPr>
            <a:r>
              <a:rPr b="1" i="0" lang="en" sz="4500" u="none" cap="none" strike="noStrike">
                <a:solidFill>
                  <a:srgbClr val="F5FF1E"/>
                </a:solidFill>
                <a:latin typeface="Verizon NHG DS"/>
                <a:ea typeface="Verizon NHG DS"/>
                <a:cs typeface="Verizon NHG DS"/>
                <a:sym typeface="Verizon NHG DS"/>
              </a:rPr>
              <a:t>Experience Design</a:t>
            </a:r>
            <a:endParaRPr b="1" i="0" sz="4500" u="none" cap="none" strike="noStrike">
              <a:solidFill>
                <a:srgbClr val="F5FF1E"/>
              </a:solidFill>
              <a:latin typeface="Verizon NHG DS"/>
              <a:ea typeface="Verizon NHG DS"/>
              <a:cs typeface="Verizon NHG DS"/>
              <a:sym typeface="Verizon NHG DS"/>
            </a:endParaRPr>
          </a:p>
        </p:txBody>
      </p:sp>
      <p:pic>
        <p:nvPicPr>
          <p:cNvPr id="2037" name="Google Shape;2037;p314"/>
          <p:cNvPicPr preferRelativeResize="0"/>
          <p:nvPr/>
        </p:nvPicPr>
        <p:blipFill rotWithShape="1">
          <a:blip r:embed="rId4">
            <a:alphaModFix/>
          </a:blip>
          <a:srcRect b="0" l="0" r="0" t="0"/>
          <a:stretch/>
        </p:blipFill>
        <p:spPr>
          <a:xfrm>
            <a:off x="354529" y="4620601"/>
            <a:ext cx="884250" cy="362251"/>
          </a:xfrm>
          <a:prstGeom prst="rect">
            <a:avLst/>
          </a:prstGeom>
          <a:noFill/>
          <a:ln>
            <a:noFill/>
          </a:ln>
        </p:spPr>
      </p:pic>
      <p:sp>
        <p:nvSpPr>
          <p:cNvPr id="2038" name="Google Shape;2038;p314"/>
          <p:cNvSpPr/>
          <p:nvPr/>
        </p:nvSpPr>
        <p:spPr>
          <a:xfrm>
            <a:off x="4669211" y="1988275"/>
            <a:ext cx="2148900" cy="1785600"/>
          </a:xfrm>
          <a:prstGeom prst="roundRect">
            <a:avLst>
              <a:gd fmla="val 11738" name="adj"/>
            </a:avLst>
          </a:prstGeom>
          <a:solidFill>
            <a:schemeClr val="lt2"/>
          </a:solidFill>
          <a:ln cap="flat" cmpd="sng" w="9525">
            <a:solidFill>
              <a:schemeClr val="dk2"/>
            </a:solidFill>
            <a:prstDash val="solid"/>
            <a:round/>
            <a:headEnd len="sm" w="sm" type="none"/>
            <a:tailEnd len="sm" w="sm" type="none"/>
          </a:ln>
        </p:spPr>
        <p:txBody>
          <a:bodyPr anchorCtr="0" anchor="t" bIns="91425" lIns="45700" spcFirstLastPara="1" rIns="45700" wrap="square" tIns="228600">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chemeClr val="dk1"/>
                </a:solidFill>
                <a:latin typeface="Verizon NHG TX"/>
                <a:ea typeface="Verizon NHG TX"/>
                <a:cs typeface="Verizon NHG TX"/>
                <a:sym typeface="Verizon NHG TX"/>
              </a:rPr>
              <a:t>Experience Ecosystems</a:t>
            </a:r>
            <a:endParaRPr b="0" i="0" sz="1000" u="none" cap="none" strike="noStrike">
              <a:solidFill>
                <a:schemeClr val="dk1"/>
              </a:solidFill>
              <a:latin typeface="Verizon NHG TX"/>
              <a:ea typeface="Verizon NHG TX"/>
              <a:cs typeface="Verizon NHG TX"/>
              <a:sym typeface="Verizon NHG TX"/>
            </a:endParaRPr>
          </a:p>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Verizon NHG TX"/>
              <a:ea typeface="Verizon NHG TX"/>
              <a:cs typeface="Verizon NHG TX"/>
              <a:sym typeface="Verizon NHG TX"/>
            </a:endParaRPr>
          </a:p>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Verizon NHG TX"/>
                <a:ea typeface="Verizon NHG TX"/>
                <a:cs typeface="Verizon NHG TX"/>
                <a:sym typeface="Verizon NHG TX"/>
              </a:rPr>
              <a:t>Customer Intents &amp; Identity</a:t>
            </a:r>
            <a:endParaRPr b="0" i="0" sz="1000" u="none" cap="none" strike="noStrike">
              <a:solidFill>
                <a:srgbClr val="000000"/>
              </a:solidFill>
              <a:latin typeface="Verizon NHG TX"/>
              <a:ea typeface="Verizon NHG TX"/>
              <a:cs typeface="Verizon NHG TX"/>
              <a:sym typeface="Verizon NHG TX"/>
            </a:endParaRPr>
          </a:p>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Verizon NHG TX"/>
              <a:ea typeface="Verizon NHG TX"/>
              <a:cs typeface="Verizon NHG TX"/>
              <a:sym typeface="Verizon NHG TX"/>
            </a:endParaRPr>
          </a:p>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Verizon NHG TX"/>
                <a:ea typeface="Verizon NHG TX"/>
                <a:cs typeface="Verizon NHG TX"/>
                <a:sym typeface="Verizon NHG TX"/>
              </a:rPr>
              <a:t>Offering Architecture &amp; </a:t>
            </a:r>
            <a:endParaRPr b="0" i="0" sz="1000" u="none" cap="none" strike="noStrike">
              <a:solidFill>
                <a:srgbClr val="000000"/>
              </a:solidFill>
              <a:latin typeface="Verizon NHG TX"/>
              <a:ea typeface="Verizon NHG TX"/>
              <a:cs typeface="Verizon NHG TX"/>
              <a:sym typeface="Verizon NHG TX"/>
            </a:endParaRPr>
          </a:p>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Verizon NHG TX"/>
                <a:ea typeface="Verizon NHG TX"/>
                <a:cs typeface="Verizon NHG TX"/>
                <a:sym typeface="Verizon NHG TX"/>
              </a:rPr>
              <a:t>Global Navigation</a:t>
            </a:r>
            <a:endParaRPr b="0" i="0" sz="1000" u="none" cap="none" strike="noStrike">
              <a:solidFill>
                <a:srgbClr val="000000"/>
              </a:solidFill>
              <a:latin typeface="Verizon NHG TX"/>
              <a:ea typeface="Verizon NHG TX"/>
              <a:cs typeface="Verizon NHG TX"/>
              <a:sym typeface="Verizon NHG TX"/>
            </a:endParaRPr>
          </a:p>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Verizon NHG TX"/>
              <a:ea typeface="Verizon NHG TX"/>
              <a:cs typeface="Verizon NHG TX"/>
              <a:sym typeface="Verizon NHG TX"/>
            </a:endParaRPr>
          </a:p>
        </p:txBody>
      </p:sp>
      <p:sp>
        <p:nvSpPr>
          <p:cNvPr id="2039" name="Google Shape;2039;p314"/>
          <p:cNvSpPr/>
          <p:nvPr/>
        </p:nvSpPr>
        <p:spPr>
          <a:xfrm>
            <a:off x="4669195" y="1435624"/>
            <a:ext cx="2148900" cy="750300"/>
          </a:xfrm>
          <a:prstGeom prst="round2SameRect">
            <a:avLst>
              <a:gd fmla="val 35959" name="adj1"/>
              <a:gd fmla="val 0" name="adj2"/>
            </a:avLst>
          </a:prstGeom>
          <a:solidFill>
            <a:schemeClr val="dk2"/>
          </a:solidFill>
          <a:ln cap="flat" cmpd="sng" w="9525">
            <a:solidFill>
              <a:schemeClr val="dk2"/>
            </a:solidFill>
            <a:prstDash val="solid"/>
            <a:round/>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Verizon NHG DS"/>
                <a:ea typeface="Verizon NHG DS"/>
                <a:cs typeface="Verizon NHG DS"/>
                <a:sym typeface="Verizon NHG DS"/>
              </a:rPr>
              <a:t>Experience Architecture</a:t>
            </a:r>
            <a:endParaRPr b="1" i="0" sz="1400" u="none" cap="none" strike="noStrike">
              <a:solidFill>
                <a:schemeClr val="dk1"/>
              </a:solidFill>
              <a:latin typeface="Verizon NHG DS"/>
              <a:ea typeface="Verizon NHG DS"/>
              <a:cs typeface="Verizon NHG DS"/>
              <a:sym typeface="Verizon NHG DS"/>
            </a:endParaRPr>
          </a:p>
        </p:txBody>
      </p:sp>
      <p:sp>
        <p:nvSpPr>
          <p:cNvPr id="2040" name="Google Shape;2040;p314"/>
          <p:cNvSpPr/>
          <p:nvPr/>
        </p:nvSpPr>
        <p:spPr>
          <a:xfrm>
            <a:off x="6903675" y="1988275"/>
            <a:ext cx="2148900" cy="1785600"/>
          </a:xfrm>
          <a:prstGeom prst="roundRect">
            <a:avLst>
              <a:gd fmla="val 11738" name="adj"/>
            </a:avLst>
          </a:prstGeom>
          <a:solidFill>
            <a:schemeClr val="lt2"/>
          </a:solidFill>
          <a:ln cap="flat" cmpd="sng" w="9525">
            <a:solidFill>
              <a:schemeClr val="dk2"/>
            </a:solidFill>
            <a:prstDash val="solid"/>
            <a:round/>
            <a:headEnd len="sm" w="sm" type="none"/>
            <a:tailEnd len="sm" w="sm" type="none"/>
          </a:ln>
        </p:spPr>
        <p:txBody>
          <a:bodyPr anchorCtr="0" anchor="t" bIns="91425" lIns="45700" spcFirstLastPara="1" rIns="45700" wrap="square" tIns="228600">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chemeClr val="dk1"/>
                </a:solidFill>
                <a:latin typeface="Verizon NHG TX"/>
                <a:ea typeface="Verizon NHG TX"/>
                <a:cs typeface="Verizon NHG TX"/>
                <a:sym typeface="Verizon NHG TX"/>
              </a:rPr>
              <a:t>Design System to enable key initiatives</a:t>
            </a:r>
            <a:endParaRPr b="0" i="0" sz="1000" u="none" cap="none" strike="noStrike">
              <a:solidFill>
                <a:schemeClr val="dk1"/>
              </a:solidFill>
              <a:latin typeface="Verizon NHG TX"/>
              <a:ea typeface="Verizon NHG TX"/>
              <a:cs typeface="Verizon NHG TX"/>
              <a:sym typeface="Verizon NHG TX"/>
            </a:endParaRPr>
          </a:p>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Verizon NHG TX"/>
              <a:ea typeface="Verizon NHG TX"/>
              <a:cs typeface="Verizon NHG TX"/>
              <a:sym typeface="Verizon NHG TX"/>
            </a:endParaRPr>
          </a:p>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chemeClr val="dk1"/>
                </a:solidFill>
                <a:latin typeface="Verizon NHG TX"/>
                <a:ea typeface="Verizon NHG TX"/>
                <a:cs typeface="Verizon NHG TX"/>
                <a:sym typeface="Verizon NHG TX"/>
              </a:rPr>
              <a:t>Expand Design System capabilities and impact </a:t>
            </a:r>
            <a:endParaRPr b="0" i="0" sz="1000" u="none" cap="none" strike="noStrike">
              <a:solidFill>
                <a:schemeClr val="dk1"/>
              </a:solidFill>
              <a:latin typeface="Verizon NHG TX"/>
              <a:ea typeface="Verizon NHG TX"/>
              <a:cs typeface="Verizon NHG TX"/>
              <a:sym typeface="Verizon NHG TX"/>
            </a:endParaRPr>
          </a:p>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Verizon NHG TX"/>
              <a:ea typeface="Verizon NHG TX"/>
              <a:cs typeface="Verizon NHG TX"/>
              <a:sym typeface="Verizon NHG TX"/>
            </a:endParaRPr>
          </a:p>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chemeClr val="dk1"/>
                </a:solidFill>
                <a:latin typeface="Verizon NHG TX"/>
                <a:ea typeface="Verizon NHG TX"/>
                <a:cs typeface="Verizon NHG TX"/>
                <a:sym typeface="Verizon NHG TX"/>
              </a:rPr>
              <a:t>Process &amp; quality optimization through VQA &amp; content</a:t>
            </a:r>
            <a:endParaRPr b="0" i="0" sz="1000" u="none" cap="none" strike="noStrike">
              <a:solidFill>
                <a:schemeClr val="dk1"/>
              </a:solidFill>
              <a:latin typeface="Verizon NHG TX"/>
              <a:ea typeface="Verizon NHG TX"/>
              <a:cs typeface="Verizon NHG TX"/>
              <a:sym typeface="Verizon NHG TX"/>
            </a:endParaRPr>
          </a:p>
        </p:txBody>
      </p:sp>
      <p:sp>
        <p:nvSpPr>
          <p:cNvPr id="2041" name="Google Shape;2041;p314"/>
          <p:cNvSpPr/>
          <p:nvPr/>
        </p:nvSpPr>
        <p:spPr>
          <a:xfrm>
            <a:off x="6903651" y="1435624"/>
            <a:ext cx="2148900" cy="750300"/>
          </a:xfrm>
          <a:prstGeom prst="round2SameRect">
            <a:avLst>
              <a:gd fmla="val 35959" name="adj1"/>
              <a:gd fmla="val 0" name="adj2"/>
            </a:avLst>
          </a:prstGeom>
          <a:solidFill>
            <a:schemeClr val="dk2"/>
          </a:solidFill>
          <a:ln cap="flat" cmpd="sng" w="9525">
            <a:solidFill>
              <a:schemeClr val="dk2"/>
            </a:solidFill>
            <a:prstDash val="solid"/>
            <a:round/>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Verizon NHG DS"/>
                <a:ea typeface="Verizon NHG DS"/>
                <a:cs typeface="Verizon NHG DS"/>
                <a:sym typeface="Verizon NHG DS"/>
              </a:rPr>
              <a:t>Design Systems </a:t>
            </a:r>
            <a:endParaRPr b="1" i="0" sz="1400" u="none" cap="none" strike="noStrike">
              <a:solidFill>
                <a:schemeClr val="dk1"/>
              </a:solidFill>
              <a:latin typeface="Verizon NHG DS"/>
              <a:ea typeface="Verizon NHG DS"/>
              <a:cs typeface="Verizon NHG DS"/>
              <a:sym typeface="Verizon NHG DS"/>
            </a:endParaRPr>
          </a:p>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Verizon NHG DS"/>
                <a:ea typeface="Verizon NHG DS"/>
                <a:cs typeface="Verizon NHG DS"/>
                <a:sym typeface="Verizon NHG DS"/>
              </a:rPr>
              <a:t>&amp; Unity</a:t>
            </a:r>
            <a:endParaRPr b="1" i="0" sz="1400" u="none" cap="none" strike="noStrike">
              <a:solidFill>
                <a:schemeClr val="dk1"/>
              </a:solidFill>
              <a:latin typeface="Verizon NHG DS"/>
              <a:ea typeface="Verizon NHG DS"/>
              <a:cs typeface="Verizon NHG DS"/>
              <a:sym typeface="Verizon NHG DS"/>
            </a:endParaRPr>
          </a:p>
        </p:txBody>
      </p:sp>
      <p:sp>
        <p:nvSpPr>
          <p:cNvPr id="2042" name="Google Shape;2042;p314"/>
          <p:cNvSpPr/>
          <p:nvPr/>
        </p:nvSpPr>
        <p:spPr>
          <a:xfrm>
            <a:off x="2437703" y="1988275"/>
            <a:ext cx="2148900" cy="1785600"/>
          </a:xfrm>
          <a:prstGeom prst="roundRect">
            <a:avLst>
              <a:gd fmla="val 11738" name="adj"/>
            </a:avLst>
          </a:prstGeom>
          <a:solidFill>
            <a:schemeClr val="lt2"/>
          </a:solidFill>
          <a:ln cap="flat" cmpd="sng" w="9525">
            <a:solidFill>
              <a:schemeClr val="dk2"/>
            </a:solidFill>
            <a:prstDash val="solid"/>
            <a:round/>
            <a:headEnd len="sm" w="sm" type="none"/>
            <a:tailEnd len="sm" w="sm" type="none"/>
          </a:ln>
        </p:spPr>
        <p:txBody>
          <a:bodyPr anchorCtr="0" anchor="t" bIns="91425" lIns="45700" spcFirstLastPara="1" rIns="45700" wrap="square" tIns="228600">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chemeClr val="dk1"/>
                </a:solidFill>
                <a:latin typeface="Verizon NHG TX"/>
                <a:ea typeface="Verizon NHG TX"/>
                <a:cs typeface="Verizon NHG TX"/>
                <a:sym typeface="Verizon NHG TX"/>
              </a:rPr>
              <a:t>Home Products &amp; Experiences </a:t>
            </a:r>
            <a:endParaRPr b="0" i="0" sz="1000" u="none" cap="none" strike="noStrike">
              <a:solidFill>
                <a:schemeClr val="dk1"/>
              </a:solidFill>
              <a:latin typeface="Verizon NHG TX"/>
              <a:ea typeface="Verizon NHG TX"/>
              <a:cs typeface="Verizon NHG TX"/>
              <a:sym typeface="Verizon NHG TX"/>
            </a:endParaRPr>
          </a:p>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Verizon NHG TX"/>
              <a:ea typeface="Verizon NHG TX"/>
              <a:cs typeface="Verizon NHG TX"/>
              <a:sym typeface="Verizon NHG TX"/>
            </a:endParaRPr>
          </a:p>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chemeClr val="dk1"/>
                </a:solidFill>
                <a:latin typeface="Verizon NHG TX"/>
                <a:ea typeface="Verizon NHG TX"/>
                <a:cs typeface="Verizon NHG TX"/>
                <a:sym typeface="Verizon NHG TX"/>
              </a:rPr>
              <a:t>Beyond Connectivity Products &amp; Services</a:t>
            </a:r>
            <a:endParaRPr b="0" i="0" sz="1000" u="none" cap="none" strike="noStrike">
              <a:solidFill>
                <a:schemeClr val="dk1"/>
              </a:solidFill>
              <a:latin typeface="Verizon NHG TX"/>
              <a:ea typeface="Verizon NHG TX"/>
              <a:cs typeface="Verizon NHG TX"/>
              <a:sym typeface="Verizon NHG TX"/>
            </a:endParaRPr>
          </a:p>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Verizon NHG TX"/>
              <a:ea typeface="Verizon NHG TX"/>
              <a:cs typeface="Verizon NHG TX"/>
              <a:sym typeface="Verizon NHG TX"/>
            </a:endParaRPr>
          </a:p>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chemeClr val="dk1"/>
                </a:solidFill>
                <a:latin typeface="Verizon NHG TX"/>
                <a:ea typeface="Verizon NHG TX"/>
                <a:cs typeface="Verizon NHG TX"/>
                <a:sym typeface="Verizon NHG TX"/>
              </a:rPr>
              <a:t>Mobile Products &amp; Experiences</a:t>
            </a:r>
            <a:endParaRPr b="0" i="0" sz="1000" u="none" cap="none" strike="noStrike">
              <a:solidFill>
                <a:schemeClr val="dk1"/>
              </a:solidFill>
              <a:latin typeface="Verizon NHG TX"/>
              <a:ea typeface="Verizon NHG TX"/>
              <a:cs typeface="Verizon NHG TX"/>
              <a:sym typeface="Verizon NHG TX"/>
            </a:endParaRPr>
          </a:p>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chemeClr val="dk1"/>
                </a:solidFill>
                <a:latin typeface="Verizon NHG TX"/>
                <a:ea typeface="Verizon NHG TX"/>
                <a:cs typeface="Verizon NHG TX"/>
                <a:sym typeface="Verizon NHG TX"/>
              </a:rPr>
              <a:t> </a:t>
            </a:r>
            <a:endParaRPr b="0" i="0" sz="1000" u="none" cap="none" strike="noStrike">
              <a:solidFill>
                <a:schemeClr val="dk1"/>
              </a:solidFill>
              <a:latin typeface="Verizon NHG TX"/>
              <a:ea typeface="Verizon NHG TX"/>
              <a:cs typeface="Verizon NHG TX"/>
              <a:sym typeface="Verizon NHG TX"/>
            </a:endParaRPr>
          </a:p>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chemeClr val="dk1"/>
                </a:solidFill>
                <a:latin typeface="Verizon NHG TX"/>
                <a:ea typeface="Verizon NHG TX"/>
                <a:cs typeface="Verizon NHG TX"/>
                <a:sym typeface="Verizon NHG TX"/>
              </a:rPr>
              <a:t>Industrial Design</a:t>
            </a:r>
            <a:endParaRPr b="0" i="0" sz="1000" u="none" cap="none" strike="noStrike">
              <a:solidFill>
                <a:schemeClr val="dk1"/>
              </a:solidFill>
              <a:latin typeface="Verizon NHG TX"/>
              <a:ea typeface="Verizon NHG TX"/>
              <a:cs typeface="Verizon NHG TX"/>
              <a:sym typeface="Verizon NHG TX"/>
            </a:endParaRPr>
          </a:p>
        </p:txBody>
      </p:sp>
      <p:sp>
        <p:nvSpPr>
          <p:cNvPr id="2043" name="Google Shape;2043;p314"/>
          <p:cNvSpPr/>
          <p:nvPr/>
        </p:nvSpPr>
        <p:spPr>
          <a:xfrm>
            <a:off x="2437703" y="1435624"/>
            <a:ext cx="2148900" cy="750300"/>
          </a:xfrm>
          <a:prstGeom prst="round2SameRect">
            <a:avLst>
              <a:gd fmla="val 35959" name="adj1"/>
              <a:gd fmla="val 0" name="adj2"/>
            </a:avLst>
          </a:prstGeom>
          <a:solidFill>
            <a:schemeClr val="dk2"/>
          </a:solidFill>
          <a:ln cap="flat" cmpd="sng" w="9525">
            <a:solidFill>
              <a:schemeClr val="dk2"/>
            </a:solidFill>
            <a:prstDash val="solid"/>
            <a:round/>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Verizon NHG DS"/>
                <a:ea typeface="Verizon NHG DS"/>
                <a:cs typeface="Verizon NHG DS"/>
                <a:sym typeface="Verizon NHG DS"/>
              </a:rPr>
              <a:t>Product </a:t>
            </a:r>
            <a:br>
              <a:rPr b="1" i="0" lang="en" sz="1400" u="none" cap="none" strike="noStrike">
                <a:solidFill>
                  <a:schemeClr val="dk1"/>
                </a:solidFill>
                <a:latin typeface="Verizon NHG DS"/>
                <a:ea typeface="Verizon NHG DS"/>
                <a:cs typeface="Verizon NHG DS"/>
                <a:sym typeface="Verizon NHG DS"/>
              </a:rPr>
            </a:br>
            <a:r>
              <a:rPr b="1" i="0" lang="en" sz="1400" u="none" cap="none" strike="noStrike">
                <a:solidFill>
                  <a:schemeClr val="dk1"/>
                </a:solidFill>
                <a:latin typeface="Verizon NHG DS"/>
                <a:ea typeface="Verizon NHG DS"/>
                <a:cs typeface="Verizon NHG DS"/>
                <a:sym typeface="Verizon NHG DS"/>
              </a:rPr>
              <a:t>Design</a:t>
            </a:r>
            <a:endParaRPr b="1" i="0" sz="1400" u="none" cap="none" strike="noStrike">
              <a:solidFill>
                <a:schemeClr val="dk1"/>
              </a:solidFill>
              <a:latin typeface="Verizon NHG DS"/>
              <a:ea typeface="Verizon NHG DS"/>
              <a:cs typeface="Verizon NHG DS"/>
              <a:sym typeface="Verizon NHG DS"/>
            </a:endParaRPr>
          </a:p>
        </p:txBody>
      </p:sp>
      <p:sp>
        <p:nvSpPr>
          <p:cNvPr id="2044" name="Google Shape;2044;p314"/>
          <p:cNvSpPr/>
          <p:nvPr/>
        </p:nvSpPr>
        <p:spPr>
          <a:xfrm flipH="1" rot="10800000">
            <a:off x="206200" y="3611850"/>
            <a:ext cx="2148600" cy="849900"/>
          </a:xfrm>
          <a:prstGeom prst="round2SameRect">
            <a:avLst>
              <a:gd fmla="val 35959" name="adj1"/>
              <a:gd fmla="val 0" name="adj2"/>
            </a:avLst>
          </a:prstGeom>
          <a:solidFill>
            <a:schemeClr val="dk2"/>
          </a:solidFill>
          <a:ln cap="flat" cmpd="sng" w="9525">
            <a:solidFill>
              <a:schemeClr val="dk2"/>
            </a:solidFill>
            <a:prstDash val="solid"/>
            <a:round/>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500"/>
              <a:buFont typeface="Arial"/>
              <a:buNone/>
            </a:pPr>
            <a:r>
              <a:t/>
            </a:r>
            <a:endParaRPr b="1" i="0" sz="1500" u="none" cap="none" strike="noStrike">
              <a:solidFill>
                <a:schemeClr val="accent6"/>
              </a:solidFill>
              <a:latin typeface="Verizon NHG DS"/>
              <a:ea typeface="Verizon NHG DS"/>
              <a:cs typeface="Verizon NHG DS"/>
              <a:sym typeface="Verizon NHG DS"/>
            </a:endParaRPr>
          </a:p>
        </p:txBody>
      </p:sp>
      <p:sp>
        <p:nvSpPr>
          <p:cNvPr id="2045" name="Google Shape;2045;p314"/>
          <p:cNvSpPr/>
          <p:nvPr/>
        </p:nvSpPr>
        <p:spPr>
          <a:xfrm flipH="1" rot="10800000">
            <a:off x="2437853" y="3611850"/>
            <a:ext cx="2148600" cy="849900"/>
          </a:xfrm>
          <a:prstGeom prst="round2SameRect">
            <a:avLst>
              <a:gd fmla="val 35959" name="adj1"/>
              <a:gd fmla="val 0" name="adj2"/>
            </a:avLst>
          </a:prstGeom>
          <a:solidFill>
            <a:schemeClr val="dk2"/>
          </a:solidFill>
          <a:ln cap="flat" cmpd="sng" w="9525">
            <a:solidFill>
              <a:schemeClr val="dk2"/>
            </a:solidFill>
            <a:prstDash val="solid"/>
            <a:round/>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500"/>
              <a:buFont typeface="Arial"/>
              <a:buNone/>
            </a:pPr>
            <a:r>
              <a:t/>
            </a:r>
            <a:endParaRPr b="1" i="0" sz="1500" u="none" cap="none" strike="noStrike">
              <a:solidFill>
                <a:schemeClr val="accent6"/>
              </a:solidFill>
              <a:latin typeface="Verizon NHG DS"/>
              <a:ea typeface="Verizon NHG DS"/>
              <a:cs typeface="Verizon NHG DS"/>
              <a:sym typeface="Verizon NHG DS"/>
            </a:endParaRPr>
          </a:p>
        </p:txBody>
      </p:sp>
      <p:sp>
        <p:nvSpPr>
          <p:cNvPr id="2046" name="Google Shape;2046;p314"/>
          <p:cNvSpPr/>
          <p:nvPr/>
        </p:nvSpPr>
        <p:spPr>
          <a:xfrm flipH="1" rot="10800000">
            <a:off x="4670694" y="3611850"/>
            <a:ext cx="2148600" cy="849900"/>
          </a:xfrm>
          <a:prstGeom prst="round2SameRect">
            <a:avLst>
              <a:gd fmla="val 35959" name="adj1"/>
              <a:gd fmla="val 0" name="adj2"/>
            </a:avLst>
          </a:prstGeom>
          <a:solidFill>
            <a:schemeClr val="dk2"/>
          </a:solidFill>
          <a:ln cap="flat" cmpd="sng" w="9525">
            <a:solidFill>
              <a:schemeClr val="dk2"/>
            </a:solidFill>
            <a:prstDash val="solid"/>
            <a:round/>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500"/>
              <a:buFont typeface="Arial"/>
              <a:buNone/>
            </a:pPr>
            <a:r>
              <a:t/>
            </a:r>
            <a:endParaRPr b="1" i="0" sz="1500" u="none" cap="none" strike="noStrike">
              <a:solidFill>
                <a:schemeClr val="accent6"/>
              </a:solidFill>
              <a:latin typeface="Verizon NHG DS"/>
              <a:ea typeface="Verizon NHG DS"/>
              <a:cs typeface="Verizon NHG DS"/>
              <a:sym typeface="Verizon NHG DS"/>
            </a:endParaRPr>
          </a:p>
        </p:txBody>
      </p:sp>
      <p:sp>
        <p:nvSpPr>
          <p:cNvPr id="2047" name="Google Shape;2047;p314"/>
          <p:cNvSpPr/>
          <p:nvPr/>
        </p:nvSpPr>
        <p:spPr>
          <a:xfrm flipH="1" rot="10800000">
            <a:off x="6903697" y="3611850"/>
            <a:ext cx="2148600" cy="849900"/>
          </a:xfrm>
          <a:prstGeom prst="round2SameRect">
            <a:avLst>
              <a:gd fmla="val 35959" name="adj1"/>
              <a:gd fmla="val 0" name="adj2"/>
            </a:avLst>
          </a:prstGeom>
          <a:solidFill>
            <a:schemeClr val="dk2"/>
          </a:solidFill>
          <a:ln cap="flat" cmpd="sng" w="9525">
            <a:solidFill>
              <a:schemeClr val="dk2"/>
            </a:solidFill>
            <a:prstDash val="solid"/>
            <a:round/>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500"/>
              <a:buFont typeface="Arial"/>
              <a:buNone/>
            </a:pPr>
            <a:r>
              <a:t/>
            </a:r>
            <a:endParaRPr b="1" i="0" sz="1500" u="none" cap="none" strike="noStrike">
              <a:solidFill>
                <a:schemeClr val="accent6"/>
              </a:solidFill>
              <a:latin typeface="Verizon NHG DS"/>
              <a:ea typeface="Verizon NHG DS"/>
              <a:cs typeface="Verizon NHG DS"/>
              <a:sym typeface="Verizon NHG DS"/>
            </a:endParaRPr>
          </a:p>
        </p:txBody>
      </p:sp>
      <p:sp>
        <p:nvSpPr>
          <p:cNvPr id="2048" name="Google Shape;2048;p314"/>
          <p:cNvSpPr txBox="1"/>
          <p:nvPr/>
        </p:nvSpPr>
        <p:spPr>
          <a:xfrm>
            <a:off x="338153" y="3624383"/>
            <a:ext cx="1059600" cy="470700"/>
          </a:xfrm>
          <a:prstGeom prst="rect">
            <a:avLst/>
          </a:prstGeom>
          <a:noFill/>
          <a:ln>
            <a:noFill/>
          </a:ln>
        </p:spPr>
        <p:txBody>
          <a:bodyPr anchorCtr="0" anchor="t" bIns="18275" lIns="18275" spcFirstLastPara="1" rIns="18275" wrap="square" tIns="1827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chemeClr val="accent6"/>
                </a:solidFill>
                <a:latin typeface="Verizon NHG TX"/>
                <a:ea typeface="Verizon NHG TX"/>
                <a:cs typeface="Verizon NHG TX"/>
                <a:sym typeface="Verizon NHG TX"/>
              </a:rPr>
              <a:t>75% </a:t>
            </a:r>
            <a:r>
              <a:rPr b="0" i="0" lang="en" sz="800" u="none" cap="none" strike="noStrike">
                <a:solidFill>
                  <a:schemeClr val="dk1"/>
                </a:solidFill>
                <a:latin typeface="Verizon NHG TX"/>
                <a:ea typeface="Verizon NHG TX"/>
                <a:cs typeface="Verizon NHG TX"/>
                <a:sym typeface="Verizon NHG TX"/>
              </a:rPr>
              <a:t>DIS</a:t>
            </a:r>
            <a:endParaRPr b="0" i="0"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chemeClr val="accent6"/>
                </a:solidFill>
                <a:latin typeface="Verizon NHG TX"/>
                <a:ea typeface="Verizon NHG TX"/>
                <a:cs typeface="Verizon NHG TX"/>
                <a:sym typeface="Verizon NHG TX"/>
              </a:rPr>
              <a:t>83% </a:t>
            </a:r>
            <a:r>
              <a:rPr b="0" i="0" lang="en" sz="800" u="none" cap="none" strike="noStrike">
                <a:solidFill>
                  <a:schemeClr val="dk1"/>
                </a:solidFill>
                <a:latin typeface="Verizon NHG TX"/>
                <a:ea typeface="Verizon NHG TX"/>
                <a:cs typeface="Verizon NHG TX"/>
                <a:sym typeface="Verizon NHG TX"/>
              </a:rPr>
              <a:t>CSAT</a:t>
            </a:r>
            <a:endParaRPr b="0" i="0" sz="800" u="none" cap="none" strike="noStrike">
              <a:solidFill>
                <a:schemeClr val="dk1"/>
              </a:solidFill>
              <a:latin typeface="Verizon NHG TX"/>
              <a:ea typeface="Verizon NHG TX"/>
              <a:cs typeface="Verizon NHG TX"/>
              <a:sym typeface="Verizon NHG TX"/>
            </a:endParaRPr>
          </a:p>
        </p:txBody>
      </p:sp>
      <p:sp>
        <p:nvSpPr>
          <p:cNvPr id="2049" name="Google Shape;2049;p314"/>
          <p:cNvSpPr txBox="1"/>
          <p:nvPr/>
        </p:nvSpPr>
        <p:spPr>
          <a:xfrm>
            <a:off x="1213275" y="3624383"/>
            <a:ext cx="1059600" cy="651600"/>
          </a:xfrm>
          <a:prstGeom prst="rect">
            <a:avLst/>
          </a:prstGeom>
          <a:noFill/>
          <a:ln>
            <a:noFill/>
          </a:ln>
        </p:spPr>
        <p:txBody>
          <a:bodyPr anchorCtr="0" anchor="t" bIns="18275" lIns="18275" spcFirstLastPara="1" rIns="18275" wrap="square" tIns="1827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chemeClr val="accent6"/>
                </a:solidFill>
                <a:latin typeface="Verizon NHG TX"/>
                <a:ea typeface="Verizon NHG TX"/>
                <a:cs typeface="Verizon NHG TX"/>
                <a:sym typeface="Verizon NHG TX"/>
              </a:rPr>
              <a:t>1.69M </a:t>
            </a:r>
            <a:r>
              <a:rPr b="0" i="0" lang="en" sz="800" u="none" cap="none" strike="noStrike">
                <a:solidFill>
                  <a:schemeClr val="dk1"/>
                </a:solidFill>
                <a:latin typeface="Verizon NHG TX"/>
                <a:ea typeface="Verizon NHG TX"/>
                <a:cs typeface="Verizon NHG TX"/>
                <a:sym typeface="Verizon NHG TX"/>
              </a:rPr>
              <a:t>Phone*</a:t>
            </a:r>
            <a:endParaRPr b="0" i="0"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chemeClr val="accent6"/>
                </a:solidFill>
                <a:latin typeface="Verizon NHG TX"/>
                <a:ea typeface="Verizon NHG TX"/>
                <a:cs typeface="Verizon NHG TX"/>
                <a:sym typeface="Verizon NHG TX"/>
              </a:rPr>
              <a:t>469K </a:t>
            </a:r>
            <a:r>
              <a:rPr b="0" i="0" lang="en" sz="800" u="none" cap="none" strike="noStrike">
                <a:solidFill>
                  <a:schemeClr val="dk1"/>
                </a:solidFill>
                <a:latin typeface="Verizon NHG TX"/>
                <a:ea typeface="Verizon NHG TX"/>
                <a:cs typeface="Verizon NHG TX"/>
                <a:sym typeface="Verizon NHG TX"/>
              </a:rPr>
              <a:t>Fios*</a:t>
            </a:r>
            <a:endParaRPr b="0" i="0"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chemeClr val="dk1"/>
              </a:buClr>
              <a:buSzPts val="1100"/>
              <a:buFont typeface="Arial"/>
              <a:buNone/>
            </a:pPr>
            <a:r>
              <a:rPr b="1" i="0" lang="en" sz="1400" u="none" cap="none" strike="noStrike">
                <a:solidFill>
                  <a:schemeClr val="accent6"/>
                </a:solidFill>
                <a:latin typeface="Verizon NHG TX"/>
                <a:ea typeface="Verizon NHG TX"/>
                <a:cs typeface="Verizon NHG TX"/>
                <a:sym typeface="Verizon NHG TX"/>
              </a:rPr>
              <a:t>429K </a:t>
            </a:r>
            <a:r>
              <a:rPr b="0" i="0" lang="en" sz="800" u="none" cap="none" strike="noStrike">
                <a:solidFill>
                  <a:schemeClr val="dk1"/>
                </a:solidFill>
                <a:latin typeface="Verizon NHG TX"/>
                <a:ea typeface="Verizon NHG TX"/>
                <a:cs typeface="Verizon NHG TX"/>
                <a:sym typeface="Verizon NHG TX"/>
              </a:rPr>
              <a:t>FWA*</a:t>
            </a:r>
            <a:endParaRPr b="0" i="0" sz="800" u="none" cap="none" strike="noStrike">
              <a:solidFill>
                <a:schemeClr val="dk1"/>
              </a:solidFill>
              <a:latin typeface="Verizon NHG TX"/>
              <a:ea typeface="Verizon NHG TX"/>
              <a:cs typeface="Verizon NHG TX"/>
              <a:sym typeface="Verizon NHG TX"/>
            </a:endParaRPr>
          </a:p>
        </p:txBody>
      </p:sp>
      <p:sp>
        <p:nvSpPr>
          <p:cNvPr id="2050" name="Google Shape;2050;p314"/>
          <p:cNvSpPr txBox="1"/>
          <p:nvPr/>
        </p:nvSpPr>
        <p:spPr>
          <a:xfrm>
            <a:off x="1213275" y="4504575"/>
            <a:ext cx="884100" cy="129300"/>
          </a:xfrm>
          <a:prstGeom prst="rect">
            <a:avLst/>
          </a:prstGeom>
          <a:noFill/>
          <a:ln>
            <a:noFill/>
          </a:ln>
        </p:spPr>
        <p:txBody>
          <a:bodyPr anchorCtr="0" anchor="t" bIns="18275" lIns="18275" spcFirstLastPara="1" rIns="18275" wrap="square" tIns="18275">
            <a:sp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*Gross Adds</a:t>
            </a:r>
            <a:endParaRPr b="0" i="0" sz="1200" u="none" cap="none" strike="noStrike">
              <a:solidFill>
                <a:srgbClr val="000000"/>
              </a:solidFill>
              <a:latin typeface="Arial"/>
              <a:ea typeface="Arial"/>
              <a:cs typeface="Arial"/>
              <a:sym typeface="Arial"/>
            </a:endParaRPr>
          </a:p>
        </p:txBody>
      </p:sp>
      <p:sp>
        <p:nvSpPr>
          <p:cNvPr id="2051" name="Google Shape;2051;p314"/>
          <p:cNvSpPr txBox="1"/>
          <p:nvPr/>
        </p:nvSpPr>
        <p:spPr>
          <a:xfrm>
            <a:off x="2763729" y="3700575"/>
            <a:ext cx="1409100" cy="470700"/>
          </a:xfrm>
          <a:prstGeom prst="rect">
            <a:avLst/>
          </a:prstGeom>
          <a:noFill/>
          <a:ln>
            <a:noFill/>
          </a:ln>
        </p:spPr>
        <p:txBody>
          <a:bodyPr anchorCtr="0" anchor="t" bIns="18275" lIns="18275" spcFirstLastPara="1" rIns="18275" wrap="square" tIns="1827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chemeClr val="accent6"/>
                </a:solidFill>
                <a:latin typeface="Verizon NHG TX"/>
                <a:ea typeface="Verizon NHG TX"/>
                <a:cs typeface="Verizon NHG TX"/>
                <a:sym typeface="Verizon NHG TX"/>
              </a:rPr>
              <a:t>Establish </a:t>
            </a:r>
            <a:endParaRPr b="1" i="0" sz="1400" u="none" cap="none" strike="noStrike">
              <a:solidFill>
                <a:schemeClr val="accent6"/>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chemeClr val="dk1"/>
                </a:solidFill>
                <a:latin typeface="Verizon NHG TX"/>
                <a:ea typeface="Verizon NHG TX"/>
                <a:cs typeface="Verizon NHG TX"/>
                <a:sym typeface="Verizon NHG TX"/>
              </a:rPr>
              <a:t>Product Health Metric</a:t>
            </a:r>
            <a:endParaRPr b="0" i="0"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chemeClr val="dk1"/>
              </a:buClr>
              <a:buSzPts val="1100"/>
              <a:buFont typeface="Arial"/>
              <a:buNone/>
            </a:pPr>
            <a:r>
              <a:rPr b="1" i="0" lang="en" sz="1400" u="none" cap="none" strike="noStrike">
                <a:solidFill>
                  <a:schemeClr val="accent6"/>
                </a:solidFill>
                <a:latin typeface="Verizon NHG TX"/>
                <a:ea typeface="Verizon NHG TX"/>
                <a:cs typeface="Verizon NHG TX"/>
                <a:sym typeface="Verizon NHG TX"/>
              </a:rPr>
              <a:t>M+H </a:t>
            </a:r>
            <a:r>
              <a:rPr b="0" i="0" lang="en" sz="800" u="none" cap="none" strike="noStrike">
                <a:solidFill>
                  <a:schemeClr val="dk1"/>
                </a:solidFill>
                <a:latin typeface="Verizon NHG TX"/>
                <a:ea typeface="Verizon NHG TX"/>
                <a:cs typeface="Verizon NHG TX"/>
                <a:sym typeface="Verizon NHG TX"/>
              </a:rPr>
              <a:t>Net Adds</a:t>
            </a:r>
            <a:endParaRPr b="0" i="0" sz="800" u="none" cap="none" strike="noStrike">
              <a:solidFill>
                <a:schemeClr val="dk1"/>
              </a:solidFill>
              <a:latin typeface="Verizon NHG TX"/>
              <a:ea typeface="Verizon NHG TX"/>
              <a:cs typeface="Verizon NHG TX"/>
              <a:sym typeface="Verizon NHG TX"/>
            </a:endParaRPr>
          </a:p>
        </p:txBody>
      </p:sp>
      <p:sp>
        <p:nvSpPr>
          <p:cNvPr id="2052" name="Google Shape;2052;p314"/>
          <p:cNvSpPr txBox="1"/>
          <p:nvPr/>
        </p:nvSpPr>
        <p:spPr>
          <a:xfrm>
            <a:off x="5091620" y="3700575"/>
            <a:ext cx="1409100" cy="470700"/>
          </a:xfrm>
          <a:prstGeom prst="rect">
            <a:avLst/>
          </a:prstGeom>
          <a:noFill/>
          <a:ln>
            <a:noFill/>
          </a:ln>
        </p:spPr>
        <p:txBody>
          <a:bodyPr anchorCtr="0" anchor="ctr" bIns="18275" lIns="18275" spcFirstLastPara="1" rIns="18275" wrap="square" tIns="1827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chemeClr val="accent6"/>
                </a:solidFill>
                <a:latin typeface="Verizon NHG TX"/>
                <a:ea typeface="Verizon NHG TX"/>
                <a:cs typeface="Verizon NHG TX"/>
                <a:sym typeface="Verizon NHG TX"/>
              </a:rPr>
              <a:t>Establish </a:t>
            </a:r>
            <a:endParaRPr b="1" i="0" sz="1400" u="none" cap="none" strike="noStrike">
              <a:solidFill>
                <a:schemeClr val="accent6"/>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chemeClr val="dk1"/>
                </a:solidFill>
                <a:latin typeface="Verizon NHG TX"/>
                <a:ea typeface="Verizon NHG TX"/>
                <a:cs typeface="Verizon NHG TX"/>
                <a:sym typeface="Verizon NHG TX"/>
              </a:rPr>
              <a:t>Customer Intent Adoption</a:t>
            </a:r>
            <a:endParaRPr b="0" i="0" sz="800" u="none" cap="none" strike="noStrike">
              <a:solidFill>
                <a:schemeClr val="dk1"/>
              </a:solidFill>
              <a:latin typeface="Verizon NHG TX"/>
              <a:ea typeface="Verizon NHG TX"/>
              <a:cs typeface="Verizon NHG TX"/>
              <a:sym typeface="Verizon NHG TX"/>
            </a:endParaRPr>
          </a:p>
        </p:txBody>
      </p:sp>
      <p:sp>
        <p:nvSpPr>
          <p:cNvPr id="2053" name="Google Shape;2053;p314"/>
          <p:cNvSpPr txBox="1"/>
          <p:nvPr/>
        </p:nvSpPr>
        <p:spPr>
          <a:xfrm>
            <a:off x="7100717" y="3702525"/>
            <a:ext cx="1765500" cy="470700"/>
          </a:xfrm>
          <a:prstGeom prst="rect">
            <a:avLst/>
          </a:prstGeom>
          <a:noFill/>
          <a:ln>
            <a:noFill/>
          </a:ln>
        </p:spPr>
        <p:txBody>
          <a:bodyPr anchorCtr="0" anchor="ctr" bIns="18275" lIns="18275" spcFirstLastPara="1" rIns="18275" wrap="square" tIns="1827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accent6"/>
                </a:solidFill>
                <a:latin typeface="Verizon NHG TX"/>
                <a:ea typeface="Verizon NHG TX"/>
                <a:cs typeface="Verizon NHG TX"/>
                <a:sym typeface="Verizon NHG TX"/>
              </a:rPr>
              <a:t>+5% </a:t>
            </a:r>
            <a:r>
              <a:rPr b="0" i="0" lang="en" sz="800" u="none" cap="none" strike="noStrike">
                <a:solidFill>
                  <a:schemeClr val="dk1"/>
                </a:solidFill>
                <a:latin typeface="Verizon NHG TX"/>
                <a:ea typeface="Verizon NHG TX"/>
                <a:cs typeface="Verizon NHG TX"/>
                <a:sym typeface="Verizon NHG TX"/>
              </a:rPr>
              <a:t>VDS Adoption</a:t>
            </a:r>
            <a:r>
              <a:rPr b="1" i="0" lang="en" sz="1400" u="none" cap="none" strike="noStrike">
                <a:solidFill>
                  <a:schemeClr val="accent6"/>
                </a:solidFill>
                <a:latin typeface="Verizon NHG TX"/>
                <a:ea typeface="Verizon NHG TX"/>
                <a:cs typeface="Verizon NHG TX"/>
                <a:sym typeface="Verizon NHG TX"/>
              </a:rPr>
              <a:t> </a:t>
            </a:r>
            <a:r>
              <a:rPr b="0" i="0" lang="en" sz="800" u="none" cap="none" strike="noStrike">
                <a:solidFill>
                  <a:schemeClr val="dk1"/>
                </a:solidFill>
                <a:latin typeface="Verizon NHG TX"/>
                <a:ea typeface="Verizon NHG TX"/>
                <a:cs typeface="Verizon NHG TX"/>
                <a:sym typeface="Verizon NHG TX"/>
              </a:rPr>
              <a:t>Rate</a:t>
            </a:r>
            <a:endParaRPr b="0" i="0" sz="800" u="none" cap="none" strike="noStrike">
              <a:solidFill>
                <a:schemeClr val="dk1"/>
              </a:solidFill>
              <a:latin typeface="Verizon NHG TX"/>
              <a:ea typeface="Verizon NHG TX"/>
              <a:cs typeface="Verizon NHG TX"/>
              <a:sym typeface="Verizon NHG TX"/>
            </a:endParaRPr>
          </a:p>
        </p:txBody>
      </p:sp>
      <p:cxnSp>
        <p:nvCxnSpPr>
          <p:cNvPr id="2054" name="Google Shape;2054;p314"/>
          <p:cNvCxnSpPr/>
          <p:nvPr/>
        </p:nvCxnSpPr>
        <p:spPr>
          <a:xfrm>
            <a:off x="209821" y="3583056"/>
            <a:ext cx="2144700" cy="0"/>
          </a:xfrm>
          <a:prstGeom prst="straightConnector1">
            <a:avLst/>
          </a:prstGeom>
          <a:noFill/>
          <a:ln cap="flat" cmpd="sng" w="76200">
            <a:solidFill>
              <a:srgbClr val="F5FF1E"/>
            </a:solidFill>
            <a:prstDash val="solid"/>
            <a:round/>
            <a:headEnd len="sm" w="sm" type="none"/>
            <a:tailEnd len="sm" w="sm" type="none"/>
          </a:ln>
        </p:spPr>
      </p:cxnSp>
      <p:cxnSp>
        <p:nvCxnSpPr>
          <p:cNvPr id="2055" name="Google Shape;2055;p314"/>
          <p:cNvCxnSpPr/>
          <p:nvPr/>
        </p:nvCxnSpPr>
        <p:spPr>
          <a:xfrm>
            <a:off x="2433637" y="3583056"/>
            <a:ext cx="2144700" cy="0"/>
          </a:xfrm>
          <a:prstGeom prst="straightConnector1">
            <a:avLst/>
          </a:prstGeom>
          <a:noFill/>
          <a:ln cap="flat" cmpd="sng" w="76200">
            <a:solidFill>
              <a:srgbClr val="F5FF1E"/>
            </a:solidFill>
            <a:prstDash val="solid"/>
            <a:round/>
            <a:headEnd len="sm" w="sm" type="none"/>
            <a:tailEnd len="sm" w="sm" type="none"/>
          </a:ln>
        </p:spPr>
      </p:cxnSp>
      <p:cxnSp>
        <p:nvCxnSpPr>
          <p:cNvPr id="2056" name="Google Shape;2056;p314"/>
          <p:cNvCxnSpPr/>
          <p:nvPr/>
        </p:nvCxnSpPr>
        <p:spPr>
          <a:xfrm>
            <a:off x="4666336" y="3583056"/>
            <a:ext cx="2144700" cy="0"/>
          </a:xfrm>
          <a:prstGeom prst="straightConnector1">
            <a:avLst/>
          </a:prstGeom>
          <a:noFill/>
          <a:ln cap="flat" cmpd="sng" w="76200">
            <a:solidFill>
              <a:srgbClr val="F5FF1E"/>
            </a:solidFill>
            <a:prstDash val="solid"/>
            <a:round/>
            <a:headEnd len="sm" w="sm" type="none"/>
            <a:tailEnd len="sm" w="sm" type="none"/>
          </a:ln>
        </p:spPr>
      </p:cxnSp>
      <p:cxnSp>
        <p:nvCxnSpPr>
          <p:cNvPr id="2057" name="Google Shape;2057;p314"/>
          <p:cNvCxnSpPr/>
          <p:nvPr/>
        </p:nvCxnSpPr>
        <p:spPr>
          <a:xfrm>
            <a:off x="6902787" y="3583056"/>
            <a:ext cx="2144700" cy="0"/>
          </a:xfrm>
          <a:prstGeom prst="straightConnector1">
            <a:avLst/>
          </a:prstGeom>
          <a:noFill/>
          <a:ln cap="flat" cmpd="sng" w="76200">
            <a:solidFill>
              <a:srgbClr val="F5FF1E"/>
            </a:solidFill>
            <a:prstDash val="solid"/>
            <a:round/>
            <a:headEnd len="sm" w="sm" type="none"/>
            <a:tailEnd len="sm" w="sm" type="non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1" name="Shape 2061"/>
        <p:cNvGrpSpPr/>
        <p:nvPr/>
      </p:nvGrpSpPr>
      <p:grpSpPr>
        <a:xfrm>
          <a:off x="0" y="0"/>
          <a:ext cx="0" cy="0"/>
          <a:chOff x="0" y="0"/>
          <a:chExt cx="0" cy="0"/>
        </a:xfrm>
      </p:grpSpPr>
      <p:sp>
        <p:nvSpPr>
          <p:cNvPr id="2062" name="Google Shape;2062;p315"/>
          <p:cNvSpPr txBox="1"/>
          <p:nvPr>
            <p:ph idx="1" type="body"/>
          </p:nvPr>
        </p:nvSpPr>
        <p:spPr>
          <a:xfrm>
            <a:off x="473869" y="2628900"/>
            <a:ext cx="6801000" cy="606000"/>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Clr>
                <a:schemeClr val="lt1"/>
              </a:buClr>
              <a:buSzPts val="1800"/>
              <a:buNone/>
            </a:pPr>
            <a:br>
              <a:rPr lang="en"/>
            </a:br>
            <a:r>
              <a:rPr lang="en"/>
              <a:t>January, 2025</a:t>
            </a:r>
            <a:endParaRPr/>
          </a:p>
        </p:txBody>
      </p:sp>
      <p:sp>
        <p:nvSpPr>
          <p:cNvPr id="2063" name="Google Shape;2063;p315"/>
          <p:cNvSpPr txBox="1"/>
          <p:nvPr>
            <p:ph type="title"/>
          </p:nvPr>
        </p:nvSpPr>
        <p:spPr>
          <a:xfrm>
            <a:off x="473870" y="469106"/>
            <a:ext cx="6115200" cy="1325400"/>
          </a:xfrm>
          <a:prstGeom prst="rect">
            <a:avLst/>
          </a:prstGeom>
          <a:noFill/>
          <a:ln>
            <a:noFill/>
          </a:ln>
        </p:spPr>
        <p:txBody>
          <a:bodyPr anchorCtr="0" anchor="t" bIns="0" lIns="0" spcFirstLastPara="1" rIns="0" wrap="square" tIns="0">
            <a:normAutofit fontScale="90000"/>
          </a:bodyPr>
          <a:lstStyle/>
          <a:p>
            <a:pPr indent="0" lvl="0" marL="0" rtl="0" algn="l">
              <a:lnSpc>
                <a:spcPct val="90000"/>
              </a:lnSpc>
              <a:spcBef>
                <a:spcPts val="0"/>
              </a:spcBef>
              <a:spcAft>
                <a:spcPts val="0"/>
              </a:spcAft>
              <a:buClr>
                <a:schemeClr val="lt1"/>
              </a:buClr>
              <a:buSzPct val="100000"/>
              <a:buFont typeface="Arial"/>
              <a:buNone/>
            </a:pPr>
            <a:r>
              <a:rPr lang="en"/>
              <a:t>Experience Design</a:t>
            </a:r>
            <a:endParaRPr/>
          </a:p>
          <a:p>
            <a:pPr indent="0" lvl="0" marL="0" rtl="0" algn="l">
              <a:lnSpc>
                <a:spcPct val="90000"/>
              </a:lnSpc>
              <a:spcBef>
                <a:spcPts val="0"/>
              </a:spcBef>
              <a:spcAft>
                <a:spcPts val="0"/>
              </a:spcAft>
              <a:buClr>
                <a:schemeClr val="lt1"/>
              </a:buClr>
              <a:buSzPct val="100000"/>
              <a:buFont typeface="Arial"/>
              <a:buNone/>
            </a:pPr>
            <a:r>
              <a:rPr lang="en"/>
              <a:t>2025 Performance Goals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7" name="Shape 2067"/>
        <p:cNvGrpSpPr/>
        <p:nvPr/>
      </p:nvGrpSpPr>
      <p:grpSpPr>
        <a:xfrm>
          <a:off x="0" y="0"/>
          <a:ext cx="0" cy="0"/>
          <a:chOff x="0" y="0"/>
          <a:chExt cx="0" cy="0"/>
        </a:xfrm>
      </p:grpSpPr>
      <p:sp>
        <p:nvSpPr>
          <p:cNvPr id="2068" name="Google Shape;2068;p316"/>
          <p:cNvSpPr txBox="1"/>
          <p:nvPr>
            <p:ph idx="3" type="body"/>
          </p:nvPr>
        </p:nvSpPr>
        <p:spPr>
          <a:xfrm>
            <a:off x="476249" y="469100"/>
            <a:ext cx="3396300" cy="136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800"/>
              <a:buNone/>
            </a:pPr>
            <a:r>
              <a:rPr lang="en"/>
              <a:t>CXO | Customer Experience: Experience Design </a:t>
            </a:r>
            <a:endParaRPr/>
          </a:p>
        </p:txBody>
      </p:sp>
      <p:sp>
        <p:nvSpPr>
          <p:cNvPr id="2069" name="Google Shape;2069;p316"/>
          <p:cNvSpPr txBox="1"/>
          <p:nvPr>
            <p:ph type="title"/>
          </p:nvPr>
        </p:nvSpPr>
        <p:spPr>
          <a:xfrm>
            <a:off x="473869" y="619856"/>
            <a:ext cx="7969800" cy="426600"/>
          </a:xfrm>
          <a:prstGeom prst="rect">
            <a:avLst/>
          </a:prstGeom>
          <a:noFill/>
          <a:ln>
            <a:noFill/>
          </a:ln>
        </p:spPr>
        <p:txBody>
          <a:bodyPr anchorCtr="0" anchor="t" bIns="0" lIns="0" spcFirstLastPara="1" rIns="0" wrap="square" tIns="0">
            <a:normAutofit/>
          </a:bodyPr>
          <a:lstStyle/>
          <a:p>
            <a:pPr indent="0" lvl="0" marL="0" rtl="0" algn="l">
              <a:lnSpc>
                <a:spcPct val="90000"/>
              </a:lnSpc>
              <a:spcBef>
                <a:spcPts val="0"/>
              </a:spcBef>
              <a:spcAft>
                <a:spcPts val="0"/>
              </a:spcAft>
              <a:buClr>
                <a:schemeClr val="dk1"/>
              </a:buClr>
              <a:buSzPts val="2100"/>
              <a:buFont typeface="Arial"/>
              <a:buNone/>
            </a:pPr>
            <a:r>
              <a:rPr lang="en"/>
              <a:t>Performance Goals </a:t>
            </a:r>
            <a:endParaRPr b="0" i="1" sz="1400"/>
          </a:p>
        </p:txBody>
      </p:sp>
      <p:graphicFrame>
        <p:nvGraphicFramePr>
          <p:cNvPr id="2070" name="Google Shape;2070;p316"/>
          <p:cNvGraphicFramePr/>
          <p:nvPr/>
        </p:nvGraphicFramePr>
        <p:xfrm>
          <a:off x="473881" y="979663"/>
          <a:ext cx="3000000" cy="3000000"/>
        </p:xfrm>
        <a:graphic>
          <a:graphicData uri="http://schemas.openxmlformats.org/drawingml/2006/table">
            <a:tbl>
              <a:tblPr>
                <a:noFill/>
                <a:tableStyleId>{6A162CF1-3AEC-4ED0-B689-3D35A367426C}</a:tableStyleId>
              </a:tblPr>
              <a:tblGrid>
                <a:gridCol w="1737950"/>
                <a:gridCol w="3201200"/>
                <a:gridCol w="3257075"/>
              </a:tblGrid>
              <a:tr h="172800">
                <a:tc>
                  <a:txBody>
                    <a:bodyPr/>
                    <a:lstStyle/>
                    <a:p>
                      <a:pPr indent="0" lvl="0" marL="0" marR="0" rtl="0" algn="l">
                        <a:lnSpc>
                          <a:spcPct val="100000"/>
                        </a:lnSpc>
                        <a:spcBef>
                          <a:spcPts val="0"/>
                        </a:spcBef>
                        <a:spcAft>
                          <a:spcPts val="0"/>
                        </a:spcAft>
                        <a:buClr>
                          <a:srgbClr val="000000"/>
                        </a:buClr>
                        <a:buSzPts val="600"/>
                        <a:buFont typeface="Arial"/>
                        <a:buNone/>
                      </a:pPr>
                      <a:r>
                        <a:rPr b="1" lang="en" sz="600" u="none" cap="none" strike="noStrike">
                          <a:latin typeface="Verizon NHG TX"/>
                          <a:ea typeface="Verizon NHG TX"/>
                          <a:cs typeface="Verizon NHG TX"/>
                          <a:sym typeface="Verizon NHG TX"/>
                        </a:rPr>
                        <a:t>Goal</a:t>
                      </a:r>
                      <a:endParaRPr b="1" sz="600" u="none" cap="none" strike="noStrike">
                        <a:latin typeface="Verizon NHG TX"/>
                        <a:ea typeface="Verizon NHG TX"/>
                        <a:cs typeface="Verizon NHG TX"/>
                        <a:sym typeface="Verizon NHG TX"/>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600"/>
                        <a:buFont typeface="Arial"/>
                        <a:buNone/>
                      </a:pPr>
                      <a:r>
                        <a:rPr b="1" lang="en" sz="600" u="none" cap="none" strike="noStrike">
                          <a:latin typeface="Verizon NHG TX"/>
                          <a:ea typeface="Verizon NHG TX"/>
                          <a:cs typeface="Verizon NHG TX"/>
                          <a:sym typeface="Verizon NHG TX"/>
                        </a:rPr>
                        <a:t>Description</a:t>
                      </a:r>
                      <a:endParaRPr b="1" sz="600" u="none" cap="none" strike="noStrike">
                        <a:latin typeface="Verizon NHG TX"/>
                        <a:ea typeface="Verizon NHG TX"/>
                        <a:cs typeface="Verizon NHG TX"/>
                        <a:sym typeface="Verizon NHG TX"/>
                      </a:endParaRPr>
                    </a:p>
                  </a:txBody>
                  <a:tcPr marT="0" marB="0" marR="0" marL="20575" anchor="ctr">
                    <a:lnL cap="flat" cmpd="sng" w="9525">
                      <a:solidFill>
                        <a:srgbClr val="9E9E9E">
                          <a:alpha val="0"/>
                        </a:srgbClr>
                      </a:solidFill>
                      <a:prstDash val="solid"/>
                      <a:round/>
                      <a:headEnd len="sm" w="sm" type="none"/>
                      <a:tailEnd len="sm" w="sm" type="none"/>
                    </a:lnL>
                    <a:lnR cap="flat" cmpd="sng" w="9525">
                      <a:solidFill>
                        <a:srgbClr val="D8D8D8">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600"/>
                        <a:buFont typeface="Arial"/>
                        <a:buNone/>
                      </a:pPr>
                      <a:r>
                        <a:rPr b="1" lang="en" sz="600" u="none" cap="none" strike="noStrike">
                          <a:latin typeface="Verizon NHG TX"/>
                          <a:ea typeface="Verizon NHG TX"/>
                          <a:cs typeface="Verizon NHG TX"/>
                          <a:sym typeface="Verizon NHG TX"/>
                        </a:rPr>
                        <a:t>Actions</a:t>
                      </a:r>
                      <a:endParaRPr b="1" sz="600" u="none" cap="none" strike="noStrike">
                        <a:latin typeface="Verizon NHG TX"/>
                        <a:ea typeface="Verizon NHG TX"/>
                        <a:cs typeface="Verizon NHG TX"/>
                        <a:sym typeface="Verizon NHG TX"/>
                      </a:endParaRPr>
                    </a:p>
                  </a:txBody>
                  <a:tcPr marT="0" marB="0" marR="0" marL="20575" anchor="ctr">
                    <a:lnL cap="flat" cmpd="sng" w="9525">
                      <a:solidFill>
                        <a:srgbClr val="D8D8D8">
                          <a:alpha val="0"/>
                        </a:srgbClr>
                      </a:solidFill>
                      <a:prstDash val="solid"/>
                      <a:round/>
                      <a:headEnd len="sm" w="sm" type="none"/>
                      <a:tailEnd len="sm" w="sm" type="none"/>
                    </a:lnL>
                    <a:lnR cap="flat" cmpd="sng" w="9525">
                      <a:solidFill>
                        <a:srgbClr val="D8D8D8">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72800">
                <a:tc rowSpan="5">
                  <a:txBody>
                    <a:bodyPr/>
                    <a:lstStyle/>
                    <a:p>
                      <a:pPr indent="0" lvl="0" marL="0" marR="0" rtl="0" algn="l">
                        <a:lnSpc>
                          <a:spcPct val="90000"/>
                        </a:lnSpc>
                        <a:spcBef>
                          <a:spcPts val="0"/>
                        </a:spcBef>
                        <a:spcAft>
                          <a:spcPts val="0"/>
                        </a:spcAft>
                        <a:buClr>
                          <a:srgbClr val="000000"/>
                        </a:buClr>
                        <a:buSzPts val="700"/>
                        <a:buFont typeface="Arial"/>
                        <a:buNone/>
                      </a:pPr>
                      <a:r>
                        <a:rPr b="1" lang="en" sz="700" u="none" cap="none" strike="noStrike">
                          <a:solidFill>
                            <a:schemeClr val="dk1"/>
                          </a:solidFill>
                          <a:latin typeface="Verizon NHG TX"/>
                          <a:ea typeface="Verizon NHG TX"/>
                          <a:cs typeface="Verizon NHG TX"/>
                          <a:sym typeface="Verizon NHG TX"/>
                        </a:rPr>
                        <a:t>Unify all Verizon customer experiences around our Brand Identity &amp; North Star Architecture</a:t>
                      </a:r>
                      <a:endParaRPr b="1" sz="7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700"/>
                        <a:buFont typeface="Arial"/>
                        <a:buNone/>
                      </a:pPr>
                      <a:r>
                        <a:t/>
                      </a:r>
                      <a:endParaRPr sz="7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700"/>
                        <a:buFont typeface="Arial"/>
                        <a:buNone/>
                      </a:pPr>
                      <a:r>
                        <a:rPr lang="en" sz="700" u="none" cap="none" strike="noStrike">
                          <a:solidFill>
                            <a:schemeClr val="dk1"/>
                          </a:solidFill>
                          <a:latin typeface="Verizon NHG TX"/>
                          <a:ea typeface="Verizon NHG TX"/>
                          <a:cs typeface="Verizon NHG TX"/>
                          <a:sym typeface="Verizon NHG TX"/>
                        </a:rPr>
                        <a:t>VDS Adoption Score: +5%</a:t>
                      </a:r>
                      <a:br>
                        <a:rPr lang="en" sz="700" u="none" cap="none" strike="noStrike">
                          <a:solidFill>
                            <a:schemeClr val="dk1"/>
                          </a:solidFill>
                          <a:latin typeface="Verizon NHG TX"/>
                          <a:ea typeface="Verizon NHG TX"/>
                          <a:cs typeface="Verizon NHG TX"/>
                          <a:sym typeface="Verizon NHG TX"/>
                        </a:rPr>
                      </a:br>
                      <a:r>
                        <a:rPr lang="en" sz="700" u="none" cap="none" strike="noStrike">
                          <a:solidFill>
                            <a:schemeClr val="dk1"/>
                          </a:solidFill>
                          <a:latin typeface="Verizon NHG TX"/>
                          <a:ea typeface="Verizon NHG TX"/>
                          <a:cs typeface="Verizon NHG TX"/>
                          <a:sym typeface="Verizon NHG TX"/>
                        </a:rPr>
                        <a:t>VDS Adoption Quality Score:</a:t>
                      </a:r>
                      <a:endParaRPr sz="700" u="none" cap="none" strike="noStrike">
                        <a:solidFill>
                          <a:schemeClr val="dk1"/>
                        </a:solidFill>
                        <a:latin typeface="Verizon NHG TX"/>
                        <a:ea typeface="Verizon NHG TX"/>
                        <a:cs typeface="Verizon NHG TX"/>
                        <a:sym typeface="Verizon NHG TX"/>
                      </a:endParaRPr>
                    </a:p>
                  </a:txBody>
                  <a:tcPr marT="0" marB="0" marR="13700" marL="0" anchor="ctr">
                    <a:lnL cap="flat" cmpd="sng" w="9525">
                      <a:solidFill>
                        <a:srgbClr val="9E9E9E">
                          <a:alpha val="0"/>
                        </a:srgbClr>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rowSpan="5">
                  <a:txBody>
                    <a:bodyPr/>
                    <a:lstStyle/>
                    <a:p>
                      <a:pPr indent="0" lvl="0" marL="0" marR="0" rtl="0" algn="l">
                        <a:lnSpc>
                          <a:spcPct val="100000"/>
                        </a:lnSpc>
                        <a:spcBef>
                          <a:spcPts val="0"/>
                        </a:spcBef>
                        <a:spcAft>
                          <a:spcPts val="0"/>
                        </a:spcAft>
                        <a:buClr>
                          <a:srgbClr val="000000"/>
                        </a:buClr>
                        <a:buSzPts val="700"/>
                        <a:buFont typeface="Arial"/>
                        <a:buNone/>
                      </a:pPr>
                      <a:r>
                        <a:rPr b="1" lang="en" sz="700" u="none" cap="none" strike="noStrike">
                          <a:latin typeface="Verizon NHG TX"/>
                          <a:ea typeface="Verizon NHG TX"/>
                          <a:cs typeface="Verizon NHG TX"/>
                          <a:sym typeface="Verizon NHG TX"/>
                        </a:rPr>
                        <a:t>Build awareness</a:t>
                      </a:r>
                      <a:r>
                        <a:rPr lang="en" sz="700" u="none" cap="none" strike="noStrike">
                          <a:latin typeface="Verizon NHG TX"/>
                          <a:ea typeface="Verizon NHG TX"/>
                          <a:cs typeface="Verizon NHG TX"/>
                          <a:sym typeface="Verizon NHG TX"/>
                        </a:rPr>
                        <a:t> so teams know and adopt VDS through communication, training, and advocacy. </a:t>
                      </a:r>
                      <a:endParaRPr sz="700" u="none" cap="none" strike="noStrike">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700"/>
                        <a:buFont typeface="Arial"/>
                        <a:buNone/>
                      </a:pPr>
                      <a:r>
                        <a:rPr b="1" lang="en" sz="700" u="none" cap="none" strike="noStrike">
                          <a:latin typeface="Verizon NHG TX"/>
                          <a:ea typeface="Verizon NHG TX"/>
                          <a:cs typeface="Verizon NHG TX"/>
                          <a:sym typeface="Verizon NHG TX"/>
                        </a:rPr>
                        <a:t>Expand the capability</a:t>
                      </a:r>
                      <a:r>
                        <a:rPr lang="en" sz="700" u="none" cap="none" strike="noStrike">
                          <a:latin typeface="Verizon NHG TX"/>
                          <a:ea typeface="Verizon NHG TX"/>
                          <a:cs typeface="Verizon NHG TX"/>
                          <a:sym typeface="Verizon NHG TX"/>
                        </a:rPr>
                        <a:t> of VDS through feature releases, new tools, and accessibility improvements. </a:t>
                      </a:r>
                      <a:endParaRPr sz="700" u="none" cap="none" strike="noStrike">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700"/>
                        <a:buFont typeface="Arial"/>
                        <a:buNone/>
                      </a:pPr>
                      <a:r>
                        <a:rPr b="1" lang="en" sz="700" u="none" cap="none" strike="noStrike">
                          <a:latin typeface="Verizon NHG TX"/>
                          <a:ea typeface="Verizon NHG TX"/>
                          <a:cs typeface="Verizon NHG TX"/>
                          <a:sym typeface="Verizon NHG TX"/>
                        </a:rPr>
                        <a:t>Enable critical business initiatives</a:t>
                      </a:r>
                      <a:r>
                        <a:rPr lang="en" sz="700" u="none" cap="none" strike="noStrike">
                          <a:latin typeface="Verizon NHG TX"/>
                          <a:ea typeface="Verizon NHG TX"/>
                          <a:cs typeface="Verizon NHG TX"/>
                          <a:sym typeface="Verizon NHG TX"/>
                        </a:rPr>
                        <a:t> through tailored updates and templates. </a:t>
                      </a:r>
                      <a:r>
                        <a:rPr b="1" lang="en" sz="700" u="none" cap="none" strike="noStrike">
                          <a:latin typeface="Verizon NHG TX"/>
                          <a:ea typeface="Verizon NHG TX"/>
                          <a:cs typeface="Verizon NHG TX"/>
                          <a:sym typeface="Verizon NHG TX"/>
                        </a:rPr>
                        <a:t>Retain our existing adopters</a:t>
                      </a:r>
                      <a:r>
                        <a:rPr lang="en" sz="700" u="none" cap="none" strike="noStrike">
                          <a:latin typeface="Verizon NHG TX"/>
                          <a:ea typeface="Verizon NHG TX"/>
                          <a:cs typeface="Verizon NHG TX"/>
                          <a:sym typeface="Verizon NHG TX"/>
                        </a:rPr>
                        <a:t> by supporting them through documentation, collaboration, and improvements to maintain long-term engagement.</a:t>
                      </a:r>
                      <a:endParaRPr sz="700" u="none" cap="none" strike="noStrike">
                        <a:latin typeface="Verizon NHG TX"/>
                        <a:ea typeface="Verizon NHG TX"/>
                        <a:cs typeface="Verizon NHG TX"/>
                        <a:sym typeface="Verizon NHG TX"/>
                      </a:endParaRPr>
                    </a:p>
                  </a:txBody>
                  <a:tcPr marT="0" marB="0" marR="0" marL="20575" anchor="ctr">
                    <a:lnL cap="flat" cmpd="sng" w="9525">
                      <a:solidFill>
                        <a:srgbClr val="D9D9D9"/>
                      </a:solidFill>
                      <a:prstDash val="solid"/>
                      <a:round/>
                      <a:headEnd len="sm" w="sm" type="none"/>
                      <a:tailEnd len="sm" w="sm" type="none"/>
                    </a:lnL>
                    <a:lnR cap="flat" cmpd="sng" w="9525">
                      <a:solidFill>
                        <a:srgbClr val="D8D8D8">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lang="en" sz="700" u="none" cap="none" strike="noStrike">
                          <a:solidFill>
                            <a:schemeClr val="dk1"/>
                          </a:solidFill>
                          <a:latin typeface="Verizon NHG TX"/>
                          <a:ea typeface="Verizon NHG TX"/>
                          <a:cs typeface="Verizon NHG TX"/>
                          <a:sym typeface="Verizon NHG TX"/>
                        </a:rPr>
                        <a:t>Enable key initiatives through VDS</a:t>
                      </a:r>
                      <a:r>
                        <a:rPr lang="en" sz="700" u="none" cap="none" strike="noStrike">
                          <a:solidFill>
                            <a:schemeClr val="dk1"/>
                          </a:solidFill>
                          <a:latin typeface="Verizon NHG TX"/>
                          <a:ea typeface="Verizon NHG TX"/>
                          <a:cs typeface="Verizon NHG TX"/>
                          <a:sym typeface="Verizon NHG TX"/>
                        </a:rPr>
                        <a:t> (VDS Monarch, Expanded NGD optimization</a:t>
                      </a:r>
                      <a:endParaRPr sz="700" u="none" cap="none" strike="noStrike">
                        <a:latin typeface="Verizon NHG TX"/>
                        <a:ea typeface="Verizon NHG TX"/>
                        <a:cs typeface="Verizon NHG TX"/>
                        <a:sym typeface="Verizon NHG TX"/>
                      </a:endParaRPr>
                    </a:p>
                  </a:txBody>
                  <a:tcPr marT="0" marB="0" marR="0" marL="20575" anchor="ctr">
                    <a:lnL cap="flat" cmpd="sng" w="9525">
                      <a:solidFill>
                        <a:srgbClr val="D8D8D8">
                          <a:alpha val="0"/>
                        </a:srgbClr>
                      </a:solidFill>
                      <a:prstDash val="solid"/>
                      <a:round/>
                      <a:headEnd len="sm" w="sm" type="none"/>
                      <a:tailEnd len="sm" w="sm" type="none"/>
                    </a:lnL>
                    <a:lnR cap="flat" cmpd="sng" w="9525">
                      <a:solidFill>
                        <a:srgbClr val="D8D8D8">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172800">
                <a:tc vMerge="1"/>
                <a:tc vMerge="1"/>
                <a:tc>
                  <a:txBody>
                    <a:bodyPr/>
                    <a:lstStyle/>
                    <a:p>
                      <a:pPr indent="0" lvl="0" marL="0" marR="0" rtl="0" algn="l">
                        <a:lnSpc>
                          <a:spcPct val="100000"/>
                        </a:lnSpc>
                        <a:spcBef>
                          <a:spcPts val="0"/>
                        </a:spcBef>
                        <a:spcAft>
                          <a:spcPts val="0"/>
                        </a:spcAft>
                        <a:buClr>
                          <a:srgbClr val="000000"/>
                        </a:buClr>
                        <a:buSzPts val="700"/>
                        <a:buFont typeface="Arial"/>
                        <a:buNone/>
                      </a:pPr>
                      <a:r>
                        <a:rPr b="1" lang="en" sz="700" u="none" cap="none" strike="noStrike">
                          <a:solidFill>
                            <a:schemeClr val="dk1"/>
                          </a:solidFill>
                          <a:latin typeface="Verizon NHG TX"/>
                          <a:ea typeface="Verizon NHG TX"/>
                          <a:cs typeface="Verizon NHG TX"/>
                          <a:sym typeface="Verizon NHG TX"/>
                        </a:rPr>
                        <a:t>Expand VDS capabilities </a:t>
                      </a:r>
                      <a:r>
                        <a:rPr lang="en" sz="700" u="none" cap="none" strike="noStrike">
                          <a:solidFill>
                            <a:schemeClr val="dk1"/>
                          </a:solidFill>
                          <a:latin typeface="Verizon NHG TX"/>
                          <a:ea typeface="Verizon NHG TX"/>
                          <a:cs typeface="Verizon NHG TX"/>
                          <a:sym typeface="Verizon NHG TX"/>
                        </a:rPr>
                        <a:t>(Expansion support for Retail, Expand Native Component library, AI enhancements)</a:t>
                      </a:r>
                      <a:endParaRPr sz="700" u="none" cap="none" strike="noStrike">
                        <a:latin typeface="Verizon NHG TX"/>
                        <a:ea typeface="Verizon NHG TX"/>
                        <a:cs typeface="Verizon NHG TX"/>
                        <a:sym typeface="Verizon NHG TX"/>
                      </a:endParaRPr>
                    </a:p>
                  </a:txBody>
                  <a:tcPr marT="0" marB="0" marR="0" marL="20575" anchor="ctr">
                    <a:lnL cap="flat" cmpd="sng" w="9525">
                      <a:solidFill>
                        <a:srgbClr val="D8D8D8">
                          <a:alpha val="0"/>
                        </a:srgbClr>
                      </a:solidFill>
                      <a:prstDash val="solid"/>
                      <a:round/>
                      <a:headEnd len="sm" w="sm" type="none"/>
                      <a:tailEnd len="sm" w="sm" type="none"/>
                    </a:lnL>
                    <a:lnR cap="flat" cmpd="sng" w="9525">
                      <a:solidFill>
                        <a:srgbClr val="D8D8D8">
                          <a:alpha val="0"/>
                        </a:srgbClr>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172800">
                <a:tc vMerge="1"/>
                <a:tc vMerge="1"/>
                <a:tc>
                  <a:txBody>
                    <a:bodyPr/>
                    <a:lstStyle/>
                    <a:p>
                      <a:pPr indent="0" lvl="0" marL="0" marR="0" rtl="0" algn="l">
                        <a:lnSpc>
                          <a:spcPct val="100000"/>
                        </a:lnSpc>
                        <a:spcBef>
                          <a:spcPts val="0"/>
                        </a:spcBef>
                        <a:spcAft>
                          <a:spcPts val="0"/>
                        </a:spcAft>
                        <a:buClr>
                          <a:srgbClr val="000000"/>
                        </a:buClr>
                        <a:buSzPts val="700"/>
                        <a:buFont typeface="Arial"/>
                        <a:buNone/>
                      </a:pPr>
                      <a:r>
                        <a:rPr b="1" lang="en" sz="700" u="none" cap="none" strike="noStrike">
                          <a:solidFill>
                            <a:schemeClr val="dk1"/>
                          </a:solidFill>
                          <a:latin typeface="Verizon NHG TX"/>
                          <a:ea typeface="Verizon NHG TX"/>
                          <a:cs typeface="Verizon NHG TX"/>
                          <a:sym typeface="Verizon NHG TX"/>
                        </a:rPr>
                        <a:t>Raise awareness of VDS </a:t>
                      </a:r>
                      <a:r>
                        <a:rPr lang="en" sz="700" u="none" cap="none" strike="noStrike">
                          <a:solidFill>
                            <a:schemeClr val="dk1"/>
                          </a:solidFill>
                          <a:latin typeface="Verizon NHG TX"/>
                          <a:ea typeface="Verizon NHG TX"/>
                          <a:cs typeface="Verizon NHG TX"/>
                          <a:sym typeface="Verizon NHG TX"/>
                        </a:rPr>
                        <a:t>(Launch more training and onboarding courses)</a:t>
                      </a:r>
                      <a:endParaRPr sz="700" u="none" cap="none" strike="noStrike">
                        <a:latin typeface="Verizon NHG TX"/>
                        <a:ea typeface="Verizon NHG TX"/>
                        <a:cs typeface="Verizon NHG TX"/>
                        <a:sym typeface="Verizon NHG TX"/>
                      </a:endParaRPr>
                    </a:p>
                  </a:txBody>
                  <a:tcPr marT="0" marB="0" marR="0" marL="20575" anchor="ctr">
                    <a:lnL cap="flat" cmpd="sng" w="9525">
                      <a:solidFill>
                        <a:srgbClr val="D8D8D8">
                          <a:alpha val="0"/>
                        </a:srgbClr>
                      </a:solidFill>
                      <a:prstDash val="solid"/>
                      <a:round/>
                      <a:headEnd len="sm" w="sm" type="none"/>
                      <a:tailEnd len="sm" w="sm" type="none"/>
                    </a:lnL>
                    <a:lnR cap="flat" cmpd="sng" w="9525">
                      <a:solidFill>
                        <a:srgbClr val="D8D8D8">
                          <a:alpha val="0"/>
                        </a:srgbClr>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247525">
                <a:tc vMerge="1"/>
                <a:tc vMerge="1"/>
                <a:tc>
                  <a:txBody>
                    <a:bodyPr/>
                    <a:lstStyle/>
                    <a:p>
                      <a:pPr indent="0" lvl="0" marL="0" marR="0" rtl="0" algn="l">
                        <a:lnSpc>
                          <a:spcPct val="100000"/>
                        </a:lnSpc>
                        <a:spcBef>
                          <a:spcPts val="0"/>
                        </a:spcBef>
                        <a:spcAft>
                          <a:spcPts val="0"/>
                        </a:spcAft>
                        <a:buClr>
                          <a:srgbClr val="000000"/>
                        </a:buClr>
                        <a:buSzPts val="700"/>
                        <a:buFont typeface="Arial"/>
                        <a:buNone/>
                      </a:pPr>
                      <a:r>
                        <a:rPr lang="en" sz="700" u="none" cap="none" strike="noStrike">
                          <a:solidFill>
                            <a:schemeClr val="dk1"/>
                          </a:solidFill>
                          <a:latin typeface="Verizon NHG TX"/>
                          <a:ea typeface="Verizon NHG TX"/>
                          <a:cs typeface="Verizon NHG TX"/>
                          <a:sym typeface="Verizon NHG TX"/>
                        </a:rPr>
                        <a:t>Deliver Monarch Digital Guidelines and Delivery Support Plan</a:t>
                      </a:r>
                      <a:endParaRPr sz="700" u="none" cap="none" strike="noStrike">
                        <a:latin typeface="Verizon NHG TX"/>
                        <a:ea typeface="Verizon NHG TX"/>
                        <a:cs typeface="Verizon NHG TX"/>
                        <a:sym typeface="Verizon NHG TX"/>
                      </a:endParaRPr>
                    </a:p>
                  </a:txBody>
                  <a:tcPr marT="0" marB="0" marR="0" marL="20575" anchor="ctr">
                    <a:lnL cap="flat" cmpd="sng" w="9525">
                      <a:solidFill>
                        <a:srgbClr val="D8D8D8">
                          <a:alpha val="0"/>
                        </a:srgbClr>
                      </a:solidFill>
                      <a:prstDash val="solid"/>
                      <a:round/>
                      <a:headEnd len="sm" w="sm" type="none"/>
                      <a:tailEnd len="sm" w="sm" type="none"/>
                    </a:lnL>
                    <a:lnR cap="flat" cmpd="sng" w="9525">
                      <a:solidFill>
                        <a:srgbClr val="D8D8D8">
                          <a:alpha val="0"/>
                        </a:srgbClr>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247525">
                <a:tc vMerge="1"/>
                <a:tc vMerge="1"/>
                <a:tc>
                  <a:txBody>
                    <a:bodyPr/>
                    <a:lstStyle/>
                    <a:p>
                      <a:pPr indent="0" lvl="0" marL="0" marR="0" rtl="0" algn="l">
                        <a:lnSpc>
                          <a:spcPct val="100000"/>
                        </a:lnSpc>
                        <a:spcBef>
                          <a:spcPts val="0"/>
                        </a:spcBef>
                        <a:spcAft>
                          <a:spcPts val="0"/>
                        </a:spcAft>
                        <a:buClr>
                          <a:srgbClr val="000000"/>
                        </a:buClr>
                        <a:buSzPts val="700"/>
                        <a:buFont typeface="Arial"/>
                        <a:buNone/>
                      </a:pPr>
                      <a:r>
                        <a:rPr lang="en" sz="700" u="none" cap="none" strike="noStrike">
                          <a:solidFill>
                            <a:schemeClr val="dk1"/>
                          </a:solidFill>
                          <a:latin typeface="Verizon NHG TX"/>
                          <a:ea typeface="Verizon NHG TX"/>
                          <a:cs typeface="Verizon NHG TX"/>
                          <a:sym typeface="Verizon NHG TX"/>
                        </a:rPr>
                        <a:t>Stable processes and support for quality: VQA, documentation, content</a:t>
                      </a:r>
                      <a:endParaRPr sz="700" u="none" cap="none" strike="noStrike">
                        <a:solidFill>
                          <a:schemeClr val="dk1"/>
                        </a:solidFill>
                        <a:latin typeface="Verizon NHG TX"/>
                        <a:ea typeface="Verizon NHG TX"/>
                        <a:cs typeface="Verizon NHG TX"/>
                        <a:sym typeface="Verizon NHG TX"/>
                      </a:endParaRPr>
                    </a:p>
                  </a:txBody>
                  <a:tcPr marT="0" marB="0" marR="0" marL="20575" anchor="ctr">
                    <a:lnL cap="flat" cmpd="sng" w="9525">
                      <a:solidFill>
                        <a:srgbClr val="D8D8D8">
                          <a:alpha val="0"/>
                        </a:srgbClr>
                      </a:solidFill>
                      <a:prstDash val="solid"/>
                      <a:round/>
                      <a:headEnd len="sm" w="sm" type="none"/>
                      <a:tailEnd len="sm" w="sm" type="none"/>
                    </a:lnL>
                    <a:lnR cap="flat" cmpd="sng" w="9525">
                      <a:solidFill>
                        <a:srgbClr val="D8D8D8">
                          <a:alpha val="0"/>
                        </a:srgbClr>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333333"/>
                      </a:solidFill>
                      <a:prstDash val="solid"/>
                      <a:round/>
                      <a:headEnd len="sm" w="sm" type="none"/>
                      <a:tailEnd len="sm" w="sm" type="none"/>
                    </a:lnB>
                    <a:solidFill>
                      <a:schemeClr val="lt1"/>
                    </a:solidFill>
                  </a:tcPr>
                </a:tc>
              </a:tr>
              <a:tr h="172800">
                <a:tc gridSpan="3">
                  <a:txBody>
                    <a:bodyPr/>
                    <a:lstStyle/>
                    <a:p>
                      <a:pPr indent="0" lvl="0" marL="0" marR="0" rtl="0" algn="l">
                        <a:lnSpc>
                          <a:spcPct val="100000"/>
                        </a:lnSpc>
                        <a:spcBef>
                          <a:spcPts val="0"/>
                        </a:spcBef>
                        <a:spcAft>
                          <a:spcPts val="0"/>
                        </a:spcAft>
                        <a:buClr>
                          <a:srgbClr val="000000"/>
                        </a:buClr>
                        <a:buSzPts val="700"/>
                        <a:buFont typeface="Arial"/>
                        <a:buNone/>
                      </a:pPr>
                      <a:r>
                        <a:rPr b="1" lang="en" sz="700" u="none" cap="none" strike="noStrike">
                          <a:latin typeface="Verizon NHG TX"/>
                          <a:ea typeface="Verizon NHG TX"/>
                          <a:cs typeface="Verizon NHG TX"/>
                          <a:sym typeface="Verizon NHG TX"/>
                        </a:rPr>
                        <a:t>Stretch Goal - tbd</a:t>
                      </a:r>
                      <a:endParaRPr b="1" sz="700" u="none" cap="none" strike="noStrike">
                        <a:latin typeface="Verizon NHG TX"/>
                        <a:ea typeface="Verizon NHG TX"/>
                        <a:cs typeface="Verizon NHG TX"/>
                        <a:sym typeface="Verizon NHG TX"/>
                      </a:endParaRPr>
                    </a:p>
                  </a:txBody>
                  <a:tcPr marT="0" marB="0" marR="13700" marL="0" anchor="ctr">
                    <a:lnL cap="flat" cmpd="sng" w="9525">
                      <a:solidFill>
                        <a:srgbClr val="9E9E9E">
                          <a:alpha val="0"/>
                        </a:srgbClr>
                      </a:solidFill>
                      <a:prstDash val="solid"/>
                      <a:round/>
                      <a:headEnd len="sm" w="sm" type="none"/>
                      <a:tailEnd len="sm" w="sm" type="none"/>
                    </a:lnL>
                    <a:lnR cap="flat" cmpd="sng" w="9525">
                      <a:solidFill>
                        <a:srgbClr val="D8D8D8">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hMerge="1"/>
                <a:tc hMerge="1"/>
              </a:tr>
              <a:tr h="172800">
                <a:tc gridSpan="3">
                  <a:txBody>
                    <a:bodyPr/>
                    <a:lstStyle/>
                    <a:p>
                      <a:pPr indent="0" lvl="0" marL="0" marR="0" rtl="0" algn="l">
                        <a:lnSpc>
                          <a:spcPct val="100000"/>
                        </a:lnSpc>
                        <a:spcBef>
                          <a:spcPts val="0"/>
                        </a:spcBef>
                        <a:spcAft>
                          <a:spcPts val="0"/>
                        </a:spcAft>
                        <a:buClr>
                          <a:srgbClr val="000000"/>
                        </a:buClr>
                        <a:buSzPts val="700"/>
                        <a:buFont typeface="Arial"/>
                        <a:buNone/>
                      </a:pPr>
                      <a:r>
                        <a:rPr b="1" lang="en" sz="700" u="none" cap="none" strike="noStrike">
                          <a:latin typeface="Verizon NHG TX"/>
                          <a:ea typeface="Verizon NHG TX"/>
                          <a:cs typeface="Verizon NHG TX"/>
                          <a:sym typeface="Verizon NHG TX"/>
                        </a:rPr>
                        <a:t>Pulse Goal - tbd</a:t>
                      </a:r>
                      <a:endParaRPr b="1" sz="700" u="none" cap="none" strike="noStrike">
                        <a:latin typeface="Verizon NHG TX"/>
                        <a:ea typeface="Verizon NHG TX"/>
                        <a:cs typeface="Verizon NHG TX"/>
                        <a:sym typeface="Verizon NHG TX"/>
                      </a:endParaRPr>
                    </a:p>
                  </a:txBody>
                  <a:tcPr marT="0" marB="0" marR="13700" marL="0" anchor="ctr">
                    <a:lnL cap="flat" cmpd="sng" w="9525">
                      <a:solidFill>
                        <a:srgbClr val="9E9E9E">
                          <a:alpha val="0"/>
                        </a:srgbClr>
                      </a:solidFill>
                      <a:prstDash val="solid"/>
                      <a:round/>
                      <a:headEnd len="sm" w="sm" type="none"/>
                      <a:tailEnd len="sm" w="sm" type="none"/>
                    </a:lnL>
                    <a:lnR cap="flat" cmpd="sng" w="9525">
                      <a:solidFill>
                        <a:srgbClr val="D8D8D8">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hMerge="1"/>
                <a:tc hMerge="1"/>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5" name="Shape 2075"/>
        <p:cNvGrpSpPr/>
        <p:nvPr/>
      </p:nvGrpSpPr>
      <p:grpSpPr>
        <a:xfrm>
          <a:off x="0" y="0"/>
          <a:ext cx="0" cy="0"/>
          <a:chOff x="0" y="0"/>
          <a:chExt cx="0" cy="0"/>
        </a:xfrm>
      </p:grpSpPr>
      <p:sp>
        <p:nvSpPr>
          <p:cNvPr id="2076" name="Google Shape;2076;p317"/>
          <p:cNvSpPr txBox="1"/>
          <p:nvPr/>
        </p:nvSpPr>
        <p:spPr>
          <a:xfrm>
            <a:off x="142825" y="4511100"/>
            <a:ext cx="7884600" cy="464700"/>
          </a:xfrm>
          <a:prstGeom prst="rect">
            <a:avLst/>
          </a:prstGeom>
          <a:solidFill>
            <a:schemeClr val="lt1"/>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Verizon NHG TX"/>
              <a:ea typeface="Verizon NHG TX"/>
              <a:cs typeface="Verizon NHG TX"/>
              <a:sym typeface="Verizon NHG TX"/>
            </a:endParaRPr>
          </a:p>
        </p:txBody>
      </p:sp>
      <p:sp>
        <p:nvSpPr>
          <p:cNvPr id="2077" name="Google Shape;2077;p317"/>
          <p:cNvSpPr txBox="1"/>
          <p:nvPr>
            <p:ph idx="12" type="sldNum"/>
          </p:nvPr>
        </p:nvSpPr>
        <p:spPr>
          <a:xfrm>
            <a:off x="11090012" y="6301220"/>
            <a:ext cx="470100" cy="1692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rgbClr val="000000"/>
              </a:buClr>
              <a:buSzPts val="1100"/>
              <a:buFont typeface="Arial"/>
              <a:buNone/>
            </a:pPr>
            <a:fld id="{00000000-1234-1234-1234-123412341234}" type="slidenum">
              <a:rPr lang="en"/>
              <a:t>‹#›</a:t>
            </a:fld>
            <a:endParaRPr/>
          </a:p>
        </p:txBody>
      </p:sp>
      <p:sp>
        <p:nvSpPr>
          <p:cNvPr id="2078" name="Google Shape;2078;p317"/>
          <p:cNvSpPr txBox="1"/>
          <p:nvPr/>
        </p:nvSpPr>
        <p:spPr>
          <a:xfrm>
            <a:off x="2174300" y="4797975"/>
            <a:ext cx="4335000" cy="169200"/>
          </a:xfrm>
          <a:prstGeom prst="rect">
            <a:avLst/>
          </a:prstGeom>
          <a:solidFill>
            <a:schemeClr val="lt1"/>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Verizon NHG TX"/>
              <a:ea typeface="Verizon NHG TX"/>
              <a:cs typeface="Verizon NHG TX"/>
              <a:sym typeface="Verizon NHG TX"/>
            </a:endParaRPr>
          </a:p>
        </p:txBody>
      </p:sp>
      <p:sp>
        <p:nvSpPr>
          <p:cNvPr id="2079" name="Google Shape;2079;p317"/>
          <p:cNvSpPr/>
          <p:nvPr/>
        </p:nvSpPr>
        <p:spPr>
          <a:xfrm>
            <a:off x="420900" y="1009650"/>
            <a:ext cx="1714500" cy="474900"/>
          </a:xfrm>
          <a:prstGeom prst="parallelogram">
            <a:avLst>
              <a:gd fmla="val 29450" name="adj"/>
            </a:avLst>
          </a:prstGeom>
          <a:solidFill>
            <a:srgbClr val="FF3C2D"/>
          </a:solidFill>
          <a:ln cap="flat" cmpd="sng" w="9525">
            <a:solidFill>
              <a:srgbClr val="FF3C2D"/>
            </a:solidFill>
            <a:prstDash val="solid"/>
            <a:round/>
            <a:headEnd len="sm" w="sm" type="none"/>
            <a:tailEnd len="sm" w="sm" type="none"/>
          </a:ln>
        </p:spPr>
        <p:txBody>
          <a:bodyPr anchorCtr="0" anchor="ctr" bIns="27425" lIns="137150" spcFirstLastPara="1" rIns="0" wrap="square" tIns="2742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F3EDE0"/>
                </a:solidFill>
                <a:latin typeface="Verizon NHG TX"/>
                <a:ea typeface="Verizon NHG TX"/>
                <a:cs typeface="Verizon NHG TX"/>
                <a:sym typeface="Verizon NHG TX"/>
              </a:rPr>
              <a:t>Digital Channels, Rep &amp; Retail Experiences</a:t>
            </a:r>
            <a:endParaRPr b="1" i="0" sz="900" u="none" cap="none" strike="noStrike">
              <a:solidFill>
                <a:srgbClr val="F3EDE0"/>
              </a:solidFill>
              <a:latin typeface="Verizon NHG TX"/>
              <a:ea typeface="Verizon NHG TX"/>
              <a:cs typeface="Verizon NHG TX"/>
              <a:sym typeface="Verizon NHG TX"/>
            </a:endParaRPr>
          </a:p>
        </p:txBody>
      </p:sp>
      <p:sp>
        <p:nvSpPr>
          <p:cNvPr id="2080" name="Google Shape;2080;p317"/>
          <p:cNvSpPr/>
          <p:nvPr/>
        </p:nvSpPr>
        <p:spPr>
          <a:xfrm>
            <a:off x="2058811" y="1009650"/>
            <a:ext cx="1714500" cy="474900"/>
          </a:xfrm>
          <a:prstGeom prst="parallelogram">
            <a:avLst>
              <a:gd fmla="val 29450" name="adj"/>
            </a:avLst>
          </a:prstGeom>
          <a:solidFill>
            <a:srgbClr val="FF3C2D"/>
          </a:solidFill>
          <a:ln cap="flat" cmpd="sng" w="9525">
            <a:solidFill>
              <a:srgbClr val="FF3C2D"/>
            </a:solidFill>
            <a:prstDash val="solid"/>
            <a:round/>
            <a:headEnd len="sm" w="sm" type="none"/>
            <a:tailEnd len="sm" w="sm" type="none"/>
          </a:ln>
        </p:spPr>
        <p:txBody>
          <a:bodyPr anchorCtr="0" anchor="ctr" bIns="27425" lIns="137150" spcFirstLastPara="1" rIns="0" wrap="square" tIns="2742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F3EDE0"/>
                </a:solidFill>
                <a:latin typeface="Verizon NHG TX"/>
                <a:ea typeface="Verizon NHG TX"/>
                <a:cs typeface="Verizon NHG TX"/>
                <a:sym typeface="Verizon NHG TX"/>
              </a:rPr>
              <a:t>Product, Plans &amp; Hardware</a:t>
            </a:r>
            <a:endParaRPr b="1" i="0" sz="900" u="none" cap="none" strike="noStrike">
              <a:solidFill>
                <a:srgbClr val="F3EDE0"/>
              </a:solidFill>
              <a:latin typeface="Verizon NHG TX"/>
              <a:ea typeface="Verizon NHG TX"/>
              <a:cs typeface="Verizon NHG TX"/>
              <a:sym typeface="Verizon NHG TX"/>
            </a:endParaRPr>
          </a:p>
        </p:txBody>
      </p:sp>
      <p:sp>
        <p:nvSpPr>
          <p:cNvPr id="2081" name="Google Shape;2081;p317"/>
          <p:cNvSpPr/>
          <p:nvPr/>
        </p:nvSpPr>
        <p:spPr>
          <a:xfrm>
            <a:off x="3703287" y="1009650"/>
            <a:ext cx="1714500" cy="474900"/>
          </a:xfrm>
          <a:prstGeom prst="parallelogram">
            <a:avLst>
              <a:gd fmla="val 29450" name="adj"/>
            </a:avLst>
          </a:prstGeom>
          <a:solidFill>
            <a:srgbClr val="FF3C2D"/>
          </a:solidFill>
          <a:ln cap="flat" cmpd="sng" w="9525">
            <a:solidFill>
              <a:srgbClr val="FF3C2D"/>
            </a:solidFill>
            <a:prstDash val="solid"/>
            <a:round/>
            <a:headEnd len="sm" w="sm" type="none"/>
            <a:tailEnd len="sm" w="sm" type="none"/>
          </a:ln>
        </p:spPr>
        <p:txBody>
          <a:bodyPr anchorCtr="0" anchor="ctr" bIns="27425" lIns="137150" spcFirstLastPara="1" rIns="0" wrap="square" tIns="2742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F3EDE0"/>
                </a:solidFill>
                <a:latin typeface="Verizon NHG TX"/>
                <a:ea typeface="Verizon NHG TX"/>
                <a:cs typeface="Verizon NHG TX"/>
                <a:sym typeface="Verizon NHG TX"/>
              </a:rPr>
              <a:t>Experience Architecture</a:t>
            </a:r>
            <a:endParaRPr b="1" i="0" sz="900" u="none" cap="none" strike="noStrike">
              <a:solidFill>
                <a:srgbClr val="F3EDE0"/>
              </a:solidFill>
              <a:latin typeface="Verizon NHG TX"/>
              <a:ea typeface="Verizon NHG TX"/>
              <a:cs typeface="Verizon NHG TX"/>
              <a:sym typeface="Verizon NHG TX"/>
            </a:endParaRPr>
          </a:p>
        </p:txBody>
      </p:sp>
      <p:sp>
        <p:nvSpPr>
          <p:cNvPr id="2082" name="Google Shape;2082;p317"/>
          <p:cNvSpPr/>
          <p:nvPr/>
        </p:nvSpPr>
        <p:spPr>
          <a:xfrm>
            <a:off x="429059" y="1576700"/>
            <a:ext cx="1579800" cy="709500"/>
          </a:xfrm>
          <a:prstGeom prst="rect">
            <a:avLst/>
          </a:prstGeom>
          <a:solidFill>
            <a:srgbClr val="F3EDE0"/>
          </a:solidFill>
          <a:ln>
            <a:noFill/>
          </a:ln>
        </p:spPr>
        <p:txBody>
          <a:bodyPr anchorCtr="0" anchor="t" bIns="0" lIns="137150" spcFirstLastPara="1" rIns="0" wrap="square" tIns="0">
            <a:noAutofit/>
          </a:bodyPr>
          <a:lstStyle/>
          <a:p>
            <a:pPr indent="0" lvl="0" marL="0" marR="0" rtl="0" algn="l">
              <a:lnSpc>
                <a:spcPct val="90000"/>
              </a:lnSpc>
              <a:spcBef>
                <a:spcPts val="0"/>
              </a:spcBef>
              <a:spcAft>
                <a:spcPts val="0"/>
              </a:spcAft>
              <a:buClr>
                <a:schemeClr val="dk1"/>
              </a:buClr>
              <a:buSzPts val="1100"/>
              <a:buFont typeface="Arial"/>
              <a:buNone/>
            </a:pPr>
            <a:r>
              <a:t/>
            </a:r>
            <a:endParaRPr b="1" i="0" sz="800" u="none" cap="none" strike="noStrike">
              <a:solidFill>
                <a:schemeClr val="dk1"/>
              </a:solidFill>
              <a:latin typeface="Verizon NHG TX"/>
              <a:ea typeface="Verizon NHG TX"/>
              <a:cs typeface="Verizon NHG TX"/>
              <a:sym typeface="Verizon NHG TX"/>
            </a:endParaRPr>
          </a:p>
          <a:p>
            <a:pPr indent="0" lvl="0" marL="0" marR="0" rtl="0" algn="l">
              <a:lnSpc>
                <a:spcPct val="90000"/>
              </a:lnSpc>
              <a:spcBef>
                <a:spcPts val="0"/>
              </a:spcBef>
              <a:spcAft>
                <a:spcPts val="0"/>
              </a:spcAft>
              <a:buClr>
                <a:schemeClr val="dk1"/>
              </a:buClr>
              <a:buSzPts val="1100"/>
              <a:buFont typeface="Arial"/>
              <a:buNone/>
            </a:pPr>
            <a:r>
              <a:rPr b="1" i="0" lang="en" sz="800" u="none" cap="none" strike="noStrike">
                <a:solidFill>
                  <a:schemeClr val="dk1"/>
                </a:solidFill>
                <a:latin typeface="Verizon NHG TX"/>
                <a:ea typeface="Verizon NHG TX"/>
                <a:cs typeface="Verizon NHG TX"/>
                <a:sym typeface="Verizon NHG TX"/>
              </a:rPr>
              <a:t>Design digital Sales &amp; Service ecosystems that make it easy &amp; enjoyable to engage with Verizon</a:t>
            </a:r>
            <a:endParaRPr b="1" i="0" sz="900" u="none" cap="none" strike="noStrike">
              <a:solidFill>
                <a:srgbClr val="434343"/>
              </a:solidFill>
              <a:latin typeface="Verizon NHG TX"/>
              <a:ea typeface="Verizon NHG TX"/>
              <a:cs typeface="Verizon NHG TX"/>
              <a:sym typeface="Verizon NHG TX"/>
            </a:endParaRPr>
          </a:p>
        </p:txBody>
      </p:sp>
      <p:sp>
        <p:nvSpPr>
          <p:cNvPr id="2083" name="Google Shape;2083;p317"/>
          <p:cNvSpPr/>
          <p:nvPr/>
        </p:nvSpPr>
        <p:spPr>
          <a:xfrm>
            <a:off x="2068770" y="1576700"/>
            <a:ext cx="1579800" cy="709500"/>
          </a:xfrm>
          <a:prstGeom prst="rect">
            <a:avLst/>
          </a:prstGeom>
          <a:solidFill>
            <a:srgbClr val="F3EDE0"/>
          </a:solidFill>
          <a:ln>
            <a:noFill/>
          </a:ln>
        </p:spPr>
        <p:txBody>
          <a:bodyPr anchorCtr="0" anchor="t" bIns="0" lIns="137150" spcFirstLastPara="1" rIns="0" wrap="square" tIns="0">
            <a:noAutofit/>
          </a:bodyPr>
          <a:lstStyle/>
          <a:p>
            <a:pPr indent="0" lvl="0" marL="0" marR="0" rtl="0" algn="l">
              <a:lnSpc>
                <a:spcPct val="90000"/>
              </a:lnSpc>
              <a:spcBef>
                <a:spcPts val="0"/>
              </a:spcBef>
              <a:spcAft>
                <a:spcPts val="0"/>
              </a:spcAft>
              <a:buClr>
                <a:schemeClr val="dk1"/>
              </a:buClr>
              <a:buSzPts val="1100"/>
              <a:buFont typeface="Arial"/>
              <a:buNone/>
            </a:pPr>
            <a:r>
              <a:t/>
            </a:r>
            <a:endParaRPr b="1" i="0" sz="800" u="none" cap="none" strike="noStrike">
              <a:solidFill>
                <a:schemeClr val="dk1"/>
              </a:solidFill>
              <a:latin typeface="Verizon NHG TX"/>
              <a:ea typeface="Verizon NHG TX"/>
              <a:cs typeface="Verizon NHG TX"/>
              <a:sym typeface="Verizon NHG TX"/>
            </a:endParaRPr>
          </a:p>
          <a:p>
            <a:pPr indent="0" lvl="0" marL="0" marR="0" rtl="0" algn="l">
              <a:lnSpc>
                <a:spcPct val="90000"/>
              </a:lnSpc>
              <a:spcBef>
                <a:spcPts val="0"/>
              </a:spcBef>
              <a:spcAft>
                <a:spcPts val="0"/>
              </a:spcAft>
              <a:buClr>
                <a:schemeClr val="dk1"/>
              </a:buClr>
              <a:buSzPts val="1100"/>
              <a:buFont typeface="Arial"/>
              <a:buNone/>
            </a:pPr>
            <a:r>
              <a:rPr b="1" i="0" lang="en" sz="800" u="none" cap="none" strike="noStrike">
                <a:solidFill>
                  <a:schemeClr val="dk1"/>
                </a:solidFill>
                <a:latin typeface="Verizon NHG TX"/>
                <a:ea typeface="Verizon NHG TX"/>
                <a:cs typeface="Verizon NHG TX"/>
                <a:sym typeface="Verizon NHG TX"/>
              </a:rPr>
              <a:t>Create products that customers love</a:t>
            </a:r>
            <a:endParaRPr b="1" i="0" sz="900" u="none" cap="none" strike="noStrike">
              <a:solidFill>
                <a:srgbClr val="434343"/>
              </a:solidFill>
              <a:latin typeface="Verizon NHG TX"/>
              <a:ea typeface="Verizon NHG TX"/>
              <a:cs typeface="Verizon NHG TX"/>
              <a:sym typeface="Verizon NHG TX"/>
            </a:endParaRPr>
          </a:p>
        </p:txBody>
      </p:sp>
      <p:sp>
        <p:nvSpPr>
          <p:cNvPr id="2084" name="Google Shape;2084;p317"/>
          <p:cNvSpPr/>
          <p:nvPr/>
        </p:nvSpPr>
        <p:spPr>
          <a:xfrm>
            <a:off x="3708481" y="1576700"/>
            <a:ext cx="1579800" cy="709500"/>
          </a:xfrm>
          <a:prstGeom prst="rect">
            <a:avLst/>
          </a:prstGeom>
          <a:solidFill>
            <a:srgbClr val="F3EDE0"/>
          </a:solidFill>
          <a:ln>
            <a:noFill/>
          </a:ln>
        </p:spPr>
        <p:txBody>
          <a:bodyPr anchorCtr="0" anchor="t" bIns="0" lIns="137150" spcFirstLastPara="1" rIns="0" wrap="square" tIns="0">
            <a:noAutofit/>
          </a:bodyPr>
          <a:lstStyle/>
          <a:p>
            <a:pPr indent="0" lvl="0" marL="0" marR="0" rtl="0" algn="l">
              <a:lnSpc>
                <a:spcPct val="90000"/>
              </a:lnSpc>
              <a:spcBef>
                <a:spcPts val="0"/>
              </a:spcBef>
              <a:spcAft>
                <a:spcPts val="0"/>
              </a:spcAft>
              <a:buClr>
                <a:schemeClr val="dk1"/>
              </a:buClr>
              <a:buSzPts val="1100"/>
              <a:buFont typeface="Arial"/>
              <a:buNone/>
            </a:pPr>
            <a:r>
              <a:t/>
            </a:r>
            <a:endParaRPr b="1" i="0" sz="800" u="none" cap="none" strike="noStrike">
              <a:solidFill>
                <a:schemeClr val="dk1"/>
              </a:solidFill>
              <a:latin typeface="Verizon NHG TX"/>
              <a:ea typeface="Verizon NHG TX"/>
              <a:cs typeface="Verizon NHG TX"/>
              <a:sym typeface="Verizon NHG TX"/>
            </a:endParaRPr>
          </a:p>
          <a:p>
            <a:pPr indent="0" lvl="0" marL="0" marR="0" rtl="0" algn="l">
              <a:lnSpc>
                <a:spcPct val="90000"/>
              </a:lnSpc>
              <a:spcBef>
                <a:spcPts val="0"/>
              </a:spcBef>
              <a:spcAft>
                <a:spcPts val="0"/>
              </a:spcAft>
              <a:buClr>
                <a:schemeClr val="dk1"/>
              </a:buClr>
              <a:buSzPts val="1100"/>
              <a:buFont typeface="Arial"/>
              <a:buNone/>
            </a:pPr>
            <a:r>
              <a:rPr b="1" i="0" lang="en" sz="800" u="none" cap="none" strike="noStrike">
                <a:solidFill>
                  <a:schemeClr val="dk1"/>
                </a:solidFill>
                <a:latin typeface="Verizon NHG TX"/>
                <a:ea typeface="Verizon NHG TX"/>
                <a:cs typeface="Verizon NHG TX"/>
                <a:sym typeface="Verizon NHG TX"/>
              </a:rPr>
              <a:t>Create experience frameworks that enable frictionless interoperability of people, products, &amp; partners</a:t>
            </a:r>
            <a:endParaRPr b="1" i="0" sz="900" u="none" cap="none" strike="noStrike">
              <a:solidFill>
                <a:srgbClr val="434343"/>
              </a:solidFill>
              <a:latin typeface="Verizon NHG TX"/>
              <a:ea typeface="Verizon NHG TX"/>
              <a:cs typeface="Verizon NHG TX"/>
              <a:sym typeface="Verizon NHG TX"/>
            </a:endParaRPr>
          </a:p>
        </p:txBody>
      </p:sp>
      <p:sp>
        <p:nvSpPr>
          <p:cNvPr id="2085" name="Google Shape;2085;p317"/>
          <p:cNvSpPr/>
          <p:nvPr/>
        </p:nvSpPr>
        <p:spPr>
          <a:xfrm>
            <a:off x="420900" y="2378349"/>
            <a:ext cx="1579800" cy="2177100"/>
          </a:xfrm>
          <a:prstGeom prst="rect">
            <a:avLst/>
          </a:prstGeom>
          <a:solidFill>
            <a:srgbClr val="F3EDE0"/>
          </a:solidFill>
          <a:ln>
            <a:noFill/>
          </a:ln>
        </p:spPr>
        <p:txBody>
          <a:bodyPr anchorCtr="0" anchor="t" bIns="64000" lIns="68575" spcFirstLastPara="1" rIns="68575" wrap="square" tIns="64000">
            <a:noAutofit/>
          </a:bodyPr>
          <a:lstStyle/>
          <a:p>
            <a:pPr indent="0" lvl="0" marL="0" marR="0" rtl="0" algn="l">
              <a:lnSpc>
                <a:spcPct val="80000"/>
              </a:lnSpc>
              <a:spcBef>
                <a:spcPts val="0"/>
              </a:spcBef>
              <a:spcAft>
                <a:spcPts val="0"/>
              </a:spcAft>
              <a:buClr>
                <a:schemeClr val="dk1"/>
              </a:buClr>
              <a:buSzPts val="1100"/>
              <a:buFont typeface="Arial"/>
              <a:buNone/>
            </a:pPr>
            <a:r>
              <a:rPr b="1" i="0" lang="en" sz="700" u="none" cap="none" strike="noStrike">
                <a:solidFill>
                  <a:schemeClr val="dk1"/>
                </a:solidFill>
                <a:latin typeface="Verizon NHG DS"/>
                <a:ea typeface="Verizon NHG DS"/>
                <a:cs typeface="Verizon NHG DS"/>
                <a:sym typeface="Verizon NHG DS"/>
              </a:rPr>
              <a:t>Focus on: </a:t>
            </a:r>
            <a:endParaRPr b="1" i="0" sz="700" u="none" cap="none" strike="noStrike">
              <a:solidFill>
                <a:schemeClr val="dk1"/>
              </a:solidFill>
              <a:latin typeface="Verizon NHG DS"/>
              <a:ea typeface="Verizon NHG DS"/>
              <a:cs typeface="Verizon NHG DS"/>
              <a:sym typeface="Verizon NHG DS"/>
            </a:endParaRPr>
          </a:p>
          <a:p>
            <a:pPr indent="-90170" lvl="0" marL="91440" marR="0" rtl="0" algn="l">
              <a:lnSpc>
                <a:spcPct val="90000"/>
              </a:lnSpc>
              <a:spcBef>
                <a:spcPts val="0"/>
              </a:spcBef>
              <a:spcAft>
                <a:spcPts val="0"/>
              </a:spcAft>
              <a:buClr>
                <a:schemeClr val="dk1"/>
              </a:buClr>
              <a:buSzPts val="700"/>
              <a:buFont typeface="Verizon NHG DS"/>
              <a:buChar char="●"/>
            </a:pPr>
            <a:r>
              <a:rPr b="0" i="0" lang="en" sz="700" u="none" cap="none" strike="noStrike">
                <a:solidFill>
                  <a:schemeClr val="dk1"/>
                </a:solidFill>
                <a:latin typeface="Verizon NHG DS"/>
                <a:ea typeface="Verizon NHG DS"/>
                <a:cs typeface="Verizon NHG DS"/>
                <a:sym typeface="Verizon NHG DS"/>
              </a:rPr>
              <a:t>Browse disruptive vision &amp; roadmap</a:t>
            </a:r>
            <a:endParaRPr b="0" i="0" sz="700" u="none" cap="none" strike="noStrike">
              <a:solidFill>
                <a:schemeClr val="dk1"/>
              </a:solidFill>
              <a:latin typeface="Verizon NHG DS"/>
              <a:ea typeface="Verizon NHG DS"/>
              <a:cs typeface="Verizon NHG DS"/>
              <a:sym typeface="Verizon NHG DS"/>
            </a:endParaRPr>
          </a:p>
          <a:p>
            <a:pPr indent="-90170" lvl="0" marL="91440" marR="0" rtl="0" algn="l">
              <a:lnSpc>
                <a:spcPct val="90000"/>
              </a:lnSpc>
              <a:spcBef>
                <a:spcPts val="0"/>
              </a:spcBef>
              <a:spcAft>
                <a:spcPts val="0"/>
              </a:spcAft>
              <a:buClr>
                <a:schemeClr val="dk1"/>
              </a:buClr>
              <a:buSzPts val="700"/>
              <a:buFont typeface="Verizon NHG DS"/>
              <a:buChar char="●"/>
            </a:pPr>
            <a:r>
              <a:rPr b="0" i="0" lang="en" sz="700" u="none" cap="none" strike="noStrike">
                <a:solidFill>
                  <a:schemeClr val="dk1"/>
                </a:solidFill>
                <a:latin typeface="Verizon NHG DS"/>
                <a:ea typeface="Verizon NHG DS"/>
                <a:cs typeface="Verizon NHG DS"/>
                <a:sym typeface="Verizon NHG DS"/>
              </a:rPr>
              <a:t>Platform </a:t>
            </a:r>
            <a:r>
              <a:rPr b="1" i="0" lang="en" sz="700" u="none" cap="none" strike="noStrike">
                <a:solidFill>
                  <a:schemeClr val="dk1"/>
                </a:solidFill>
                <a:latin typeface="Verizon NHG DS"/>
                <a:ea typeface="Verizon NHG DS"/>
                <a:cs typeface="Verizon NHG DS"/>
                <a:sym typeface="Verizon NHG DS"/>
              </a:rPr>
              <a:t>level</a:t>
            </a:r>
            <a:r>
              <a:rPr b="0" i="0" lang="en" sz="700" u="none" cap="none" strike="noStrike">
                <a:solidFill>
                  <a:schemeClr val="dk1"/>
                </a:solidFill>
                <a:latin typeface="Verizon NHG DS"/>
                <a:ea typeface="Verizon NHG DS"/>
                <a:cs typeface="Verizon NHG DS"/>
                <a:sym typeface="Verizon NHG DS"/>
              </a:rPr>
              <a:t> coordination of global elements &amp; sticky components</a:t>
            </a:r>
            <a:endParaRPr b="0" i="0" sz="700" u="none" cap="none" strike="noStrike">
              <a:solidFill>
                <a:schemeClr val="dk1"/>
              </a:solidFill>
              <a:latin typeface="Verizon NHG DS"/>
              <a:ea typeface="Verizon NHG DS"/>
              <a:cs typeface="Verizon NHG DS"/>
              <a:sym typeface="Verizon NHG DS"/>
            </a:endParaRPr>
          </a:p>
          <a:p>
            <a:pPr indent="-90170" lvl="0" marL="91440" marR="0" rtl="0" algn="l">
              <a:lnSpc>
                <a:spcPct val="90000"/>
              </a:lnSpc>
              <a:spcBef>
                <a:spcPts val="0"/>
              </a:spcBef>
              <a:spcAft>
                <a:spcPts val="0"/>
              </a:spcAft>
              <a:buClr>
                <a:schemeClr val="dk1"/>
              </a:buClr>
              <a:buSzPts val="700"/>
              <a:buFont typeface="Verizon NHG DS"/>
              <a:buChar char="●"/>
            </a:pPr>
            <a:r>
              <a:rPr b="0" i="0" lang="en" sz="700" u="none" cap="none" strike="noStrike">
                <a:solidFill>
                  <a:schemeClr val="dk1"/>
                </a:solidFill>
                <a:latin typeface="Verizon NHG DS"/>
                <a:ea typeface="Verizon NHG DS"/>
                <a:cs typeface="Verizon NHG DS"/>
                <a:sym typeface="Verizon NHG DS"/>
              </a:rPr>
              <a:t>Rearchitect account exp with individual profiles &amp; device/line relationship</a:t>
            </a:r>
            <a:endParaRPr b="0" i="0" sz="700" u="none" cap="none" strike="noStrike">
              <a:solidFill>
                <a:schemeClr val="dk1"/>
              </a:solidFill>
              <a:latin typeface="Verizon NHG DS"/>
              <a:ea typeface="Verizon NHG DS"/>
              <a:cs typeface="Verizon NHG DS"/>
              <a:sym typeface="Verizon NHG DS"/>
            </a:endParaRPr>
          </a:p>
          <a:p>
            <a:pPr indent="-90170" lvl="0" marL="91440" marR="0" rtl="0" algn="l">
              <a:lnSpc>
                <a:spcPct val="90000"/>
              </a:lnSpc>
              <a:spcBef>
                <a:spcPts val="0"/>
              </a:spcBef>
              <a:spcAft>
                <a:spcPts val="0"/>
              </a:spcAft>
              <a:buClr>
                <a:schemeClr val="dk1"/>
              </a:buClr>
              <a:buSzPts val="700"/>
              <a:buFont typeface="Verizon NHG DS"/>
              <a:buChar char="●"/>
            </a:pPr>
            <a:r>
              <a:rPr b="0" i="0" lang="en" sz="700" u="none" cap="none" strike="noStrike">
                <a:solidFill>
                  <a:schemeClr val="dk1"/>
                </a:solidFill>
                <a:latin typeface="Verizon NHG DS"/>
                <a:ea typeface="Verizon NHG DS"/>
                <a:cs typeface="Verizon NHG DS"/>
                <a:sym typeface="Verizon NHG DS"/>
              </a:rPr>
              <a:t>Responsive POS for Mobile rep experience, ACSS Simplification, Migrate Inside Sales to ACSS</a:t>
            </a:r>
            <a:endParaRPr b="0" i="0" sz="700" u="none" cap="none" strike="noStrike">
              <a:solidFill>
                <a:schemeClr val="dk1"/>
              </a:solidFill>
              <a:latin typeface="Verizon NHG DS"/>
              <a:ea typeface="Verizon NHG DS"/>
              <a:cs typeface="Verizon NHG DS"/>
              <a:sym typeface="Verizon NHG DS"/>
            </a:endParaRPr>
          </a:p>
          <a:p>
            <a:pPr indent="-90170" lvl="0" marL="91440" marR="0" rtl="0" algn="l">
              <a:lnSpc>
                <a:spcPct val="90000"/>
              </a:lnSpc>
              <a:spcBef>
                <a:spcPts val="0"/>
              </a:spcBef>
              <a:spcAft>
                <a:spcPts val="0"/>
              </a:spcAft>
              <a:buClr>
                <a:schemeClr val="dk1"/>
              </a:buClr>
              <a:buSzPts val="700"/>
              <a:buFont typeface="Verizon NHG DS"/>
              <a:buChar char="●"/>
            </a:pPr>
            <a:r>
              <a:rPr b="0" i="0" lang="en" sz="700" u="none" cap="none" strike="noStrike">
                <a:solidFill>
                  <a:schemeClr val="dk1"/>
                </a:solidFill>
                <a:latin typeface="Verizon NHG DS"/>
                <a:ea typeface="Verizon NHG DS"/>
                <a:cs typeface="Verizon NHG DS"/>
                <a:sym typeface="Verizon NHG DS"/>
              </a:rPr>
              <a:t>AI capability integration, cont. Personal Shopper &amp; Problem Solver, PRA</a:t>
            </a:r>
            <a:endParaRPr b="0" i="0" sz="700" u="none" cap="none" strike="noStrike">
              <a:solidFill>
                <a:schemeClr val="dk1"/>
              </a:solidFill>
              <a:latin typeface="Verizon NHG DS"/>
              <a:ea typeface="Verizon NHG DS"/>
              <a:cs typeface="Verizon NHG DS"/>
              <a:sym typeface="Verizon NHG DS"/>
            </a:endParaRPr>
          </a:p>
          <a:p>
            <a:pPr indent="-90170" lvl="0" marL="91440" marR="0" rtl="0" algn="l">
              <a:lnSpc>
                <a:spcPct val="90000"/>
              </a:lnSpc>
              <a:spcBef>
                <a:spcPts val="0"/>
              </a:spcBef>
              <a:spcAft>
                <a:spcPts val="0"/>
              </a:spcAft>
              <a:buClr>
                <a:schemeClr val="dk1"/>
              </a:buClr>
              <a:buSzPts val="700"/>
              <a:buFont typeface="Verizon NHG DS"/>
              <a:buChar char="●"/>
            </a:pPr>
            <a:r>
              <a:rPr b="0" i="0" lang="en" sz="700" u="none" cap="none" strike="noStrike">
                <a:solidFill>
                  <a:schemeClr val="dk1"/>
                </a:solidFill>
                <a:latin typeface="Verizon NHG DS"/>
                <a:ea typeface="Verizon NHG DS"/>
                <a:cs typeface="Verizon NHG DS"/>
                <a:sym typeface="Verizon NHG DS"/>
              </a:rPr>
              <a:t>Onboarding Identify product area parts through coordinated exp vision</a:t>
            </a:r>
            <a:endParaRPr b="0" i="0" sz="700" u="none" cap="none" strike="noStrike">
              <a:solidFill>
                <a:schemeClr val="dk1"/>
              </a:solidFill>
              <a:latin typeface="Verizon NHG DS"/>
              <a:ea typeface="Verizon NHG DS"/>
              <a:cs typeface="Verizon NHG DS"/>
              <a:sym typeface="Verizon NHG DS"/>
            </a:endParaRPr>
          </a:p>
          <a:p>
            <a:pPr indent="-90170" lvl="0" marL="91440" marR="0" rtl="0" algn="l">
              <a:lnSpc>
                <a:spcPct val="90000"/>
              </a:lnSpc>
              <a:spcBef>
                <a:spcPts val="0"/>
              </a:spcBef>
              <a:spcAft>
                <a:spcPts val="0"/>
              </a:spcAft>
              <a:buClr>
                <a:schemeClr val="dk1"/>
              </a:buClr>
              <a:buSzPts val="700"/>
              <a:buFont typeface="Verizon NHG DS"/>
              <a:buChar char="●"/>
            </a:pPr>
            <a:r>
              <a:rPr b="0" i="0" lang="en" sz="700" u="none" cap="none" strike="noStrike">
                <a:solidFill>
                  <a:schemeClr val="dk1"/>
                </a:solidFill>
                <a:latin typeface="Verizon NHG DS"/>
                <a:ea typeface="Verizon NHG DS"/>
                <a:cs typeface="Verizon NHG DS"/>
                <a:sym typeface="Verizon NHG DS"/>
              </a:rPr>
              <a:t>End to end mapping for Retail</a:t>
            </a:r>
            <a:endParaRPr b="0" i="0" sz="700" u="none" cap="none" strike="noStrike">
              <a:solidFill>
                <a:schemeClr val="dk1"/>
              </a:solidFill>
              <a:latin typeface="Verizon NHG DS"/>
              <a:ea typeface="Verizon NHG DS"/>
              <a:cs typeface="Verizon NHG DS"/>
              <a:sym typeface="Verizon NHG DS"/>
            </a:endParaRPr>
          </a:p>
          <a:p>
            <a:pPr indent="-90170" lvl="0" marL="91440" marR="0" rtl="0" algn="l">
              <a:lnSpc>
                <a:spcPct val="90000"/>
              </a:lnSpc>
              <a:spcBef>
                <a:spcPts val="0"/>
              </a:spcBef>
              <a:spcAft>
                <a:spcPts val="0"/>
              </a:spcAft>
              <a:buClr>
                <a:schemeClr val="dk1"/>
              </a:buClr>
              <a:buSzPts val="700"/>
              <a:buFont typeface="Verizon NHG DS"/>
              <a:buChar char="●"/>
            </a:pPr>
            <a:r>
              <a:rPr b="0" i="0" lang="en" sz="700" u="none" cap="none" strike="noStrike">
                <a:solidFill>
                  <a:schemeClr val="dk1"/>
                </a:solidFill>
                <a:latin typeface="Verizon NHG DS"/>
                <a:ea typeface="Verizon NHG DS"/>
                <a:cs typeface="Verizon NHG DS"/>
                <a:sym typeface="Verizon NHG DS"/>
              </a:rPr>
              <a:t>Framework for in-store screens starting with guided sales</a:t>
            </a:r>
            <a:endParaRPr b="1" i="0" sz="700" u="none" cap="none" strike="noStrike">
              <a:solidFill>
                <a:srgbClr val="434343"/>
              </a:solidFill>
              <a:latin typeface="Verizon NHG DS"/>
              <a:ea typeface="Verizon NHG DS"/>
              <a:cs typeface="Verizon NHG DS"/>
              <a:sym typeface="Verizon NHG DS"/>
            </a:endParaRPr>
          </a:p>
        </p:txBody>
      </p:sp>
      <p:sp>
        <p:nvSpPr>
          <p:cNvPr id="2086" name="Google Shape;2086;p317"/>
          <p:cNvSpPr/>
          <p:nvPr/>
        </p:nvSpPr>
        <p:spPr>
          <a:xfrm>
            <a:off x="2060611" y="2378349"/>
            <a:ext cx="1579800" cy="2177100"/>
          </a:xfrm>
          <a:prstGeom prst="rect">
            <a:avLst/>
          </a:prstGeom>
          <a:solidFill>
            <a:srgbClr val="F3EDE0"/>
          </a:solidFill>
          <a:ln>
            <a:noFill/>
          </a:ln>
        </p:spPr>
        <p:txBody>
          <a:bodyPr anchorCtr="0" anchor="t" bIns="64000" lIns="68575" spcFirstLastPara="1" rIns="68575" wrap="square" tIns="64000">
            <a:noAutofit/>
          </a:bodyPr>
          <a:lstStyle/>
          <a:p>
            <a:pPr indent="0" lvl="0" marL="0" marR="0" rtl="0" algn="l">
              <a:lnSpc>
                <a:spcPct val="80000"/>
              </a:lnSpc>
              <a:spcBef>
                <a:spcPts val="0"/>
              </a:spcBef>
              <a:spcAft>
                <a:spcPts val="0"/>
              </a:spcAft>
              <a:buClr>
                <a:schemeClr val="dk1"/>
              </a:buClr>
              <a:buSzPts val="1100"/>
              <a:buFont typeface="Arial"/>
              <a:buNone/>
            </a:pPr>
            <a:r>
              <a:rPr b="1" i="0" lang="en" sz="700" u="none" cap="none" strike="noStrike">
                <a:solidFill>
                  <a:schemeClr val="dk1"/>
                </a:solidFill>
                <a:latin typeface="Verizon NHG DS"/>
                <a:ea typeface="Verizon NHG DS"/>
                <a:cs typeface="Verizon NHG DS"/>
                <a:sym typeface="Verizon NHG DS"/>
              </a:rPr>
              <a:t>Focus on: </a:t>
            </a:r>
            <a:endParaRPr b="1" i="0" sz="700" u="none" cap="none" strike="noStrike">
              <a:solidFill>
                <a:schemeClr val="dk1"/>
              </a:solidFill>
              <a:latin typeface="Verizon NHG DS"/>
              <a:ea typeface="Verizon NHG DS"/>
              <a:cs typeface="Verizon NHG DS"/>
              <a:sym typeface="Verizon NHG DS"/>
            </a:endParaRPr>
          </a:p>
          <a:p>
            <a:pPr indent="-90170" lvl="0" marL="91440" marR="0" rtl="0" algn="l">
              <a:lnSpc>
                <a:spcPct val="90000"/>
              </a:lnSpc>
              <a:spcBef>
                <a:spcPts val="0"/>
              </a:spcBef>
              <a:spcAft>
                <a:spcPts val="0"/>
              </a:spcAft>
              <a:buClr>
                <a:schemeClr val="dk1"/>
              </a:buClr>
              <a:buSzPts val="700"/>
              <a:buFont typeface="Verizon NHG DS"/>
              <a:buChar char="●"/>
            </a:pPr>
            <a:r>
              <a:rPr b="1" i="0" lang="en" sz="700" u="none" cap="none" strike="noStrike">
                <a:solidFill>
                  <a:schemeClr val="dk1"/>
                </a:solidFill>
                <a:latin typeface="Verizon NHG DS"/>
                <a:ea typeface="Verizon NHG DS"/>
                <a:cs typeface="Verizon NHG DS"/>
                <a:sym typeface="Verizon NHG DS"/>
              </a:rPr>
              <a:t>Home Products &amp; Experiences </a:t>
            </a:r>
            <a:r>
              <a:rPr b="0" i="0" lang="en" sz="700" u="none" cap="none" strike="noStrike">
                <a:solidFill>
                  <a:schemeClr val="dk1"/>
                </a:solidFill>
                <a:latin typeface="Verizon NHG DS"/>
                <a:ea typeface="Verizon NHG DS"/>
                <a:cs typeface="Verizon NHG DS"/>
                <a:sym typeface="Verizon NHG DS"/>
              </a:rPr>
              <a:t>"Win the Home" with beautiful hardware, simple setup, and a best-in-category app experience to manage home connectivity and IoT devices.</a:t>
            </a:r>
            <a:endParaRPr b="1" i="0" sz="700" u="none" cap="none" strike="noStrike">
              <a:solidFill>
                <a:schemeClr val="dk1"/>
              </a:solidFill>
              <a:latin typeface="Verizon NHG DS"/>
              <a:ea typeface="Verizon NHG DS"/>
              <a:cs typeface="Verizon NHG DS"/>
              <a:sym typeface="Verizon NHG DS"/>
            </a:endParaRPr>
          </a:p>
          <a:p>
            <a:pPr indent="-90170" lvl="0" marL="91440" marR="0" rtl="0" algn="l">
              <a:lnSpc>
                <a:spcPct val="90000"/>
              </a:lnSpc>
              <a:spcBef>
                <a:spcPts val="0"/>
              </a:spcBef>
              <a:spcAft>
                <a:spcPts val="0"/>
              </a:spcAft>
              <a:buClr>
                <a:schemeClr val="dk1"/>
              </a:buClr>
              <a:buSzPts val="700"/>
              <a:buFont typeface="Verizon NHG DS"/>
              <a:buChar char="●"/>
            </a:pPr>
            <a:r>
              <a:rPr b="1" i="0" lang="en" sz="700" u="none" cap="none" strike="noStrike">
                <a:solidFill>
                  <a:schemeClr val="dk1"/>
                </a:solidFill>
                <a:latin typeface="Verizon NHG DS"/>
                <a:ea typeface="Verizon NHG DS"/>
                <a:cs typeface="Verizon NHG DS"/>
                <a:sym typeface="Verizon NHG DS"/>
              </a:rPr>
              <a:t>Beyond Connectivity Products &amp; Services </a:t>
            </a:r>
            <a:r>
              <a:rPr b="0" i="0" lang="en" sz="700" u="none" cap="none" strike="noStrike">
                <a:solidFill>
                  <a:schemeClr val="dk1"/>
                </a:solidFill>
                <a:latin typeface="Verizon NHG DS"/>
                <a:ea typeface="Verizon NHG DS"/>
                <a:cs typeface="Verizon NHG DS"/>
                <a:sym typeface="Verizon NHG DS"/>
              </a:rPr>
              <a:t>Deliver lovable customer products that meet their everyday needs and empower their lives.</a:t>
            </a:r>
            <a:endParaRPr b="1" i="0" sz="700" u="none" cap="none" strike="noStrike">
              <a:solidFill>
                <a:schemeClr val="dk1"/>
              </a:solidFill>
              <a:latin typeface="Verizon NHG DS"/>
              <a:ea typeface="Verizon NHG DS"/>
              <a:cs typeface="Verizon NHG DS"/>
              <a:sym typeface="Verizon NHG DS"/>
            </a:endParaRPr>
          </a:p>
          <a:p>
            <a:pPr indent="-90170" lvl="0" marL="91440" marR="0" rtl="0" algn="l">
              <a:lnSpc>
                <a:spcPct val="90000"/>
              </a:lnSpc>
              <a:spcBef>
                <a:spcPts val="0"/>
              </a:spcBef>
              <a:spcAft>
                <a:spcPts val="0"/>
              </a:spcAft>
              <a:buClr>
                <a:schemeClr val="dk1"/>
              </a:buClr>
              <a:buSzPts val="700"/>
              <a:buFont typeface="Verizon NHG DS"/>
              <a:buChar char="●"/>
            </a:pPr>
            <a:r>
              <a:rPr b="1" i="0" lang="en" sz="700" u="none" cap="none" strike="noStrike">
                <a:solidFill>
                  <a:schemeClr val="dk1"/>
                </a:solidFill>
                <a:latin typeface="Verizon NHG DS"/>
                <a:ea typeface="Verizon NHG DS"/>
                <a:cs typeface="Verizon NHG DS"/>
                <a:sym typeface="Verizon NHG DS"/>
              </a:rPr>
              <a:t>Mobile Products &amp; Services </a:t>
            </a:r>
            <a:r>
              <a:rPr b="0" i="0" lang="en" sz="700" u="none" cap="none" strike="noStrike">
                <a:solidFill>
                  <a:schemeClr val="dk1"/>
                </a:solidFill>
                <a:latin typeface="Verizon NHG DS"/>
                <a:ea typeface="Verizon NHG DS"/>
                <a:cs typeface="Verizon NHG DS"/>
                <a:sym typeface="Verizon NHG DS"/>
              </a:rPr>
              <a:t>The category's easiest mobile setup &amp; activation experience through seamless partnership with device OEMs. </a:t>
            </a:r>
            <a:endParaRPr b="1" i="0" sz="700" u="none" cap="none" strike="noStrike">
              <a:solidFill>
                <a:srgbClr val="434343"/>
              </a:solidFill>
              <a:latin typeface="Verizon NHG DS"/>
              <a:ea typeface="Verizon NHG DS"/>
              <a:cs typeface="Verizon NHG DS"/>
              <a:sym typeface="Verizon NHG DS"/>
            </a:endParaRPr>
          </a:p>
        </p:txBody>
      </p:sp>
      <p:sp>
        <p:nvSpPr>
          <p:cNvPr id="2087" name="Google Shape;2087;p317"/>
          <p:cNvSpPr/>
          <p:nvPr/>
        </p:nvSpPr>
        <p:spPr>
          <a:xfrm>
            <a:off x="3700322" y="2391920"/>
            <a:ext cx="1579800" cy="2177100"/>
          </a:xfrm>
          <a:prstGeom prst="rect">
            <a:avLst/>
          </a:prstGeom>
          <a:solidFill>
            <a:srgbClr val="F3EDE0"/>
          </a:solidFill>
          <a:ln>
            <a:noFill/>
          </a:ln>
        </p:spPr>
        <p:txBody>
          <a:bodyPr anchorCtr="0" anchor="t" bIns="64000" lIns="68575" spcFirstLastPara="1" rIns="68575" wrap="square" tIns="64000">
            <a:noAutofit/>
          </a:bodyPr>
          <a:lstStyle/>
          <a:p>
            <a:pPr indent="0" lvl="0" marL="0" marR="0" rtl="0" algn="l">
              <a:lnSpc>
                <a:spcPct val="90000"/>
              </a:lnSpc>
              <a:spcBef>
                <a:spcPts val="0"/>
              </a:spcBef>
              <a:spcAft>
                <a:spcPts val="0"/>
              </a:spcAft>
              <a:buClr>
                <a:schemeClr val="dk1"/>
              </a:buClr>
              <a:buSzPts val="1100"/>
              <a:buFont typeface="Arial"/>
              <a:buNone/>
            </a:pPr>
            <a:r>
              <a:rPr b="1" i="0" lang="en" sz="700" u="none" cap="none" strike="noStrike">
                <a:solidFill>
                  <a:schemeClr val="dk1"/>
                </a:solidFill>
                <a:latin typeface="Verizon NHG DS"/>
                <a:ea typeface="Verizon NHG DS"/>
                <a:cs typeface="Verizon NHG DS"/>
                <a:sym typeface="Verizon NHG DS"/>
              </a:rPr>
              <a:t>Focus on: </a:t>
            </a:r>
            <a:endParaRPr b="1" i="0" sz="700" u="none" cap="none" strike="noStrike">
              <a:solidFill>
                <a:schemeClr val="dk1"/>
              </a:solidFill>
              <a:latin typeface="Verizon NHG DS"/>
              <a:ea typeface="Verizon NHG DS"/>
              <a:cs typeface="Verizon NHG DS"/>
              <a:sym typeface="Verizon NHG DS"/>
            </a:endParaRPr>
          </a:p>
          <a:p>
            <a:pPr indent="-90170" lvl="0" marL="91440" marR="0" rtl="0" algn="l">
              <a:lnSpc>
                <a:spcPct val="100000"/>
              </a:lnSpc>
              <a:spcBef>
                <a:spcPts val="0"/>
              </a:spcBef>
              <a:spcAft>
                <a:spcPts val="0"/>
              </a:spcAft>
              <a:buClr>
                <a:schemeClr val="dk1"/>
              </a:buClr>
              <a:buSzPts val="700"/>
              <a:buFont typeface="Verizon NHG TX"/>
              <a:buChar char="●"/>
            </a:pPr>
            <a:r>
              <a:rPr b="1" i="0" lang="en" sz="700" u="none" cap="none" strike="noStrike">
                <a:solidFill>
                  <a:schemeClr val="dk1"/>
                </a:solidFill>
                <a:latin typeface="Verizon NHG DS"/>
                <a:ea typeface="Verizon NHG DS"/>
                <a:cs typeface="Verizon NHG DS"/>
                <a:sym typeface="Verizon NHG DS"/>
              </a:rPr>
              <a:t>Experience Ecosystem</a:t>
            </a:r>
            <a:br>
              <a:rPr b="0" i="0" lang="en" sz="700" u="none" cap="none" strike="noStrike">
                <a:solidFill>
                  <a:schemeClr val="dk1"/>
                </a:solidFill>
                <a:latin typeface="Verizon NHG DS"/>
                <a:ea typeface="Verizon NHG DS"/>
                <a:cs typeface="Verizon NHG DS"/>
                <a:sym typeface="Verizon NHG DS"/>
              </a:rPr>
            </a:br>
            <a:r>
              <a:rPr b="0" i="0" lang="en" sz="700" u="none" cap="none" strike="noStrike">
                <a:solidFill>
                  <a:schemeClr val="dk1"/>
                </a:solidFill>
                <a:latin typeface="Verizon NHG DS"/>
                <a:ea typeface="Verizon NHG DS"/>
                <a:cs typeface="Verizon NHG DS"/>
                <a:sym typeface="Verizon NHG DS"/>
              </a:rPr>
              <a:t>Establish a cohesive environment aligning products &amp; experiences.</a:t>
            </a:r>
            <a:endParaRPr b="0" i="0" sz="700" u="none" cap="none" strike="noStrike">
              <a:solidFill>
                <a:schemeClr val="dk1"/>
              </a:solidFill>
              <a:latin typeface="Verizon NHG DS"/>
              <a:ea typeface="Verizon NHG DS"/>
              <a:cs typeface="Verizon NHG DS"/>
              <a:sym typeface="Verizon NHG DS"/>
            </a:endParaRPr>
          </a:p>
          <a:p>
            <a:pPr indent="-90170" lvl="0" marL="91440" marR="0" rtl="0" algn="l">
              <a:lnSpc>
                <a:spcPct val="100000"/>
              </a:lnSpc>
              <a:spcBef>
                <a:spcPts val="0"/>
              </a:spcBef>
              <a:spcAft>
                <a:spcPts val="0"/>
              </a:spcAft>
              <a:buClr>
                <a:schemeClr val="dk1"/>
              </a:buClr>
              <a:buSzPts val="700"/>
              <a:buFont typeface="Verizon NHG TX"/>
              <a:buChar char="●"/>
            </a:pPr>
            <a:r>
              <a:rPr b="1" i="0" lang="en" sz="700" u="none" cap="none" strike="noStrike">
                <a:solidFill>
                  <a:schemeClr val="dk1"/>
                </a:solidFill>
                <a:latin typeface="Verizon NHG DS"/>
                <a:ea typeface="Verizon NHG DS"/>
                <a:cs typeface="Verizon NHG DS"/>
                <a:sym typeface="Verizon NHG DS"/>
              </a:rPr>
              <a:t>Customer Intents</a:t>
            </a:r>
            <a:br>
              <a:rPr b="0" i="0" lang="en" sz="700" u="none" cap="none" strike="noStrike">
                <a:solidFill>
                  <a:schemeClr val="dk1"/>
                </a:solidFill>
                <a:latin typeface="Verizon NHG DS"/>
                <a:ea typeface="Verizon NHG DS"/>
                <a:cs typeface="Verizon NHG DS"/>
                <a:sym typeface="Verizon NHG DS"/>
              </a:rPr>
            </a:br>
            <a:r>
              <a:rPr b="0" i="0" lang="en" sz="700" u="none" cap="none" strike="noStrike">
                <a:solidFill>
                  <a:schemeClr val="dk1"/>
                </a:solidFill>
                <a:latin typeface="Verizon NHG DS"/>
                <a:ea typeface="Verizon NHG DS"/>
                <a:cs typeface="Verizon NHG DS"/>
                <a:sym typeface="Verizon NHG DS"/>
              </a:rPr>
              <a:t>Identify user needs and paths to shape sales, service, &amp; use interactions.</a:t>
            </a:r>
            <a:endParaRPr b="0" i="0" sz="700" u="none" cap="none" strike="noStrike">
              <a:solidFill>
                <a:schemeClr val="dk1"/>
              </a:solidFill>
              <a:latin typeface="Verizon NHG DS"/>
              <a:ea typeface="Verizon NHG DS"/>
              <a:cs typeface="Verizon NHG DS"/>
              <a:sym typeface="Verizon NHG DS"/>
            </a:endParaRPr>
          </a:p>
          <a:p>
            <a:pPr indent="-90170" lvl="0" marL="91440" marR="0" rtl="0" algn="l">
              <a:lnSpc>
                <a:spcPct val="100000"/>
              </a:lnSpc>
              <a:spcBef>
                <a:spcPts val="0"/>
              </a:spcBef>
              <a:spcAft>
                <a:spcPts val="0"/>
              </a:spcAft>
              <a:buClr>
                <a:schemeClr val="dk1"/>
              </a:buClr>
              <a:buSzPts val="700"/>
              <a:buFont typeface="Verizon NHG TX"/>
              <a:buChar char="●"/>
            </a:pPr>
            <a:r>
              <a:rPr b="1" i="0" lang="en" sz="700" u="none" cap="none" strike="noStrike">
                <a:solidFill>
                  <a:schemeClr val="dk1"/>
                </a:solidFill>
                <a:latin typeface="Verizon NHG DS"/>
                <a:ea typeface="Verizon NHG DS"/>
                <a:cs typeface="Verizon NHG DS"/>
                <a:sym typeface="Verizon NHG DS"/>
              </a:rPr>
              <a:t>Identity Architecture</a:t>
            </a:r>
            <a:br>
              <a:rPr b="0" i="0" lang="en" sz="700" u="none" cap="none" strike="noStrike">
                <a:solidFill>
                  <a:schemeClr val="dk1"/>
                </a:solidFill>
                <a:latin typeface="Verizon NHG DS"/>
                <a:ea typeface="Verizon NHG DS"/>
                <a:cs typeface="Verizon NHG DS"/>
                <a:sym typeface="Verizon NHG DS"/>
              </a:rPr>
            </a:br>
            <a:r>
              <a:rPr b="0" i="0" lang="en" sz="700" u="none" cap="none" strike="noStrike">
                <a:solidFill>
                  <a:schemeClr val="dk1"/>
                </a:solidFill>
                <a:latin typeface="Verizon NHG DS"/>
                <a:ea typeface="Verizon NHG DS"/>
                <a:cs typeface="Verizon NHG DS"/>
                <a:sym typeface="Verizon NHG DS"/>
              </a:rPr>
              <a:t>Define how profiles, permissions, and data flow across experiences.</a:t>
            </a:r>
            <a:endParaRPr b="0" i="0" sz="700" u="none" cap="none" strike="noStrike">
              <a:solidFill>
                <a:schemeClr val="dk1"/>
              </a:solidFill>
              <a:latin typeface="Verizon NHG DS"/>
              <a:ea typeface="Verizon NHG DS"/>
              <a:cs typeface="Verizon NHG DS"/>
              <a:sym typeface="Verizon NHG DS"/>
            </a:endParaRPr>
          </a:p>
          <a:p>
            <a:pPr indent="-90170" lvl="0" marL="91440" marR="0" rtl="0" algn="l">
              <a:lnSpc>
                <a:spcPct val="100000"/>
              </a:lnSpc>
              <a:spcBef>
                <a:spcPts val="0"/>
              </a:spcBef>
              <a:spcAft>
                <a:spcPts val="0"/>
              </a:spcAft>
              <a:buClr>
                <a:schemeClr val="dk1"/>
              </a:buClr>
              <a:buSzPts val="700"/>
              <a:buFont typeface="Verizon NHG TX"/>
              <a:buChar char="●"/>
            </a:pPr>
            <a:r>
              <a:rPr b="1" i="0" lang="en" sz="700" u="none" cap="none" strike="noStrike">
                <a:solidFill>
                  <a:schemeClr val="dk1"/>
                </a:solidFill>
                <a:latin typeface="Verizon NHG DS"/>
                <a:ea typeface="Verizon NHG DS"/>
                <a:cs typeface="Verizon NHG DS"/>
                <a:sym typeface="Verizon NHG DS"/>
              </a:rPr>
              <a:t>Navigation Architecture</a:t>
            </a:r>
            <a:br>
              <a:rPr b="0" i="0" lang="en" sz="700" u="none" cap="none" strike="noStrike">
                <a:solidFill>
                  <a:schemeClr val="dk1"/>
                </a:solidFill>
                <a:latin typeface="Verizon NHG DS"/>
                <a:ea typeface="Verizon NHG DS"/>
                <a:cs typeface="Verizon NHG DS"/>
                <a:sym typeface="Verizon NHG DS"/>
              </a:rPr>
            </a:br>
            <a:r>
              <a:rPr b="0" i="0" lang="en" sz="700" u="none" cap="none" strike="noStrike">
                <a:solidFill>
                  <a:schemeClr val="dk1"/>
                </a:solidFill>
                <a:latin typeface="Verizon NHG DS"/>
                <a:ea typeface="Verizon NHG DS"/>
                <a:cs typeface="Verizon NHG DS"/>
                <a:sym typeface="Verizon NHG DS"/>
              </a:rPr>
              <a:t>Map and streamline how customers move through websites, apps, and products.</a:t>
            </a:r>
            <a:endParaRPr b="0" i="0" sz="700" u="none" cap="none" strike="noStrike">
              <a:solidFill>
                <a:schemeClr val="dk1"/>
              </a:solidFill>
              <a:latin typeface="Verizon NHG DS"/>
              <a:ea typeface="Verizon NHG DS"/>
              <a:cs typeface="Verizon NHG DS"/>
              <a:sym typeface="Verizon NHG DS"/>
            </a:endParaRPr>
          </a:p>
          <a:p>
            <a:pPr indent="-90170" lvl="0" marL="91440" marR="0" rtl="0" algn="l">
              <a:lnSpc>
                <a:spcPct val="100000"/>
              </a:lnSpc>
              <a:spcBef>
                <a:spcPts val="0"/>
              </a:spcBef>
              <a:spcAft>
                <a:spcPts val="0"/>
              </a:spcAft>
              <a:buClr>
                <a:schemeClr val="dk1"/>
              </a:buClr>
              <a:buSzPts val="700"/>
              <a:buFont typeface="Verizon NHG TX"/>
              <a:buChar char="●"/>
            </a:pPr>
            <a:r>
              <a:rPr b="1" i="0" lang="en" sz="700" u="none" cap="none" strike="noStrike">
                <a:solidFill>
                  <a:schemeClr val="dk1"/>
                </a:solidFill>
                <a:latin typeface="Verizon NHG DS"/>
                <a:ea typeface="Verizon NHG DS"/>
                <a:cs typeface="Verizon NHG DS"/>
                <a:sym typeface="Verizon NHG DS"/>
              </a:rPr>
              <a:t>Offerings Architecture</a:t>
            </a:r>
            <a:br>
              <a:rPr b="0" i="0" lang="en" sz="700" u="none" cap="none" strike="noStrike">
                <a:solidFill>
                  <a:schemeClr val="dk1"/>
                </a:solidFill>
                <a:latin typeface="Verizon NHG DS"/>
                <a:ea typeface="Verizon NHG DS"/>
                <a:cs typeface="Verizon NHG DS"/>
                <a:sym typeface="Verizon NHG DS"/>
              </a:rPr>
            </a:br>
            <a:r>
              <a:rPr b="0" i="0" lang="en" sz="700" u="none" cap="none" strike="noStrike">
                <a:solidFill>
                  <a:schemeClr val="dk1"/>
                </a:solidFill>
                <a:latin typeface="Verizon NHG DS"/>
                <a:ea typeface="Verizon NHG DS"/>
                <a:cs typeface="Verizon NHG DS"/>
                <a:sym typeface="Verizon NHG DS"/>
              </a:rPr>
              <a:t>Ensure all product/service offerings are consistent, scalable, &amp; discoverable.</a:t>
            </a:r>
            <a:endParaRPr b="0" i="0" sz="700" u="none" cap="none" strike="noStrike">
              <a:solidFill>
                <a:schemeClr val="dk1"/>
              </a:solidFill>
              <a:latin typeface="Verizon NHG DS"/>
              <a:ea typeface="Verizon NHG DS"/>
              <a:cs typeface="Verizon NHG DS"/>
              <a:sym typeface="Verizon NHG DS"/>
            </a:endParaRPr>
          </a:p>
        </p:txBody>
      </p:sp>
      <p:sp>
        <p:nvSpPr>
          <p:cNvPr id="2088" name="Google Shape;2088;p317"/>
          <p:cNvSpPr/>
          <p:nvPr/>
        </p:nvSpPr>
        <p:spPr>
          <a:xfrm>
            <a:off x="421260" y="4645125"/>
            <a:ext cx="1579800" cy="474900"/>
          </a:xfrm>
          <a:prstGeom prst="rect">
            <a:avLst/>
          </a:prstGeom>
          <a:solidFill>
            <a:schemeClr val="dk2"/>
          </a:solidFill>
          <a:ln cap="flat" cmpd="sng" w="9525">
            <a:solidFill>
              <a:srgbClr val="FF3C2D"/>
            </a:solidFill>
            <a:prstDash val="solid"/>
            <a:round/>
            <a:headEnd len="sm" w="sm" type="none"/>
            <a:tailEnd len="sm" w="sm" type="none"/>
          </a:ln>
        </p:spPr>
        <p:txBody>
          <a:bodyPr anchorCtr="0" anchor="t" bIns="64000" lIns="64000" spcFirstLastPara="1" rIns="64000" wrap="square" tIns="64000">
            <a:noAutofit/>
          </a:bodyPr>
          <a:lstStyle/>
          <a:p>
            <a:pPr indent="0" lvl="0" marL="0" marR="0" rtl="0" algn="l">
              <a:lnSpc>
                <a:spcPct val="100000"/>
              </a:lnSpc>
              <a:spcBef>
                <a:spcPts val="0"/>
              </a:spcBef>
              <a:spcAft>
                <a:spcPts val="0"/>
              </a:spcAft>
              <a:buClr>
                <a:schemeClr val="dk1"/>
              </a:buClr>
              <a:buSzPts val="1100"/>
              <a:buFont typeface="Arial"/>
              <a:buNone/>
            </a:pPr>
            <a:r>
              <a:rPr b="0" i="0" lang="en" sz="600" u="none" cap="none" strike="noStrike">
                <a:solidFill>
                  <a:schemeClr val="dk1"/>
                </a:solidFill>
                <a:latin typeface="Verizon NHG DS"/>
                <a:ea typeface="Verizon NHG DS"/>
                <a:cs typeface="Verizon NHG DS"/>
                <a:sym typeface="Verizon NHG DS"/>
              </a:rPr>
              <a:t>Measured by:</a:t>
            </a:r>
            <a:endParaRPr b="0" i="0" sz="600" u="none" cap="none" strike="noStrike">
              <a:solidFill>
                <a:schemeClr val="dk1"/>
              </a:solidFill>
              <a:latin typeface="Verizon NHG DS"/>
              <a:ea typeface="Verizon NHG DS"/>
              <a:cs typeface="Verizon NHG DS"/>
              <a:sym typeface="Verizon NHG DS"/>
            </a:endParaRPr>
          </a:p>
          <a:p>
            <a:pPr indent="-83820" lvl="0" marL="91440" marR="0" rtl="0" algn="l">
              <a:lnSpc>
                <a:spcPct val="100000"/>
              </a:lnSpc>
              <a:spcBef>
                <a:spcPts val="0"/>
              </a:spcBef>
              <a:spcAft>
                <a:spcPts val="0"/>
              </a:spcAft>
              <a:buClr>
                <a:schemeClr val="dk1"/>
              </a:buClr>
              <a:buSzPts val="600"/>
              <a:buFont typeface="Verizon NHG DS"/>
              <a:buChar char="●"/>
            </a:pPr>
            <a:r>
              <a:rPr b="0" i="1" lang="en" sz="600" u="none" cap="none" strike="noStrike">
                <a:solidFill>
                  <a:schemeClr val="dk1"/>
                </a:solidFill>
                <a:latin typeface="Verizon NHG DS"/>
                <a:ea typeface="Verizon NHG DS"/>
                <a:cs typeface="Verizon NHG DS"/>
                <a:sym typeface="Verizon NHG DS"/>
              </a:rPr>
              <a:t>See detailed slide</a:t>
            </a:r>
            <a:endParaRPr b="1" i="0" sz="700" u="none" cap="none" strike="noStrike">
              <a:solidFill>
                <a:srgbClr val="434343"/>
              </a:solidFill>
              <a:latin typeface="Verizon NHG DS"/>
              <a:ea typeface="Verizon NHG DS"/>
              <a:cs typeface="Verizon NHG DS"/>
              <a:sym typeface="Verizon NHG DS"/>
            </a:endParaRPr>
          </a:p>
        </p:txBody>
      </p:sp>
      <p:sp>
        <p:nvSpPr>
          <p:cNvPr id="2089" name="Google Shape;2089;p317"/>
          <p:cNvSpPr/>
          <p:nvPr/>
        </p:nvSpPr>
        <p:spPr>
          <a:xfrm>
            <a:off x="2060971" y="4645125"/>
            <a:ext cx="1579800" cy="474900"/>
          </a:xfrm>
          <a:prstGeom prst="rect">
            <a:avLst/>
          </a:prstGeom>
          <a:solidFill>
            <a:schemeClr val="dk2"/>
          </a:solidFill>
          <a:ln cap="flat" cmpd="sng" w="9525">
            <a:solidFill>
              <a:srgbClr val="FF3C2D"/>
            </a:solidFill>
            <a:prstDash val="solid"/>
            <a:round/>
            <a:headEnd len="sm" w="sm" type="none"/>
            <a:tailEnd len="sm" w="sm" type="none"/>
          </a:ln>
        </p:spPr>
        <p:txBody>
          <a:bodyPr anchorCtr="0" anchor="t" bIns="64000" lIns="64000" spcFirstLastPara="1" rIns="64000" wrap="square" tIns="64000">
            <a:noAutofit/>
          </a:bodyPr>
          <a:lstStyle/>
          <a:p>
            <a:pPr indent="0" lvl="0" marL="0" marR="0" rtl="0" algn="l">
              <a:lnSpc>
                <a:spcPct val="100000"/>
              </a:lnSpc>
              <a:spcBef>
                <a:spcPts val="0"/>
              </a:spcBef>
              <a:spcAft>
                <a:spcPts val="0"/>
              </a:spcAft>
              <a:buClr>
                <a:schemeClr val="dk1"/>
              </a:buClr>
              <a:buSzPts val="1100"/>
              <a:buFont typeface="Arial"/>
              <a:buNone/>
            </a:pPr>
            <a:r>
              <a:rPr b="0" i="0" lang="en" sz="600" u="none" cap="none" strike="noStrike">
                <a:solidFill>
                  <a:schemeClr val="dk1"/>
                </a:solidFill>
                <a:latin typeface="Verizon NHG DS"/>
                <a:ea typeface="Verizon NHG DS"/>
                <a:cs typeface="Verizon NHG DS"/>
                <a:sym typeface="Verizon NHG DS"/>
              </a:rPr>
              <a:t>Measured by:</a:t>
            </a:r>
            <a:endParaRPr b="0" i="0" sz="600" u="none" cap="none" strike="noStrike">
              <a:solidFill>
                <a:schemeClr val="dk1"/>
              </a:solidFill>
              <a:latin typeface="Verizon NHG DS"/>
              <a:ea typeface="Verizon NHG DS"/>
              <a:cs typeface="Verizon NHG DS"/>
              <a:sym typeface="Verizon NHG DS"/>
            </a:endParaRPr>
          </a:p>
          <a:p>
            <a:pPr indent="-83820" lvl="0" marL="91440" marR="0" rtl="0" algn="l">
              <a:lnSpc>
                <a:spcPct val="100000"/>
              </a:lnSpc>
              <a:spcBef>
                <a:spcPts val="0"/>
              </a:spcBef>
              <a:spcAft>
                <a:spcPts val="0"/>
              </a:spcAft>
              <a:buClr>
                <a:schemeClr val="dk1"/>
              </a:buClr>
              <a:buSzPts val="600"/>
              <a:buFont typeface="Verizon NHG DS"/>
              <a:buChar char="●"/>
            </a:pPr>
            <a:r>
              <a:rPr b="0" i="0" lang="en" sz="600" u="none" cap="none" strike="noStrike">
                <a:solidFill>
                  <a:schemeClr val="dk1"/>
                </a:solidFill>
                <a:latin typeface="Verizon NHG DS"/>
                <a:ea typeface="Verizon NHG DS"/>
                <a:cs typeface="Verizon NHG DS"/>
                <a:sym typeface="Verizon NHG DS"/>
              </a:rPr>
              <a:t>App store ratings +15% (Home &amp; Family)</a:t>
            </a:r>
            <a:endParaRPr b="0" i="0" sz="600" u="none" cap="none" strike="noStrike">
              <a:solidFill>
                <a:schemeClr val="dk1"/>
              </a:solidFill>
              <a:latin typeface="Verizon NHG DS"/>
              <a:ea typeface="Verizon NHG DS"/>
              <a:cs typeface="Verizon NHG DS"/>
              <a:sym typeface="Verizon NHG DS"/>
            </a:endParaRPr>
          </a:p>
          <a:p>
            <a:pPr indent="-83820" lvl="0" marL="91440" marR="0" rtl="0" algn="l">
              <a:lnSpc>
                <a:spcPct val="100000"/>
              </a:lnSpc>
              <a:spcBef>
                <a:spcPts val="0"/>
              </a:spcBef>
              <a:spcAft>
                <a:spcPts val="0"/>
              </a:spcAft>
              <a:buClr>
                <a:schemeClr val="dk1"/>
              </a:buClr>
              <a:buSzPts val="600"/>
              <a:buFont typeface="Verizon NHG DS"/>
              <a:buChar char="●"/>
            </a:pPr>
            <a:r>
              <a:rPr b="0" i="0" lang="en" sz="600" u="none" cap="none" strike="noStrike">
                <a:solidFill>
                  <a:schemeClr val="dk1"/>
                </a:solidFill>
                <a:latin typeface="Verizon NHG DS"/>
                <a:ea typeface="Verizon NHG DS"/>
                <a:cs typeface="Verizon NHG DS"/>
                <a:sym typeface="Verizon NHG DS"/>
              </a:rPr>
              <a:t>Product NPS +15% (Home &amp; Family)</a:t>
            </a:r>
            <a:endParaRPr b="0" i="0" sz="600" u="none" cap="none" strike="noStrike">
              <a:solidFill>
                <a:schemeClr val="dk1"/>
              </a:solidFill>
              <a:latin typeface="Verizon NHG DS"/>
              <a:ea typeface="Verizon NHG DS"/>
              <a:cs typeface="Verizon NHG DS"/>
              <a:sym typeface="Verizon NHG DS"/>
            </a:endParaRPr>
          </a:p>
          <a:p>
            <a:pPr indent="-83820" lvl="0" marL="91440" marR="0" rtl="0" algn="l">
              <a:lnSpc>
                <a:spcPct val="100000"/>
              </a:lnSpc>
              <a:spcBef>
                <a:spcPts val="0"/>
              </a:spcBef>
              <a:spcAft>
                <a:spcPts val="0"/>
              </a:spcAft>
              <a:buClr>
                <a:schemeClr val="dk1"/>
              </a:buClr>
              <a:buSzPts val="600"/>
              <a:buFont typeface="Verizon NHG DS"/>
              <a:buChar char="●"/>
            </a:pPr>
            <a:r>
              <a:rPr b="0" i="0" lang="en" sz="600" u="none" cap="none" strike="noStrike">
                <a:solidFill>
                  <a:schemeClr val="dk1"/>
                </a:solidFill>
                <a:latin typeface="Verizon NHG DS"/>
                <a:ea typeface="Verizon NHG DS"/>
                <a:cs typeface="Verizon NHG DS"/>
                <a:sym typeface="Verizon NHG DS"/>
              </a:rPr>
              <a:t>Customer Intent Adoption</a:t>
            </a:r>
            <a:endParaRPr b="1" i="0" sz="800" u="none" cap="none" strike="noStrike">
              <a:solidFill>
                <a:srgbClr val="434343"/>
              </a:solidFill>
              <a:latin typeface="Verizon NHG DS"/>
              <a:ea typeface="Verizon NHG DS"/>
              <a:cs typeface="Verizon NHG DS"/>
              <a:sym typeface="Verizon NHG DS"/>
            </a:endParaRPr>
          </a:p>
        </p:txBody>
      </p:sp>
      <p:sp>
        <p:nvSpPr>
          <p:cNvPr id="2090" name="Google Shape;2090;p317"/>
          <p:cNvSpPr/>
          <p:nvPr/>
        </p:nvSpPr>
        <p:spPr>
          <a:xfrm>
            <a:off x="3700682" y="4645124"/>
            <a:ext cx="1579800" cy="456900"/>
          </a:xfrm>
          <a:prstGeom prst="rect">
            <a:avLst/>
          </a:prstGeom>
          <a:solidFill>
            <a:schemeClr val="dk2"/>
          </a:solidFill>
          <a:ln cap="flat" cmpd="sng" w="9525">
            <a:solidFill>
              <a:srgbClr val="FF3C2D"/>
            </a:solidFill>
            <a:prstDash val="solid"/>
            <a:round/>
            <a:headEnd len="sm" w="sm" type="none"/>
            <a:tailEnd len="sm" w="sm" type="none"/>
          </a:ln>
        </p:spPr>
        <p:txBody>
          <a:bodyPr anchorCtr="0" anchor="t" bIns="64000" lIns="64000" spcFirstLastPara="1" rIns="64000" wrap="square" tIns="64000">
            <a:noAutofit/>
          </a:bodyPr>
          <a:lstStyle/>
          <a:p>
            <a:pPr indent="0" lvl="0" marL="0" marR="0" rtl="0" algn="l">
              <a:lnSpc>
                <a:spcPct val="100000"/>
              </a:lnSpc>
              <a:spcBef>
                <a:spcPts val="0"/>
              </a:spcBef>
              <a:spcAft>
                <a:spcPts val="0"/>
              </a:spcAft>
              <a:buClr>
                <a:schemeClr val="dk1"/>
              </a:buClr>
              <a:buSzPts val="1100"/>
              <a:buFont typeface="Arial"/>
              <a:buNone/>
            </a:pPr>
            <a:r>
              <a:rPr b="0" i="0" lang="en" sz="600" u="none" cap="none" strike="noStrike">
                <a:solidFill>
                  <a:schemeClr val="dk1"/>
                </a:solidFill>
                <a:latin typeface="Verizon NHG DS"/>
                <a:ea typeface="Verizon NHG DS"/>
                <a:cs typeface="Verizon NHG DS"/>
                <a:sym typeface="Verizon NHG DS"/>
              </a:rPr>
              <a:t>Measured by:</a:t>
            </a:r>
            <a:endParaRPr b="0" i="0" sz="600" u="none" cap="none" strike="noStrike">
              <a:solidFill>
                <a:schemeClr val="dk1"/>
              </a:solidFill>
              <a:latin typeface="Verizon NHG DS"/>
              <a:ea typeface="Verizon NHG DS"/>
              <a:cs typeface="Verizon NHG DS"/>
              <a:sym typeface="Verizon NHG DS"/>
            </a:endParaRPr>
          </a:p>
          <a:p>
            <a:pPr indent="-83820" lvl="0" marL="91440" marR="0" rtl="0" algn="l">
              <a:lnSpc>
                <a:spcPct val="100000"/>
              </a:lnSpc>
              <a:spcBef>
                <a:spcPts val="0"/>
              </a:spcBef>
              <a:spcAft>
                <a:spcPts val="0"/>
              </a:spcAft>
              <a:buClr>
                <a:schemeClr val="dk1"/>
              </a:buClr>
              <a:buSzPts val="600"/>
              <a:buFont typeface="Verizon NHG DS"/>
              <a:buChar char="●"/>
            </a:pPr>
            <a:r>
              <a:rPr b="0" i="1" lang="en" sz="600" u="none" cap="none" strike="noStrike">
                <a:solidFill>
                  <a:schemeClr val="dk1"/>
                </a:solidFill>
                <a:latin typeface="Verizon NHG DS"/>
                <a:ea typeface="Verizon NHG DS"/>
                <a:cs typeface="Verizon NHG DS"/>
                <a:sym typeface="Verizon NHG DS"/>
              </a:rPr>
              <a:t>See detailed slide</a:t>
            </a:r>
            <a:endParaRPr b="1" i="1" sz="800" u="none" cap="none" strike="noStrike">
              <a:solidFill>
                <a:srgbClr val="434343"/>
              </a:solidFill>
              <a:latin typeface="Verizon NHG DS"/>
              <a:ea typeface="Verizon NHG DS"/>
              <a:cs typeface="Verizon NHG DS"/>
              <a:sym typeface="Verizon NHG DS"/>
            </a:endParaRPr>
          </a:p>
        </p:txBody>
      </p:sp>
      <p:sp>
        <p:nvSpPr>
          <p:cNvPr id="2091" name="Google Shape;2091;p317"/>
          <p:cNvSpPr txBox="1"/>
          <p:nvPr>
            <p:ph idx="3" type="body"/>
          </p:nvPr>
        </p:nvSpPr>
        <p:spPr>
          <a:xfrm>
            <a:off x="476249" y="469100"/>
            <a:ext cx="3396300" cy="136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800"/>
              <a:buNone/>
            </a:pPr>
            <a:r>
              <a:rPr lang="en"/>
              <a:t>CXO | Customer Experience: Experience Design </a:t>
            </a:r>
            <a:endParaRPr/>
          </a:p>
        </p:txBody>
      </p:sp>
      <p:sp>
        <p:nvSpPr>
          <p:cNvPr id="2092" name="Google Shape;2092;p317"/>
          <p:cNvSpPr txBox="1"/>
          <p:nvPr>
            <p:ph type="title"/>
          </p:nvPr>
        </p:nvSpPr>
        <p:spPr>
          <a:xfrm>
            <a:off x="473869" y="619856"/>
            <a:ext cx="7969800" cy="426600"/>
          </a:xfrm>
          <a:prstGeom prst="rect">
            <a:avLst/>
          </a:prstGeom>
          <a:noFill/>
          <a:ln>
            <a:noFill/>
          </a:ln>
        </p:spPr>
        <p:txBody>
          <a:bodyPr anchorCtr="0" anchor="t" bIns="0" lIns="0" spcFirstLastPara="1" rIns="0" wrap="square" tIns="0">
            <a:normAutofit/>
          </a:bodyPr>
          <a:lstStyle/>
          <a:p>
            <a:pPr indent="0" lvl="0" marL="0" rtl="0" algn="l">
              <a:lnSpc>
                <a:spcPct val="90000"/>
              </a:lnSpc>
              <a:spcBef>
                <a:spcPts val="0"/>
              </a:spcBef>
              <a:spcAft>
                <a:spcPts val="0"/>
              </a:spcAft>
              <a:buClr>
                <a:schemeClr val="dk1"/>
              </a:buClr>
              <a:buSzPts val="2100"/>
              <a:buFont typeface="Arial"/>
              <a:buNone/>
            </a:pPr>
            <a:r>
              <a:rPr lang="en"/>
              <a:t>Performance Goals </a:t>
            </a:r>
            <a:endParaRPr b="0" i="1" sz="1400"/>
          </a:p>
        </p:txBody>
      </p:sp>
      <p:sp>
        <p:nvSpPr>
          <p:cNvPr id="2093" name="Google Shape;2093;p317"/>
          <p:cNvSpPr/>
          <p:nvPr/>
        </p:nvSpPr>
        <p:spPr>
          <a:xfrm>
            <a:off x="5350799" y="1009650"/>
            <a:ext cx="1714500" cy="474900"/>
          </a:xfrm>
          <a:prstGeom prst="parallelogram">
            <a:avLst>
              <a:gd fmla="val 29450" name="adj"/>
            </a:avLst>
          </a:prstGeom>
          <a:solidFill>
            <a:srgbClr val="FF3C2D"/>
          </a:solidFill>
          <a:ln cap="flat" cmpd="sng" w="9525">
            <a:solidFill>
              <a:srgbClr val="FF3C2D"/>
            </a:solidFill>
            <a:prstDash val="solid"/>
            <a:round/>
            <a:headEnd len="sm" w="sm" type="none"/>
            <a:tailEnd len="sm" w="sm" type="none"/>
          </a:ln>
        </p:spPr>
        <p:txBody>
          <a:bodyPr anchorCtr="0" anchor="ctr" bIns="27425" lIns="137150" spcFirstLastPara="1" rIns="0" wrap="square" tIns="2742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F3EDE0"/>
                </a:solidFill>
                <a:latin typeface="Verizon NHG TX"/>
                <a:ea typeface="Verizon NHG TX"/>
                <a:cs typeface="Verizon NHG TX"/>
                <a:sym typeface="Verizon NHG TX"/>
              </a:rPr>
              <a:t>Design Systems &amp; Unity</a:t>
            </a:r>
            <a:endParaRPr b="1" i="0" sz="900" u="none" cap="none" strike="noStrike">
              <a:solidFill>
                <a:srgbClr val="F3EDE0"/>
              </a:solidFill>
              <a:latin typeface="Verizon NHG TX"/>
              <a:ea typeface="Verizon NHG TX"/>
              <a:cs typeface="Verizon NHG TX"/>
              <a:sym typeface="Verizon NHG TX"/>
            </a:endParaRPr>
          </a:p>
        </p:txBody>
      </p:sp>
      <p:sp>
        <p:nvSpPr>
          <p:cNvPr id="2094" name="Google Shape;2094;p317"/>
          <p:cNvSpPr/>
          <p:nvPr/>
        </p:nvSpPr>
        <p:spPr>
          <a:xfrm>
            <a:off x="5355996" y="1576700"/>
            <a:ext cx="1579800" cy="709500"/>
          </a:xfrm>
          <a:prstGeom prst="rect">
            <a:avLst/>
          </a:prstGeom>
          <a:solidFill>
            <a:srgbClr val="F3EDE0"/>
          </a:solidFill>
          <a:ln>
            <a:noFill/>
          </a:ln>
        </p:spPr>
        <p:txBody>
          <a:bodyPr anchorCtr="0" anchor="t" bIns="0" lIns="137150" spcFirstLastPara="1" rIns="0" wrap="square" tIns="0">
            <a:noAutofit/>
          </a:bodyPr>
          <a:lstStyle/>
          <a:p>
            <a:pPr indent="0" lvl="0" marL="0" marR="0" rtl="0" algn="l">
              <a:lnSpc>
                <a:spcPct val="90000"/>
              </a:lnSpc>
              <a:spcBef>
                <a:spcPts val="0"/>
              </a:spcBef>
              <a:spcAft>
                <a:spcPts val="0"/>
              </a:spcAft>
              <a:buClr>
                <a:schemeClr val="dk1"/>
              </a:buClr>
              <a:buSzPts val="1100"/>
              <a:buFont typeface="Arial"/>
              <a:buNone/>
            </a:pPr>
            <a:r>
              <a:t/>
            </a:r>
            <a:endParaRPr b="1" i="0" sz="800" u="none" cap="none" strike="noStrike">
              <a:solidFill>
                <a:schemeClr val="dk1"/>
              </a:solidFill>
              <a:latin typeface="Verizon NHG TX"/>
              <a:ea typeface="Verizon NHG TX"/>
              <a:cs typeface="Verizon NHG TX"/>
              <a:sym typeface="Verizon NHG TX"/>
            </a:endParaRPr>
          </a:p>
          <a:p>
            <a:pPr indent="0" lvl="0" marL="0" marR="0" rtl="0" algn="l">
              <a:lnSpc>
                <a:spcPct val="90000"/>
              </a:lnSpc>
              <a:spcBef>
                <a:spcPts val="0"/>
              </a:spcBef>
              <a:spcAft>
                <a:spcPts val="0"/>
              </a:spcAft>
              <a:buClr>
                <a:schemeClr val="dk1"/>
              </a:buClr>
              <a:buSzPts val="1100"/>
              <a:buFont typeface="Arial"/>
              <a:buNone/>
            </a:pPr>
            <a:r>
              <a:rPr b="1" i="0" lang="en" sz="800" u="none" cap="none" strike="noStrike">
                <a:solidFill>
                  <a:schemeClr val="dk1"/>
                </a:solidFill>
                <a:latin typeface="Verizon NHG TX"/>
                <a:ea typeface="Verizon NHG TX"/>
                <a:cs typeface="Verizon NHG TX"/>
                <a:sym typeface="Verizon NHG TX"/>
              </a:rPr>
              <a:t>Unify all Verizon customer experiences around our Brand Identity &amp; North Star Architecture</a:t>
            </a:r>
            <a:endParaRPr b="1" i="0" sz="900" u="none" cap="none" strike="noStrike">
              <a:solidFill>
                <a:srgbClr val="434343"/>
              </a:solidFill>
              <a:latin typeface="Verizon NHG TX"/>
              <a:ea typeface="Verizon NHG TX"/>
              <a:cs typeface="Verizon NHG TX"/>
              <a:sym typeface="Verizon NHG TX"/>
            </a:endParaRPr>
          </a:p>
        </p:txBody>
      </p:sp>
      <p:sp>
        <p:nvSpPr>
          <p:cNvPr id="2095" name="Google Shape;2095;p317"/>
          <p:cNvSpPr/>
          <p:nvPr/>
        </p:nvSpPr>
        <p:spPr>
          <a:xfrm>
            <a:off x="5347837" y="2391920"/>
            <a:ext cx="1579800" cy="2177100"/>
          </a:xfrm>
          <a:prstGeom prst="rect">
            <a:avLst/>
          </a:prstGeom>
          <a:solidFill>
            <a:srgbClr val="F3EDE0"/>
          </a:solidFill>
          <a:ln>
            <a:noFill/>
          </a:ln>
        </p:spPr>
        <p:txBody>
          <a:bodyPr anchorCtr="0" anchor="t" bIns="64000" lIns="68575" spcFirstLastPara="1" rIns="68575" wrap="square" tIns="64000">
            <a:noAutofit/>
          </a:bodyPr>
          <a:lstStyle/>
          <a:p>
            <a:pPr indent="0" lvl="0" marL="0" marR="0" rtl="0" algn="l">
              <a:lnSpc>
                <a:spcPct val="80000"/>
              </a:lnSpc>
              <a:spcBef>
                <a:spcPts val="0"/>
              </a:spcBef>
              <a:spcAft>
                <a:spcPts val="0"/>
              </a:spcAft>
              <a:buClr>
                <a:schemeClr val="dk1"/>
              </a:buClr>
              <a:buSzPts val="1100"/>
              <a:buFont typeface="Arial"/>
              <a:buNone/>
            </a:pPr>
            <a:r>
              <a:rPr b="1" i="0" lang="en" sz="700" u="none" cap="none" strike="noStrike">
                <a:solidFill>
                  <a:schemeClr val="dk1"/>
                </a:solidFill>
                <a:latin typeface="Verizon NHG DS"/>
                <a:ea typeface="Verizon NHG DS"/>
                <a:cs typeface="Verizon NHG DS"/>
                <a:sym typeface="Verizon NHG DS"/>
              </a:rPr>
              <a:t>Focus on: </a:t>
            </a:r>
            <a:endParaRPr b="1" i="0" sz="700" u="none" cap="none" strike="noStrike">
              <a:solidFill>
                <a:schemeClr val="dk1"/>
              </a:solidFill>
              <a:latin typeface="Verizon NHG DS"/>
              <a:ea typeface="Verizon NHG DS"/>
              <a:cs typeface="Verizon NHG DS"/>
              <a:sym typeface="Verizon NHG DS"/>
            </a:endParaRPr>
          </a:p>
          <a:p>
            <a:pPr indent="-90170" lvl="0" marL="91440" marR="0" rtl="0" algn="l">
              <a:lnSpc>
                <a:spcPct val="90000"/>
              </a:lnSpc>
              <a:spcBef>
                <a:spcPts val="200"/>
              </a:spcBef>
              <a:spcAft>
                <a:spcPts val="0"/>
              </a:spcAft>
              <a:buClr>
                <a:schemeClr val="dk1"/>
              </a:buClr>
              <a:buSzPts val="700"/>
              <a:buFont typeface="Verizon NHG DS"/>
              <a:buChar char="●"/>
            </a:pPr>
            <a:r>
              <a:rPr b="1" i="0" lang="en" sz="700" u="none" cap="none" strike="noStrike">
                <a:solidFill>
                  <a:schemeClr val="dk1"/>
                </a:solidFill>
                <a:latin typeface="Verizon NHG DS"/>
                <a:ea typeface="Verizon NHG DS"/>
                <a:cs typeface="Verizon NHG DS"/>
                <a:sym typeface="Verizon NHG DS"/>
              </a:rPr>
              <a:t>Enable key initiatives through VDS</a:t>
            </a:r>
            <a:r>
              <a:rPr b="0" i="0" lang="en" sz="700" u="none" cap="none" strike="noStrike">
                <a:solidFill>
                  <a:schemeClr val="dk1"/>
                </a:solidFill>
                <a:latin typeface="Verizon NHG DS"/>
                <a:ea typeface="Verizon NHG DS"/>
                <a:cs typeface="Verizon NHG DS"/>
                <a:sym typeface="Verizon NHG DS"/>
              </a:rPr>
              <a:t> (VDS Monarch, Expanded NGD optimization</a:t>
            </a:r>
            <a:endParaRPr b="0" i="0" sz="700" u="none" cap="none" strike="noStrike">
              <a:solidFill>
                <a:schemeClr val="dk1"/>
              </a:solidFill>
              <a:latin typeface="Verizon NHG DS"/>
              <a:ea typeface="Verizon NHG DS"/>
              <a:cs typeface="Verizon NHG DS"/>
              <a:sym typeface="Verizon NHG DS"/>
            </a:endParaRPr>
          </a:p>
          <a:p>
            <a:pPr indent="-90170" lvl="0" marL="91440" marR="0" rtl="0" algn="l">
              <a:lnSpc>
                <a:spcPct val="90000"/>
              </a:lnSpc>
              <a:spcBef>
                <a:spcPts val="200"/>
              </a:spcBef>
              <a:spcAft>
                <a:spcPts val="0"/>
              </a:spcAft>
              <a:buClr>
                <a:schemeClr val="dk1"/>
              </a:buClr>
              <a:buSzPts val="700"/>
              <a:buFont typeface="Verizon NHG DS"/>
              <a:buChar char="●"/>
            </a:pPr>
            <a:r>
              <a:rPr b="1" i="0" lang="en" sz="700" u="none" cap="none" strike="noStrike">
                <a:solidFill>
                  <a:schemeClr val="dk1"/>
                </a:solidFill>
                <a:latin typeface="Verizon NHG DS"/>
                <a:ea typeface="Verizon NHG DS"/>
                <a:cs typeface="Verizon NHG DS"/>
                <a:sym typeface="Verizon NHG DS"/>
              </a:rPr>
              <a:t>Expand VDS capabilities </a:t>
            </a:r>
            <a:r>
              <a:rPr b="0" i="0" lang="en" sz="700" u="none" cap="none" strike="noStrike">
                <a:solidFill>
                  <a:schemeClr val="dk1"/>
                </a:solidFill>
                <a:latin typeface="Verizon NHG DS"/>
                <a:ea typeface="Verizon NHG DS"/>
                <a:cs typeface="Verizon NHG DS"/>
                <a:sym typeface="Verizon NHG DS"/>
              </a:rPr>
              <a:t>(Expansion support for Retail, Expand Native Component library, AI enhancements)</a:t>
            </a:r>
            <a:endParaRPr b="0" i="0" sz="700" u="none" cap="none" strike="noStrike">
              <a:solidFill>
                <a:schemeClr val="dk1"/>
              </a:solidFill>
              <a:latin typeface="Verizon NHG DS"/>
              <a:ea typeface="Verizon NHG DS"/>
              <a:cs typeface="Verizon NHG DS"/>
              <a:sym typeface="Verizon NHG DS"/>
            </a:endParaRPr>
          </a:p>
          <a:p>
            <a:pPr indent="-90170" lvl="0" marL="91440" marR="0" rtl="0" algn="l">
              <a:lnSpc>
                <a:spcPct val="90000"/>
              </a:lnSpc>
              <a:spcBef>
                <a:spcPts val="200"/>
              </a:spcBef>
              <a:spcAft>
                <a:spcPts val="0"/>
              </a:spcAft>
              <a:buClr>
                <a:schemeClr val="dk1"/>
              </a:buClr>
              <a:buSzPts val="700"/>
              <a:buFont typeface="Verizon NHG DS"/>
              <a:buChar char="●"/>
            </a:pPr>
            <a:r>
              <a:rPr b="1" i="0" lang="en" sz="700" u="none" cap="none" strike="noStrike">
                <a:solidFill>
                  <a:schemeClr val="dk1"/>
                </a:solidFill>
                <a:latin typeface="Verizon NHG DS"/>
                <a:ea typeface="Verizon NHG DS"/>
                <a:cs typeface="Verizon NHG DS"/>
                <a:sym typeface="Verizon NHG DS"/>
              </a:rPr>
              <a:t>Raise awareness of VDS </a:t>
            </a:r>
            <a:r>
              <a:rPr b="0" i="0" lang="en" sz="700" u="none" cap="none" strike="noStrike">
                <a:solidFill>
                  <a:schemeClr val="dk1"/>
                </a:solidFill>
                <a:latin typeface="Verizon NHG DS"/>
                <a:ea typeface="Verizon NHG DS"/>
                <a:cs typeface="Verizon NHG DS"/>
                <a:sym typeface="Verizon NHG DS"/>
              </a:rPr>
              <a:t>(Launch more training and onboarding courses)</a:t>
            </a:r>
            <a:endParaRPr b="0" i="0" sz="700" u="none" cap="none" strike="noStrike">
              <a:solidFill>
                <a:schemeClr val="dk1"/>
              </a:solidFill>
              <a:latin typeface="Verizon NHG DS"/>
              <a:ea typeface="Verizon NHG DS"/>
              <a:cs typeface="Verizon NHG DS"/>
              <a:sym typeface="Verizon NHG DS"/>
            </a:endParaRPr>
          </a:p>
          <a:p>
            <a:pPr indent="-90170" lvl="0" marL="91440" marR="0" rtl="0" algn="l">
              <a:lnSpc>
                <a:spcPct val="90000"/>
              </a:lnSpc>
              <a:spcBef>
                <a:spcPts val="200"/>
              </a:spcBef>
              <a:spcAft>
                <a:spcPts val="0"/>
              </a:spcAft>
              <a:buClr>
                <a:schemeClr val="dk1"/>
              </a:buClr>
              <a:buSzPts val="700"/>
              <a:buFont typeface="Verizon NHG DS"/>
              <a:buChar char="●"/>
            </a:pPr>
            <a:r>
              <a:rPr b="0" i="0" lang="en" sz="700" u="none" cap="none" strike="noStrike">
                <a:solidFill>
                  <a:schemeClr val="dk1"/>
                </a:solidFill>
                <a:latin typeface="Verizon NHG DS"/>
                <a:ea typeface="Verizon NHG DS"/>
                <a:cs typeface="Verizon NHG DS"/>
                <a:sym typeface="Verizon NHG DS"/>
              </a:rPr>
              <a:t>Deliver Monarch Digital Guidelines and Delivery Support Plan</a:t>
            </a:r>
            <a:endParaRPr b="0" i="0" sz="700" u="none" cap="none" strike="noStrike">
              <a:solidFill>
                <a:schemeClr val="dk1"/>
              </a:solidFill>
              <a:latin typeface="Verizon NHG DS"/>
              <a:ea typeface="Verizon NHG DS"/>
              <a:cs typeface="Verizon NHG DS"/>
              <a:sym typeface="Verizon NHG DS"/>
            </a:endParaRPr>
          </a:p>
          <a:p>
            <a:pPr indent="-90170" lvl="0" marL="91440" marR="0" rtl="0" algn="l">
              <a:lnSpc>
                <a:spcPct val="90000"/>
              </a:lnSpc>
              <a:spcBef>
                <a:spcPts val="200"/>
              </a:spcBef>
              <a:spcAft>
                <a:spcPts val="0"/>
              </a:spcAft>
              <a:buClr>
                <a:schemeClr val="dk1"/>
              </a:buClr>
              <a:buSzPts val="700"/>
              <a:buFont typeface="Verizon NHG DS"/>
              <a:buChar char="●"/>
            </a:pPr>
            <a:r>
              <a:rPr b="0" i="0" lang="en" sz="700" u="none" cap="none" strike="noStrike">
                <a:solidFill>
                  <a:schemeClr val="dk1"/>
                </a:solidFill>
                <a:latin typeface="Verizon NHG DS"/>
                <a:ea typeface="Verizon NHG DS"/>
                <a:cs typeface="Verizon NHG DS"/>
                <a:sym typeface="Verizon NHG DS"/>
              </a:rPr>
              <a:t>Stable processes and support for quality: VQA, documentation, content</a:t>
            </a:r>
            <a:endParaRPr b="1" i="0" sz="700" u="none" cap="none" strike="noStrike">
              <a:solidFill>
                <a:srgbClr val="434343"/>
              </a:solidFill>
              <a:latin typeface="Verizon NHG DS"/>
              <a:ea typeface="Verizon NHG DS"/>
              <a:cs typeface="Verizon NHG DS"/>
              <a:sym typeface="Verizon NHG DS"/>
            </a:endParaRPr>
          </a:p>
        </p:txBody>
      </p:sp>
      <p:sp>
        <p:nvSpPr>
          <p:cNvPr id="2096" name="Google Shape;2096;p317"/>
          <p:cNvSpPr/>
          <p:nvPr/>
        </p:nvSpPr>
        <p:spPr>
          <a:xfrm>
            <a:off x="5348196" y="4645124"/>
            <a:ext cx="1579800" cy="456900"/>
          </a:xfrm>
          <a:prstGeom prst="rect">
            <a:avLst/>
          </a:prstGeom>
          <a:solidFill>
            <a:schemeClr val="dk2"/>
          </a:solidFill>
          <a:ln cap="flat" cmpd="sng" w="9525">
            <a:solidFill>
              <a:srgbClr val="FF3C2D"/>
            </a:solidFill>
            <a:prstDash val="solid"/>
            <a:round/>
            <a:headEnd len="sm" w="sm" type="none"/>
            <a:tailEnd len="sm" w="sm" type="none"/>
          </a:ln>
        </p:spPr>
        <p:txBody>
          <a:bodyPr anchorCtr="0" anchor="t" bIns="64000" lIns="64000" spcFirstLastPara="1" rIns="64000" wrap="square" tIns="64000">
            <a:noAutofit/>
          </a:bodyPr>
          <a:lstStyle/>
          <a:p>
            <a:pPr indent="0" lvl="0" marL="0" marR="0" rtl="0" algn="l">
              <a:lnSpc>
                <a:spcPct val="100000"/>
              </a:lnSpc>
              <a:spcBef>
                <a:spcPts val="0"/>
              </a:spcBef>
              <a:spcAft>
                <a:spcPts val="0"/>
              </a:spcAft>
              <a:buClr>
                <a:schemeClr val="dk1"/>
              </a:buClr>
              <a:buSzPts val="1100"/>
              <a:buFont typeface="Arial"/>
              <a:buNone/>
            </a:pPr>
            <a:r>
              <a:rPr b="0" i="0" lang="en" sz="600" u="none" cap="none" strike="noStrike">
                <a:solidFill>
                  <a:schemeClr val="dk1"/>
                </a:solidFill>
                <a:latin typeface="Verizon NHG DS"/>
                <a:ea typeface="Verizon NHG DS"/>
                <a:cs typeface="Verizon NHG DS"/>
                <a:sym typeface="Verizon NHG DS"/>
              </a:rPr>
              <a:t>Measured by:</a:t>
            </a:r>
            <a:endParaRPr b="0" i="0" sz="600" u="none" cap="none" strike="noStrike">
              <a:solidFill>
                <a:schemeClr val="dk1"/>
              </a:solidFill>
              <a:latin typeface="Verizon NHG DS"/>
              <a:ea typeface="Verizon NHG DS"/>
              <a:cs typeface="Verizon NHG DS"/>
              <a:sym typeface="Verizon NHG DS"/>
            </a:endParaRPr>
          </a:p>
          <a:p>
            <a:pPr indent="-83820" lvl="0" marL="91440" marR="0" rtl="0" algn="l">
              <a:lnSpc>
                <a:spcPct val="100000"/>
              </a:lnSpc>
              <a:spcBef>
                <a:spcPts val="0"/>
              </a:spcBef>
              <a:spcAft>
                <a:spcPts val="0"/>
              </a:spcAft>
              <a:buClr>
                <a:schemeClr val="dk1"/>
              </a:buClr>
              <a:buSzPts val="600"/>
              <a:buFont typeface="Verizon NHG DS"/>
              <a:buChar char="●"/>
            </a:pPr>
            <a:r>
              <a:rPr b="0" i="0" lang="en" sz="600" u="none" cap="none" strike="noStrike">
                <a:solidFill>
                  <a:schemeClr val="dk1"/>
                </a:solidFill>
                <a:latin typeface="Verizon NHG DS"/>
                <a:ea typeface="Verizon NHG DS"/>
                <a:cs typeface="Verizon NHG DS"/>
                <a:sym typeface="Verizon NHG DS"/>
              </a:rPr>
              <a:t>VDS Adoption Score: +5%</a:t>
            </a:r>
            <a:endParaRPr b="0" i="0" sz="600" u="none" cap="none" strike="noStrike">
              <a:solidFill>
                <a:schemeClr val="dk1"/>
              </a:solidFill>
              <a:latin typeface="Verizon NHG DS"/>
              <a:ea typeface="Verizon NHG DS"/>
              <a:cs typeface="Verizon NHG DS"/>
              <a:sym typeface="Verizon NHG DS"/>
            </a:endParaRPr>
          </a:p>
          <a:p>
            <a:pPr indent="-83820" lvl="0" marL="91440" marR="0" rtl="0" algn="l">
              <a:lnSpc>
                <a:spcPct val="100000"/>
              </a:lnSpc>
              <a:spcBef>
                <a:spcPts val="0"/>
              </a:spcBef>
              <a:spcAft>
                <a:spcPts val="0"/>
              </a:spcAft>
              <a:buClr>
                <a:schemeClr val="dk1"/>
              </a:buClr>
              <a:buSzPts val="600"/>
              <a:buFont typeface="Verizon NHG DS"/>
              <a:buChar char="●"/>
            </a:pPr>
            <a:r>
              <a:rPr b="0" i="0" lang="en" sz="600" u="none" cap="none" strike="noStrike">
                <a:solidFill>
                  <a:schemeClr val="dk1"/>
                </a:solidFill>
                <a:latin typeface="Verizon NHG DS"/>
                <a:ea typeface="Verizon NHG DS"/>
                <a:cs typeface="Verizon NHG DS"/>
                <a:sym typeface="Verizon NHG DS"/>
              </a:rPr>
              <a:t>VDS Adoption Quality Score:</a:t>
            </a:r>
            <a:endParaRPr b="0" i="0" sz="600" u="none" cap="none" strike="noStrike">
              <a:solidFill>
                <a:srgbClr val="000000"/>
              </a:solidFill>
              <a:latin typeface="Verizon NHG DS"/>
              <a:ea typeface="Verizon NHG DS"/>
              <a:cs typeface="Verizon NHG DS"/>
              <a:sym typeface="Verizon NHG DS"/>
            </a:endParaRPr>
          </a:p>
        </p:txBody>
      </p:sp>
      <p:sp>
        <p:nvSpPr>
          <p:cNvPr id="2097" name="Google Shape;2097;p317"/>
          <p:cNvSpPr/>
          <p:nvPr/>
        </p:nvSpPr>
        <p:spPr>
          <a:xfrm>
            <a:off x="6998312" y="1009650"/>
            <a:ext cx="1714500" cy="474900"/>
          </a:xfrm>
          <a:prstGeom prst="parallelogram">
            <a:avLst>
              <a:gd fmla="val 29450" name="adj"/>
            </a:avLst>
          </a:prstGeom>
          <a:solidFill>
            <a:srgbClr val="FF3C2D"/>
          </a:solidFill>
          <a:ln cap="flat" cmpd="sng" w="9525">
            <a:solidFill>
              <a:srgbClr val="FF3C2D"/>
            </a:solidFill>
            <a:prstDash val="solid"/>
            <a:round/>
            <a:headEnd len="sm" w="sm" type="none"/>
            <a:tailEnd len="sm" w="sm" type="none"/>
          </a:ln>
        </p:spPr>
        <p:txBody>
          <a:bodyPr anchorCtr="0" anchor="ctr" bIns="27425" lIns="137150" spcFirstLastPara="1" rIns="0" wrap="square" tIns="2742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F3EDE0"/>
                </a:solidFill>
                <a:latin typeface="Verizon NHG TX"/>
                <a:ea typeface="Verizon NHG TX"/>
                <a:cs typeface="Verizon NHG TX"/>
                <a:sym typeface="Verizon NHG TX"/>
              </a:rPr>
              <a:t>Team Practice Development &amp; Amplification </a:t>
            </a:r>
            <a:endParaRPr b="1" i="0" sz="900" u="none" cap="none" strike="noStrike">
              <a:solidFill>
                <a:srgbClr val="F3EDE0"/>
              </a:solidFill>
              <a:latin typeface="Verizon NHG TX"/>
              <a:ea typeface="Verizon NHG TX"/>
              <a:cs typeface="Verizon NHG TX"/>
              <a:sym typeface="Verizon NHG TX"/>
            </a:endParaRPr>
          </a:p>
        </p:txBody>
      </p:sp>
      <p:sp>
        <p:nvSpPr>
          <p:cNvPr id="2098" name="Google Shape;2098;p317"/>
          <p:cNvSpPr/>
          <p:nvPr/>
        </p:nvSpPr>
        <p:spPr>
          <a:xfrm>
            <a:off x="7003511" y="1576700"/>
            <a:ext cx="1579800" cy="709500"/>
          </a:xfrm>
          <a:prstGeom prst="rect">
            <a:avLst/>
          </a:prstGeom>
          <a:solidFill>
            <a:srgbClr val="F3EDE0"/>
          </a:solidFill>
          <a:ln>
            <a:noFill/>
          </a:ln>
        </p:spPr>
        <p:txBody>
          <a:bodyPr anchorCtr="0" anchor="t" bIns="0" lIns="137150" spcFirstLastPara="1" rIns="0" wrap="square" tIns="0">
            <a:noAutofit/>
          </a:bodyPr>
          <a:lstStyle/>
          <a:p>
            <a:pPr indent="0" lvl="0" marL="0" marR="0" rtl="0" algn="l">
              <a:lnSpc>
                <a:spcPct val="90000"/>
              </a:lnSpc>
              <a:spcBef>
                <a:spcPts val="0"/>
              </a:spcBef>
              <a:spcAft>
                <a:spcPts val="0"/>
              </a:spcAft>
              <a:buClr>
                <a:schemeClr val="dk1"/>
              </a:buClr>
              <a:buSzPts val="1100"/>
              <a:buFont typeface="Arial"/>
              <a:buNone/>
            </a:pPr>
            <a:r>
              <a:t/>
            </a:r>
            <a:endParaRPr b="1" i="0" sz="800" u="none" cap="none" strike="noStrike">
              <a:solidFill>
                <a:schemeClr val="dk1"/>
              </a:solidFill>
              <a:latin typeface="Verizon NHG TX"/>
              <a:ea typeface="Verizon NHG TX"/>
              <a:cs typeface="Verizon NHG TX"/>
              <a:sym typeface="Verizon NHG TX"/>
            </a:endParaRPr>
          </a:p>
          <a:p>
            <a:pPr indent="0" lvl="0" marL="0" marR="0" rtl="0" algn="l">
              <a:lnSpc>
                <a:spcPct val="90000"/>
              </a:lnSpc>
              <a:spcBef>
                <a:spcPts val="0"/>
              </a:spcBef>
              <a:spcAft>
                <a:spcPts val="0"/>
              </a:spcAft>
              <a:buClr>
                <a:schemeClr val="dk1"/>
              </a:buClr>
              <a:buSzPts val="1100"/>
              <a:buFont typeface="Arial"/>
              <a:buNone/>
            </a:pPr>
            <a:r>
              <a:rPr b="1" i="0" lang="en" sz="800" u="none" cap="none" strike="noStrike">
                <a:solidFill>
                  <a:schemeClr val="dk1"/>
                </a:solidFill>
                <a:latin typeface="Verizon NHG TX"/>
                <a:ea typeface="Verizon NHG TX"/>
                <a:cs typeface="Verizon NHG TX"/>
                <a:sym typeface="Verizon NHG TX"/>
              </a:rPr>
              <a:t>Drive global team productivity and organizational amplification</a:t>
            </a:r>
            <a:endParaRPr b="1" i="0" sz="900" u="none" cap="none" strike="noStrike">
              <a:solidFill>
                <a:srgbClr val="434343"/>
              </a:solidFill>
              <a:latin typeface="Verizon NHG TX"/>
              <a:ea typeface="Verizon NHG TX"/>
              <a:cs typeface="Verizon NHG TX"/>
              <a:sym typeface="Verizon NHG TX"/>
            </a:endParaRPr>
          </a:p>
        </p:txBody>
      </p:sp>
      <p:sp>
        <p:nvSpPr>
          <p:cNvPr id="2099" name="Google Shape;2099;p317"/>
          <p:cNvSpPr/>
          <p:nvPr/>
        </p:nvSpPr>
        <p:spPr>
          <a:xfrm>
            <a:off x="6995352" y="2391920"/>
            <a:ext cx="1579800" cy="2177100"/>
          </a:xfrm>
          <a:prstGeom prst="rect">
            <a:avLst/>
          </a:prstGeom>
          <a:solidFill>
            <a:srgbClr val="F3EDE0"/>
          </a:solidFill>
          <a:ln>
            <a:noFill/>
          </a:ln>
        </p:spPr>
        <p:txBody>
          <a:bodyPr anchorCtr="0" anchor="t" bIns="64000" lIns="68575" spcFirstLastPara="1" rIns="68575" wrap="square" tIns="64000">
            <a:noAutofit/>
          </a:bodyPr>
          <a:lstStyle/>
          <a:p>
            <a:pPr indent="0" lvl="0" marL="0" marR="0" rtl="0" algn="l">
              <a:lnSpc>
                <a:spcPct val="80000"/>
              </a:lnSpc>
              <a:spcBef>
                <a:spcPts val="0"/>
              </a:spcBef>
              <a:spcAft>
                <a:spcPts val="0"/>
              </a:spcAft>
              <a:buClr>
                <a:schemeClr val="dk1"/>
              </a:buClr>
              <a:buSzPts val="1100"/>
              <a:buFont typeface="Arial"/>
              <a:buNone/>
            </a:pPr>
            <a:r>
              <a:rPr b="1" i="0" lang="en" sz="700" u="none" cap="none" strike="noStrike">
                <a:solidFill>
                  <a:schemeClr val="dk1"/>
                </a:solidFill>
                <a:latin typeface="Verizon NHG DS"/>
                <a:ea typeface="Verizon NHG DS"/>
                <a:cs typeface="Verizon NHG DS"/>
                <a:sym typeface="Verizon NHG DS"/>
              </a:rPr>
              <a:t>Focus on:</a:t>
            </a:r>
            <a:r>
              <a:rPr b="0" i="0" lang="en" sz="700" u="none" cap="none" strike="noStrike">
                <a:solidFill>
                  <a:schemeClr val="dk1"/>
                </a:solidFill>
                <a:latin typeface="Verizon NHG DS"/>
                <a:ea typeface="Verizon NHG DS"/>
                <a:cs typeface="Verizon NHG DS"/>
                <a:sym typeface="Verizon NHG DS"/>
              </a:rPr>
              <a:t> </a:t>
            </a:r>
            <a:endParaRPr b="0" i="0" sz="700" u="none" cap="none" strike="noStrike">
              <a:solidFill>
                <a:schemeClr val="dk1"/>
              </a:solidFill>
              <a:latin typeface="Verizon NHG DS"/>
              <a:ea typeface="Verizon NHG DS"/>
              <a:cs typeface="Verizon NHG DS"/>
              <a:sym typeface="Verizon NHG DS"/>
            </a:endParaRPr>
          </a:p>
          <a:p>
            <a:pPr indent="-90170" lvl="0" marL="91440" marR="0" rtl="0" algn="l">
              <a:lnSpc>
                <a:spcPct val="90000"/>
              </a:lnSpc>
              <a:spcBef>
                <a:spcPts val="0"/>
              </a:spcBef>
              <a:spcAft>
                <a:spcPts val="0"/>
              </a:spcAft>
              <a:buClr>
                <a:schemeClr val="dk1"/>
              </a:buClr>
              <a:buSzPts val="700"/>
              <a:buFont typeface="Verizon NHG DS"/>
              <a:buChar char="●"/>
            </a:pPr>
            <a:r>
              <a:rPr b="0" i="0" lang="en" sz="700" u="none" cap="none" strike="noStrike">
                <a:solidFill>
                  <a:schemeClr val="dk1"/>
                </a:solidFill>
                <a:latin typeface="Verizon NHG DS"/>
                <a:ea typeface="Verizon NHG DS"/>
                <a:cs typeface="Verizon NHG DS"/>
                <a:sym typeface="Verizon NHG DS"/>
              </a:rPr>
              <a:t>Continue momentum to scale the in-house team and reduce third party vendor support while increasing org engagement and priority alignment</a:t>
            </a:r>
            <a:endParaRPr b="0" i="0" sz="700" u="none" cap="none" strike="noStrike">
              <a:solidFill>
                <a:schemeClr val="dk1"/>
              </a:solidFill>
              <a:latin typeface="Verizon NHG DS"/>
              <a:ea typeface="Verizon NHG DS"/>
              <a:cs typeface="Verizon NHG DS"/>
              <a:sym typeface="Verizon NHG DS"/>
            </a:endParaRPr>
          </a:p>
          <a:p>
            <a:pPr indent="-90170" lvl="0" marL="91440" marR="0" rtl="0" algn="l">
              <a:lnSpc>
                <a:spcPct val="90000"/>
              </a:lnSpc>
              <a:spcBef>
                <a:spcPts val="0"/>
              </a:spcBef>
              <a:spcAft>
                <a:spcPts val="0"/>
              </a:spcAft>
              <a:buClr>
                <a:schemeClr val="dk1"/>
              </a:buClr>
              <a:buSzPts val="700"/>
              <a:buFont typeface="Verizon NHG DS"/>
              <a:buChar char="●"/>
            </a:pPr>
            <a:r>
              <a:rPr b="0" i="0" lang="en" sz="700" u="none" cap="none" strike="noStrike">
                <a:solidFill>
                  <a:schemeClr val="dk1"/>
                </a:solidFill>
                <a:latin typeface="Verizon NHG DS"/>
                <a:ea typeface="Verizon NHG DS"/>
                <a:cs typeface="Verizon NHG DS"/>
                <a:sym typeface="Verizon NHG DS"/>
              </a:rPr>
              <a:t>Increase awareness of Design work and impact across VCG, CXO and the enterprise by promoting cross-departmental collaboration, and ensuring broader organizational alignment with goals and priorities</a:t>
            </a:r>
            <a:endParaRPr b="0" i="0" sz="700" u="none" cap="none" strike="noStrike">
              <a:solidFill>
                <a:schemeClr val="dk1"/>
              </a:solidFill>
              <a:latin typeface="Verizon NHG DS"/>
              <a:ea typeface="Verizon NHG DS"/>
              <a:cs typeface="Verizon NHG DS"/>
              <a:sym typeface="Verizon NHG DS"/>
            </a:endParaRPr>
          </a:p>
          <a:p>
            <a:pPr indent="-90170" lvl="0" marL="91440" marR="0" rtl="0" algn="l">
              <a:lnSpc>
                <a:spcPct val="90000"/>
              </a:lnSpc>
              <a:spcBef>
                <a:spcPts val="0"/>
              </a:spcBef>
              <a:spcAft>
                <a:spcPts val="0"/>
              </a:spcAft>
              <a:buClr>
                <a:schemeClr val="dk1"/>
              </a:buClr>
              <a:buSzPts val="700"/>
              <a:buFont typeface="Verizon NHG DS"/>
              <a:buChar char="●"/>
            </a:pPr>
            <a:r>
              <a:rPr b="0" i="0" lang="en" sz="700" u="none" cap="none" strike="noStrike">
                <a:solidFill>
                  <a:schemeClr val="dk1"/>
                </a:solidFill>
                <a:latin typeface="Verizon NHG DS"/>
                <a:ea typeface="Verizon NHG DS"/>
                <a:cs typeface="Verizon NHG DS"/>
                <a:sym typeface="Verizon NHG DS"/>
              </a:rPr>
              <a:t>Amplify Experience Design in the external design industry</a:t>
            </a:r>
            <a:endParaRPr b="1" i="0" sz="700" u="none" cap="none" strike="noStrike">
              <a:solidFill>
                <a:srgbClr val="434343"/>
              </a:solidFill>
              <a:latin typeface="Verizon NHG DS"/>
              <a:ea typeface="Verizon NHG DS"/>
              <a:cs typeface="Verizon NHG DS"/>
              <a:sym typeface="Verizon NHG DS"/>
            </a:endParaRPr>
          </a:p>
        </p:txBody>
      </p:sp>
      <p:sp>
        <p:nvSpPr>
          <p:cNvPr id="2100" name="Google Shape;2100;p317"/>
          <p:cNvSpPr/>
          <p:nvPr/>
        </p:nvSpPr>
        <p:spPr>
          <a:xfrm>
            <a:off x="6995710" y="4645124"/>
            <a:ext cx="1579800" cy="456900"/>
          </a:xfrm>
          <a:prstGeom prst="rect">
            <a:avLst/>
          </a:prstGeom>
          <a:solidFill>
            <a:schemeClr val="dk2"/>
          </a:solidFill>
          <a:ln cap="flat" cmpd="sng" w="9525">
            <a:solidFill>
              <a:srgbClr val="FF3C2D"/>
            </a:solidFill>
            <a:prstDash val="solid"/>
            <a:round/>
            <a:headEnd len="sm" w="sm" type="none"/>
            <a:tailEnd len="sm" w="sm" type="none"/>
          </a:ln>
        </p:spPr>
        <p:txBody>
          <a:bodyPr anchorCtr="0" anchor="t" bIns="64000" lIns="64000" spcFirstLastPara="1" rIns="64000" wrap="square" tIns="64000">
            <a:noAutofit/>
          </a:bodyPr>
          <a:lstStyle/>
          <a:p>
            <a:pPr indent="0" lvl="0" marL="0" marR="0" rtl="0" algn="l">
              <a:lnSpc>
                <a:spcPct val="100000"/>
              </a:lnSpc>
              <a:spcBef>
                <a:spcPts val="0"/>
              </a:spcBef>
              <a:spcAft>
                <a:spcPts val="0"/>
              </a:spcAft>
              <a:buClr>
                <a:schemeClr val="dk1"/>
              </a:buClr>
              <a:buSzPts val="1100"/>
              <a:buFont typeface="Arial"/>
              <a:buNone/>
            </a:pPr>
            <a:r>
              <a:rPr b="0" i="0" lang="en" sz="600" u="none" cap="none" strike="noStrike">
                <a:solidFill>
                  <a:schemeClr val="dk1"/>
                </a:solidFill>
                <a:latin typeface="Verizon NHG DS"/>
                <a:ea typeface="Verizon NHG DS"/>
                <a:cs typeface="Verizon NHG DS"/>
                <a:sym typeface="Verizon NHG DS"/>
              </a:rPr>
              <a:t>Measured by:</a:t>
            </a:r>
            <a:endParaRPr b="0" i="0" sz="600" u="none" cap="none" strike="noStrike">
              <a:solidFill>
                <a:schemeClr val="dk1"/>
              </a:solidFill>
              <a:latin typeface="Verizon NHG DS"/>
              <a:ea typeface="Verizon NHG DS"/>
              <a:cs typeface="Verizon NHG DS"/>
              <a:sym typeface="Verizon NHG DS"/>
            </a:endParaRPr>
          </a:p>
          <a:p>
            <a:pPr indent="-83820" lvl="0" marL="91440" marR="0" rtl="0" algn="l">
              <a:lnSpc>
                <a:spcPct val="100000"/>
              </a:lnSpc>
              <a:spcBef>
                <a:spcPts val="0"/>
              </a:spcBef>
              <a:spcAft>
                <a:spcPts val="0"/>
              </a:spcAft>
              <a:buClr>
                <a:schemeClr val="dk1"/>
              </a:buClr>
              <a:buSzPts val="600"/>
              <a:buFont typeface="Verizon NHG DS"/>
              <a:buChar char="●"/>
            </a:pPr>
            <a:r>
              <a:rPr b="0" i="0" lang="en" sz="600" u="none" cap="none" strike="noStrike">
                <a:solidFill>
                  <a:schemeClr val="dk1"/>
                </a:solidFill>
                <a:latin typeface="Verizon NHG DS"/>
                <a:ea typeface="Verizon NHG DS"/>
                <a:cs typeface="Verizon NHG DS"/>
                <a:sym typeface="Verizon NHG DS"/>
              </a:rPr>
              <a:t>FTE %age from 29% to 55%</a:t>
            </a:r>
            <a:endParaRPr b="0" i="0" sz="600" u="none" cap="none" strike="noStrike">
              <a:solidFill>
                <a:schemeClr val="dk1"/>
              </a:solidFill>
              <a:latin typeface="Verizon NHG DS"/>
              <a:ea typeface="Verizon NHG DS"/>
              <a:cs typeface="Verizon NHG DS"/>
              <a:sym typeface="Verizon NHG DS"/>
            </a:endParaRPr>
          </a:p>
          <a:p>
            <a:pPr indent="-83820" lvl="0" marL="91440" marR="0" rtl="0" algn="l">
              <a:lnSpc>
                <a:spcPct val="100000"/>
              </a:lnSpc>
              <a:spcBef>
                <a:spcPts val="0"/>
              </a:spcBef>
              <a:spcAft>
                <a:spcPts val="0"/>
              </a:spcAft>
              <a:buClr>
                <a:schemeClr val="dk1"/>
              </a:buClr>
              <a:buSzPts val="600"/>
              <a:buFont typeface="Verizon NHG DS"/>
              <a:buChar char="●"/>
            </a:pPr>
            <a:r>
              <a:rPr b="0" i="0" lang="en" sz="600" u="none" cap="none" strike="noStrike">
                <a:solidFill>
                  <a:schemeClr val="dk1"/>
                </a:solidFill>
                <a:latin typeface="Verizon NHG DS"/>
                <a:ea typeface="Verizon NHG DS"/>
                <a:cs typeface="Verizon NHG DS"/>
                <a:sym typeface="Verizon NHG DS"/>
              </a:rPr>
              <a:t>Pulse +5% Overall Engagement</a:t>
            </a:r>
            <a:endParaRPr b="1" i="0" sz="800" u="none" cap="none" strike="noStrike">
              <a:solidFill>
                <a:srgbClr val="434343"/>
              </a:solidFill>
              <a:latin typeface="Verizon NHG DS"/>
              <a:ea typeface="Verizon NHG DS"/>
              <a:cs typeface="Verizon NHG DS"/>
              <a:sym typeface="Verizon NHG D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5" name="Shape 2105"/>
        <p:cNvGrpSpPr/>
        <p:nvPr/>
      </p:nvGrpSpPr>
      <p:grpSpPr>
        <a:xfrm>
          <a:off x="0" y="0"/>
          <a:ext cx="0" cy="0"/>
          <a:chOff x="0" y="0"/>
          <a:chExt cx="0" cy="0"/>
        </a:xfrm>
      </p:grpSpPr>
      <p:sp>
        <p:nvSpPr>
          <p:cNvPr id="2106" name="Google Shape;2106;p318"/>
          <p:cNvSpPr txBox="1"/>
          <p:nvPr/>
        </p:nvSpPr>
        <p:spPr>
          <a:xfrm>
            <a:off x="142825" y="4511100"/>
            <a:ext cx="7884600" cy="464700"/>
          </a:xfrm>
          <a:prstGeom prst="rect">
            <a:avLst/>
          </a:prstGeom>
          <a:solidFill>
            <a:schemeClr val="lt1"/>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Verizon NHG TX"/>
              <a:ea typeface="Verizon NHG TX"/>
              <a:cs typeface="Verizon NHG TX"/>
              <a:sym typeface="Verizon NHG TX"/>
            </a:endParaRPr>
          </a:p>
        </p:txBody>
      </p:sp>
      <p:sp>
        <p:nvSpPr>
          <p:cNvPr id="2107" name="Google Shape;2107;p318"/>
          <p:cNvSpPr/>
          <p:nvPr/>
        </p:nvSpPr>
        <p:spPr>
          <a:xfrm>
            <a:off x="5347837" y="2391920"/>
            <a:ext cx="1579800" cy="2177100"/>
          </a:xfrm>
          <a:prstGeom prst="rect">
            <a:avLst/>
          </a:prstGeom>
          <a:solidFill>
            <a:srgbClr val="F3EDE0"/>
          </a:solidFill>
          <a:ln>
            <a:noFill/>
          </a:ln>
        </p:spPr>
        <p:txBody>
          <a:bodyPr anchorCtr="0" anchor="t" bIns="0" lIns="68575" spcFirstLastPara="1" rIns="68575" wrap="square" tIns="0">
            <a:noAutofit/>
          </a:bodyPr>
          <a:lstStyle/>
          <a:p>
            <a:pPr indent="0" lvl="0" marL="0" marR="0" rtl="0" algn="l">
              <a:lnSpc>
                <a:spcPct val="80000"/>
              </a:lnSpc>
              <a:spcBef>
                <a:spcPts val="0"/>
              </a:spcBef>
              <a:spcAft>
                <a:spcPts val="0"/>
              </a:spcAft>
              <a:buClr>
                <a:schemeClr val="dk1"/>
              </a:buClr>
              <a:buSzPts val="1100"/>
              <a:buFont typeface="Arial"/>
              <a:buNone/>
            </a:pPr>
            <a:r>
              <a:t/>
            </a:r>
            <a:endParaRPr b="1" i="0" sz="700" u="none" cap="none" strike="noStrike">
              <a:solidFill>
                <a:schemeClr val="dk1"/>
              </a:solidFill>
              <a:latin typeface="Verizon NHG TX"/>
              <a:ea typeface="Verizon NHG TX"/>
              <a:cs typeface="Verizon NHG TX"/>
              <a:sym typeface="Verizon NHG TX"/>
            </a:endParaRPr>
          </a:p>
          <a:p>
            <a:pPr indent="0" lvl="0" marL="0" marR="0" rtl="0" algn="l">
              <a:lnSpc>
                <a:spcPct val="80000"/>
              </a:lnSpc>
              <a:spcBef>
                <a:spcPts val="0"/>
              </a:spcBef>
              <a:spcAft>
                <a:spcPts val="0"/>
              </a:spcAft>
              <a:buClr>
                <a:srgbClr val="000000"/>
              </a:buClr>
              <a:buSzPts val="700"/>
              <a:buFont typeface="Arial"/>
              <a:buNone/>
            </a:pPr>
            <a:r>
              <a:rPr b="1" i="0" lang="en" sz="700" u="none" cap="none" strike="noStrike">
                <a:solidFill>
                  <a:schemeClr val="dk1"/>
                </a:solidFill>
                <a:latin typeface="Verizon NHG TX"/>
                <a:ea typeface="Verizon NHG TX"/>
                <a:cs typeface="Verizon NHG TX"/>
                <a:sym typeface="Verizon NHG TX"/>
              </a:rPr>
              <a:t>Focus on: </a:t>
            </a:r>
            <a:endParaRPr b="1" i="0" sz="700" u="none" cap="none" strike="noStrike">
              <a:solidFill>
                <a:schemeClr val="dk1"/>
              </a:solidFill>
              <a:latin typeface="Verizon NHG TX"/>
              <a:ea typeface="Verizon NHG TX"/>
              <a:cs typeface="Verizon NHG TX"/>
              <a:sym typeface="Verizon NHG TX"/>
            </a:endParaRPr>
          </a:p>
          <a:p>
            <a:pPr indent="-101600" lvl="0" marL="114300" marR="0" rtl="0" algn="l">
              <a:lnSpc>
                <a:spcPct val="80000"/>
              </a:lnSpc>
              <a:spcBef>
                <a:spcPts val="0"/>
              </a:spcBef>
              <a:spcAft>
                <a:spcPts val="0"/>
              </a:spcAft>
              <a:buClr>
                <a:schemeClr val="dk1"/>
              </a:buClr>
              <a:buSzPts val="700"/>
              <a:buFont typeface="Verizon NHG TX"/>
              <a:buChar char="●"/>
            </a:pPr>
            <a:r>
              <a:rPr b="0" i="0" lang="en" sz="700" u="none" cap="none" strike="noStrike">
                <a:solidFill>
                  <a:schemeClr val="dk1"/>
                </a:solidFill>
                <a:latin typeface="Verizon NHG TX"/>
                <a:ea typeface="Verizon NHG TX"/>
                <a:cs typeface="Verizon NHG TX"/>
                <a:sym typeface="Verizon NHG TX"/>
              </a:rPr>
              <a:t>Build a content-driven mindset with supporting practices. </a:t>
            </a:r>
            <a:br>
              <a:rPr b="0" i="0" lang="en" sz="700" u="none" cap="none" strike="noStrike">
                <a:solidFill>
                  <a:schemeClr val="dk1"/>
                </a:solidFill>
                <a:latin typeface="Verizon NHG TX"/>
                <a:ea typeface="Verizon NHG TX"/>
                <a:cs typeface="Verizon NHG TX"/>
                <a:sym typeface="Verizon NHG TX"/>
              </a:rPr>
            </a:br>
            <a:endParaRPr b="0" i="0" sz="700" u="none" cap="none" strike="noStrike">
              <a:solidFill>
                <a:schemeClr val="dk1"/>
              </a:solidFill>
              <a:latin typeface="Verizon NHG TX"/>
              <a:ea typeface="Verizon NHG TX"/>
              <a:cs typeface="Verizon NHG TX"/>
              <a:sym typeface="Verizon NHG TX"/>
            </a:endParaRPr>
          </a:p>
          <a:p>
            <a:pPr indent="-101600" lvl="0" marL="114300" marR="0" rtl="0" algn="l">
              <a:lnSpc>
                <a:spcPct val="80000"/>
              </a:lnSpc>
              <a:spcBef>
                <a:spcPts val="0"/>
              </a:spcBef>
              <a:spcAft>
                <a:spcPts val="0"/>
              </a:spcAft>
              <a:buClr>
                <a:schemeClr val="dk1"/>
              </a:buClr>
              <a:buSzPts val="700"/>
              <a:buFont typeface="Verizon NHG TX"/>
              <a:buChar char="●"/>
            </a:pPr>
            <a:r>
              <a:rPr b="0" i="0" lang="en" sz="700" u="none" cap="none" strike="noStrike">
                <a:solidFill>
                  <a:schemeClr val="dk1"/>
                </a:solidFill>
                <a:latin typeface="Verizon NHG TX"/>
                <a:ea typeface="Verizon NHG TX"/>
                <a:cs typeface="Verizon NHG TX"/>
                <a:sym typeface="Verizon NHG TX"/>
              </a:rPr>
              <a:t>Deliver clear &amp; direct content design that focuses on intents &amp; outcomes.  </a:t>
            </a:r>
            <a:br>
              <a:rPr b="0" i="0" lang="en" sz="700" u="none" cap="none" strike="noStrike">
                <a:solidFill>
                  <a:schemeClr val="dk1"/>
                </a:solidFill>
                <a:latin typeface="Verizon NHG TX"/>
                <a:ea typeface="Verizon NHG TX"/>
                <a:cs typeface="Verizon NHG TX"/>
                <a:sym typeface="Verizon NHG TX"/>
              </a:rPr>
            </a:br>
            <a:endParaRPr b="0" i="0" sz="700" u="none" cap="none" strike="noStrike">
              <a:solidFill>
                <a:schemeClr val="dk1"/>
              </a:solidFill>
              <a:latin typeface="Verizon NHG TX"/>
              <a:ea typeface="Verizon NHG TX"/>
              <a:cs typeface="Verizon NHG TX"/>
              <a:sym typeface="Verizon NHG TX"/>
            </a:endParaRPr>
          </a:p>
          <a:p>
            <a:pPr indent="-101600" lvl="0" marL="114300" marR="0" rtl="0" algn="l">
              <a:lnSpc>
                <a:spcPct val="80000"/>
              </a:lnSpc>
              <a:spcBef>
                <a:spcPts val="0"/>
              </a:spcBef>
              <a:spcAft>
                <a:spcPts val="0"/>
              </a:spcAft>
              <a:buClr>
                <a:schemeClr val="dk1"/>
              </a:buClr>
              <a:buSzPts val="700"/>
              <a:buFont typeface="Verizon NHG TX"/>
              <a:buChar char="●"/>
            </a:pPr>
            <a:r>
              <a:rPr b="0" i="0" lang="en" sz="700" u="none" cap="none" strike="noStrike">
                <a:solidFill>
                  <a:schemeClr val="dk1"/>
                </a:solidFill>
                <a:latin typeface="Verizon NHG TX"/>
                <a:ea typeface="Verizon NHG TX"/>
                <a:cs typeface="Verizon NHG TX"/>
                <a:sym typeface="Verizon NHG TX"/>
              </a:rPr>
              <a:t>Expand VQA processes with enhanced rigor, attention, and support. </a:t>
            </a:r>
            <a:br>
              <a:rPr b="0" i="0" lang="en" sz="700" u="none" cap="none" strike="noStrike">
                <a:solidFill>
                  <a:schemeClr val="dk1"/>
                </a:solidFill>
                <a:latin typeface="Verizon NHG TX"/>
                <a:ea typeface="Verizon NHG TX"/>
                <a:cs typeface="Verizon NHG TX"/>
                <a:sym typeface="Verizon NHG TX"/>
              </a:rPr>
            </a:br>
            <a:endParaRPr b="0" i="0" sz="700" u="none" cap="none" strike="noStrike">
              <a:solidFill>
                <a:schemeClr val="dk1"/>
              </a:solidFill>
              <a:latin typeface="Verizon NHG TX"/>
              <a:ea typeface="Verizon NHG TX"/>
              <a:cs typeface="Verizon NHG TX"/>
              <a:sym typeface="Verizon NHG TX"/>
            </a:endParaRPr>
          </a:p>
          <a:p>
            <a:pPr indent="-101600" lvl="0" marL="114300" marR="0" rtl="0" algn="l">
              <a:lnSpc>
                <a:spcPct val="80000"/>
              </a:lnSpc>
              <a:spcBef>
                <a:spcPts val="0"/>
              </a:spcBef>
              <a:spcAft>
                <a:spcPts val="0"/>
              </a:spcAft>
              <a:buClr>
                <a:schemeClr val="dk1"/>
              </a:buClr>
              <a:buSzPts val="700"/>
              <a:buFont typeface="Verizon NHG TX"/>
              <a:buChar char="●"/>
            </a:pPr>
            <a:r>
              <a:rPr b="0" i="0" lang="en" sz="700" u="none" cap="none" strike="noStrike">
                <a:solidFill>
                  <a:schemeClr val="dk1"/>
                </a:solidFill>
                <a:latin typeface="Verizon NHG TX"/>
                <a:ea typeface="Verizon NHG TX"/>
                <a:cs typeface="Verizon NHG TX"/>
                <a:sym typeface="Verizon NHG TX"/>
              </a:rPr>
              <a:t>Ensure consistency and reuse of common patterns, tactics, and styles. </a:t>
            </a:r>
            <a:br>
              <a:rPr b="0" i="0" lang="en" sz="700" u="none" cap="none" strike="noStrike">
                <a:solidFill>
                  <a:schemeClr val="dk1"/>
                </a:solidFill>
                <a:latin typeface="Verizon NHG TX"/>
                <a:ea typeface="Verizon NHG TX"/>
                <a:cs typeface="Verizon NHG TX"/>
                <a:sym typeface="Verizon NHG TX"/>
              </a:rPr>
            </a:br>
            <a:endParaRPr b="0" i="0" sz="700" u="none" cap="none" strike="noStrike">
              <a:solidFill>
                <a:schemeClr val="dk1"/>
              </a:solidFill>
              <a:latin typeface="Verizon NHG TX"/>
              <a:ea typeface="Verizon NHG TX"/>
              <a:cs typeface="Verizon NHG TX"/>
              <a:sym typeface="Verizon NHG TX"/>
            </a:endParaRPr>
          </a:p>
          <a:p>
            <a:pPr indent="-101600" lvl="0" marL="114300" marR="0" rtl="0" algn="l">
              <a:lnSpc>
                <a:spcPct val="80000"/>
              </a:lnSpc>
              <a:spcBef>
                <a:spcPts val="0"/>
              </a:spcBef>
              <a:spcAft>
                <a:spcPts val="0"/>
              </a:spcAft>
              <a:buClr>
                <a:schemeClr val="dk1"/>
              </a:buClr>
              <a:buSzPts val="700"/>
              <a:buFont typeface="Verizon NHG TX"/>
              <a:buChar char="●"/>
            </a:pPr>
            <a:r>
              <a:rPr b="0" i="0" lang="en" sz="700" u="none" cap="none" strike="noStrike">
                <a:solidFill>
                  <a:schemeClr val="dk1"/>
                </a:solidFill>
                <a:latin typeface="Verizon NHG TX"/>
                <a:ea typeface="Verizon NHG TX"/>
                <a:cs typeface="Verizon NHG TX"/>
                <a:sym typeface="Verizon NHG TX"/>
              </a:rPr>
              <a:t>Educate and guide teams to create deliverables that reduce gaps and defects. </a:t>
            </a:r>
            <a:br>
              <a:rPr b="0" i="0" lang="en" sz="700" u="none" cap="none" strike="noStrike">
                <a:solidFill>
                  <a:schemeClr val="dk1"/>
                </a:solidFill>
                <a:latin typeface="Verizon NHG TX"/>
                <a:ea typeface="Verizon NHG TX"/>
                <a:cs typeface="Verizon NHG TX"/>
                <a:sym typeface="Verizon NHG TX"/>
              </a:rPr>
            </a:br>
            <a:endParaRPr b="0" i="0" sz="700" u="none" cap="none" strike="noStrike">
              <a:solidFill>
                <a:schemeClr val="dk1"/>
              </a:solidFill>
              <a:latin typeface="Verizon NHG TX"/>
              <a:ea typeface="Verizon NHG TX"/>
              <a:cs typeface="Verizon NHG TX"/>
              <a:sym typeface="Verizon NHG TX"/>
            </a:endParaRPr>
          </a:p>
          <a:p>
            <a:pPr indent="-101600" lvl="0" marL="114300" marR="0" rtl="0" algn="l">
              <a:lnSpc>
                <a:spcPct val="80000"/>
              </a:lnSpc>
              <a:spcBef>
                <a:spcPts val="0"/>
              </a:spcBef>
              <a:spcAft>
                <a:spcPts val="0"/>
              </a:spcAft>
              <a:buClr>
                <a:schemeClr val="dk1"/>
              </a:buClr>
              <a:buSzPts val="700"/>
              <a:buFont typeface="Verizon NHG TX"/>
              <a:buChar char="●"/>
            </a:pPr>
            <a:r>
              <a:rPr b="0" i="0" lang="en" sz="700" u="none" cap="none" strike="noStrike">
                <a:solidFill>
                  <a:schemeClr val="dk1"/>
                </a:solidFill>
                <a:latin typeface="Verizon NHG TX"/>
                <a:ea typeface="Verizon NHG TX"/>
                <a:cs typeface="Verizon NHG TX"/>
                <a:sym typeface="Verizon NHG TX"/>
              </a:rPr>
              <a:t>Support teams in their use of Navigation and VDS components. </a:t>
            </a:r>
            <a:endParaRPr b="1" i="0" sz="700" u="none" cap="none" strike="noStrike">
              <a:solidFill>
                <a:schemeClr val="dk1"/>
              </a:solidFill>
              <a:latin typeface="Verizon NHG TX"/>
              <a:ea typeface="Verizon NHG TX"/>
              <a:cs typeface="Verizon NHG TX"/>
              <a:sym typeface="Verizon NHG TX"/>
            </a:endParaRPr>
          </a:p>
        </p:txBody>
      </p:sp>
      <p:sp>
        <p:nvSpPr>
          <p:cNvPr id="2108" name="Google Shape;2108;p318"/>
          <p:cNvSpPr txBox="1"/>
          <p:nvPr>
            <p:ph idx="12" type="sldNum"/>
          </p:nvPr>
        </p:nvSpPr>
        <p:spPr>
          <a:xfrm>
            <a:off x="11090012" y="6301220"/>
            <a:ext cx="470100" cy="1692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rgbClr val="000000"/>
              </a:buClr>
              <a:buSzPts val="1100"/>
              <a:buFont typeface="Arial"/>
              <a:buNone/>
            </a:pPr>
            <a:fld id="{00000000-1234-1234-1234-123412341234}" type="slidenum">
              <a:rPr lang="en"/>
              <a:t>‹#›</a:t>
            </a:fld>
            <a:endParaRPr/>
          </a:p>
        </p:txBody>
      </p:sp>
      <p:sp>
        <p:nvSpPr>
          <p:cNvPr id="2109" name="Google Shape;2109;p318"/>
          <p:cNvSpPr txBox="1"/>
          <p:nvPr/>
        </p:nvSpPr>
        <p:spPr>
          <a:xfrm>
            <a:off x="2174300" y="4797975"/>
            <a:ext cx="4335000" cy="169200"/>
          </a:xfrm>
          <a:prstGeom prst="rect">
            <a:avLst/>
          </a:prstGeom>
          <a:solidFill>
            <a:schemeClr val="lt1"/>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Verizon NHG TX"/>
              <a:ea typeface="Verizon NHG TX"/>
              <a:cs typeface="Verizon NHG TX"/>
              <a:sym typeface="Verizon NHG TX"/>
            </a:endParaRPr>
          </a:p>
        </p:txBody>
      </p:sp>
      <p:sp>
        <p:nvSpPr>
          <p:cNvPr id="2110" name="Google Shape;2110;p318"/>
          <p:cNvSpPr/>
          <p:nvPr/>
        </p:nvSpPr>
        <p:spPr>
          <a:xfrm>
            <a:off x="420900" y="1009650"/>
            <a:ext cx="8304900" cy="474900"/>
          </a:xfrm>
          <a:prstGeom prst="parallelogram">
            <a:avLst>
              <a:gd fmla="val 29450" name="adj"/>
            </a:avLst>
          </a:prstGeom>
          <a:solidFill>
            <a:srgbClr val="FF3C2D"/>
          </a:solidFill>
          <a:ln cap="flat" cmpd="sng" w="9525">
            <a:solidFill>
              <a:srgbClr val="FF3C2D"/>
            </a:solidFill>
            <a:prstDash val="solid"/>
            <a:round/>
            <a:headEnd len="sm" w="sm" type="none"/>
            <a:tailEnd len="sm" w="sm" type="none"/>
          </a:ln>
        </p:spPr>
        <p:txBody>
          <a:bodyPr anchorCtr="0" anchor="ctr" bIns="27425" lIns="137150" spcFirstLastPara="1" rIns="0" wrap="square" tIns="27425">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F3EDE0"/>
                </a:solidFill>
                <a:latin typeface="Verizon NHG TX"/>
                <a:ea typeface="Verizon NHG TX"/>
                <a:cs typeface="Verizon NHG TX"/>
                <a:sym typeface="Verizon NHG TX"/>
              </a:rPr>
              <a:t>Design Systems &amp; Unity</a:t>
            </a:r>
            <a:endParaRPr b="1" i="0" sz="1000" u="none" cap="none" strike="noStrike">
              <a:solidFill>
                <a:srgbClr val="F3EDE0"/>
              </a:solidFill>
              <a:latin typeface="Verizon NHG TX"/>
              <a:ea typeface="Verizon NHG TX"/>
              <a:cs typeface="Verizon NHG TX"/>
              <a:sym typeface="Verizon NHG TX"/>
            </a:endParaRPr>
          </a:p>
          <a:p>
            <a:pPr indent="0" lvl="0" marL="0" marR="0" rtl="0" algn="ctr">
              <a:lnSpc>
                <a:spcPct val="90000"/>
              </a:lnSpc>
              <a:spcBef>
                <a:spcPts val="0"/>
              </a:spcBef>
              <a:spcAft>
                <a:spcPts val="0"/>
              </a:spcAft>
              <a:buClr>
                <a:schemeClr val="dk1"/>
              </a:buClr>
              <a:buSzPts val="1100"/>
              <a:buFont typeface="Arial"/>
              <a:buNone/>
            </a:pPr>
            <a:r>
              <a:rPr b="1" i="0" lang="en" sz="900" u="none" cap="none" strike="noStrike">
                <a:solidFill>
                  <a:schemeClr val="dk2"/>
                </a:solidFill>
                <a:latin typeface="Verizon NHG TX"/>
                <a:ea typeface="Verizon NHG TX"/>
                <a:cs typeface="Verizon NHG TX"/>
                <a:sym typeface="Verizon NHG TX"/>
              </a:rPr>
              <a:t>Unify all Verizon customer experiences around our Brand Identity &amp; North Star Architecture</a:t>
            </a:r>
            <a:endParaRPr b="1" i="0" sz="1200" u="none" cap="none" strike="noStrike">
              <a:solidFill>
                <a:schemeClr val="dk2"/>
              </a:solidFill>
              <a:latin typeface="Verizon NHG TX"/>
              <a:ea typeface="Verizon NHG TX"/>
              <a:cs typeface="Verizon NHG TX"/>
              <a:sym typeface="Verizon NHG TX"/>
            </a:endParaRPr>
          </a:p>
        </p:txBody>
      </p:sp>
      <p:sp>
        <p:nvSpPr>
          <p:cNvPr id="2111" name="Google Shape;2111;p318"/>
          <p:cNvSpPr/>
          <p:nvPr/>
        </p:nvSpPr>
        <p:spPr>
          <a:xfrm>
            <a:off x="429059" y="1576700"/>
            <a:ext cx="1579800" cy="709500"/>
          </a:xfrm>
          <a:prstGeom prst="rect">
            <a:avLst/>
          </a:prstGeom>
          <a:solidFill>
            <a:srgbClr val="F3EDE0"/>
          </a:solidFill>
          <a:ln>
            <a:noFill/>
          </a:ln>
        </p:spPr>
        <p:txBody>
          <a:bodyPr anchorCtr="0" anchor="t" bIns="0" lIns="137150" spcFirstLastPara="1" rIns="0" wrap="square" tIns="0">
            <a:noAutofit/>
          </a:bodyPr>
          <a:lstStyle/>
          <a:p>
            <a:pPr indent="0" lvl="0" marL="0" marR="0" rtl="0" algn="l">
              <a:lnSpc>
                <a:spcPct val="90000"/>
              </a:lnSpc>
              <a:spcBef>
                <a:spcPts val="0"/>
              </a:spcBef>
              <a:spcAft>
                <a:spcPts val="0"/>
              </a:spcAft>
              <a:buClr>
                <a:schemeClr val="dk1"/>
              </a:buClr>
              <a:buSzPts val="1100"/>
              <a:buFont typeface="Arial"/>
              <a:buNone/>
            </a:pPr>
            <a:r>
              <a:t/>
            </a:r>
            <a:endParaRPr b="1" i="0" sz="800" u="none" cap="none" strike="noStrike">
              <a:solidFill>
                <a:schemeClr val="dk1"/>
              </a:solidFill>
              <a:latin typeface="Verizon NHG TX"/>
              <a:ea typeface="Verizon NHG TX"/>
              <a:cs typeface="Verizon NHG TX"/>
              <a:sym typeface="Verizon NHG TX"/>
            </a:endParaRPr>
          </a:p>
          <a:p>
            <a:pPr indent="0" lvl="0" marL="0" marR="0" rtl="0" algn="l">
              <a:lnSpc>
                <a:spcPct val="90000"/>
              </a:lnSpc>
              <a:spcBef>
                <a:spcPts val="0"/>
              </a:spcBef>
              <a:spcAft>
                <a:spcPts val="0"/>
              </a:spcAft>
              <a:buClr>
                <a:schemeClr val="dk1"/>
              </a:buClr>
              <a:buSzPts val="1100"/>
              <a:buFont typeface="Arial"/>
              <a:buNone/>
            </a:pPr>
            <a:r>
              <a:rPr b="1" i="0" lang="en" sz="800" u="none" cap="none" strike="noStrike">
                <a:solidFill>
                  <a:schemeClr val="dk1"/>
                </a:solidFill>
                <a:latin typeface="Verizon NHG TX"/>
                <a:ea typeface="Verizon NHG TX"/>
                <a:cs typeface="Verizon NHG TX"/>
                <a:sym typeface="Verizon NHG TX"/>
              </a:rPr>
              <a:t>Growing adoption and engagement for the </a:t>
            </a:r>
            <a:endParaRPr b="1" i="0" sz="800" u="none" cap="none" strike="noStrike">
              <a:solidFill>
                <a:schemeClr val="dk1"/>
              </a:solidFill>
              <a:latin typeface="Verizon NHG TX"/>
              <a:ea typeface="Verizon NHG TX"/>
              <a:cs typeface="Verizon NHG TX"/>
              <a:sym typeface="Verizon NHG TX"/>
            </a:endParaRPr>
          </a:p>
          <a:p>
            <a:pPr indent="0" lvl="0" marL="0" marR="0" rtl="0" algn="l">
              <a:lnSpc>
                <a:spcPct val="90000"/>
              </a:lnSpc>
              <a:spcBef>
                <a:spcPts val="0"/>
              </a:spcBef>
              <a:spcAft>
                <a:spcPts val="0"/>
              </a:spcAft>
              <a:buClr>
                <a:schemeClr val="dk1"/>
              </a:buClr>
              <a:buSzPts val="1100"/>
              <a:buFont typeface="Arial"/>
              <a:buNone/>
            </a:pPr>
            <a:r>
              <a:rPr b="1" i="0" lang="en" sz="800" u="none" cap="none" strike="noStrike">
                <a:solidFill>
                  <a:schemeClr val="dk1"/>
                </a:solidFill>
                <a:latin typeface="Verizon NHG TX"/>
                <a:ea typeface="Verizon NHG TX"/>
                <a:cs typeface="Verizon NHG TX"/>
                <a:sym typeface="Verizon NHG TX"/>
              </a:rPr>
              <a:t>Verizon Design System</a:t>
            </a:r>
            <a:endParaRPr b="1" i="0" sz="900" u="none" cap="none" strike="noStrike">
              <a:solidFill>
                <a:srgbClr val="434343"/>
              </a:solidFill>
              <a:latin typeface="Verizon NHG TX"/>
              <a:ea typeface="Verizon NHG TX"/>
              <a:cs typeface="Verizon NHG TX"/>
              <a:sym typeface="Verizon NHG TX"/>
            </a:endParaRPr>
          </a:p>
        </p:txBody>
      </p:sp>
      <p:sp>
        <p:nvSpPr>
          <p:cNvPr id="2112" name="Google Shape;2112;p318"/>
          <p:cNvSpPr/>
          <p:nvPr/>
        </p:nvSpPr>
        <p:spPr>
          <a:xfrm>
            <a:off x="2068770" y="1576700"/>
            <a:ext cx="1579800" cy="709500"/>
          </a:xfrm>
          <a:prstGeom prst="rect">
            <a:avLst/>
          </a:prstGeom>
          <a:solidFill>
            <a:srgbClr val="F3EDE0"/>
          </a:solidFill>
          <a:ln>
            <a:noFill/>
          </a:ln>
        </p:spPr>
        <p:txBody>
          <a:bodyPr anchorCtr="0" anchor="t" bIns="0" lIns="137150" spcFirstLastPara="1" rIns="0" wrap="square" tIns="0">
            <a:noAutofit/>
          </a:bodyPr>
          <a:lstStyle/>
          <a:p>
            <a:pPr indent="0" lvl="0" marL="0" marR="0" rtl="0" algn="l">
              <a:lnSpc>
                <a:spcPct val="90000"/>
              </a:lnSpc>
              <a:spcBef>
                <a:spcPts val="0"/>
              </a:spcBef>
              <a:spcAft>
                <a:spcPts val="0"/>
              </a:spcAft>
              <a:buClr>
                <a:schemeClr val="dk1"/>
              </a:buClr>
              <a:buSzPts val="1100"/>
              <a:buFont typeface="Arial"/>
              <a:buNone/>
            </a:pPr>
            <a:r>
              <a:t/>
            </a:r>
            <a:endParaRPr b="1" i="0" sz="800" u="none" cap="none" strike="noStrike">
              <a:solidFill>
                <a:schemeClr val="dk1"/>
              </a:solidFill>
              <a:latin typeface="Verizon NHG TX"/>
              <a:ea typeface="Verizon NHG TX"/>
              <a:cs typeface="Verizon NHG TX"/>
              <a:sym typeface="Verizon NHG TX"/>
            </a:endParaRPr>
          </a:p>
          <a:p>
            <a:pPr indent="0" lvl="0" marL="0" marR="0" rtl="0" algn="l">
              <a:lnSpc>
                <a:spcPct val="90000"/>
              </a:lnSpc>
              <a:spcBef>
                <a:spcPts val="0"/>
              </a:spcBef>
              <a:spcAft>
                <a:spcPts val="0"/>
              </a:spcAft>
              <a:buClr>
                <a:schemeClr val="dk1"/>
              </a:buClr>
              <a:buSzPts val="1100"/>
              <a:buFont typeface="Arial"/>
              <a:buNone/>
            </a:pPr>
            <a:r>
              <a:rPr b="1" i="0" lang="en" sz="800" u="none" cap="none" strike="noStrike">
                <a:solidFill>
                  <a:schemeClr val="dk1"/>
                </a:solidFill>
                <a:latin typeface="Verizon NHG TX"/>
                <a:ea typeface="Verizon NHG TX"/>
                <a:cs typeface="Verizon NHG TX"/>
                <a:sym typeface="Verizon NHG TX"/>
              </a:rPr>
              <a:t>Expand the capabilities </a:t>
            </a:r>
            <a:br>
              <a:rPr b="1" i="0" lang="en" sz="800" u="none" cap="none" strike="noStrike">
                <a:solidFill>
                  <a:schemeClr val="dk1"/>
                </a:solidFill>
                <a:latin typeface="Verizon NHG TX"/>
                <a:ea typeface="Verizon NHG TX"/>
                <a:cs typeface="Verizon NHG TX"/>
                <a:sym typeface="Verizon NHG TX"/>
              </a:rPr>
            </a:br>
            <a:r>
              <a:rPr b="1" i="0" lang="en" sz="800" u="none" cap="none" strike="noStrike">
                <a:solidFill>
                  <a:schemeClr val="dk1"/>
                </a:solidFill>
                <a:latin typeface="Verizon NHG TX"/>
                <a:ea typeface="Verizon NHG TX"/>
                <a:cs typeface="Verizon NHG TX"/>
                <a:sym typeface="Verizon NHG TX"/>
              </a:rPr>
              <a:t>and impact of the</a:t>
            </a:r>
            <a:br>
              <a:rPr b="1" i="0" lang="en" sz="800" u="none" cap="none" strike="noStrike">
                <a:solidFill>
                  <a:schemeClr val="dk1"/>
                </a:solidFill>
                <a:latin typeface="Verizon NHG TX"/>
                <a:ea typeface="Verizon NHG TX"/>
                <a:cs typeface="Verizon NHG TX"/>
                <a:sym typeface="Verizon NHG TX"/>
              </a:rPr>
            </a:br>
            <a:r>
              <a:rPr b="1" i="0" lang="en" sz="800" u="none" cap="none" strike="noStrike">
                <a:solidFill>
                  <a:schemeClr val="dk1"/>
                </a:solidFill>
                <a:latin typeface="Verizon NHG TX"/>
                <a:ea typeface="Verizon NHG TX"/>
                <a:cs typeface="Verizon NHG TX"/>
                <a:sym typeface="Verizon NHG TX"/>
              </a:rPr>
              <a:t>Verizon Design System</a:t>
            </a:r>
            <a:endParaRPr b="1" i="0" sz="900" u="none" cap="none" strike="noStrike">
              <a:solidFill>
                <a:srgbClr val="434343"/>
              </a:solidFill>
              <a:latin typeface="Verizon NHG TX"/>
              <a:ea typeface="Verizon NHG TX"/>
              <a:cs typeface="Verizon NHG TX"/>
              <a:sym typeface="Verizon NHG TX"/>
            </a:endParaRPr>
          </a:p>
        </p:txBody>
      </p:sp>
      <p:sp>
        <p:nvSpPr>
          <p:cNvPr id="2113" name="Google Shape;2113;p318"/>
          <p:cNvSpPr/>
          <p:nvPr/>
        </p:nvSpPr>
        <p:spPr>
          <a:xfrm>
            <a:off x="3708481" y="1576700"/>
            <a:ext cx="1579800" cy="709500"/>
          </a:xfrm>
          <a:prstGeom prst="rect">
            <a:avLst/>
          </a:prstGeom>
          <a:solidFill>
            <a:srgbClr val="F3EDE0"/>
          </a:solidFill>
          <a:ln>
            <a:noFill/>
          </a:ln>
        </p:spPr>
        <p:txBody>
          <a:bodyPr anchorCtr="0" anchor="t" bIns="0" lIns="137150" spcFirstLastPara="1" rIns="0" wrap="square" tIns="0">
            <a:noAutofit/>
          </a:bodyPr>
          <a:lstStyle/>
          <a:p>
            <a:pPr indent="0" lvl="0" marL="0" marR="0" rtl="0" algn="l">
              <a:lnSpc>
                <a:spcPct val="90000"/>
              </a:lnSpc>
              <a:spcBef>
                <a:spcPts val="0"/>
              </a:spcBef>
              <a:spcAft>
                <a:spcPts val="0"/>
              </a:spcAft>
              <a:buClr>
                <a:schemeClr val="dk1"/>
              </a:buClr>
              <a:buSzPts val="1100"/>
              <a:buFont typeface="Arial"/>
              <a:buNone/>
            </a:pPr>
            <a:r>
              <a:t/>
            </a:r>
            <a:endParaRPr b="1" i="0" sz="800" u="none" cap="none" strike="noStrike">
              <a:solidFill>
                <a:schemeClr val="dk1"/>
              </a:solidFill>
              <a:latin typeface="Verizon NHG TX"/>
              <a:ea typeface="Verizon NHG TX"/>
              <a:cs typeface="Verizon NHG TX"/>
              <a:sym typeface="Verizon NHG TX"/>
            </a:endParaRPr>
          </a:p>
          <a:p>
            <a:pPr indent="0" lvl="0" marL="0" marR="0" rtl="0" algn="l">
              <a:lnSpc>
                <a:spcPct val="90000"/>
              </a:lnSpc>
              <a:spcBef>
                <a:spcPts val="0"/>
              </a:spcBef>
              <a:spcAft>
                <a:spcPts val="0"/>
              </a:spcAft>
              <a:buClr>
                <a:schemeClr val="dk1"/>
              </a:buClr>
              <a:buSzPts val="1100"/>
              <a:buFont typeface="Arial"/>
              <a:buNone/>
            </a:pPr>
            <a:r>
              <a:rPr b="1" i="0" lang="en" sz="800" u="none" cap="none" strike="noStrike">
                <a:solidFill>
                  <a:schemeClr val="dk1"/>
                </a:solidFill>
                <a:latin typeface="Verizon NHG TX"/>
                <a:ea typeface="Verizon NHG TX"/>
                <a:cs typeface="Verizon NHG TX"/>
                <a:sym typeface="Verizon NHG TX"/>
              </a:rPr>
              <a:t>Accelerate project </a:t>
            </a:r>
            <a:endParaRPr b="1" i="0" sz="800" u="none" cap="none" strike="noStrike">
              <a:solidFill>
                <a:schemeClr val="dk1"/>
              </a:solidFill>
              <a:latin typeface="Verizon NHG TX"/>
              <a:ea typeface="Verizon NHG TX"/>
              <a:cs typeface="Verizon NHG TX"/>
              <a:sym typeface="Verizon NHG TX"/>
            </a:endParaRPr>
          </a:p>
          <a:p>
            <a:pPr indent="0" lvl="0" marL="0" marR="0" rtl="0" algn="l">
              <a:lnSpc>
                <a:spcPct val="90000"/>
              </a:lnSpc>
              <a:spcBef>
                <a:spcPts val="0"/>
              </a:spcBef>
              <a:spcAft>
                <a:spcPts val="0"/>
              </a:spcAft>
              <a:buClr>
                <a:schemeClr val="dk1"/>
              </a:buClr>
              <a:buSzPts val="1100"/>
              <a:buFont typeface="Arial"/>
              <a:buNone/>
            </a:pPr>
            <a:r>
              <a:rPr b="1" i="0" lang="en" sz="800" u="none" cap="none" strike="noStrike">
                <a:solidFill>
                  <a:schemeClr val="dk1"/>
                </a:solidFill>
                <a:latin typeface="Verizon NHG TX"/>
                <a:ea typeface="Verizon NHG TX"/>
                <a:cs typeface="Verizon NHG TX"/>
                <a:sym typeface="Verizon NHG TX"/>
              </a:rPr>
              <a:t>success with the </a:t>
            </a:r>
            <a:endParaRPr b="1" i="0" sz="800" u="none" cap="none" strike="noStrike">
              <a:solidFill>
                <a:schemeClr val="dk1"/>
              </a:solidFill>
              <a:latin typeface="Verizon NHG TX"/>
              <a:ea typeface="Verizon NHG TX"/>
              <a:cs typeface="Verizon NHG TX"/>
              <a:sym typeface="Verizon NHG TX"/>
            </a:endParaRPr>
          </a:p>
          <a:p>
            <a:pPr indent="0" lvl="0" marL="0" marR="0" rtl="0" algn="l">
              <a:lnSpc>
                <a:spcPct val="90000"/>
              </a:lnSpc>
              <a:spcBef>
                <a:spcPts val="0"/>
              </a:spcBef>
              <a:spcAft>
                <a:spcPts val="0"/>
              </a:spcAft>
              <a:buClr>
                <a:schemeClr val="dk1"/>
              </a:buClr>
              <a:buSzPts val="1100"/>
              <a:buFont typeface="Arial"/>
              <a:buNone/>
            </a:pPr>
            <a:r>
              <a:rPr b="1" i="0" lang="en" sz="800" u="none" cap="none" strike="noStrike">
                <a:solidFill>
                  <a:schemeClr val="dk1"/>
                </a:solidFill>
                <a:latin typeface="Verizon NHG TX"/>
                <a:ea typeface="Verizon NHG TX"/>
                <a:cs typeface="Verizon NHG TX"/>
                <a:sym typeface="Verizon NHG TX"/>
              </a:rPr>
              <a:t>Verizon Design System</a:t>
            </a:r>
            <a:endParaRPr b="1" i="0" sz="900" u="none" cap="none" strike="noStrike">
              <a:solidFill>
                <a:srgbClr val="434343"/>
              </a:solidFill>
              <a:latin typeface="Verizon NHG TX"/>
              <a:ea typeface="Verizon NHG TX"/>
              <a:cs typeface="Verizon NHG TX"/>
              <a:sym typeface="Verizon NHG TX"/>
            </a:endParaRPr>
          </a:p>
        </p:txBody>
      </p:sp>
      <p:sp>
        <p:nvSpPr>
          <p:cNvPr id="2114" name="Google Shape;2114;p318"/>
          <p:cNvSpPr/>
          <p:nvPr/>
        </p:nvSpPr>
        <p:spPr>
          <a:xfrm>
            <a:off x="420900" y="2378349"/>
            <a:ext cx="1579800" cy="2177100"/>
          </a:xfrm>
          <a:prstGeom prst="rect">
            <a:avLst/>
          </a:prstGeom>
          <a:solidFill>
            <a:srgbClr val="F3EDE0"/>
          </a:solidFill>
          <a:ln>
            <a:noFill/>
          </a:ln>
        </p:spPr>
        <p:txBody>
          <a:bodyPr anchorCtr="0" anchor="t" bIns="0" lIns="68575" spcFirstLastPara="1" rIns="68575" wrap="square" tIns="0">
            <a:noAutofit/>
          </a:bodyPr>
          <a:lstStyle/>
          <a:p>
            <a:pPr indent="0" lvl="0" marL="0" marR="0" rtl="0" algn="l">
              <a:lnSpc>
                <a:spcPct val="80000"/>
              </a:lnSpc>
              <a:spcBef>
                <a:spcPts val="0"/>
              </a:spcBef>
              <a:spcAft>
                <a:spcPts val="0"/>
              </a:spcAft>
              <a:buClr>
                <a:schemeClr val="dk1"/>
              </a:buClr>
              <a:buSzPts val="1100"/>
              <a:buFont typeface="Arial"/>
              <a:buNone/>
            </a:pPr>
            <a:r>
              <a:t/>
            </a:r>
            <a:endParaRPr b="1" i="0" sz="700" u="none" cap="none" strike="noStrike">
              <a:solidFill>
                <a:schemeClr val="dk1"/>
              </a:solidFill>
              <a:latin typeface="Verizon NHG TX"/>
              <a:ea typeface="Verizon NHG TX"/>
              <a:cs typeface="Verizon NHG TX"/>
              <a:sym typeface="Verizon NHG TX"/>
            </a:endParaRPr>
          </a:p>
          <a:p>
            <a:pPr indent="0" lvl="0" marL="0" marR="0" rtl="0" algn="l">
              <a:lnSpc>
                <a:spcPct val="80000"/>
              </a:lnSpc>
              <a:spcBef>
                <a:spcPts val="0"/>
              </a:spcBef>
              <a:spcAft>
                <a:spcPts val="0"/>
              </a:spcAft>
              <a:buClr>
                <a:schemeClr val="dk1"/>
              </a:buClr>
              <a:buSzPts val="1100"/>
              <a:buFont typeface="Arial"/>
              <a:buNone/>
            </a:pPr>
            <a:r>
              <a:rPr b="1" i="0" lang="en" sz="700" u="none" cap="none" strike="noStrike">
                <a:solidFill>
                  <a:schemeClr val="dk1"/>
                </a:solidFill>
                <a:latin typeface="Verizon NHG TX"/>
                <a:ea typeface="Verizon NHG TX"/>
                <a:cs typeface="Verizon NHG TX"/>
                <a:sym typeface="Verizon NHG TX"/>
              </a:rPr>
              <a:t>Focus on: </a:t>
            </a:r>
            <a:endParaRPr b="1" i="0" sz="700" u="none" cap="none" strike="noStrike">
              <a:solidFill>
                <a:schemeClr val="dk1"/>
              </a:solidFill>
              <a:latin typeface="Verizon NHG TX"/>
              <a:ea typeface="Verizon NHG TX"/>
              <a:cs typeface="Verizon NHG TX"/>
              <a:sym typeface="Verizon NHG TX"/>
            </a:endParaRPr>
          </a:p>
          <a:p>
            <a:pPr indent="-90170" lvl="0" marL="91440" marR="0" rtl="0" algn="l">
              <a:lnSpc>
                <a:spcPct val="90000"/>
              </a:lnSpc>
              <a:spcBef>
                <a:spcPts val="0"/>
              </a:spcBef>
              <a:spcAft>
                <a:spcPts val="0"/>
              </a:spcAft>
              <a:buClr>
                <a:schemeClr val="dk1"/>
              </a:buClr>
              <a:buSzPts val="700"/>
              <a:buFont typeface="Verizon NHG TX"/>
              <a:buChar char="●"/>
            </a:pPr>
            <a:r>
              <a:rPr b="0" i="0" lang="en" sz="700" u="none" cap="none" strike="noStrike">
                <a:solidFill>
                  <a:srgbClr val="434343"/>
                </a:solidFill>
                <a:latin typeface="Verizon NHG TX"/>
                <a:ea typeface="Verizon NHG TX"/>
                <a:cs typeface="Verizon NHG TX"/>
                <a:sym typeface="Verizon NHG TX"/>
              </a:rPr>
              <a:t>Drive adoption by developing targeted initiatives to enable internal teams and partners</a:t>
            </a:r>
            <a:br>
              <a:rPr b="0" i="0" lang="en" sz="700" u="none" cap="none" strike="noStrike">
                <a:solidFill>
                  <a:srgbClr val="434343"/>
                </a:solidFill>
                <a:latin typeface="Verizon NHG TX"/>
                <a:ea typeface="Verizon NHG TX"/>
                <a:cs typeface="Verizon NHG TX"/>
                <a:sym typeface="Verizon NHG TX"/>
              </a:rPr>
            </a:br>
            <a:endParaRPr b="0" i="0" sz="700" u="none" cap="none" strike="noStrike">
              <a:solidFill>
                <a:srgbClr val="434343"/>
              </a:solidFill>
              <a:latin typeface="Verizon NHG TX"/>
              <a:ea typeface="Verizon NHG TX"/>
              <a:cs typeface="Verizon NHG TX"/>
              <a:sym typeface="Verizon NHG TX"/>
            </a:endParaRPr>
          </a:p>
          <a:p>
            <a:pPr indent="-90170" lvl="0" marL="91440" marR="0" rtl="0" algn="l">
              <a:lnSpc>
                <a:spcPct val="90000"/>
              </a:lnSpc>
              <a:spcBef>
                <a:spcPts val="0"/>
              </a:spcBef>
              <a:spcAft>
                <a:spcPts val="0"/>
              </a:spcAft>
              <a:buClr>
                <a:srgbClr val="434343"/>
              </a:buClr>
              <a:buSzPts val="700"/>
              <a:buFont typeface="Verizon NHG TX"/>
              <a:buChar char="●"/>
            </a:pPr>
            <a:r>
              <a:rPr b="0" i="0" lang="en" sz="700" u="none" cap="none" strike="noStrike">
                <a:solidFill>
                  <a:srgbClr val="434343"/>
                </a:solidFill>
                <a:latin typeface="Verizon NHG TX"/>
                <a:ea typeface="Verizon NHG TX"/>
                <a:cs typeface="Verizon NHG TX"/>
                <a:sym typeface="Verizon NHG TX"/>
              </a:rPr>
              <a:t>Deliver comprehensive training curriculum and usage documentation</a:t>
            </a:r>
            <a:br>
              <a:rPr b="0" i="0" lang="en" sz="700" u="none" cap="none" strike="noStrike">
                <a:solidFill>
                  <a:srgbClr val="434343"/>
                </a:solidFill>
                <a:latin typeface="Verizon NHG TX"/>
                <a:ea typeface="Verizon NHG TX"/>
                <a:cs typeface="Verizon NHG TX"/>
                <a:sym typeface="Verizon NHG TX"/>
              </a:rPr>
            </a:br>
            <a:endParaRPr b="0" i="0" sz="700" u="none" cap="none" strike="noStrike">
              <a:solidFill>
                <a:srgbClr val="434343"/>
              </a:solidFill>
              <a:latin typeface="Verizon NHG TX"/>
              <a:ea typeface="Verizon NHG TX"/>
              <a:cs typeface="Verizon NHG TX"/>
              <a:sym typeface="Verizon NHG TX"/>
            </a:endParaRPr>
          </a:p>
          <a:p>
            <a:pPr indent="-90170" lvl="0" marL="91440" marR="0" rtl="0" algn="l">
              <a:lnSpc>
                <a:spcPct val="90000"/>
              </a:lnSpc>
              <a:spcBef>
                <a:spcPts val="0"/>
              </a:spcBef>
              <a:spcAft>
                <a:spcPts val="0"/>
              </a:spcAft>
              <a:buClr>
                <a:srgbClr val="434343"/>
              </a:buClr>
              <a:buSzPts val="700"/>
              <a:buFont typeface="Verizon NHG TX"/>
              <a:buChar char="●"/>
            </a:pPr>
            <a:r>
              <a:rPr b="0" i="0" lang="en" sz="700" u="none" cap="none" strike="noStrike">
                <a:solidFill>
                  <a:srgbClr val="434343"/>
                </a:solidFill>
                <a:latin typeface="Verizon NHG TX"/>
                <a:ea typeface="Verizon NHG TX"/>
                <a:cs typeface="Verizon NHG TX"/>
                <a:sym typeface="Verizon NHG TX"/>
              </a:rPr>
              <a:t>Ensure readily accessible support channels for design and dev, and hosted office hours</a:t>
            </a:r>
            <a:br>
              <a:rPr b="0" i="0" lang="en" sz="700" u="none" cap="none" strike="noStrike">
                <a:solidFill>
                  <a:srgbClr val="434343"/>
                </a:solidFill>
                <a:latin typeface="Verizon NHG TX"/>
                <a:ea typeface="Verizon NHG TX"/>
                <a:cs typeface="Verizon NHG TX"/>
                <a:sym typeface="Verizon NHG TX"/>
              </a:rPr>
            </a:br>
            <a:endParaRPr b="0" i="0" sz="700" u="none" cap="none" strike="noStrike">
              <a:solidFill>
                <a:srgbClr val="434343"/>
              </a:solidFill>
              <a:latin typeface="Verizon NHG TX"/>
              <a:ea typeface="Verizon NHG TX"/>
              <a:cs typeface="Verizon NHG TX"/>
              <a:sym typeface="Verizon NHG TX"/>
            </a:endParaRPr>
          </a:p>
          <a:p>
            <a:pPr indent="-90170" lvl="0" marL="91440" marR="0" rtl="0" algn="l">
              <a:lnSpc>
                <a:spcPct val="90000"/>
              </a:lnSpc>
              <a:spcBef>
                <a:spcPts val="0"/>
              </a:spcBef>
              <a:spcAft>
                <a:spcPts val="0"/>
              </a:spcAft>
              <a:buClr>
                <a:srgbClr val="434343"/>
              </a:buClr>
              <a:buSzPts val="700"/>
              <a:buFont typeface="Verizon NHG TX"/>
              <a:buChar char="●"/>
            </a:pPr>
            <a:r>
              <a:rPr b="0" i="0" lang="en" sz="700" u="none" cap="none" strike="noStrike">
                <a:solidFill>
                  <a:srgbClr val="434343"/>
                </a:solidFill>
                <a:latin typeface="Verizon NHG TX"/>
                <a:ea typeface="Verizon NHG TX"/>
                <a:cs typeface="Verizon NHG TX"/>
                <a:sym typeface="Verizon NHG TX"/>
              </a:rPr>
              <a:t>Facilitate feedback sessions, satisfaction surveys, and contribution support</a:t>
            </a:r>
            <a:br>
              <a:rPr b="0" i="0" lang="en" sz="700" u="none" cap="none" strike="noStrike">
                <a:solidFill>
                  <a:srgbClr val="434343"/>
                </a:solidFill>
                <a:latin typeface="Verizon NHG TX"/>
                <a:ea typeface="Verizon NHG TX"/>
                <a:cs typeface="Verizon NHG TX"/>
                <a:sym typeface="Verizon NHG TX"/>
              </a:rPr>
            </a:br>
            <a:endParaRPr b="0" i="0" sz="700" u="none" cap="none" strike="noStrike">
              <a:solidFill>
                <a:srgbClr val="434343"/>
              </a:solidFill>
              <a:latin typeface="Verizon NHG TX"/>
              <a:ea typeface="Verizon NHG TX"/>
              <a:cs typeface="Verizon NHG TX"/>
              <a:sym typeface="Verizon NHG TX"/>
            </a:endParaRPr>
          </a:p>
          <a:p>
            <a:pPr indent="-90170" lvl="0" marL="91440" marR="0" rtl="0" algn="l">
              <a:lnSpc>
                <a:spcPct val="90000"/>
              </a:lnSpc>
              <a:spcBef>
                <a:spcPts val="0"/>
              </a:spcBef>
              <a:spcAft>
                <a:spcPts val="0"/>
              </a:spcAft>
              <a:buClr>
                <a:srgbClr val="434343"/>
              </a:buClr>
              <a:buSzPts val="700"/>
              <a:buFont typeface="Verizon NHG TX"/>
              <a:buChar char="●"/>
            </a:pPr>
            <a:r>
              <a:rPr b="0" i="0" lang="en" sz="700" u="none" cap="none" strike="noStrike">
                <a:solidFill>
                  <a:srgbClr val="434343"/>
                </a:solidFill>
                <a:latin typeface="Verizon NHG TX"/>
                <a:ea typeface="Verizon NHG TX"/>
                <a:cs typeface="Verizon NHG TX"/>
                <a:sym typeface="Verizon NHG TX"/>
              </a:rPr>
              <a:t>Measure system usage and user feedback to identify opportunities for improvement and demonstrate ROI</a:t>
            </a:r>
            <a:endParaRPr b="0" i="0" sz="700" u="none" cap="none" strike="noStrike">
              <a:solidFill>
                <a:srgbClr val="434343"/>
              </a:solidFill>
              <a:latin typeface="Verizon NHG TX"/>
              <a:ea typeface="Verizon NHG TX"/>
              <a:cs typeface="Verizon NHG TX"/>
              <a:sym typeface="Verizon NHG TX"/>
            </a:endParaRPr>
          </a:p>
        </p:txBody>
      </p:sp>
      <p:sp>
        <p:nvSpPr>
          <p:cNvPr id="2115" name="Google Shape;2115;p318"/>
          <p:cNvSpPr/>
          <p:nvPr/>
        </p:nvSpPr>
        <p:spPr>
          <a:xfrm>
            <a:off x="2060611" y="2378349"/>
            <a:ext cx="1579800" cy="2177100"/>
          </a:xfrm>
          <a:prstGeom prst="rect">
            <a:avLst/>
          </a:prstGeom>
          <a:solidFill>
            <a:srgbClr val="F3EDE0"/>
          </a:solidFill>
          <a:ln>
            <a:noFill/>
          </a:ln>
        </p:spPr>
        <p:txBody>
          <a:bodyPr anchorCtr="0" anchor="t" bIns="0" lIns="68575" spcFirstLastPara="1" rIns="68575" wrap="square" tIns="0">
            <a:noAutofit/>
          </a:bodyPr>
          <a:lstStyle/>
          <a:p>
            <a:pPr indent="0" lvl="0" marL="0" marR="0" rtl="0" algn="l">
              <a:lnSpc>
                <a:spcPct val="80000"/>
              </a:lnSpc>
              <a:spcBef>
                <a:spcPts val="0"/>
              </a:spcBef>
              <a:spcAft>
                <a:spcPts val="0"/>
              </a:spcAft>
              <a:buClr>
                <a:schemeClr val="dk1"/>
              </a:buClr>
              <a:buSzPts val="1100"/>
              <a:buFont typeface="Arial"/>
              <a:buNone/>
            </a:pPr>
            <a:r>
              <a:t/>
            </a:r>
            <a:endParaRPr b="1" i="0" sz="700" u="none" cap="none" strike="noStrike">
              <a:solidFill>
                <a:schemeClr val="dk1"/>
              </a:solidFill>
              <a:latin typeface="Verizon NHG TX"/>
              <a:ea typeface="Verizon NHG TX"/>
              <a:cs typeface="Verizon NHG TX"/>
              <a:sym typeface="Verizon NHG TX"/>
            </a:endParaRPr>
          </a:p>
          <a:p>
            <a:pPr indent="0" lvl="0" marL="0" marR="0" rtl="0" algn="l">
              <a:lnSpc>
                <a:spcPct val="80000"/>
              </a:lnSpc>
              <a:spcBef>
                <a:spcPts val="0"/>
              </a:spcBef>
              <a:spcAft>
                <a:spcPts val="0"/>
              </a:spcAft>
              <a:buClr>
                <a:schemeClr val="dk1"/>
              </a:buClr>
              <a:buSzPts val="1100"/>
              <a:buFont typeface="Arial"/>
              <a:buNone/>
            </a:pPr>
            <a:r>
              <a:rPr b="1" i="0" lang="en" sz="700" u="none" cap="none" strike="noStrike">
                <a:solidFill>
                  <a:schemeClr val="dk1"/>
                </a:solidFill>
                <a:latin typeface="Verizon NHG TX"/>
                <a:ea typeface="Verizon NHG TX"/>
                <a:cs typeface="Verizon NHG TX"/>
                <a:sym typeface="Verizon NHG TX"/>
              </a:rPr>
              <a:t>Focus on: </a:t>
            </a:r>
            <a:endParaRPr b="1" i="0" sz="700" u="none" cap="none" strike="noStrike">
              <a:solidFill>
                <a:schemeClr val="dk1"/>
              </a:solidFill>
              <a:latin typeface="Verizon NHG TX"/>
              <a:ea typeface="Verizon NHG TX"/>
              <a:cs typeface="Verizon NHG TX"/>
              <a:sym typeface="Verizon NHG TX"/>
            </a:endParaRPr>
          </a:p>
          <a:p>
            <a:pPr indent="-90170" lvl="0" marL="91440" marR="0" rtl="0" algn="l">
              <a:lnSpc>
                <a:spcPct val="90000"/>
              </a:lnSpc>
              <a:spcBef>
                <a:spcPts val="0"/>
              </a:spcBef>
              <a:spcAft>
                <a:spcPts val="0"/>
              </a:spcAft>
              <a:buClr>
                <a:schemeClr val="dk1"/>
              </a:buClr>
              <a:buSzPts val="700"/>
              <a:buFont typeface="Verizon NHG DS"/>
              <a:buChar char="●"/>
            </a:pPr>
            <a:r>
              <a:rPr b="0" i="0" lang="en" sz="700" u="none" cap="none" strike="noStrike">
                <a:solidFill>
                  <a:srgbClr val="434343"/>
                </a:solidFill>
                <a:latin typeface="Verizon NHG TX"/>
                <a:ea typeface="Verizon NHG TX"/>
                <a:cs typeface="Verizon NHG TX"/>
                <a:sym typeface="Verizon NHG TX"/>
              </a:rPr>
              <a:t>Deliver new system features incorporating new components and functionalities</a:t>
            </a:r>
            <a:br>
              <a:rPr b="0" i="0" lang="en" sz="700" u="none" cap="none" strike="noStrike">
                <a:solidFill>
                  <a:srgbClr val="434343"/>
                </a:solidFill>
                <a:latin typeface="Verizon NHG TX"/>
                <a:ea typeface="Verizon NHG TX"/>
                <a:cs typeface="Verizon NHG TX"/>
                <a:sym typeface="Verizon NHG TX"/>
              </a:rPr>
            </a:br>
            <a:endParaRPr b="0" i="0" sz="700" u="none" cap="none" strike="noStrike">
              <a:solidFill>
                <a:srgbClr val="434343"/>
              </a:solidFill>
              <a:latin typeface="Verizon NHG TX"/>
              <a:ea typeface="Verizon NHG TX"/>
              <a:cs typeface="Verizon NHG TX"/>
              <a:sym typeface="Verizon NHG TX"/>
            </a:endParaRPr>
          </a:p>
          <a:p>
            <a:pPr indent="-90170" lvl="0" marL="91440" marR="0" rtl="0" algn="l">
              <a:lnSpc>
                <a:spcPct val="90000"/>
              </a:lnSpc>
              <a:spcBef>
                <a:spcPts val="0"/>
              </a:spcBef>
              <a:spcAft>
                <a:spcPts val="0"/>
              </a:spcAft>
              <a:buClr>
                <a:srgbClr val="434343"/>
              </a:buClr>
              <a:buSzPts val="700"/>
              <a:buFont typeface="Verizon NHG TX"/>
              <a:buChar char="●"/>
            </a:pPr>
            <a:r>
              <a:rPr b="0" i="0" lang="en" sz="700" u="none" cap="none" strike="noStrike">
                <a:solidFill>
                  <a:srgbClr val="434343"/>
                </a:solidFill>
                <a:latin typeface="Verizon NHG TX"/>
                <a:ea typeface="Verizon NHG TX"/>
                <a:cs typeface="Verizon NHG TX"/>
                <a:sym typeface="Verizon NHG TX"/>
              </a:rPr>
              <a:t>Prioritize high-impact features from system backlog to reduce tech and design debt</a:t>
            </a:r>
            <a:br>
              <a:rPr b="0" i="0" lang="en" sz="700" u="none" cap="none" strike="noStrike">
                <a:solidFill>
                  <a:srgbClr val="434343"/>
                </a:solidFill>
                <a:latin typeface="Verizon NHG TX"/>
                <a:ea typeface="Verizon NHG TX"/>
                <a:cs typeface="Verizon NHG TX"/>
                <a:sym typeface="Verizon NHG TX"/>
              </a:rPr>
            </a:br>
            <a:endParaRPr b="0" i="0" sz="700" u="none" cap="none" strike="noStrike">
              <a:solidFill>
                <a:srgbClr val="434343"/>
              </a:solidFill>
              <a:latin typeface="Verizon NHG TX"/>
              <a:ea typeface="Verizon NHG TX"/>
              <a:cs typeface="Verizon NHG TX"/>
              <a:sym typeface="Verizon NHG TX"/>
            </a:endParaRPr>
          </a:p>
          <a:p>
            <a:pPr indent="-90170" lvl="0" marL="91440" marR="0" rtl="0" algn="l">
              <a:lnSpc>
                <a:spcPct val="90000"/>
              </a:lnSpc>
              <a:spcBef>
                <a:spcPts val="0"/>
              </a:spcBef>
              <a:spcAft>
                <a:spcPts val="0"/>
              </a:spcAft>
              <a:buClr>
                <a:srgbClr val="434343"/>
              </a:buClr>
              <a:buSzPts val="700"/>
              <a:buFont typeface="Verizon NHG TX"/>
              <a:buChar char="●"/>
            </a:pPr>
            <a:r>
              <a:rPr b="0" i="0" lang="en" sz="700" u="none" cap="none" strike="noStrike">
                <a:solidFill>
                  <a:srgbClr val="434343"/>
                </a:solidFill>
                <a:latin typeface="Verizon NHG TX"/>
                <a:ea typeface="Verizon NHG TX"/>
                <a:cs typeface="Verizon NHG TX"/>
                <a:sym typeface="Verizon NHG TX"/>
              </a:rPr>
              <a:t>Incorporate user-feedback enhancements addressing user pain points and improving usability</a:t>
            </a:r>
            <a:br>
              <a:rPr b="0" i="0" lang="en" sz="700" u="none" cap="none" strike="noStrike">
                <a:solidFill>
                  <a:srgbClr val="434343"/>
                </a:solidFill>
                <a:latin typeface="Verizon NHG TX"/>
                <a:ea typeface="Verizon NHG TX"/>
                <a:cs typeface="Verizon NHG TX"/>
                <a:sym typeface="Verizon NHG TX"/>
              </a:rPr>
            </a:br>
            <a:endParaRPr b="0" i="0" sz="700" u="none" cap="none" strike="noStrike">
              <a:solidFill>
                <a:srgbClr val="434343"/>
              </a:solidFill>
              <a:latin typeface="Verizon NHG TX"/>
              <a:ea typeface="Verizon NHG TX"/>
              <a:cs typeface="Verizon NHG TX"/>
              <a:sym typeface="Verizon NHG TX"/>
            </a:endParaRPr>
          </a:p>
          <a:p>
            <a:pPr indent="-90170" lvl="0" marL="91440" marR="0" rtl="0" algn="l">
              <a:lnSpc>
                <a:spcPct val="90000"/>
              </a:lnSpc>
              <a:spcBef>
                <a:spcPts val="0"/>
              </a:spcBef>
              <a:spcAft>
                <a:spcPts val="0"/>
              </a:spcAft>
              <a:buClr>
                <a:srgbClr val="434343"/>
              </a:buClr>
              <a:buSzPts val="700"/>
              <a:buFont typeface="Verizon NHG TX"/>
              <a:buChar char="●"/>
            </a:pPr>
            <a:r>
              <a:rPr b="0" i="0" lang="en" sz="700" u="none" cap="none" strike="noStrike">
                <a:solidFill>
                  <a:srgbClr val="434343"/>
                </a:solidFill>
                <a:latin typeface="Verizon NHG TX"/>
                <a:ea typeface="Verizon NHG TX"/>
                <a:cs typeface="Verizon NHG TX"/>
                <a:sym typeface="Verizon NHG TX"/>
              </a:rPr>
              <a:t>Launch an integrated doc site unifying system documentation</a:t>
            </a:r>
            <a:br>
              <a:rPr b="0" i="0" lang="en" sz="700" u="none" cap="none" strike="noStrike">
                <a:solidFill>
                  <a:srgbClr val="434343"/>
                </a:solidFill>
                <a:latin typeface="Verizon NHG TX"/>
                <a:ea typeface="Verizon NHG TX"/>
                <a:cs typeface="Verizon NHG TX"/>
                <a:sym typeface="Verizon NHG TX"/>
              </a:rPr>
            </a:br>
            <a:endParaRPr b="0" i="0" sz="700" u="none" cap="none" strike="noStrike">
              <a:solidFill>
                <a:srgbClr val="434343"/>
              </a:solidFill>
              <a:latin typeface="Verizon NHG TX"/>
              <a:ea typeface="Verizon NHG TX"/>
              <a:cs typeface="Verizon NHG TX"/>
              <a:sym typeface="Verizon NHG TX"/>
            </a:endParaRPr>
          </a:p>
          <a:p>
            <a:pPr indent="-90170" lvl="0" marL="91440" marR="0" rtl="0" algn="l">
              <a:lnSpc>
                <a:spcPct val="90000"/>
              </a:lnSpc>
              <a:spcBef>
                <a:spcPts val="0"/>
              </a:spcBef>
              <a:spcAft>
                <a:spcPts val="0"/>
              </a:spcAft>
              <a:buClr>
                <a:srgbClr val="434343"/>
              </a:buClr>
              <a:buSzPts val="700"/>
              <a:buFont typeface="Verizon NHG TX"/>
              <a:buChar char="●"/>
            </a:pPr>
            <a:r>
              <a:rPr b="0" i="0" lang="en" sz="700" u="none" cap="none" strike="noStrike">
                <a:solidFill>
                  <a:srgbClr val="434343"/>
                </a:solidFill>
                <a:latin typeface="Verizon NHG TX"/>
                <a:ea typeface="Verizon NHG TX"/>
                <a:cs typeface="Verizon NHG TX"/>
                <a:sym typeface="Verizon NHG TX"/>
              </a:rPr>
              <a:t>Collaborate with stakeholders to prioritize and plan future development ensuring alignment with business objectives</a:t>
            </a:r>
            <a:endParaRPr b="0" i="0" sz="700" u="none" cap="none" strike="noStrike">
              <a:solidFill>
                <a:srgbClr val="434343"/>
              </a:solidFill>
              <a:latin typeface="Verizon NHG TX"/>
              <a:ea typeface="Verizon NHG TX"/>
              <a:cs typeface="Verizon NHG TX"/>
              <a:sym typeface="Verizon NHG TX"/>
            </a:endParaRPr>
          </a:p>
        </p:txBody>
      </p:sp>
      <p:sp>
        <p:nvSpPr>
          <p:cNvPr id="2116" name="Google Shape;2116;p318"/>
          <p:cNvSpPr/>
          <p:nvPr/>
        </p:nvSpPr>
        <p:spPr>
          <a:xfrm>
            <a:off x="3700322" y="2391920"/>
            <a:ext cx="1579800" cy="2177100"/>
          </a:xfrm>
          <a:prstGeom prst="rect">
            <a:avLst/>
          </a:prstGeom>
          <a:solidFill>
            <a:srgbClr val="F3EDE0"/>
          </a:solidFill>
          <a:ln>
            <a:noFill/>
          </a:ln>
        </p:spPr>
        <p:txBody>
          <a:bodyPr anchorCtr="0" anchor="t" bIns="0" lIns="68575" spcFirstLastPara="1" rIns="68575" wrap="square" tIns="0">
            <a:noAutofit/>
          </a:bodyPr>
          <a:lstStyle/>
          <a:p>
            <a:pPr indent="0" lvl="0" marL="0" marR="0" rtl="0" algn="l">
              <a:lnSpc>
                <a:spcPct val="80000"/>
              </a:lnSpc>
              <a:spcBef>
                <a:spcPts val="0"/>
              </a:spcBef>
              <a:spcAft>
                <a:spcPts val="0"/>
              </a:spcAft>
              <a:buClr>
                <a:srgbClr val="000000"/>
              </a:buClr>
              <a:buSzPts val="700"/>
              <a:buFont typeface="Arial"/>
              <a:buNone/>
            </a:pPr>
            <a:r>
              <a:t/>
            </a:r>
            <a:endParaRPr b="1" i="0" sz="700" u="none" cap="none" strike="noStrike">
              <a:solidFill>
                <a:schemeClr val="dk1"/>
              </a:solidFill>
              <a:latin typeface="Verizon NHG TX"/>
              <a:ea typeface="Verizon NHG TX"/>
              <a:cs typeface="Verizon NHG TX"/>
              <a:sym typeface="Verizon NHG TX"/>
            </a:endParaRPr>
          </a:p>
          <a:p>
            <a:pPr indent="0" lvl="0" marL="0" marR="0" rtl="0" algn="l">
              <a:lnSpc>
                <a:spcPct val="80000"/>
              </a:lnSpc>
              <a:spcBef>
                <a:spcPts val="0"/>
              </a:spcBef>
              <a:spcAft>
                <a:spcPts val="0"/>
              </a:spcAft>
              <a:buClr>
                <a:srgbClr val="000000"/>
              </a:buClr>
              <a:buSzPts val="700"/>
              <a:buFont typeface="Arial"/>
              <a:buNone/>
            </a:pPr>
            <a:r>
              <a:rPr b="1" i="0" lang="en" sz="700" u="none" cap="none" strike="noStrike">
                <a:solidFill>
                  <a:schemeClr val="dk1"/>
                </a:solidFill>
                <a:latin typeface="Verizon NHG TX"/>
                <a:ea typeface="Verizon NHG TX"/>
                <a:cs typeface="Verizon NHG TX"/>
                <a:sym typeface="Verizon NHG TX"/>
              </a:rPr>
              <a:t>Focus on: </a:t>
            </a:r>
            <a:endParaRPr b="1" i="0" sz="700" u="none" cap="none" strike="noStrike">
              <a:solidFill>
                <a:schemeClr val="dk1"/>
              </a:solidFill>
              <a:latin typeface="Verizon NHG TX"/>
              <a:ea typeface="Verizon NHG TX"/>
              <a:cs typeface="Verizon NHG TX"/>
              <a:sym typeface="Verizon NHG TX"/>
            </a:endParaRPr>
          </a:p>
          <a:p>
            <a:pPr indent="-90170" lvl="0" marL="91440" marR="0" rtl="0" algn="l">
              <a:lnSpc>
                <a:spcPct val="80000"/>
              </a:lnSpc>
              <a:spcBef>
                <a:spcPts val="0"/>
              </a:spcBef>
              <a:spcAft>
                <a:spcPts val="0"/>
              </a:spcAft>
              <a:buClr>
                <a:schemeClr val="dk1"/>
              </a:buClr>
              <a:buSzPts val="700"/>
              <a:buFont typeface="Verizon NHG TX"/>
              <a:buChar char="●"/>
            </a:pPr>
            <a:r>
              <a:rPr b="0" i="0" lang="en" sz="700" u="none" cap="none" strike="noStrike">
                <a:solidFill>
                  <a:schemeClr val="dk1"/>
                </a:solidFill>
                <a:latin typeface="Verizon NHG TX"/>
                <a:ea typeface="Verizon NHG TX"/>
                <a:cs typeface="Verizon NHG TX"/>
                <a:sym typeface="Verizon NHG TX"/>
              </a:rPr>
              <a:t>Deliver VDS Monarch by the end of Q2, enabling a consistent brand across all experiences</a:t>
            </a:r>
            <a:br>
              <a:rPr b="0" i="0" lang="en" sz="700" u="none" cap="none" strike="noStrike">
                <a:solidFill>
                  <a:schemeClr val="dk1"/>
                </a:solidFill>
                <a:latin typeface="Verizon NHG TX"/>
                <a:ea typeface="Verizon NHG TX"/>
                <a:cs typeface="Verizon NHG TX"/>
                <a:sym typeface="Verizon NHG TX"/>
              </a:rPr>
            </a:br>
            <a:endParaRPr b="0" i="0" sz="700" u="none" cap="none" strike="noStrike">
              <a:solidFill>
                <a:schemeClr val="dk1"/>
              </a:solidFill>
              <a:latin typeface="Verizon NHG TX"/>
              <a:ea typeface="Verizon NHG TX"/>
              <a:cs typeface="Verizon NHG TX"/>
              <a:sym typeface="Verizon NHG TX"/>
            </a:endParaRPr>
          </a:p>
          <a:p>
            <a:pPr indent="-90170" lvl="0" marL="91440" marR="0" rtl="0" algn="l">
              <a:lnSpc>
                <a:spcPct val="80000"/>
              </a:lnSpc>
              <a:spcBef>
                <a:spcPts val="0"/>
              </a:spcBef>
              <a:spcAft>
                <a:spcPts val="0"/>
              </a:spcAft>
              <a:buClr>
                <a:schemeClr val="dk1"/>
              </a:buClr>
              <a:buSzPts val="700"/>
              <a:buFont typeface="Verizon NHG TX"/>
              <a:buChar char="●"/>
            </a:pPr>
            <a:r>
              <a:rPr b="0" i="0" lang="en" sz="700" u="none" cap="none" strike="noStrike">
                <a:solidFill>
                  <a:schemeClr val="dk1"/>
                </a:solidFill>
                <a:latin typeface="Verizon NHG TX"/>
                <a:ea typeface="Verizon NHG TX"/>
                <a:cs typeface="Verizon NHG TX"/>
                <a:sym typeface="Verizon NHG TX"/>
              </a:rPr>
              <a:t>Enable NGD by providing system components and support for seamless integration</a:t>
            </a:r>
            <a:br>
              <a:rPr b="0" i="0" lang="en" sz="700" u="none" cap="none" strike="noStrike">
                <a:solidFill>
                  <a:schemeClr val="dk1"/>
                </a:solidFill>
                <a:latin typeface="Verizon NHG TX"/>
                <a:ea typeface="Verizon NHG TX"/>
                <a:cs typeface="Verizon NHG TX"/>
                <a:sym typeface="Verizon NHG TX"/>
              </a:rPr>
            </a:br>
            <a:endParaRPr b="0" i="0" sz="700" u="none" cap="none" strike="noStrike">
              <a:solidFill>
                <a:schemeClr val="dk1"/>
              </a:solidFill>
              <a:latin typeface="Verizon NHG TX"/>
              <a:ea typeface="Verizon NHG TX"/>
              <a:cs typeface="Verizon NHG TX"/>
              <a:sym typeface="Verizon NHG TX"/>
            </a:endParaRPr>
          </a:p>
          <a:p>
            <a:pPr indent="-90170" lvl="0" marL="91440" marR="0" rtl="0" algn="l">
              <a:lnSpc>
                <a:spcPct val="80000"/>
              </a:lnSpc>
              <a:spcBef>
                <a:spcPts val="0"/>
              </a:spcBef>
              <a:spcAft>
                <a:spcPts val="0"/>
              </a:spcAft>
              <a:buClr>
                <a:schemeClr val="dk1"/>
              </a:buClr>
              <a:buSzPts val="700"/>
              <a:buFont typeface="Verizon NHG TX"/>
              <a:buChar char="●"/>
            </a:pPr>
            <a:r>
              <a:rPr b="0" i="0" lang="en" sz="700" u="none" cap="none" strike="noStrike">
                <a:solidFill>
                  <a:schemeClr val="dk1"/>
                </a:solidFill>
                <a:latin typeface="Verizon NHG TX"/>
                <a:ea typeface="Verizon NHG TX"/>
                <a:cs typeface="Verizon NHG TX"/>
                <a:sym typeface="Verizon NHG TX"/>
              </a:rPr>
              <a:t>Establish the VDS Native library</a:t>
            </a:r>
            <a:br>
              <a:rPr b="0" i="0" lang="en" sz="700" u="none" cap="none" strike="noStrike">
                <a:solidFill>
                  <a:schemeClr val="dk1"/>
                </a:solidFill>
                <a:latin typeface="Verizon NHG TX"/>
                <a:ea typeface="Verizon NHG TX"/>
                <a:cs typeface="Verizon NHG TX"/>
                <a:sym typeface="Verizon NHG TX"/>
              </a:rPr>
            </a:br>
            <a:endParaRPr b="0" i="0" sz="700" u="none" cap="none" strike="noStrike">
              <a:solidFill>
                <a:schemeClr val="dk1"/>
              </a:solidFill>
              <a:latin typeface="Verizon NHG TX"/>
              <a:ea typeface="Verizon NHG TX"/>
              <a:cs typeface="Verizon NHG TX"/>
              <a:sym typeface="Verizon NHG TX"/>
            </a:endParaRPr>
          </a:p>
          <a:p>
            <a:pPr indent="-90170" lvl="0" marL="91440" marR="0" rtl="0" algn="l">
              <a:lnSpc>
                <a:spcPct val="80000"/>
              </a:lnSpc>
              <a:spcBef>
                <a:spcPts val="0"/>
              </a:spcBef>
              <a:spcAft>
                <a:spcPts val="0"/>
              </a:spcAft>
              <a:buClr>
                <a:schemeClr val="dk1"/>
              </a:buClr>
              <a:buSzPts val="700"/>
              <a:buFont typeface="Verizon NHG TX"/>
              <a:buChar char="●"/>
            </a:pPr>
            <a:r>
              <a:rPr b="0" i="0" lang="en" sz="700" u="none" cap="none" strike="noStrike">
                <a:solidFill>
                  <a:schemeClr val="dk1"/>
                </a:solidFill>
                <a:latin typeface="Verizon NHG TX"/>
                <a:ea typeface="Verizon NHG TX"/>
                <a:cs typeface="Verizon NHG TX"/>
                <a:sym typeface="Verizon NHG TX"/>
              </a:rPr>
              <a:t>Integrate VDS Native components within our Use apps enabling a unified customer experience</a:t>
            </a:r>
            <a:br>
              <a:rPr b="0" i="0" lang="en" sz="700" u="none" cap="none" strike="noStrike">
                <a:solidFill>
                  <a:schemeClr val="dk1"/>
                </a:solidFill>
                <a:latin typeface="Verizon NHG TX"/>
                <a:ea typeface="Verizon NHG TX"/>
                <a:cs typeface="Verizon NHG TX"/>
                <a:sym typeface="Verizon NHG TX"/>
              </a:rPr>
            </a:br>
            <a:endParaRPr b="0" i="0" sz="700" u="none" cap="none" strike="noStrike">
              <a:solidFill>
                <a:schemeClr val="dk1"/>
              </a:solidFill>
              <a:latin typeface="Verizon NHG TX"/>
              <a:ea typeface="Verizon NHG TX"/>
              <a:cs typeface="Verizon NHG TX"/>
              <a:sym typeface="Verizon NHG TX"/>
            </a:endParaRPr>
          </a:p>
          <a:p>
            <a:pPr indent="-90170" lvl="0" marL="91440" marR="0" rtl="0" algn="l">
              <a:lnSpc>
                <a:spcPct val="80000"/>
              </a:lnSpc>
              <a:spcBef>
                <a:spcPts val="0"/>
              </a:spcBef>
              <a:spcAft>
                <a:spcPts val="0"/>
              </a:spcAft>
              <a:buClr>
                <a:schemeClr val="dk1"/>
              </a:buClr>
              <a:buSzPts val="700"/>
              <a:buFont typeface="Verizon NHG TX"/>
              <a:buChar char="●"/>
            </a:pPr>
            <a:r>
              <a:rPr b="0" i="0" lang="en" sz="700" u="none" cap="none" strike="noStrike">
                <a:solidFill>
                  <a:schemeClr val="dk1"/>
                </a:solidFill>
                <a:latin typeface="Verizon NHG TX"/>
                <a:ea typeface="Verizon NHG TX"/>
                <a:cs typeface="Verizon NHG TX"/>
                <a:sym typeface="Verizon NHG TX"/>
              </a:rPr>
              <a:t>Deliver a comprehensive VDS Retail theme</a:t>
            </a:r>
            <a:br>
              <a:rPr b="0" i="0" lang="en" sz="700" u="none" cap="none" strike="noStrike">
                <a:solidFill>
                  <a:schemeClr val="dk1"/>
                </a:solidFill>
                <a:latin typeface="Verizon NHG TX"/>
                <a:ea typeface="Verizon NHG TX"/>
                <a:cs typeface="Verizon NHG TX"/>
                <a:sym typeface="Verizon NHG TX"/>
              </a:rPr>
            </a:br>
            <a:endParaRPr b="0" i="0" sz="700" u="none" cap="none" strike="noStrike">
              <a:solidFill>
                <a:schemeClr val="dk1"/>
              </a:solidFill>
              <a:latin typeface="Verizon NHG TX"/>
              <a:ea typeface="Verizon NHG TX"/>
              <a:cs typeface="Verizon NHG TX"/>
              <a:sym typeface="Verizon NHG TX"/>
            </a:endParaRPr>
          </a:p>
          <a:p>
            <a:pPr indent="-90170" lvl="0" marL="91440" marR="0" rtl="0" algn="l">
              <a:lnSpc>
                <a:spcPct val="80000"/>
              </a:lnSpc>
              <a:spcBef>
                <a:spcPts val="0"/>
              </a:spcBef>
              <a:spcAft>
                <a:spcPts val="0"/>
              </a:spcAft>
              <a:buClr>
                <a:schemeClr val="dk1"/>
              </a:buClr>
              <a:buSzPts val="700"/>
              <a:buFont typeface="Verizon NHG TX"/>
              <a:buChar char="●"/>
            </a:pPr>
            <a:r>
              <a:rPr b="0" i="0" lang="en" sz="700" u="none" cap="none" strike="noStrike">
                <a:solidFill>
                  <a:schemeClr val="dk1"/>
                </a:solidFill>
                <a:latin typeface="Verizon NHG TX"/>
                <a:ea typeface="Verizon NHG TX"/>
                <a:cs typeface="Verizon NHG TX"/>
                <a:sym typeface="Verizon NHG TX"/>
              </a:rPr>
              <a:t>Collaborate with teams to provide tailored support and guidance for integration, ensuring successful project outcomes</a:t>
            </a:r>
            <a:endParaRPr b="0" i="0" sz="700" u="none" cap="none" strike="noStrike">
              <a:solidFill>
                <a:schemeClr val="dk1"/>
              </a:solidFill>
              <a:latin typeface="Verizon NHG TX"/>
              <a:ea typeface="Verizon NHG TX"/>
              <a:cs typeface="Verizon NHG TX"/>
              <a:sym typeface="Verizon NHG TX"/>
            </a:endParaRPr>
          </a:p>
        </p:txBody>
      </p:sp>
      <p:sp>
        <p:nvSpPr>
          <p:cNvPr id="2117" name="Google Shape;2117;p318"/>
          <p:cNvSpPr/>
          <p:nvPr/>
        </p:nvSpPr>
        <p:spPr>
          <a:xfrm>
            <a:off x="421260" y="4645125"/>
            <a:ext cx="1579800" cy="474900"/>
          </a:xfrm>
          <a:prstGeom prst="rect">
            <a:avLst/>
          </a:prstGeom>
          <a:solidFill>
            <a:schemeClr val="dk2"/>
          </a:solidFill>
          <a:ln cap="flat" cmpd="sng" w="9525">
            <a:solidFill>
              <a:srgbClr val="FF3C2D"/>
            </a:solidFill>
            <a:prstDash val="solid"/>
            <a:round/>
            <a:headEnd len="sm" w="sm" type="none"/>
            <a:tailEnd len="sm" w="sm" type="none"/>
          </a:ln>
        </p:spPr>
        <p:txBody>
          <a:bodyPr anchorCtr="0" anchor="t" bIns="0" lIns="137150" spcFirstLastPara="1" rIns="0" wrap="square" tIns="0">
            <a:noAutofit/>
          </a:bodyPr>
          <a:lstStyle/>
          <a:p>
            <a:pPr indent="0" lvl="0" marL="0" marR="0" rtl="0" algn="l">
              <a:lnSpc>
                <a:spcPct val="100000"/>
              </a:lnSpc>
              <a:spcBef>
                <a:spcPts val="0"/>
              </a:spcBef>
              <a:spcAft>
                <a:spcPts val="0"/>
              </a:spcAft>
              <a:buClr>
                <a:schemeClr val="dk1"/>
              </a:buClr>
              <a:buSzPts val="1100"/>
              <a:buFont typeface="Arial"/>
              <a:buNone/>
            </a:pPr>
            <a:r>
              <a:t/>
            </a:r>
            <a:endParaRPr b="0" i="0" sz="600" u="none" cap="none" strike="noStrike">
              <a:solidFill>
                <a:schemeClr val="dk1"/>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chemeClr val="dk1"/>
              </a:buClr>
              <a:buSzPts val="1100"/>
              <a:buFont typeface="Arial"/>
              <a:buNone/>
            </a:pPr>
            <a:r>
              <a:rPr b="0" i="0" lang="en" sz="600" u="none" cap="none" strike="noStrike">
                <a:solidFill>
                  <a:schemeClr val="dk1"/>
                </a:solidFill>
                <a:latin typeface="Verizon NHG DS"/>
                <a:ea typeface="Verizon NHG DS"/>
                <a:cs typeface="Verizon NHG DS"/>
                <a:sym typeface="Verizon NHG DS"/>
              </a:rPr>
              <a:t>Measured by:</a:t>
            </a:r>
            <a:endParaRPr b="0" i="0" sz="600" u="none" cap="none" strike="noStrike">
              <a:solidFill>
                <a:schemeClr val="dk1"/>
              </a:solidFill>
              <a:latin typeface="Verizon NHG DS"/>
              <a:ea typeface="Verizon NHG DS"/>
              <a:cs typeface="Verizon NHG DS"/>
              <a:sym typeface="Verizon NHG DS"/>
            </a:endParaRPr>
          </a:p>
          <a:p>
            <a:pPr indent="-77470" lvl="0" marL="91440" marR="0" rtl="0" algn="l">
              <a:lnSpc>
                <a:spcPct val="100000"/>
              </a:lnSpc>
              <a:spcBef>
                <a:spcPts val="0"/>
              </a:spcBef>
              <a:spcAft>
                <a:spcPts val="0"/>
              </a:spcAft>
              <a:buClr>
                <a:schemeClr val="dk1"/>
              </a:buClr>
              <a:buSzPts val="500"/>
              <a:buFont typeface="Verizon NHG DS"/>
              <a:buChar char="●"/>
            </a:pPr>
            <a:r>
              <a:rPr b="0" i="0" lang="en" sz="600" u="none" cap="none" strike="noStrike">
                <a:solidFill>
                  <a:srgbClr val="434343"/>
                </a:solidFill>
                <a:latin typeface="Verizon NHG TX"/>
                <a:ea typeface="Verizon NHG TX"/>
                <a:cs typeface="Verizon NHG TX"/>
                <a:sym typeface="Verizon NHG TX"/>
              </a:rPr>
              <a:t>Design System Adoption</a:t>
            </a:r>
            <a:endParaRPr b="0" i="0" sz="600" u="none" cap="none" strike="noStrike">
              <a:solidFill>
                <a:srgbClr val="434343"/>
              </a:solidFill>
              <a:latin typeface="Verizon NHG TX"/>
              <a:ea typeface="Verizon NHG TX"/>
              <a:cs typeface="Verizon NHG TX"/>
              <a:sym typeface="Verizon NHG TX"/>
            </a:endParaRPr>
          </a:p>
        </p:txBody>
      </p:sp>
      <p:sp>
        <p:nvSpPr>
          <p:cNvPr id="2118" name="Google Shape;2118;p318"/>
          <p:cNvSpPr/>
          <p:nvPr/>
        </p:nvSpPr>
        <p:spPr>
          <a:xfrm>
            <a:off x="2060971" y="4645125"/>
            <a:ext cx="1579800" cy="474900"/>
          </a:xfrm>
          <a:prstGeom prst="rect">
            <a:avLst/>
          </a:prstGeom>
          <a:solidFill>
            <a:schemeClr val="dk2"/>
          </a:solidFill>
          <a:ln cap="flat" cmpd="sng" w="9525">
            <a:solidFill>
              <a:srgbClr val="FF3C2D"/>
            </a:solidFill>
            <a:prstDash val="solid"/>
            <a:round/>
            <a:headEnd len="sm" w="sm" type="none"/>
            <a:tailEnd len="sm" w="sm" type="none"/>
          </a:ln>
        </p:spPr>
        <p:txBody>
          <a:bodyPr anchorCtr="0" anchor="t" bIns="0" lIns="137150" spcFirstLastPara="1" rIns="0" wrap="square" tIns="0">
            <a:noAutofit/>
          </a:bodyPr>
          <a:lstStyle/>
          <a:p>
            <a:pPr indent="0" lvl="0" marL="0" marR="0" rtl="0" algn="l">
              <a:lnSpc>
                <a:spcPct val="100000"/>
              </a:lnSpc>
              <a:spcBef>
                <a:spcPts val="0"/>
              </a:spcBef>
              <a:spcAft>
                <a:spcPts val="0"/>
              </a:spcAft>
              <a:buClr>
                <a:schemeClr val="dk1"/>
              </a:buClr>
              <a:buSzPts val="1100"/>
              <a:buFont typeface="Arial"/>
              <a:buNone/>
            </a:pPr>
            <a:r>
              <a:t/>
            </a:r>
            <a:endParaRPr b="0" i="0" sz="6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chemeClr val="dk1"/>
              </a:buClr>
              <a:buSzPts val="1100"/>
              <a:buFont typeface="Arial"/>
              <a:buNone/>
            </a:pPr>
            <a:r>
              <a:rPr b="0" i="0" lang="en" sz="600" u="none" cap="none" strike="noStrike">
                <a:solidFill>
                  <a:schemeClr val="dk1"/>
                </a:solidFill>
                <a:latin typeface="Verizon NHG TX"/>
                <a:ea typeface="Verizon NHG TX"/>
                <a:cs typeface="Verizon NHG TX"/>
                <a:sym typeface="Verizon NHG TX"/>
              </a:rPr>
              <a:t>Measured by:</a:t>
            </a:r>
            <a:endParaRPr b="0" i="0" sz="600" u="none" cap="none" strike="noStrike">
              <a:solidFill>
                <a:schemeClr val="dk1"/>
              </a:solidFill>
              <a:latin typeface="Verizon NHG TX"/>
              <a:ea typeface="Verizon NHG TX"/>
              <a:cs typeface="Verizon NHG TX"/>
              <a:sym typeface="Verizon NHG TX"/>
            </a:endParaRPr>
          </a:p>
          <a:p>
            <a:pPr indent="-71120" lvl="0" marL="91440" marR="0" rtl="0" algn="l">
              <a:lnSpc>
                <a:spcPct val="100000"/>
              </a:lnSpc>
              <a:spcBef>
                <a:spcPts val="0"/>
              </a:spcBef>
              <a:spcAft>
                <a:spcPts val="0"/>
              </a:spcAft>
              <a:buClr>
                <a:schemeClr val="dk1"/>
              </a:buClr>
              <a:buSzPts val="400"/>
              <a:buFont typeface="Verizon NHG TX"/>
              <a:buChar char="●"/>
            </a:pPr>
            <a:r>
              <a:rPr b="0" i="0" lang="en" sz="600" u="none" cap="none" strike="noStrike">
                <a:solidFill>
                  <a:srgbClr val="434343"/>
                </a:solidFill>
                <a:latin typeface="Verizon NHG TX"/>
                <a:ea typeface="Verizon NHG TX"/>
                <a:cs typeface="Verizon NHG TX"/>
                <a:sym typeface="Verizon NHG TX"/>
              </a:rPr>
              <a:t>Feature releases, Doc Site deployment, user feedback</a:t>
            </a:r>
            <a:endParaRPr b="0" i="0" sz="600" u="none" cap="none" strike="noStrike">
              <a:solidFill>
                <a:srgbClr val="434343"/>
              </a:solidFill>
              <a:latin typeface="Verizon NHG TX"/>
              <a:ea typeface="Verizon NHG TX"/>
              <a:cs typeface="Verizon NHG TX"/>
              <a:sym typeface="Verizon NHG TX"/>
            </a:endParaRPr>
          </a:p>
        </p:txBody>
      </p:sp>
      <p:sp>
        <p:nvSpPr>
          <p:cNvPr id="2119" name="Google Shape;2119;p318"/>
          <p:cNvSpPr/>
          <p:nvPr/>
        </p:nvSpPr>
        <p:spPr>
          <a:xfrm>
            <a:off x="3700675" y="4645125"/>
            <a:ext cx="1579800" cy="474900"/>
          </a:xfrm>
          <a:prstGeom prst="rect">
            <a:avLst/>
          </a:prstGeom>
          <a:solidFill>
            <a:schemeClr val="dk2"/>
          </a:solidFill>
          <a:ln cap="flat" cmpd="sng" w="9525">
            <a:solidFill>
              <a:srgbClr val="FF3C2D"/>
            </a:solidFill>
            <a:prstDash val="solid"/>
            <a:round/>
            <a:headEnd len="sm" w="sm" type="none"/>
            <a:tailEnd len="sm" w="sm" type="none"/>
          </a:ln>
        </p:spPr>
        <p:txBody>
          <a:bodyPr anchorCtr="0" anchor="t" bIns="0" lIns="137150" spcFirstLastPara="1" rIns="0" wrap="square" tIns="0">
            <a:noAutofit/>
          </a:bodyPr>
          <a:lstStyle/>
          <a:p>
            <a:pPr indent="0" lvl="0" marL="0" marR="0" rtl="0" algn="l">
              <a:lnSpc>
                <a:spcPct val="100000"/>
              </a:lnSpc>
              <a:spcBef>
                <a:spcPts val="0"/>
              </a:spcBef>
              <a:spcAft>
                <a:spcPts val="0"/>
              </a:spcAft>
              <a:buClr>
                <a:schemeClr val="dk1"/>
              </a:buClr>
              <a:buSzPts val="1100"/>
              <a:buFont typeface="Arial"/>
              <a:buNone/>
            </a:pPr>
            <a:r>
              <a:t/>
            </a:r>
            <a:endParaRPr b="0" i="0" sz="6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chemeClr val="dk1"/>
              </a:buClr>
              <a:buSzPts val="1100"/>
              <a:buFont typeface="Arial"/>
              <a:buNone/>
            </a:pPr>
            <a:r>
              <a:rPr b="0" i="0" lang="en" sz="600" u="none" cap="none" strike="noStrike">
                <a:solidFill>
                  <a:schemeClr val="dk1"/>
                </a:solidFill>
                <a:latin typeface="Verizon NHG TX"/>
                <a:ea typeface="Verizon NHG TX"/>
                <a:cs typeface="Verizon NHG TX"/>
                <a:sym typeface="Verizon NHG TX"/>
              </a:rPr>
              <a:t>Measured by:</a:t>
            </a:r>
            <a:endParaRPr b="0" i="0" sz="600" u="none" cap="none" strike="noStrike">
              <a:solidFill>
                <a:schemeClr val="dk1"/>
              </a:solidFill>
              <a:latin typeface="Verizon NHG TX"/>
              <a:ea typeface="Verizon NHG TX"/>
              <a:cs typeface="Verizon NHG TX"/>
              <a:sym typeface="Verizon NHG TX"/>
            </a:endParaRPr>
          </a:p>
          <a:p>
            <a:pPr indent="-71120" lvl="0" marL="91440" marR="0" rtl="0" algn="l">
              <a:lnSpc>
                <a:spcPct val="100000"/>
              </a:lnSpc>
              <a:spcBef>
                <a:spcPts val="0"/>
              </a:spcBef>
              <a:spcAft>
                <a:spcPts val="0"/>
              </a:spcAft>
              <a:buClr>
                <a:schemeClr val="dk1"/>
              </a:buClr>
              <a:buSzPts val="400"/>
              <a:buFont typeface="Verizon NHG TX"/>
              <a:buChar char="●"/>
            </a:pPr>
            <a:r>
              <a:rPr b="0" i="0" lang="en" sz="600" u="none" cap="none" strike="noStrike">
                <a:solidFill>
                  <a:srgbClr val="434343"/>
                </a:solidFill>
                <a:latin typeface="Verizon NHG TX"/>
                <a:ea typeface="Verizon NHG TX"/>
                <a:cs typeface="Verizon NHG TX"/>
                <a:sym typeface="Verizon NHG TX"/>
              </a:rPr>
              <a:t>VDS Monarch launch, NGD launch, Retail theme delivery</a:t>
            </a:r>
            <a:endParaRPr b="0" i="0" sz="600" u="none" cap="none" strike="noStrike">
              <a:solidFill>
                <a:srgbClr val="434343"/>
              </a:solidFill>
              <a:latin typeface="Verizon NHG TX"/>
              <a:ea typeface="Verizon NHG TX"/>
              <a:cs typeface="Verizon NHG TX"/>
              <a:sym typeface="Verizon NHG TX"/>
            </a:endParaRPr>
          </a:p>
        </p:txBody>
      </p:sp>
      <p:sp>
        <p:nvSpPr>
          <p:cNvPr id="2120" name="Google Shape;2120;p318"/>
          <p:cNvSpPr txBox="1"/>
          <p:nvPr>
            <p:ph idx="3" type="body"/>
          </p:nvPr>
        </p:nvSpPr>
        <p:spPr>
          <a:xfrm>
            <a:off x="476250" y="469100"/>
            <a:ext cx="4730400" cy="136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800"/>
              <a:buNone/>
            </a:pPr>
            <a:r>
              <a:rPr lang="en"/>
              <a:t>CXO | Customer Experience: Experience Design - Design Systems &amp; Unity</a:t>
            </a:r>
            <a:endParaRPr/>
          </a:p>
        </p:txBody>
      </p:sp>
      <p:sp>
        <p:nvSpPr>
          <p:cNvPr id="2121" name="Google Shape;2121;p318"/>
          <p:cNvSpPr txBox="1"/>
          <p:nvPr>
            <p:ph type="title"/>
          </p:nvPr>
        </p:nvSpPr>
        <p:spPr>
          <a:xfrm>
            <a:off x="473869" y="619856"/>
            <a:ext cx="7969800" cy="426600"/>
          </a:xfrm>
          <a:prstGeom prst="rect">
            <a:avLst/>
          </a:prstGeom>
          <a:noFill/>
          <a:ln>
            <a:noFill/>
          </a:ln>
        </p:spPr>
        <p:txBody>
          <a:bodyPr anchorCtr="0" anchor="t" bIns="0" lIns="0" spcFirstLastPara="1" rIns="0" wrap="square" tIns="0">
            <a:normAutofit/>
          </a:bodyPr>
          <a:lstStyle/>
          <a:p>
            <a:pPr indent="0" lvl="0" marL="0" rtl="0" algn="l">
              <a:lnSpc>
                <a:spcPct val="90000"/>
              </a:lnSpc>
              <a:spcBef>
                <a:spcPts val="0"/>
              </a:spcBef>
              <a:spcAft>
                <a:spcPts val="0"/>
              </a:spcAft>
              <a:buClr>
                <a:schemeClr val="dk1"/>
              </a:buClr>
              <a:buSzPts val="2100"/>
              <a:buFont typeface="Arial"/>
              <a:buNone/>
            </a:pPr>
            <a:r>
              <a:rPr lang="en"/>
              <a:t>Performance Goals </a:t>
            </a:r>
            <a:endParaRPr b="0" i="1" sz="1400"/>
          </a:p>
        </p:txBody>
      </p:sp>
      <p:sp>
        <p:nvSpPr>
          <p:cNvPr id="2122" name="Google Shape;2122;p318"/>
          <p:cNvSpPr/>
          <p:nvPr/>
        </p:nvSpPr>
        <p:spPr>
          <a:xfrm>
            <a:off x="5355996" y="1576700"/>
            <a:ext cx="1579800" cy="709500"/>
          </a:xfrm>
          <a:prstGeom prst="rect">
            <a:avLst/>
          </a:prstGeom>
          <a:solidFill>
            <a:srgbClr val="F3EDE0"/>
          </a:solidFill>
          <a:ln>
            <a:noFill/>
          </a:ln>
        </p:spPr>
        <p:txBody>
          <a:bodyPr anchorCtr="0" anchor="t" bIns="0" lIns="137150" spcFirstLastPara="1" rIns="0" wrap="square" tIns="0">
            <a:noAutofit/>
          </a:bodyPr>
          <a:lstStyle/>
          <a:p>
            <a:pPr indent="0" lvl="0" marL="0" marR="0" rtl="0" algn="l">
              <a:lnSpc>
                <a:spcPct val="90000"/>
              </a:lnSpc>
              <a:spcBef>
                <a:spcPts val="0"/>
              </a:spcBef>
              <a:spcAft>
                <a:spcPts val="0"/>
              </a:spcAft>
              <a:buClr>
                <a:schemeClr val="dk1"/>
              </a:buClr>
              <a:buSzPts val="1100"/>
              <a:buFont typeface="Arial"/>
              <a:buNone/>
            </a:pPr>
            <a:br>
              <a:rPr b="1" i="0" lang="en" sz="800" u="none" cap="none" strike="noStrike">
                <a:solidFill>
                  <a:schemeClr val="dk1"/>
                </a:solidFill>
                <a:latin typeface="Verizon NHG TX"/>
                <a:ea typeface="Verizon NHG TX"/>
                <a:cs typeface="Verizon NHG TX"/>
                <a:sym typeface="Verizon NHG TX"/>
              </a:rPr>
            </a:br>
            <a:r>
              <a:rPr b="1" i="0" lang="en" sz="800" u="none" cap="none" strike="noStrike">
                <a:solidFill>
                  <a:schemeClr val="dk1"/>
                </a:solidFill>
                <a:latin typeface="Verizon NHG TX"/>
                <a:ea typeface="Verizon NHG TX"/>
                <a:cs typeface="Verizon NHG TX"/>
                <a:sym typeface="Verizon NHG TX"/>
              </a:rPr>
              <a:t>Elevate quality of experiences: Visual, Interaction, Content</a:t>
            </a:r>
            <a:endParaRPr b="1" i="0" sz="800" u="none" cap="none" strike="noStrike">
              <a:solidFill>
                <a:schemeClr val="dk1"/>
              </a:solidFill>
              <a:latin typeface="Verizon NHG TX"/>
              <a:ea typeface="Verizon NHG TX"/>
              <a:cs typeface="Verizon NHG TX"/>
              <a:sym typeface="Verizon NHG TX"/>
            </a:endParaRPr>
          </a:p>
          <a:p>
            <a:pPr indent="0" lvl="0" marL="0" marR="0" rtl="0" algn="l">
              <a:lnSpc>
                <a:spcPct val="90000"/>
              </a:lnSpc>
              <a:spcBef>
                <a:spcPts val="0"/>
              </a:spcBef>
              <a:spcAft>
                <a:spcPts val="0"/>
              </a:spcAft>
              <a:buClr>
                <a:schemeClr val="dk1"/>
              </a:buClr>
              <a:buSzPts val="1100"/>
              <a:buFont typeface="Arial"/>
              <a:buNone/>
            </a:pPr>
            <a:r>
              <a:t/>
            </a:r>
            <a:endParaRPr b="1" i="0" sz="900" u="none" cap="none" strike="noStrike">
              <a:solidFill>
                <a:srgbClr val="434343"/>
              </a:solidFill>
              <a:latin typeface="Verizon NHG TX"/>
              <a:ea typeface="Verizon NHG TX"/>
              <a:cs typeface="Verizon NHG TX"/>
              <a:sym typeface="Verizon NHG TX"/>
            </a:endParaRPr>
          </a:p>
        </p:txBody>
      </p:sp>
      <p:sp>
        <p:nvSpPr>
          <p:cNvPr id="2123" name="Google Shape;2123;p318"/>
          <p:cNvSpPr/>
          <p:nvPr/>
        </p:nvSpPr>
        <p:spPr>
          <a:xfrm>
            <a:off x="5348196" y="4645124"/>
            <a:ext cx="1579800" cy="456900"/>
          </a:xfrm>
          <a:prstGeom prst="rect">
            <a:avLst/>
          </a:prstGeom>
          <a:solidFill>
            <a:schemeClr val="dk2"/>
          </a:solidFill>
          <a:ln cap="flat" cmpd="sng" w="9525">
            <a:solidFill>
              <a:srgbClr val="FF3C2D"/>
            </a:solidFill>
            <a:prstDash val="solid"/>
            <a:round/>
            <a:headEnd len="sm" w="sm" type="none"/>
            <a:tailEnd len="sm" w="sm" type="none"/>
          </a:ln>
        </p:spPr>
        <p:txBody>
          <a:bodyPr anchorCtr="0" anchor="t" bIns="0" lIns="137150" spcFirstLastPara="1" rIns="0" wrap="square" tIns="0">
            <a:noAutofit/>
          </a:bodyPr>
          <a:lstStyle/>
          <a:p>
            <a:pPr indent="0" lvl="0" marL="0" marR="0" rtl="0" algn="l">
              <a:lnSpc>
                <a:spcPct val="100000"/>
              </a:lnSpc>
              <a:spcBef>
                <a:spcPts val="0"/>
              </a:spcBef>
              <a:spcAft>
                <a:spcPts val="0"/>
              </a:spcAft>
              <a:buClr>
                <a:schemeClr val="dk1"/>
              </a:buClr>
              <a:buSzPts val="1100"/>
              <a:buFont typeface="Arial"/>
              <a:buNone/>
            </a:pPr>
            <a:r>
              <a:t/>
            </a:r>
            <a:endParaRPr b="0" i="0" sz="6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chemeClr val="dk1"/>
              </a:buClr>
              <a:buSzPts val="1100"/>
              <a:buFont typeface="Arial"/>
              <a:buNone/>
            </a:pPr>
            <a:r>
              <a:rPr b="0" i="0" lang="en" sz="600" u="none" cap="none" strike="noStrike">
                <a:solidFill>
                  <a:schemeClr val="dk1"/>
                </a:solidFill>
                <a:latin typeface="Verizon NHG TX"/>
                <a:ea typeface="Verizon NHG TX"/>
                <a:cs typeface="Verizon NHG TX"/>
                <a:sym typeface="Verizon NHG TX"/>
              </a:rPr>
              <a:t>Measured by:</a:t>
            </a:r>
            <a:endParaRPr b="0" i="0" sz="600" u="none" cap="none" strike="noStrike">
              <a:solidFill>
                <a:schemeClr val="dk1"/>
              </a:solidFill>
              <a:latin typeface="Verizon NHG TX"/>
              <a:ea typeface="Verizon NHG TX"/>
              <a:cs typeface="Verizon NHG TX"/>
              <a:sym typeface="Verizon NHG TX"/>
            </a:endParaRPr>
          </a:p>
          <a:p>
            <a:pPr indent="-83820" lvl="0" marL="91440" marR="0" rtl="0" algn="l">
              <a:lnSpc>
                <a:spcPct val="100000"/>
              </a:lnSpc>
              <a:spcBef>
                <a:spcPts val="0"/>
              </a:spcBef>
              <a:spcAft>
                <a:spcPts val="0"/>
              </a:spcAft>
              <a:buClr>
                <a:schemeClr val="dk1"/>
              </a:buClr>
              <a:buSzPts val="600"/>
              <a:buFont typeface="Verizon NHG TX"/>
              <a:buChar char="●"/>
            </a:pPr>
            <a:r>
              <a:rPr b="0" i="0" lang="en" sz="600" u="none" cap="none" strike="noStrike">
                <a:solidFill>
                  <a:srgbClr val="000000"/>
                </a:solidFill>
                <a:latin typeface="Verizon NHG TX"/>
                <a:ea typeface="Verizon NHG TX"/>
                <a:cs typeface="Verizon NHG TX"/>
                <a:sym typeface="Verizon NHG TX"/>
              </a:rPr>
              <a:t>Defects, Anecdotal feedback</a:t>
            </a:r>
            <a:endParaRPr b="0" i="0" sz="600" u="none" cap="none" strike="noStrike">
              <a:solidFill>
                <a:srgbClr val="000000"/>
              </a:solidFill>
              <a:latin typeface="Verizon NHG TX"/>
              <a:ea typeface="Verizon NHG TX"/>
              <a:cs typeface="Verizon NHG TX"/>
              <a:sym typeface="Verizon NHG TX"/>
            </a:endParaRPr>
          </a:p>
        </p:txBody>
      </p:sp>
      <p:sp>
        <p:nvSpPr>
          <p:cNvPr id="2124" name="Google Shape;2124;p318"/>
          <p:cNvSpPr/>
          <p:nvPr/>
        </p:nvSpPr>
        <p:spPr>
          <a:xfrm>
            <a:off x="7003511" y="1576700"/>
            <a:ext cx="1579800" cy="709500"/>
          </a:xfrm>
          <a:prstGeom prst="rect">
            <a:avLst/>
          </a:prstGeom>
          <a:solidFill>
            <a:srgbClr val="F3EDE0"/>
          </a:solidFill>
          <a:ln>
            <a:noFill/>
          </a:ln>
        </p:spPr>
        <p:txBody>
          <a:bodyPr anchorCtr="0" anchor="t" bIns="0" lIns="137150" spcFirstLastPara="1" rIns="0" wrap="square" tIns="0">
            <a:noAutofit/>
          </a:bodyPr>
          <a:lstStyle/>
          <a:p>
            <a:pPr indent="0" lvl="0" marL="0" marR="0" rtl="0" algn="l">
              <a:lnSpc>
                <a:spcPct val="90000"/>
              </a:lnSpc>
              <a:spcBef>
                <a:spcPts val="0"/>
              </a:spcBef>
              <a:spcAft>
                <a:spcPts val="0"/>
              </a:spcAft>
              <a:buClr>
                <a:schemeClr val="dk1"/>
              </a:buClr>
              <a:buSzPts val="1100"/>
              <a:buFont typeface="Arial"/>
              <a:buNone/>
            </a:pPr>
            <a:r>
              <a:t/>
            </a:r>
            <a:endParaRPr b="1" i="0" sz="800" u="none" cap="none" strike="noStrike">
              <a:solidFill>
                <a:schemeClr val="dk1"/>
              </a:solidFill>
              <a:latin typeface="Verizon NHG TX"/>
              <a:ea typeface="Verizon NHG TX"/>
              <a:cs typeface="Verizon NHG TX"/>
              <a:sym typeface="Verizon NHG TX"/>
            </a:endParaRPr>
          </a:p>
          <a:p>
            <a:pPr indent="0" lvl="0" marL="0" marR="0" rtl="0" algn="l">
              <a:lnSpc>
                <a:spcPct val="90000"/>
              </a:lnSpc>
              <a:spcBef>
                <a:spcPts val="0"/>
              </a:spcBef>
              <a:spcAft>
                <a:spcPts val="0"/>
              </a:spcAft>
              <a:buClr>
                <a:schemeClr val="dk1"/>
              </a:buClr>
              <a:buSzPts val="1100"/>
              <a:buFont typeface="Arial"/>
              <a:buNone/>
            </a:pPr>
            <a:r>
              <a:rPr b="1" i="0" lang="en" sz="800" u="none" cap="none" strike="noStrike">
                <a:solidFill>
                  <a:schemeClr val="dk1"/>
                </a:solidFill>
                <a:latin typeface="Verizon NHG TX"/>
                <a:ea typeface="Verizon NHG TX"/>
                <a:cs typeface="Verizon NHG TX"/>
                <a:sym typeface="Verizon NHG TX"/>
              </a:rPr>
              <a:t>Establish the Monarch </a:t>
            </a:r>
            <a:br>
              <a:rPr b="1" i="0" lang="en" sz="800" u="none" cap="none" strike="noStrike">
                <a:solidFill>
                  <a:schemeClr val="dk1"/>
                </a:solidFill>
                <a:latin typeface="Verizon NHG TX"/>
                <a:ea typeface="Verizon NHG TX"/>
                <a:cs typeface="Verizon NHG TX"/>
                <a:sym typeface="Verizon NHG TX"/>
              </a:rPr>
            </a:br>
            <a:r>
              <a:rPr b="1" i="0" lang="en" sz="800" u="none" cap="none" strike="noStrike">
                <a:solidFill>
                  <a:schemeClr val="dk1"/>
                </a:solidFill>
                <a:latin typeface="Verizon NHG TX"/>
                <a:ea typeface="Verizon NHG TX"/>
                <a:cs typeface="Verizon NHG TX"/>
                <a:sym typeface="Verizon NHG TX"/>
              </a:rPr>
              <a:t>Digital Brand</a:t>
            </a:r>
            <a:endParaRPr b="1" i="0" sz="800" u="none" cap="none" strike="noStrike">
              <a:solidFill>
                <a:schemeClr val="dk1"/>
              </a:solidFill>
              <a:latin typeface="Verizon NHG TX"/>
              <a:ea typeface="Verizon NHG TX"/>
              <a:cs typeface="Verizon NHG TX"/>
              <a:sym typeface="Verizon NHG TX"/>
            </a:endParaRPr>
          </a:p>
          <a:p>
            <a:pPr indent="0" lvl="0" marL="0" marR="0" rtl="0" algn="l">
              <a:lnSpc>
                <a:spcPct val="90000"/>
              </a:lnSpc>
              <a:spcBef>
                <a:spcPts val="0"/>
              </a:spcBef>
              <a:spcAft>
                <a:spcPts val="0"/>
              </a:spcAft>
              <a:buClr>
                <a:schemeClr val="dk1"/>
              </a:buClr>
              <a:buSzPts val="1100"/>
              <a:buFont typeface="Arial"/>
              <a:buNone/>
            </a:pPr>
            <a:r>
              <a:t/>
            </a:r>
            <a:endParaRPr b="1" i="0" sz="900" u="none" cap="none" strike="noStrike">
              <a:solidFill>
                <a:srgbClr val="434343"/>
              </a:solidFill>
              <a:latin typeface="Verizon NHG TX"/>
              <a:ea typeface="Verizon NHG TX"/>
              <a:cs typeface="Verizon NHG TX"/>
              <a:sym typeface="Verizon NHG TX"/>
            </a:endParaRPr>
          </a:p>
        </p:txBody>
      </p:sp>
      <p:sp>
        <p:nvSpPr>
          <p:cNvPr id="2125" name="Google Shape;2125;p318"/>
          <p:cNvSpPr/>
          <p:nvPr/>
        </p:nvSpPr>
        <p:spPr>
          <a:xfrm>
            <a:off x="6995352" y="2391920"/>
            <a:ext cx="1579800" cy="2177100"/>
          </a:xfrm>
          <a:prstGeom prst="rect">
            <a:avLst/>
          </a:prstGeom>
          <a:solidFill>
            <a:srgbClr val="F3EDE0"/>
          </a:solidFill>
          <a:ln>
            <a:noFill/>
          </a:ln>
        </p:spPr>
        <p:txBody>
          <a:bodyPr anchorCtr="0" anchor="t" bIns="0" lIns="68575" spcFirstLastPara="1" rIns="68575" wrap="square" tIns="0">
            <a:noAutofit/>
          </a:bodyPr>
          <a:lstStyle/>
          <a:p>
            <a:pPr indent="0" lvl="0" marL="0" marR="0" rtl="0" algn="l">
              <a:lnSpc>
                <a:spcPct val="80000"/>
              </a:lnSpc>
              <a:spcBef>
                <a:spcPts val="0"/>
              </a:spcBef>
              <a:spcAft>
                <a:spcPts val="0"/>
              </a:spcAft>
              <a:buClr>
                <a:schemeClr val="dk1"/>
              </a:buClr>
              <a:buSzPts val="1100"/>
              <a:buFont typeface="Arial"/>
              <a:buNone/>
            </a:pPr>
            <a:r>
              <a:t/>
            </a:r>
            <a:endParaRPr b="1" i="0" sz="700" u="none" cap="none" strike="noStrike">
              <a:solidFill>
                <a:schemeClr val="dk1"/>
              </a:solidFill>
              <a:latin typeface="Verizon NHG TX"/>
              <a:ea typeface="Verizon NHG TX"/>
              <a:cs typeface="Verizon NHG TX"/>
              <a:sym typeface="Verizon NHG TX"/>
            </a:endParaRPr>
          </a:p>
          <a:p>
            <a:pPr indent="0" lvl="0" marL="0" marR="0" rtl="0" algn="l">
              <a:lnSpc>
                <a:spcPct val="80000"/>
              </a:lnSpc>
              <a:spcBef>
                <a:spcPts val="0"/>
              </a:spcBef>
              <a:spcAft>
                <a:spcPts val="0"/>
              </a:spcAft>
              <a:buClr>
                <a:srgbClr val="000000"/>
              </a:buClr>
              <a:buSzPts val="700"/>
              <a:buFont typeface="Arial"/>
              <a:buNone/>
            </a:pPr>
            <a:r>
              <a:rPr b="1" i="0" lang="en" sz="700" u="none" cap="none" strike="noStrike">
                <a:solidFill>
                  <a:schemeClr val="dk1"/>
                </a:solidFill>
                <a:latin typeface="Verizon NHG TX"/>
                <a:ea typeface="Verizon NHG TX"/>
                <a:cs typeface="Verizon NHG TX"/>
                <a:sym typeface="Verizon NHG TX"/>
              </a:rPr>
              <a:t>Focus on: </a:t>
            </a:r>
            <a:endParaRPr b="1" i="0" sz="700" u="none" cap="none" strike="noStrike">
              <a:solidFill>
                <a:schemeClr val="dk1"/>
              </a:solidFill>
              <a:latin typeface="Verizon NHG TX"/>
              <a:ea typeface="Verizon NHG TX"/>
              <a:cs typeface="Verizon NHG TX"/>
              <a:sym typeface="Verizon NHG TX"/>
            </a:endParaRPr>
          </a:p>
          <a:p>
            <a:pPr indent="-90170" lvl="0" marL="91440" marR="0" rtl="0" algn="l">
              <a:lnSpc>
                <a:spcPct val="80000"/>
              </a:lnSpc>
              <a:spcBef>
                <a:spcPts val="0"/>
              </a:spcBef>
              <a:spcAft>
                <a:spcPts val="0"/>
              </a:spcAft>
              <a:buClr>
                <a:schemeClr val="dk1"/>
              </a:buClr>
              <a:buSzPts val="700"/>
              <a:buFont typeface="Verizon NHG TX"/>
              <a:buChar char="●"/>
            </a:pPr>
            <a:r>
              <a:rPr b="0" i="0" lang="en" sz="700" u="none" cap="none" strike="noStrike">
                <a:solidFill>
                  <a:schemeClr val="dk1"/>
                </a:solidFill>
                <a:latin typeface="Verizon NHG TX"/>
                <a:ea typeface="Verizon NHG TX"/>
                <a:cs typeface="Verizon NHG TX"/>
                <a:sym typeface="Verizon NHG TX"/>
              </a:rPr>
              <a:t>Deliver Philosophy, Guidance, and Examples of the brand: Content, Visual, Interaction.</a:t>
            </a:r>
            <a:br>
              <a:rPr b="0" i="0" lang="en" sz="700" u="none" cap="none" strike="noStrike">
                <a:solidFill>
                  <a:schemeClr val="dk1"/>
                </a:solidFill>
                <a:latin typeface="Verizon NHG TX"/>
                <a:ea typeface="Verizon NHG TX"/>
                <a:cs typeface="Verizon NHG TX"/>
                <a:sym typeface="Verizon NHG TX"/>
              </a:rPr>
            </a:br>
            <a:r>
              <a:rPr b="0" i="0" lang="en" sz="700" u="none" cap="none" strike="noStrike">
                <a:solidFill>
                  <a:schemeClr val="dk1"/>
                </a:solidFill>
                <a:latin typeface="Verizon NHG TX"/>
                <a:ea typeface="Verizon NHG TX"/>
                <a:cs typeface="Verizon NHG TX"/>
                <a:sym typeface="Verizon NHG TX"/>
              </a:rPr>
              <a:t> </a:t>
            </a:r>
            <a:endParaRPr b="0" i="0" sz="700" u="none" cap="none" strike="noStrike">
              <a:solidFill>
                <a:schemeClr val="dk1"/>
              </a:solidFill>
              <a:latin typeface="Verizon NHG TX"/>
              <a:ea typeface="Verizon NHG TX"/>
              <a:cs typeface="Verizon NHG TX"/>
              <a:sym typeface="Verizon NHG TX"/>
            </a:endParaRPr>
          </a:p>
          <a:p>
            <a:pPr indent="-90170" lvl="0" marL="91440" marR="0" rtl="0" algn="l">
              <a:lnSpc>
                <a:spcPct val="80000"/>
              </a:lnSpc>
              <a:spcBef>
                <a:spcPts val="0"/>
              </a:spcBef>
              <a:spcAft>
                <a:spcPts val="0"/>
              </a:spcAft>
              <a:buClr>
                <a:schemeClr val="dk1"/>
              </a:buClr>
              <a:buSzPts val="700"/>
              <a:buFont typeface="Verizon NHG TX"/>
              <a:buChar char="●"/>
            </a:pPr>
            <a:r>
              <a:rPr b="0" i="0" lang="en" sz="700" u="none" cap="none" strike="noStrike">
                <a:solidFill>
                  <a:schemeClr val="dk1"/>
                </a:solidFill>
                <a:latin typeface="Verizon NHG TX"/>
                <a:ea typeface="Verizon NHG TX"/>
                <a:cs typeface="Verizon NHG TX"/>
                <a:sym typeface="Verizon NHG TX"/>
              </a:rPr>
              <a:t>Support teams in their expression of the brand. </a:t>
            </a:r>
            <a:br>
              <a:rPr b="0" i="0" lang="en" sz="700" u="none" cap="none" strike="noStrike">
                <a:solidFill>
                  <a:schemeClr val="dk1"/>
                </a:solidFill>
                <a:latin typeface="Verizon NHG TX"/>
                <a:ea typeface="Verizon NHG TX"/>
                <a:cs typeface="Verizon NHG TX"/>
                <a:sym typeface="Verizon NHG TX"/>
              </a:rPr>
            </a:br>
            <a:endParaRPr b="0" i="0" sz="700" u="none" cap="none" strike="noStrike">
              <a:solidFill>
                <a:schemeClr val="dk1"/>
              </a:solidFill>
              <a:latin typeface="Verizon NHG TX"/>
              <a:ea typeface="Verizon NHG TX"/>
              <a:cs typeface="Verizon NHG TX"/>
              <a:sym typeface="Verizon NHG TX"/>
            </a:endParaRPr>
          </a:p>
          <a:p>
            <a:pPr indent="-90170" lvl="0" marL="91440" marR="0" rtl="0" algn="l">
              <a:lnSpc>
                <a:spcPct val="80000"/>
              </a:lnSpc>
              <a:spcBef>
                <a:spcPts val="0"/>
              </a:spcBef>
              <a:spcAft>
                <a:spcPts val="0"/>
              </a:spcAft>
              <a:buClr>
                <a:schemeClr val="dk1"/>
              </a:buClr>
              <a:buSzPts val="700"/>
              <a:buFont typeface="Verizon NHG TX"/>
              <a:buChar char="●"/>
            </a:pPr>
            <a:r>
              <a:rPr b="0" i="0" lang="en" sz="700" u="none" cap="none" strike="noStrike">
                <a:solidFill>
                  <a:schemeClr val="dk1"/>
                </a:solidFill>
                <a:latin typeface="Verizon NHG TX"/>
                <a:ea typeface="Verizon NHG TX"/>
                <a:cs typeface="Verizon NHG TX"/>
                <a:sym typeface="Verizon NHG TX"/>
              </a:rPr>
              <a:t>Cocreate important brand variants and rulesets with product and touchpoint teams. </a:t>
            </a:r>
            <a:br>
              <a:rPr b="0" i="0" lang="en" sz="700" u="none" cap="none" strike="noStrike">
                <a:solidFill>
                  <a:schemeClr val="dk1"/>
                </a:solidFill>
                <a:latin typeface="Verizon NHG TX"/>
                <a:ea typeface="Verizon NHG TX"/>
                <a:cs typeface="Verizon NHG TX"/>
                <a:sym typeface="Verizon NHG TX"/>
              </a:rPr>
            </a:br>
            <a:endParaRPr b="0" i="0" sz="700" u="none" cap="none" strike="noStrike">
              <a:solidFill>
                <a:schemeClr val="dk1"/>
              </a:solidFill>
              <a:latin typeface="Verizon NHG TX"/>
              <a:ea typeface="Verizon NHG TX"/>
              <a:cs typeface="Verizon NHG TX"/>
              <a:sym typeface="Verizon NHG TX"/>
            </a:endParaRPr>
          </a:p>
          <a:p>
            <a:pPr indent="-90170" lvl="0" marL="91440" marR="0" rtl="0" algn="l">
              <a:lnSpc>
                <a:spcPct val="80000"/>
              </a:lnSpc>
              <a:spcBef>
                <a:spcPts val="0"/>
              </a:spcBef>
              <a:spcAft>
                <a:spcPts val="0"/>
              </a:spcAft>
              <a:buClr>
                <a:schemeClr val="dk1"/>
              </a:buClr>
              <a:buSzPts val="700"/>
              <a:buFont typeface="Verizon NHG TX"/>
              <a:buChar char="●"/>
            </a:pPr>
            <a:r>
              <a:rPr b="0" i="0" lang="en" sz="700" u="none" cap="none" strike="noStrike">
                <a:solidFill>
                  <a:schemeClr val="dk1"/>
                </a:solidFill>
                <a:latin typeface="Verizon NHG TX"/>
                <a:ea typeface="Verizon NHG TX"/>
                <a:cs typeface="Verizon NHG TX"/>
                <a:sym typeface="Verizon NHG TX"/>
              </a:rPr>
              <a:t>Develop and socialize strategies and tactics that affect the overall user experience of the brand</a:t>
            </a:r>
            <a:br>
              <a:rPr b="0" i="0" lang="en" sz="700" u="none" cap="none" strike="noStrike">
                <a:solidFill>
                  <a:schemeClr val="dk1"/>
                </a:solidFill>
                <a:latin typeface="Verizon NHG TX"/>
                <a:ea typeface="Verizon NHG TX"/>
                <a:cs typeface="Verizon NHG TX"/>
                <a:sym typeface="Verizon NHG TX"/>
              </a:rPr>
            </a:br>
            <a:endParaRPr b="0" i="0" sz="700" u="none" cap="none" strike="noStrike">
              <a:solidFill>
                <a:schemeClr val="dk1"/>
              </a:solidFill>
              <a:latin typeface="Verizon NHG TX"/>
              <a:ea typeface="Verizon NHG TX"/>
              <a:cs typeface="Verizon NHG TX"/>
              <a:sym typeface="Verizon NHG TX"/>
            </a:endParaRPr>
          </a:p>
          <a:p>
            <a:pPr indent="-90170" lvl="0" marL="91440" marR="0" rtl="0" algn="l">
              <a:lnSpc>
                <a:spcPct val="80000"/>
              </a:lnSpc>
              <a:spcBef>
                <a:spcPts val="0"/>
              </a:spcBef>
              <a:spcAft>
                <a:spcPts val="0"/>
              </a:spcAft>
              <a:buClr>
                <a:schemeClr val="dk1"/>
              </a:buClr>
              <a:buSzPts val="700"/>
              <a:buFont typeface="Verizon NHG TX"/>
              <a:buChar char="●"/>
            </a:pPr>
            <a:r>
              <a:rPr b="0" i="0" lang="en" sz="700" u="none" cap="none" strike="noStrike">
                <a:solidFill>
                  <a:schemeClr val="dk1"/>
                </a:solidFill>
                <a:latin typeface="Verizon NHG TX"/>
                <a:ea typeface="Verizon NHG TX"/>
                <a:cs typeface="Verizon NHG TX"/>
                <a:sym typeface="Verizon NHG TX"/>
              </a:rPr>
              <a:t>Plan, support, and deliver go-forward and reskin projects</a:t>
            </a:r>
            <a:endParaRPr b="1" i="0" sz="700" u="none" cap="none" strike="noStrike">
              <a:solidFill>
                <a:schemeClr val="dk1"/>
              </a:solidFill>
              <a:latin typeface="Verizon NHG TX"/>
              <a:ea typeface="Verizon NHG TX"/>
              <a:cs typeface="Verizon NHG TX"/>
              <a:sym typeface="Verizon NHG TX"/>
            </a:endParaRPr>
          </a:p>
        </p:txBody>
      </p:sp>
      <p:sp>
        <p:nvSpPr>
          <p:cNvPr id="2126" name="Google Shape;2126;p318"/>
          <p:cNvSpPr/>
          <p:nvPr/>
        </p:nvSpPr>
        <p:spPr>
          <a:xfrm>
            <a:off x="6995710" y="4645124"/>
            <a:ext cx="1579800" cy="456900"/>
          </a:xfrm>
          <a:prstGeom prst="rect">
            <a:avLst/>
          </a:prstGeom>
          <a:solidFill>
            <a:schemeClr val="dk2"/>
          </a:solidFill>
          <a:ln cap="flat" cmpd="sng" w="9525">
            <a:solidFill>
              <a:srgbClr val="FF3C2D"/>
            </a:solidFill>
            <a:prstDash val="solid"/>
            <a:round/>
            <a:headEnd len="sm" w="sm" type="none"/>
            <a:tailEnd len="sm" w="sm" type="none"/>
          </a:ln>
        </p:spPr>
        <p:txBody>
          <a:bodyPr anchorCtr="0" anchor="t" bIns="0" lIns="137150" spcFirstLastPara="1" rIns="0" wrap="square" tIns="0">
            <a:noAutofit/>
          </a:bodyPr>
          <a:lstStyle/>
          <a:p>
            <a:pPr indent="0" lvl="0" marL="0" marR="0" rtl="0" algn="l">
              <a:lnSpc>
                <a:spcPct val="100000"/>
              </a:lnSpc>
              <a:spcBef>
                <a:spcPts val="0"/>
              </a:spcBef>
              <a:spcAft>
                <a:spcPts val="0"/>
              </a:spcAft>
              <a:buClr>
                <a:schemeClr val="dk1"/>
              </a:buClr>
              <a:buSzPts val="1100"/>
              <a:buFont typeface="Arial"/>
              <a:buNone/>
            </a:pPr>
            <a:r>
              <a:t/>
            </a:r>
            <a:endParaRPr b="0" i="0" sz="6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Measured by:</a:t>
            </a:r>
            <a:endParaRPr b="0" i="0" sz="600" u="none" cap="none" strike="noStrike">
              <a:solidFill>
                <a:schemeClr val="dk1"/>
              </a:solidFill>
              <a:latin typeface="Verizon NHG TX"/>
              <a:ea typeface="Verizon NHG TX"/>
              <a:cs typeface="Verizon NHG TX"/>
              <a:sym typeface="Verizon NHG TX"/>
            </a:endParaRPr>
          </a:p>
          <a:p>
            <a:pPr indent="-95250" lvl="0" marL="114300" marR="0" rtl="0" algn="l">
              <a:lnSpc>
                <a:spcPct val="100000"/>
              </a:lnSpc>
              <a:spcBef>
                <a:spcPts val="0"/>
              </a:spcBef>
              <a:spcAft>
                <a:spcPts val="0"/>
              </a:spcAft>
              <a:buClr>
                <a:schemeClr val="dk1"/>
              </a:buClr>
              <a:buSzPts val="600"/>
              <a:buFont typeface="Verizon NHG TX"/>
              <a:buChar char="●"/>
            </a:pPr>
            <a:r>
              <a:rPr b="0" i="0" lang="en" sz="600" u="none" cap="none" strike="noStrike">
                <a:solidFill>
                  <a:schemeClr val="dk1"/>
                </a:solidFill>
                <a:latin typeface="Verizon NHG TX"/>
                <a:ea typeface="Verizon NHG TX"/>
                <a:cs typeface="Verizon NHG TX"/>
                <a:sym typeface="Verizon NHG TX"/>
              </a:rPr>
              <a:t>Deliveries, feedback, </a:t>
            </a:r>
            <a:endParaRPr b="0" i="0" sz="600" u="none" cap="none" strike="noStrike">
              <a:solidFill>
                <a:schemeClr val="dk1"/>
              </a:solidFill>
              <a:latin typeface="Verizon NHG TX"/>
              <a:ea typeface="Verizon NHG TX"/>
              <a:cs typeface="Verizon NHG TX"/>
              <a:sym typeface="Verizon NHG TX"/>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0" name="Shape 2130"/>
        <p:cNvGrpSpPr/>
        <p:nvPr/>
      </p:nvGrpSpPr>
      <p:grpSpPr>
        <a:xfrm>
          <a:off x="0" y="0"/>
          <a:ext cx="0" cy="0"/>
          <a:chOff x="0" y="0"/>
          <a:chExt cx="0" cy="0"/>
        </a:xfrm>
      </p:grpSpPr>
      <p:graphicFrame>
        <p:nvGraphicFramePr>
          <p:cNvPr id="2131" name="Google Shape;2131;p319"/>
          <p:cNvGraphicFramePr/>
          <p:nvPr/>
        </p:nvGraphicFramePr>
        <p:xfrm>
          <a:off x="241850" y="971550"/>
          <a:ext cx="3000000" cy="3000000"/>
        </p:xfrm>
        <a:graphic>
          <a:graphicData uri="http://schemas.openxmlformats.org/drawingml/2006/table">
            <a:tbl>
              <a:tblPr>
                <a:noFill/>
                <a:tableStyleId>{6A162CF1-3AEC-4ED0-B689-3D35A367426C}</a:tableStyleId>
              </a:tblPr>
              <a:tblGrid>
                <a:gridCol w="986900"/>
                <a:gridCol w="2220625"/>
                <a:gridCol w="1979075"/>
                <a:gridCol w="2380450"/>
                <a:gridCol w="1189925"/>
              </a:tblGrid>
              <a:tr h="305450">
                <a:tc>
                  <a:txBody>
                    <a:bodyPr/>
                    <a:lstStyle/>
                    <a:p>
                      <a:pPr indent="0" lvl="0" marL="0" marR="0" rtl="0" algn="l">
                        <a:lnSpc>
                          <a:spcPct val="100000"/>
                        </a:lnSpc>
                        <a:spcBef>
                          <a:spcPts val="0"/>
                        </a:spcBef>
                        <a:spcAft>
                          <a:spcPts val="0"/>
                        </a:spcAft>
                        <a:buClr>
                          <a:srgbClr val="000000"/>
                        </a:buClr>
                        <a:buSzPts val="1000"/>
                        <a:buFont typeface="Arial"/>
                        <a:buNone/>
                      </a:pPr>
                      <a:r>
                        <a:t/>
                      </a:r>
                      <a:endParaRPr b="1" sz="1000" u="none" cap="none" strike="noStrike">
                        <a:latin typeface="Verizon NHG DS"/>
                        <a:ea typeface="Verizon NHG DS"/>
                        <a:cs typeface="Verizon NHG DS"/>
                        <a:sym typeface="Verizon NHG DS"/>
                      </a:endParaRPr>
                    </a:p>
                  </a:txBody>
                  <a:tcPr marT="91425" marB="91425" marR="91425" marL="91425" anchor="ctr">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lang="en" sz="700" u="none" cap="none" strike="noStrike">
                          <a:latin typeface="Verizon NHG DS"/>
                          <a:ea typeface="Verizon NHG DS"/>
                          <a:cs typeface="Verizon NHG DS"/>
                          <a:sym typeface="Verizon NHG DS"/>
                        </a:rPr>
                        <a:t>1st Quarter</a:t>
                      </a:r>
                      <a:endParaRPr b="1" sz="700" u="none" cap="none" strike="noStrike">
                        <a:latin typeface="Verizon NHG DS"/>
                        <a:ea typeface="Verizon NHG DS"/>
                        <a:cs typeface="Verizon NHG DS"/>
                        <a:sym typeface="Verizon NHG DS"/>
                      </a:endParaRPr>
                    </a:p>
                    <a:p>
                      <a:pPr indent="0" lvl="0" marL="0" marR="0" rtl="0" algn="ctr">
                        <a:lnSpc>
                          <a:spcPct val="100000"/>
                        </a:lnSpc>
                        <a:spcBef>
                          <a:spcPts val="0"/>
                        </a:spcBef>
                        <a:spcAft>
                          <a:spcPts val="0"/>
                        </a:spcAft>
                        <a:buClr>
                          <a:srgbClr val="000000"/>
                        </a:buClr>
                        <a:buSzPts val="700"/>
                        <a:buFont typeface="Arial"/>
                        <a:buNone/>
                      </a:pPr>
                      <a:r>
                        <a:rPr b="1" lang="en" sz="700" u="none" cap="none" strike="noStrike">
                          <a:latin typeface="Verizon NHG DS"/>
                          <a:ea typeface="Verizon NHG DS"/>
                          <a:cs typeface="Verizon NHG DS"/>
                          <a:sym typeface="Verizon NHG DS"/>
                        </a:rPr>
                        <a:t>Accomplishments</a:t>
                      </a:r>
                      <a:endParaRPr b="1" sz="700" u="none" cap="none" strike="noStrike">
                        <a:latin typeface="Verizon NHG DS"/>
                        <a:ea typeface="Verizon NHG DS"/>
                        <a:cs typeface="Verizon NHG DS"/>
                        <a:sym typeface="Verizon NHG DS"/>
                      </a:endParaRPr>
                    </a:p>
                  </a:txBody>
                  <a:tcPr marT="91425" marB="91425" marR="91425" marL="91425" anchor="ctr">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lang="en" sz="700" u="none" cap="none" strike="noStrike">
                          <a:latin typeface="Verizon NHG DS"/>
                          <a:ea typeface="Verizon NHG DS"/>
                          <a:cs typeface="Verizon NHG DS"/>
                          <a:sym typeface="Verizon NHG DS"/>
                        </a:rPr>
                        <a:t>2nd Quarter</a:t>
                      </a:r>
                      <a:endParaRPr b="1" sz="700" u="none" cap="none" strike="noStrike">
                        <a:latin typeface="Verizon NHG DS"/>
                        <a:ea typeface="Verizon NHG DS"/>
                        <a:cs typeface="Verizon NHG DS"/>
                        <a:sym typeface="Verizon NHG DS"/>
                      </a:endParaRPr>
                    </a:p>
                    <a:p>
                      <a:pPr indent="0" lvl="0" marL="0" marR="0" rtl="0" algn="ctr">
                        <a:lnSpc>
                          <a:spcPct val="100000"/>
                        </a:lnSpc>
                        <a:spcBef>
                          <a:spcPts val="0"/>
                        </a:spcBef>
                        <a:spcAft>
                          <a:spcPts val="0"/>
                        </a:spcAft>
                        <a:buClr>
                          <a:srgbClr val="000000"/>
                        </a:buClr>
                        <a:buSzPts val="700"/>
                        <a:buFont typeface="Arial"/>
                        <a:buNone/>
                      </a:pPr>
                      <a:r>
                        <a:rPr b="1" i="1" lang="en" sz="700" u="none" cap="none" strike="noStrike">
                          <a:latin typeface="Verizon NHG DS"/>
                          <a:ea typeface="Verizon NHG DS"/>
                          <a:cs typeface="Verizon NHG DS"/>
                          <a:sym typeface="Verizon NHG DS"/>
                        </a:rPr>
                        <a:t>Accomplishments</a:t>
                      </a:r>
                      <a:endParaRPr b="1" i="1" sz="700" u="none" cap="none" strike="noStrike">
                        <a:latin typeface="Verizon NHG DS"/>
                        <a:ea typeface="Verizon NHG DS"/>
                        <a:cs typeface="Verizon NHG DS"/>
                        <a:sym typeface="Verizon NHG DS"/>
                      </a:endParaRPr>
                    </a:p>
                  </a:txBody>
                  <a:tcPr marT="91425" marB="91425" marR="91425" marL="91425" anchor="ctr">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lang="en" sz="700" u="none" cap="none" strike="noStrike">
                          <a:latin typeface="Verizon NHG DS"/>
                          <a:ea typeface="Verizon NHG DS"/>
                          <a:cs typeface="Verizon NHG DS"/>
                          <a:sym typeface="Verizon NHG DS"/>
                        </a:rPr>
                        <a:t>3rd Quarter</a:t>
                      </a:r>
                      <a:endParaRPr b="1" sz="700" u="none" cap="none" strike="noStrike">
                        <a:latin typeface="Verizon NHG DS"/>
                        <a:ea typeface="Verizon NHG DS"/>
                        <a:cs typeface="Verizon NHG DS"/>
                        <a:sym typeface="Verizon NHG DS"/>
                      </a:endParaRPr>
                    </a:p>
                    <a:p>
                      <a:pPr indent="0" lvl="0" marL="0" marR="0" rtl="0" algn="ctr">
                        <a:lnSpc>
                          <a:spcPct val="100000"/>
                        </a:lnSpc>
                        <a:spcBef>
                          <a:spcPts val="0"/>
                        </a:spcBef>
                        <a:spcAft>
                          <a:spcPts val="0"/>
                        </a:spcAft>
                        <a:buClr>
                          <a:srgbClr val="000000"/>
                        </a:buClr>
                        <a:buSzPts val="700"/>
                        <a:buFont typeface="Arial"/>
                        <a:buNone/>
                      </a:pPr>
                      <a:r>
                        <a:rPr b="1" i="1" lang="en" sz="700" u="none" cap="none" strike="noStrike">
                          <a:latin typeface="Verizon NHG DS"/>
                          <a:ea typeface="Verizon NHG DS"/>
                          <a:cs typeface="Verizon NHG DS"/>
                          <a:sym typeface="Verizon NHG DS"/>
                        </a:rPr>
                        <a:t>Milestones</a:t>
                      </a:r>
                      <a:endParaRPr b="1" i="1" sz="700" u="none" cap="none" strike="noStrike">
                        <a:latin typeface="Verizon NHG DS"/>
                        <a:ea typeface="Verizon NHG DS"/>
                        <a:cs typeface="Verizon NHG DS"/>
                        <a:sym typeface="Verizon NHG DS"/>
                      </a:endParaRPr>
                    </a:p>
                  </a:txBody>
                  <a:tcPr marT="91425" marB="91425" marR="91425" marL="91425" anchor="ctr">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lang="en" sz="700" u="none" cap="none" strike="noStrike">
                          <a:latin typeface="Verizon NHG DS"/>
                          <a:ea typeface="Verizon NHG DS"/>
                          <a:cs typeface="Verizon NHG DS"/>
                          <a:sym typeface="Verizon NHG DS"/>
                        </a:rPr>
                        <a:t>4th Quarter</a:t>
                      </a:r>
                      <a:endParaRPr b="1" sz="700" u="none" cap="none" strike="noStrike">
                        <a:latin typeface="Verizon NHG DS"/>
                        <a:ea typeface="Verizon NHG DS"/>
                        <a:cs typeface="Verizon NHG DS"/>
                        <a:sym typeface="Verizon NHG DS"/>
                      </a:endParaRPr>
                    </a:p>
                    <a:p>
                      <a:pPr indent="0" lvl="0" marL="0" marR="0" rtl="0" algn="ctr">
                        <a:lnSpc>
                          <a:spcPct val="100000"/>
                        </a:lnSpc>
                        <a:spcBef>
                          <a:spcPts val="0"/>
                        </a:spcBef>
                        <a:spcAft>
                          <a:spcPts val="0"/>
                        </a:spcAft>
                        <a:buClr>
                          <a:srgbClr val="000000"/>
                        </a:buClr>
                        <a:buSzPts val="700"/>
                        <a:buFont typeface="Arial"/>
                        <a:buNone/>
                      </a:pPr>
                      <a:r>
                        <a:rPr b="1" i="1" lang="en" sz="700" u="none" cap="none" strike="noStrike">
                          <a:latin typeface="Verizon NHG DS"/>
                          <a:ea typeface="Verizon NHG DS"/>
                          <a:cs typeface="Verizon NHG DS"/>
                          <a:sym typeface="Verizon NHG DS"/>
                        </a:rPr>
                        <a:t>Milestones</a:t>
                      </a:r>
                      <a:endParaRPr b="1" i="1" sz="700" u="none" cap="none" strike="noStrike">
                        <a:latin typeface="Verizon NHG DS"/>
                        <a:ea typeface="Verizon NHG DS"/>
                        <a:cs typeface="Verizon NHG DS"/>
                        <a:sym typeface="Verizon NHG DS"/>
                      </a:endParaRPr>
                    </a:p>
                  </a:txBody>
                  <a:tcPr marT="91425" marB="91425" marR="91425" marL="91425" anchor="ctr">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r>
              <a:tr h="599775">
                <a:tc>
                  <a:txBody>
                    <a:bodyPr/>
                    <a:lstStyle/>
                    <a:p>
                      <a:pPr indent="0" lvl="0" marL="0" marR="0" rtl="0" algn="l">
                        <a:lnSpc>
                          <a:spcPct val="100000"/>
                        </a:lnSpc>
                        <a:spcBef>
                          <a:spcPts val="0"/>
                        </a:spcBef>
                        <a:spcAft>
                          <a:spcPts val="0"/>
                        </a:spcAft>
                        <a:buClr>
                          <a:schemeClr val="dk1"/>
                        </a:buClr>
                        <a:buSzPts val="1100"/>
                        <a:buFont typeface="Arial"/>
                        <a:buNone/>
                      </a:pPr>
                      <a:r>
                        <a:rPr b="1" lang="en" sz="700" u="none" cap="none" strike="noStrike">
                          <a:solidFill>
                            <a:schemeClr val="dk1"/>
                          </a:solidFill>
                          <a:latin typeface="Verizon NHG DS"/>
                          <a:ea typeface="Verizon NHG DS"/>
                          <a:cs typeface="Verizon NHG DS"/>
                          <a:sym typeface="Verizon NHG DS"/>
                        </a:rPr>
                        <a:t>Performance Goal:  </a:t>
                      </a:r>
                      <a:endParaRPr b="1" sz="700" u="none" cap="none" strike="noStrike">
                        <a:solidFill>
                          <a:schemeClr val="dk1"/>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chemeClr val="dk1"/>
                        </a:buClr>
                        <a:buSzPts val="1100"/>
                        <a:buFont typeface="Arial"/>
                        <a:buNone/>
                      </a:pPr>
                      <a:r>
                        <a:rPr lang="en" sz="700" u="none" cap="none" strike="noStrike">
                          <a:solidFill>
                            <a:schemeClr val="dk1"/>
                          </a:solidFill>
                          <a:latin typeface="Verizon NHG DS"/>
                          <a:ea typeface="Verizon NHG DS"/>
                          <a:cs typeface="Verizon NHG DS"/>
                          <a:sym typeface="Verizon NHG DS"/>
                        </a:rPr>
                        <a:t>Awareness</a:t>
                      </a:r>
                      <a:endParaRPr sz="700" u="none" cap="none" strike="noStrike">
                        <a:latin typeface="Verizon NHG DS"/>
                        <a:ea typeface="Verizon NHG DS"/>
                        <a:cs typeface="Verizon NHG DS"/>
                        <a:sym typeface="Verizon NHG DS"/>
                      </a:endParaRPr>
                    </a:p>
                  </a:txBody>
                  <a:tcPr marT="64000" marB="64000" marR="64000" marL="640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600"/>
                        <a:buFont typeface="Arial"/>
                        <a:buNone/>
                      </a:pPr>
                      <a:r>
                        <a:rPr lang="en" sz="600" u="none" cap="none" strike="noStrike">
                          <a:solidFill>
                            <a:schemeClr val="dk1"/>
                          </a:solidFill>
                          <a:latin typeface="Verizon NHG DS"/>
                          <a:ea typeface="Verizon NHG DS"/>
                          <a:cs typeface="Verizon NHG DS"/>
                          <a:sym typeface="Verizon NHG DS"/>
                        </a:rPr>
                        <a:t>Launched:</a:t>
                      </a:r>
                      <a:endParaRPr sz="600" u="none" cap="none" strike="noStrike">
                        <a:solidFill>
                          <a:schemeClr val="dk1"/>
                        </a:solidFill>
                        <a:latin typeface="Verizon NHG DS"/>
                        <a:ea typeface="Verizon NHG DS"/>
                        <a:cs typeface="Verizon NHG DS"/>
                        <a:sym typeface="Verizon NHG DS"/>
                      </a:endParaRPr>
                    </a:p>
                    <a:p>
                      <a:pPr indent="-88900" lvl="0" marL="114300" marR="0" rtl="0" algn="l">
                        <a:lnSpc>
                          <a:spcPct val="100000"/>
                        </a:lnSpc>
                        <a:spcBef>
                          <a:spcPts val="0"/>
                        </a:spcBef>
                        <a:spcAft>
                          <a:spcPts val="0"/>
                        </a:spcAft>
                        <a:buClr>
                          <a:schemeClr val="dk1"/>
                        </a:buClr>
                        <a:buSzPts val="500"/>
                        <a:buFont typeface="Verizon NHG DS"/>
                        <a:buChar char="●"/>
                      </a:pPr>
                      <a:r>
                        <a:rPr b="1" lang="en" sz="600" u="none" cap="none" strike="noStrike">
                          <a:solidFill>
                            <a:schemeClr val="dk1"/>
                          </a:solidFill>
                          <a:latin typeface="Verizon NHG DS"/>
                          <a:ea typeface="Verizon NHG DS"/>
                          <a:cs typeface="Verizon NHG DS"/>
                          <a:sym typeface="Verizon NHG DS"/>
                        </a:rPr>
                        <a:t>VDS Monarch</a:t>
                      </a:r>
                      <a:r>
                        <a:rPr lang="en" sz="600" u="none" cap="none" strike="noStrike">
                          <a:solidFill>
                            <a:schemeClr val="dk1"/>
                          </a:solidFill>
                          <a:latin typeface="Verizon NHG DS"/>
                          <a:ea typeface="Verizon NHG DS"/>
                          <a:cs typeface="Verizon NHG DS"/>
                          <a:sym typeface="Verizon NHG DS"/>
                        </a:rPr>
                        <a:t> closed beta program</a:t>
                      </a:r>
                      <a:endParaRPr sz="600" u="none" cap="none" strike="noStrike">
                        <a:solidFill>
                          <a:schemeClr val="dk1"/>
                        </a:solidFill>
                        <a:latin typeface="Verizon NHG DS"/>
                        <a:ea typeface="Verizon NHG DS"/>
                        <a:cs typeface="Verizon NHG DS"/>
                        <a:sym typeface="Verizon NHG DS"/>
                      </a:endParaRPr>
                    </a:p>
                    <a:p>
                      <a:pPr indent="-88900" lvl="0" marL="114300" marR="0" rtl="0" algn="l">
                        <a:lnSpc>
                          <a:spcPct val="100000"/>
                        </a:lnSpc>
                        <a:spcBef>
                          <a:spcPts val="0"/>
                        </a:spcBef>
                        <a:spcAft>
                          <a:spcPts val="0"/>
                        </a:spcAft>
                        <a:buClr>
                          <a:schemeClr val="dk1"/>
                        </a:buClr>
                        <a:buSzPts val="500"/>
                        <a:buFont typeface="Verizon NHG DS"/>
                        <a:buChar char="●"/>
                      </a:pPr>
                      <a:r>
                        <a:rPr b="1" lang="en" sz="600" u="none" cap="none" strike="noStrike">
                          <a:solidFill>
                            <a:schemeClr val="dk1"/>
                          </a:solidFill>
                          <a:latin typeface="Verizon NHG DS"/>
                          <a:ea typeface="Verizon NHG DS"/>
                          <a:cs typeface="Verizon NHG DS"/>
                          <a:sym typeface="Verizon NHG DS"/>
                        </a:rPr>
                        <a:t>VDS Monarch</a:t>
                      </a:r>
                      <a:r>
                        <a:rPr lang="en" sz="600" u="none" cap="none" strike="noStrike">
                          <a:solidFill>
                            <a:schemeClr val="dk1"/>
                          </a:solidFill>
                          <a:latin typeface="Verizon NHG DS"/>
                          <a:ea typeface="Verizon NHG DS"/>
                          <a:cs typeface="Verizon NHG DS"/>
                          <a:sym typeface="Verizon NHG DS"/>
                        </a:rPr>
                        <a:t> beta dedicated Slack support and office hours</a:t>
                      </a:r>
                      <a:endParaRPr sz="600" u="none" cap="none" strike="noStrike">
                        <a:solidFill>
                          <a:schemeClr val="dk1"/>
                        </a:solidFill>
                        <a:latin typeface="Verizon NHG DS"/>
                        <a:ea typeface="Verizon NHG DS"/>
                        <a:cs typeface="Verizon NHG DS"/>
                        <a:sym typeface="Verizon NHG DS"/>
                      </a:endParaRPr>
                    </a:p>
                    <a:p>
                      <a:pPr indent="-88900" lvl="0" marL="114300" marR="0" rtl="0" algn="l">
                        <a:lnSpc>
                          <a:spcPct val="100000"/>
                        </a:lnSpc>
                        <a:spcBef>
                          <a:spcPts val="0"/>
                        </a:spcBef>
                        <a:spcAft>
                          <a:spcPts val="0"/>
                        </a:spcAft>
                        <a:buClr>
                          <a:schemeClr val="dk1"/>
                        </a:buClr>
                        <a:buSzPts val="500"/>
                        <a:buFont typeface="Verizon NHG DS"/>
                        <a:buChar char="●"/>
                      </a:pPr>
                      <a:r>
                        <a:rPr b="1" lang="en" sz="600" u="none" cap="none" strike="noStrike">
                          <a:solidFill>
                            <a:schemeClr val="dk1"/>
                          </a:solidFill>
                          <a:latin typeface="Verizon NHG DS"/>
                          <a:ea typeface="Verizon NHG DS"/>
                          <a:cs typeface="Verizon NHG DS"/>
                          <a:sym typeface="Verizon NHG DS"/>
                        </a:rPr>
                        <a:t>VDS Retail</a:t>
                      </a:r>
                      <a:r>
                        <a:rPr lang="en" sz="600" u="none" cap="none" strike="noStrike">
                          <a:solidFill>
                            <a:schemeClr val="dk1"/>
                          </a:solidFill>
                          <a:latin typeface="Verizon NHG DS"/>
                          <a:ea typeface="Verizon NHG DS"/>
                          <a:cs typeface="Verizon NHG DS"/>
                          <a:sym typeface="Verizon NHG DS"/>
                        </a:rPr>
                        <a:t> workshop in India to prepare teams for the handoff of Work&amp;Co Retail system assets slated for Q2</a:t>
                      </a:r>
                      <a:endParaRPr sz="600" u="none" cap="none" strike="noStrike">
                        <a:solidFill>
                          <a:schemeClr val="dk1"/>
                        </a:solidFill>
                        <a:latin typeface="Verizon NHG DS"/>
                        <a:ea typeface="Verizon NHG DS"/>
                        <a:cs typeface="Verizon NHG DS"/>
                        <a:sym typeface="Verizon NHG DS"/>
                      </a:endParaRPr>
                    </a:p>
                  </a:txBody>
                  <a:tcPr marT="64000" marB="64000" marR="64000" marL="640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600"/>
                        <a:buFont typeface="Arial"/>
                        <a:buNone/>
                      </a:pPr>
                      <a:r>
                        <a:rPr lang="en" sz="600" u="none" cap="none" strike="noStrike">
                          <a:solidFill>
                            <a:schemeClr val="dk1"/>
                          </a:solidFill>
                          <a:latin typeface="Verizon NHG DS"/>
                          <a:ea typeface="Verizon NHG DS"/>
                          <a:cs typeface="Verizon NHG DS"/>
                          <a:sym typeface="Verizon NHG DS"/>
                        </a:rPr>
                        <a:t>Launched:</a:t>
                      </a:r>
                      <a:endParaRPr sz="600" u="none" cap="none" strike="noStrike">
                        <a:solidFill>
                          <a:schemeClr val="dk1"/>
                        </a:solidFill>
                        <a:latin typeface="Verizon NHG DS"/>
                        <a:ea typeface="Verizon NHG DS"/>
                        <a:cs typeface="Verizon NHG DS"/>
                        <a:sym typeface="Verizon NHG DS"/>
                      </a:endParaRPr>
                    </a:p>
                    <a:p>
                      <a:pPr indent="-88900" lvl="0" marL="114300" marR="0" rtl="0" algn="l">
                        <a:lnSpc>
                          <a:spcPct val="100000"/>
                        </a:lnSpc>
                        <a:spcBef>
                          <a:spcPts val="0"/>
                        </a:spcBef>
                        <a:spcAft>
                          <a:spcPts val="0"/>
                        </a:spcAft>
                        <a:buClr>
                          <a:schemeClr val="dk1"/>
                        </a:buClr>
                        <a:buSzPts val="500"/>
                        <a:buFont typeface="Verizon NHG DS"/>
                        <a:buChar char="●"/>
                      </a:pPr>
                      <a:r>
                        <a:rPr b="1" lang="en" sz="600" u="none" cap="none" strike="noStrike">
                          <a:solidFill>
                            <a:schemeClr val="dk1"/>
                          </a:solidFill>
                          <a:latin typeface="Verizon NHG DS"/>
                          <a:ea typeface="Verizon NHG DS"/>
                          <a:cs typeface="Verizon NHG DS"/>
                          <a:sym typeface="Verizon NHG DS"/>
                        </a:rPr>
                        <a:t>Q2 VDS Satisfaction survey</a:t>
                      </a:r>
                      <a:r>
                        <a:rPr lang="en" sz="600" u="none" cap="none" strike="noStrike">
                          <a:solidFill>
                            <a:schemeClr val="dk1"/>
                          </a:solidFill>
                          <a:latin typeface="Verizon NHG DS"/>
                          <a:ea typeface="Verizon NHG DS"/>
                          <a:cs typeface="Verizon NHG DS"/>
                          <a:sym typeface="Verizon NHG DS"/>
                        </a:rPr>
                        <a:t> Gathered user feedback and measured satisfaction</a:t>
                      </a:r>
                      <a:endParaRPr sz="600" u="none" cap="none" strike="noStrike">
                        <a:solidFill>
                          <a:schemeClr val="dk1"/>
                        </a:solidFill>
                        <a:latin typeface="Verizon NHG DS"/>
                        <a:ea typeface="Verizon NHG DS"/>
                        <a:cs typeface="Verizon NHG DS"/>
                        <a:sym typeface="Verizon NHG DS"/>
                      </a:endParaRPr>
                    </a:p>
                    <a:p>
                      <a:pPr indent="-88900" lvl="0" marL="114300" marR="0" rtl="0" algn="l">
                        <a:lnSpc>
                          <a:spcPct val="100000"/>
                        </a:lnSpc>
                        <a:spcBef>
                          <a:spcPts val="0"/>
                        </a:spcBef>
                        <a:spcAft>
                          <a:spcPts val="0"/>
                        </a:spcAft>
                        <a:buClr>
                          <a:schemeClr val="dk1"/>
                        </a:buClr>
                        <a:buSzPts val="500"/>
                        <a:buFont typeface="Verizon NHG DS"/>
                        <a:buChar char="●"/>
                      </a:pPr>
                      <a:r>
                        <a:rPr b="1" lang="en" sz="600" u="none" cap="none" strike="noStrike">
                          <a:solidFill>
                            <a:schemeClr val="dk1"/>
                          </a:solidFill>
                          <a:latin typeface="Verizon NHG DS"/>
                          <a:ea typeface="Verizon NHG DS"/>
                          <a:cs typeface="Verizon NHG DS"/>
                          <a:sym typeface="Verizon NHG DS"/>
                        </a:rPr>
                        <a:t>Monarch </a:t>
                      </a:r>
                      <a:r>
                        <a:rPr lang="en" sz="600" u="none" cap="none" strike="noStrike">
                          <a:solidFill>
                            <a:schemeClr val="dk1"/>
                          </a:solidFill>
                          <a:latin typeface="Verizon NHG DS"/>
                          <a:ea typeface="Verizon NHG DS"/>
                          <a:cs typeface="Verizon NHG DS"/>
                          <a:sym typeface="Verizon NHG DS"/>
                        </a:rPr>
                        <a:t>Design front door for VDS. Support for all CXO design. </a:t>
                      </a:r>
                      <a:endParaRPr b="1" sz="600" u="none" cap="none" strike="noStrike">
                        <a:solidFill>
                          <a:schemeClr val="dk1"/>
                        </a:solidFill>
                        <a:latin typeface="Verizon NHG DS"/>
                        <a:ea typeface="Verizon NHG DS"/>
                        <a:cs typeface="Verizon NHG DS"/>
                        <a:sym typeface="Verizon NHG DS"/>
                      </a:endParaRPr>
                    </a:p>
                  </a:txBody>
                  <a:tcPr marT="64000" marB="64000" marR="64000" marL="640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600"/>
                        <a:buFont typeface="Arial"/>
                        <a:buNone/>
                      </a:pPr>
                      <a:r>
                        <a:rPr lang="en" sz="600" u="none" cap="none" strike="noStrike">
                          <a:solidFill>
                            <a:schemeClr val="dk1"/>
                          </a:solidFill>
                          <a:latin typeface="Verizon NHG DS"/>
                          <a:ea typeface="Verizon NHG DS"/>
                          <a:cs typeface="Verizon NHG DS"/>
                          <a:sym typeface="Verizon NHG DS"/>
                        </a:rPr>
                        <a:t>Planned:</a:t>
                      </a:r>
                      <a:endParaRPr sz="600" u="none" cap="none" strike="noStrike">
                        <a:solidFill>
                          <a:schemeClr val="dk1"/>
                        </a:solidFill>
                        <a:latin typeface="Verizon NHG DS"/>
                        <a:ea typeface="Verizon NHG DS"/>
                        <a:cs typeface="Verizon NHG DS"/>
                        <a:sym typeface="Verizon NHG DS"/>
                      </a:endParaRPr>
                    </a:p>
                    <a:p>
                      <a:pPr indent="-88900" lvl="0" marL="114300" marR="0" rtl="0" algn="l">
                        <a:lnSpc>
                          <a:spcPct val="100000"/>
                        </a:lnSpc>
                        <a:spcBef>
                          <a:spcPts val="0"/>
                        </a:spcBef>
                        <a:spcAft>
                          <a:spcPts val="0"/>
                        </a:spcAft>
                        <a:buClr>
                          <a:schemeClr val="dk1"/>
                        </a:buClr>
                        <a:buSzPts val="500"/>
                        <a:buFont typeface="Verizon NHG DS"/>
                        <a:buChar char="●"/>
                      </a:pPr>
                      <a:r>
                        <a:rPr b="1" lang="en" sz="600" u="none" cap="none" strike="noStrike">
                          <a:solidFill>
                            <a:schemeClr val="dk1"/>
                          </a:solidFill>
                          <a:latin typeface="Verizon NHG DS"/>
                          <a:ea typeface="Verizon NHG DS"/>
                          <a:cs typeface="Verizon NHG DS"/>
                          <a:sym typeface="Verizon NHG DS"/>
                        </a:rPr>
                        <a:t>Monarch for Digital Guidance </a:t>
                      </a:r>
                      <a:r>
                        <a:rPr lang="en" sz="600" u="none" cap="none" strike="noStrike">
                          <a:solidFill>
                            <a:schemeClr val="dk1"/>
                          </a:solidFill>
                          <a:latin typeface="Verizon NHG DS"/>
                          <a:ea typeface="Verizon NHG DS"/>
                          <a:cs typeface="Verizon NHG DS"/>
                          <a:sym typeface="Verizon NHG DS"/>
                        </a:rPr>
                        <a:t>Planning to release living guidance document in Figma while in VDS Beta. </a:t>
                      </a:r>
                      <a:endParaRPr sz="600" u="none" cap="none" strike="noStrike">
                        <a:solidFill>
                          <a:schemeClr val="dk1"/>
                        </a:solidFill>
                        <a:latin typeface="Verizon NHG DS"/>
                        <a:ea typeface="Verizon NHG DS"/>
                        <a:cs typeface="Verizon NHG DS"/>
                        <a:sym typeface="Verizon NHG DS"/>
                      </a:endParaRPr>
                    </a:p>
                    <a:p>
                      <a:pPr indent="-88900" lvl="0" marL="114300" marR="0" rtl="0" algn="l">
                        <a:lnSpc>
                          <a:spcPct val="100000"/>
                        </a:lnSpc>
                        <a:spcBef>
                          <a:spcPts val="0"/>
                        </a:spcBef>
                        <a:spcAft>
                          <a:spcPts val="0"/>
                        </a:spcAft>
                        <a:buClr>
                          <a:schemeClr val="dk1"/>
                        </a:buClr>
                        <a:buSzPts val="500"/>
                        <a:buFont typeface="Verizon NHG DS"/>
                        <a:buChar char="●"/>
                      </a:pPr>
                      <a:r>
                        <a:rPr b="1" lang="en" sz="600" u="none" cap="none" strike="noStrike">
                          <a:solidFill>
                            <a:schemeClr val="dk1"/>
                          </a:solidFill>
                          <a:latin typeface="Verizon NHG DS"/>
                          <a:ea typeface="Verizon NHG DS"/>
                          <a:cs typeface="Verizon NHG DS"/>
                          <a:sym typeface="Verizon NHG DS"/>
                        </a:rPr>
                        <a:t>AI pattern share </a:t>
                      </a:r>
                      <a:r>
                        <a:rPr lang="en" sz="600" u="none" cap="none" strike="noStrike">
                          <a:solidFill>
                            <a:schemeClr val="dk1"/>
                          </a:solidFill>
                          <a:latin typeface="Verizon NHG DS"/>
                          <a:ea typeface="Verizon NHG DS"/>
                          <a:cs typeface="Verizon NHG DS"/>
                          <a:sym typeface="Verizon NHG DS"/>
                        </a:rPr>
                        <a:t>Author specific guidance on gen aI disclosure patterns in situation. </a:t>
                      </a:r>
                      <a:endParaRPr sz="600" u="none" cap="none" strike="noStrike">
                        <a:solidFill>
                          <a:schemeClr val="dk1"/>
                        </a:solidFill>
                        <a:latin typeface="Verizon NHG DS"/>
                        <a:ea typeface="Verizon NHG DS"/>
                        <a:cs typeface="Verizon NHG DS"/>
                        <a:sym typeface="Verizon NHG DS"/>
                      </a:endParaRPr>
                    </a:p>
                    <a:p>
                      <a:pPr indent="-95250" lvl="0" marL="114300" marR="0" rtl="0" algn="l">
                        <a:lnSpc>
                          <a:spcPct val="100000"/>
                        </a:lnSpc>
                        <a:spcBef>
                          <a:spcPts val="0"/>
                        </a:spcBef>
                        <a:spcAft>
                          <a:spcPts val="0"/>
                        </a:spcAft>
                        <a:buClr>
                          <a:schemeClr val="dk1"/>
                        </a:buClr>
                        <a:buSzPts val="600"/>
                        <a:buFont typeface="Verizon NHG DS"/>
                        <a:buChar char="●"/>
                      </a:pPr>
                      <a:r>
                        <a:rPr b="1" lang="en" sz="600" u="none" cap="none" strike="noStrike">
                          <a:solidFill>
                            <a:schemeClr val="dk1"/>
                          </a:solidFill>
                          <a:latin typeface="Verizon NHG DS"/>
                          <a:ea typeface="Verizon NHG DS"/>
                          <a:cs typeface="Verizon NHG DS"/>
                          <a:sym typeface="Verizon NHG DS"/>
                        </a:rPr>
                        <a:t>Revised WoW: </a:t>
                      </a:r>
                      <a:r>
                        <a:rPr lang="en" sz="600" u="none" cap="none" strike="noStrike">
                          <a:solidFill>
                            <a:schemeClr val="dk1"/>
                          </a:solidFill>
                          <a:latin typeface="Verizon NHG DS"/>
                          <a:ea typeface="Verizon NHG DS"/>
                          <a:cs typeface="Verizon NHG DS"/>
                          <a:sym typeface="Verizon NHG DS"/>
                        </a:rPr>
                        <a:t>Author and socialize updated Way of Working with the DU team that normalizes capabilities, engagement and resourcing for Quality, Content, Navigation, and Visual design support.</a:t>
                      </a:r>
                      <a:endParaRPr sz="600" u="none" cap="none" strike="noStrike">
                        <a:solidFill>
                          <a:schemeClr val="dk1"/>
                        </a:solidFill>
                        <a:latin typeface="Verizon NHG DS"/>
                        <a:ea typeface="Verizon NHG DS"/>
                        <a:cs typeface="Verizon NHG DS"/>
                        <a:sym typeface="Verizon NHG DS"/>
                      </a:endParaRPr>
                    </a:p>
                    <a:p>
                      <a:pPr indent="-95250" lvl="0" marL="114300" marR="0" rtl="0" algn="l">
                        <a:lnSpc>
                          <a:spcPct val="100000"/>
                        </a:lnSpc>
                        <a:spcBef>
                          <a:spcPts val="0"/>
                        </a:spcBef>
                        <a:spcAft>
                          <a:spcPts val="0"/>
                        </a:spcAft>
                        <a:buClr>
                          <a:schemeClr val="dk1"/>
                        </a:buClr>
                        <a:buSzPts val="600"/>
                        <a:buFont typeface="Verizon NHG DS"/>
                        <a:buChar char="●"/>
                      </a:pPr>
                      <a:r>
                        <a:rPr b="1" lang="en" sz="600" u="none" cap="none" strike="noStrike">
                          <a:solidFill>
                            <a:schemeClr val="dk1"/>
                          </a:solidFill>
                          <a:latin typeface="Verizon NHG DS"/>
                          <a:ea typeface="Verizon NHG DS"/>
                          <a:cs typeface="Verizon NHG DS"/>
                          <a:sym typeface="Verizon NHG DS"/>
                        </a:rPr>
                        <a:t>VDS Survey Action Plan</a:t>
                      </a:r>
                      <a:r>
                        <a:rPr lang="en" sz="600" u="none" cap="none" strike="noStrike">
                          <a:solidFill>
                            <a:schemeClr val="dk1"/>
                          </a:solidFill>
                          <a:latin typeface="Verizon NHG DS"/>
                          <a:ea typeface="Verizon NHG DS"/>
                          <a:cs typeface="Verizon NHG DS"/>
                          <a:sym typeface="Verizon NHG DS"/>
                        </a:rPr>
                        <a:t> Analyze Spring Biannual survey results and develop a corresponding action plan and initiate the planning for the Fall survey</a:t>
                      </a:r>
                      <a:endParaRPr sz="600" u="none" cap="none" strike="noStrike">
                        <a:solidFill>
                          <a:schemeClr val="dk1"/>
                        </a:solidFill>
                        <a:latin typeface="Verizon NHG DS"/>
                        <a:ea typeface="Verizon NHG DS"/>
                        <a:cs typeface="Verizon NHG DS"/>
                        <a:sym typeface="Verizon NHG DS"/>
                      </a:endParaRPr>
                    </a:p>
                  </a:txBody>
                  <a:tcPr marT="64000" marB="64000" marR="64000" marL="640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100"/>
                        <a:buFont typeface="Arial"/>
                        <a:buNone/>
                      </a:pPr>
                      <a:r>
                        <a:rPr lang="en" sz="600" u="none" cap="none" strike="noStrike">
                          <a:solidFill>
                            <a:schemeClr val="dk1"/>
                          </a:solidFill>
                          <a:latin typeface="Verizon NHG DS"/>
                          <a:ea typeface="Verizon NHG DS"/>
                          <a:cs typeface="Verizon NHG DS"/>
                          <a:sym typeface="Verizon NHG DS"/>
                        </a:rPr>
                        <a:t>Target:</a:t>
                      </a:r>
                      <a:endParaRPr sz="600" u="none" cap="none" strike="noStrike">
                        <a:solidFill>
                          <a:schemeClr val="dk1"/>
                        </a:solidFill>
                        <a:latin typeface="Verizon NHG DS"/>
                        <a:ea typeface="Verizon NHG DS"/>
                        <a:cs typeface="Verizon NHG DS"/>
                        <a:sym typeface="Verizon NHG DS"/>
                      </a:endParaRPr>
                    </a:p>
                    <a:p>
                      <a:pPr indent="-88900" lvl="0" marL="114300" marR="0" rtl="0" algn="l">
                        <a:lnSpc>
                          <a:spcPct val="100000"/>
                        </a:lnSpc>
                        <a:spcBef>
                          <a:spcPts val="0"/>
                        </a:spcBef>
                        <a:spcAft>
                          <a:spcPts val="0"/>
                        </a:spcAft>
                        <a:buClr>
                          <a:schemeClr val="dk1"/>
                        </a:buClr>
                        <a:buSzPts val="500"/>
                        <a:buFont typeface="Verizon NHG DS"/>
                        <a:buChar char="●"/>
                      </a:pPr>
                      <a:r>
                        <a:rPr b="1" lang="en" sz="600" u="none" cap="none" strike="noStrike">
                          <a:solidFill>
                            <a:schemeClr val="dk1"/>
                          </a:solidFill>
                          <a:latin typeface="Verizon NHG DS"/>
                          <a:ea typeface="Verizon NHG DS"/>
                          <a:cs typeface="Verizon NHG DS"/>
                          <a:sym typeface="Verizon NHG DS"/>
                        </a:rPr>
                        <a:t>Monarch for Digital Guidance</a:t>
                      </a:r>
                      <a:r>
                        <a:rPr lang="en" sz="600" u="none" cap="none" strike="noStrike">
                          <a:solidFill>
                            <a:schemeClr val="dk1"/>
                          </a:solidFill>
                          <a:latin typeface="Verizon NHG DS"/>
                          <a:ea typeface="Verizon NHG DS"/>
                          <a:cs typeface="Verizon NHG DS"/>
                          <a:sym typeface="Verizon NHG DS"/>
                        </a:rPr>
                        <a:t> PDF available of Brand Central for external share.. </a:t>
                      </a:r>
                      <a:endParaRPr sz="1400" u="none" cap="none" strike="noStrike"/>
                    </a:p>
                  </a:txBody>
                  <a:tcPr marT="64000" marB="64000" marR="64000" marL="640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r>
              <a:tr h="832675">
                <a:tc>
                  <a:txBody>
                    <a:bodyPr/>
                    <a:lstStyle/>
                    <a:p>
                      <a:pPr indent="0" lvl="0" marL="0" marR="0" rtl="0" algn="l">
                        <a:lnSpc>
                          <a:spcPct val="100000"/>
                        </a:lnSpc>
                        <a:spcBef>
                          <a:spcPts val="0"/>
                        </a:spcBef>
                        <a:spcAft>
                          <a:spcPts val="0"/>
                        </a:spcAft>
                        <a:buClr>
                          <a:schemeClr val="dk1"/>
                        </a:buClr>
                        <a:buSzPts val="1100"/>
                        <a:buFont typeface="Arial"/>
                        <a:buNone/>
                      </a:pPr>
                      <a:r>
                        <a:rPr b="1" lang="en" sz="700" u="none" cap="none" strike="noStrike">
                          <a:solidFill>
                            <a:schemeClr val="dk1"/>
                          </a:solidFill>
                          <a:latin typeface="Verizon NHG DS"/>
                          <a:ea typeface="Verizon NHG DS"/>
                          <a:cs typeface="Verizon NHG DS"/>
                          <a:sym typeface="Verizon NHG DS"/>
                        </a:rPr>
                        <a:t>Performance Goal:  </a:t>
                      </a:r>
                      <a:endParaRPr sz="700" u="none" cap="none" strike="noStrike">
                        <a:solidFill>
                          <a:schemeClr val="dk1"/>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chemeClr val="dk1"/>
                        </a:buClr>
                        <a:buSzPts val="1100"/>
                        <a:buFont typeface="Arial"/>
                        <a:buNone/>
                      </a:pPr>
                      <a:r>
                        <a:rPr lang="en" sz="700" u="none" cap="none" strike="noStrike">
                          <a:latin typeface="Verizon NHG DS"/>
                          <a:ea typeface="Verizon NHG DS"/>
                          <a:cs typeface="Verizon NHG DS"/>
                          <a:sym typeface="Verizon NHG DS"/>
                        </a:rPr>
                        <a:t>Enablement, </a:t>
                      </a:r>
                      <a:endParaRPr sz="700" u="none" cap="none" strike="noStrike">
                        <a:latin typeface="Verizon NHG DS"/>
                        <a:ea typeface="Verizon NHG DS"/>
                        <a:cs typeface="Verizon NHG DS"/>
                        <a:sym typeface="Verizon NHG DS"/>
                      </a:endParaRPr>
                    </a:p>
                    <a:p>
                      <a:pPr indent="0" lvl="0" marL="0" marR="0" rtl="0" algn="l">
                        <a:lnSpc>
                          <a:spcPct val="100000"/>
                        </a:lnSpc>
                        <a:spcBef>
                          <a:spcPts val="0"/>
                        </a:spcBef>
                        <a:spcAft>
                          <a:spcPts val="0"/>
                        </a:spcAft>
                        <a:buClr>
                          <a:schemeClr val="dk1"/>
                        </a:buClr>
                        <a:buSzPts val="1100"/>
                        <a:buFont typeface="Arial"/>
                        <a:buNone/>
                      </a:pPr>
                      <a:r>
                        <a:rPr lang="en" sz="700" u="none" cap="none" strike="noStrike">
                          <a:latin typeface="Verizon NHG DS"/>
                          <a:ea typeface="Verizon NHG DS"/>
                          <a:cs typeface="Verizon NHG DS"/>
                          <a:sym typeface="Verizon NHG DS"/>
                        </a:rPr>
                        <a:t>Expansion</a:t>
                      </a:r>
                      <a:endParaRPr sz="700" u="none" cap="none" strike="noStrike">
                        <a:latin typeface="Verizon NHG DS"/>
                        <a:ea typeface="Verizon NHG DS"/>
                        <a:cs typeface="Verizon NHG DS"/>
                        <a:sym typeface="Verizon NHG DS"/>
                      </a:endParaRPr>
                    </a:p>
                  </a:txBody>
                  <a:tcPr marT="64000" marB="64000" marR="64000" marL="640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600"/>
                        <a:buFont typeface="Arial"/>
                        <a:buNone/>
                      </a:pPr>
                      <a:r>
                        <a:rPr lang="en" sz="600" u="none" cap="none" strike="noStrike">
                          <a:solidFill>
                            <a:schemeClr val="dk1"/>
                          </a:solidFill>
                          <a:latin typeface="Verizon NHG DS"/>
                          <a:ea typeface="Verizon NHG DS"/>
                          <a:cs typeface="Verizon NHG DS"/>
                          <a:sym typeface="Verizon NHG DS"/>
                        </a:rPr>
                        <a:t>Launched:</a:t>
                      </a:r>
                      <a:endParaRPr sz="600" u="none" cap="none" strike="noStrike">
                        <a:solidFill>
                          <a:schemeClr val="dk1"/>
                        </a:solidFill>
                        <a:latin typeface="Verizon NHG DS"/>
                        <a:ea typeface="Verizon NHG DS"/>
                        <a:cs typeface="Verizon NHG DS"/>
                        <a:sym typeface="Verizon NHG DS"/>
                      </a:endParaRPr>
                    </a:p>
                    <a:p>
                      <a:pPr indent="-88900" lvl="0" marL="114300" marR="0" rtl="0" algn="l">
                        <a:lnSpc>
                          <a:spcPct val="100000"/>
                        </a:lnSpc>
                        <a:spcBef>
                          <a:spcPts val="0"/>
                        </a:spcBef>
                        <a:spcAft>
                          <a:spcPts val="0"/>
                        </a:spcAft>
                        <a:buClr>
                          <a:schemeClr val="dk1"/>
                        </a:buClr>
                        <a:buSzPts val="500"/>
                        <a:buFont typeface="Verizon NHG DS"/>
                        <a:buChar char="●"/>
                      </a:pPr>
                      <a:r>
                        <a:rPr b="1" lang="en" sz="600" u="none" cap="none" strike="noStrike">
                          <a:solidFill>
                            <a:schemeClr val="dk1"/>
                          </a:solidFill>
                          <a:latin typeface="Verizon NHG DS"/>
                          <a:ea typeface="Verizon NHG DS"/>
                          <a:cs typeface="Verizon NHG DS"/>
                          <a:sym typeface="Verizon NHG DS"/>
                        </a:rPr>
                        <a:t>VDS Monarch</a:t>
                      </a:r>
                      <a:r>
                        <a:rPr lang="en" sz="600" u="none" cap="none" strike="noStrike">
                          <a:solidFill>
                            <a:schemeClr val="dk1"/>
                          </a:solidFill>
                          <a:latin typeface="Verizon NHG DS"/>
                          <a:ea typeface="Verizon NHG DS"/>
                          <a:cs typeface="Verizon NHG DS"/>
                          <a:sym typeface="Verizon NHG DS"/>
                        </a:rPr>
                        <a:t> brand new token architecture within which enables theming and the automation of specific design tasks in Figma</a:t>
                      </a:r>
                      <a:endParaRPr sz="600" u="none" cap="none" strike="noStrike">
                        <a:solidFill>
                          <a:schemeClr val="dk1"/>
                        </a:solidFill>
                        <a:latin typeface="Verizon NHG DS"/>
                        <a:ea typeface="Verizon NHG DS"/>
                        <a:cs typeface="Verizon NHG DS"/>
                        <a:sym typeface="Verizon NHG DS"/>
                      </a:endParaRPr>
                    </a:p>
                    <a:p>
                      <a:pPr indent="-88900" lvl="0" marL="114300" marR="0" rtl="0" algn="l">
                        <a:lnSpc>
                          <a:spcPct val="100000"/>
                        </a:lnSpc>
                        <a:spcBef>
                          <a:spcPts val="0"/>
                        </a:spcBef>
                        <a:spcAft>
                          <a:spcPts val="0"/>
                        </a:spcAft>
                        <a:buClr>
                          <a:schemeClr val="dk1"/>
                        </a:buClr>
                        <a:buSzPts val="500"/>
                        <a:buFont typeface="Verizon NHG DS"/>
                        <a:buChar char="●"/>
                      </a:pPr>
                      <a:r>
                        <a:rPr b="1" lang="en" sz="600" u="none" cap="none" strike="noStrike">
                          <a:solidFill>
                            <a:schemeClr val="dk1"/>
                          </a:solidFill>
                          <a:latin typeface="Verizon NHG DS"/>
                          <a:ea typeface="Verizon NHG DS"/>
                          <a:cs typeface="Verizon NHG DS"/>
                          <a:sym typeface="Verizon NHG DS"/>
                        </a:rPr>
                        <a:t>VDS Monarch</a:t>
                      </a:r>
                      <a:r>
                        <a:rPr lang="en" sz="600" u="none" cap="none" strike="noStrike">
                          <a:solidFill>
                            <a:schemeClr val="dk1"/>
                          </a:solidFill>
                          <a:latin typeface="Verizon NHG DS"/>
                          <a:ea typeface="Verizon NHG DS"/>
                          <a:cs typeface="Verizon NHG DS"/>
                          <a:sym typeface="Verizon NHG DS"/>
                        </a:rPr>
                        <a:t> 50% of the beta components have been released</a:t>
                      </a:r>
                      <a:endParaRPr sz="600" u="none" cap="none" strike="noStrike">
                        <a:solidFill>
                          <a:schemeClr val="dk1"/>
                        </a:solidFill>
                        <a:latin typeface="Verizon NHG DS"/>
                        <a:ea typeface="Verizon NHG DS"/>
                        <a:cs typeface="Verizon NHG DS"/>
                        <a:sym typeface="Verizon NHG DS"/>
                      </a:endParaRPr>
                    </a:p>
                    <a:p>
                      <a:pPr indent="-88900" lvl="0" marL="114300" marR="0" rtl="0" algn="l">
                        <a:lnSpc>
                          <a:spcPct val="100000"/>
                        </a:lnSpc>
                        <a:spcBef>
                          <a:spcPts val="0"/>
                        </a:spcBef>
                        <a:spcAft>
                          <a:spcPts val="0"/>
                        </a:spcAft>
                        <a:buClr>
                          <a:schemeClr val="dk1"/>
                        </a:buClr>
                        <a:buSzPts val="500"/>
                        <a:buFont typeface="Verizon NHG DS"/>
                        <a:buChar char="●"/>
                      </a:pPr>
                      <a:r>
                        <a:rPr b="1" lang="en" sz="600" u="none" cap="none" strike="noStrike">
                          <a:solidFill>
                            <a:schemeClr val="dk1"/>
                          </a:solidFill>
                          <a:latin typeface="Verizon NHG DS"/>
                          <a:ea typeface="Verizon NHG DS"/>
                          <a:cs typeface="Verizon NHG DS"/>
                          <a:sym typeface="Verizon NHG DS"/>
                        </a:rPr>
                        <a:t>VDS Native</a:t>
                      </a:r>
                      <a:r>
                        <a:rPr lang="en" sz="600" u="none" cap="none" strike="noStrike">
                          <a:solidFill>
                            <a:schemeClr val="dk1"/>
                          </a:solidFill>
                          <a:latin typeface="Verizon NHG DS"/>
                          <a:ea typeface="Verizon NHG DS"/>
                          <a:cs typeface="Verizon NHG DS"/>
                          <a:sym typeface="Verizon NHG DS"/>
                        </a:rPr>
                        <a:t> component delivery began with Icon</a:t>
                      </a:r>
                      <a:endParaRPr sz="600" u="none" cap="none" strike="noStrike">
                        <a:solidFill>
                          <a:schemeClr val="dk1"/>
                        </a:solidFill>
                        <a:latin typeface="Verizon NHG DS"/>
                        <a:ea typeface="Verizon NHG DS"/>
                        <a:cs typeface="Verizon NHG DS"/>
                        <a:sym typeface="Verizon NHG DS"/>
                      </a:endParaRPr>
                    </a:p>
                    <a:p>
                      <a:pPr indent="-88900" lvl="0" marL="114300" marR="0" rtl="0" algn="l">
                        <a:lnSpc>
                          <a:spcPct val="100000"/>
                        </a:lnSpc>
                        <a:spcBef>
                          <a:spcPts val="0"/>
                        </a:spcBef>
                        <a:spcAft>
                          <a:spcPts val="0"/>
                        </a:spcAft>
                        <a:buClr>
                          <a:schemeClr val="dk1"/>
                        </a:buClr>
                        <a:buSzPts val="500"/>
                        <a:buFont typeface="Verizon NHG DS"/>
                        <a:buChar char="●"/>
                      </a:pPr>
                      <a:r>
                        <a:rPr b="1" lang="en" sz="600" u="none" cap="none" strike="noStrike">
                          <a:solidFill>
                            <a:schemeClr val="dk1"/>
                          </a:solidFill>
                          <a:latin typeface="Verizon NHG DS"/>
                          <a:ea typeface="Verizon NHG DS"/>
                          <a:cs typeface="Verizon NHG DS"/>
                          <a:sym typeface="Verizon NHG DS"/>
                        </a:rPr>
                        <a:t>AI tools</a:t>
                      </a:r>
                      <a:r>
                        <a:rPr lang="en" sz="600" u="none" cap="none" strike="noStrike">
                          <a:solidFill>
                            <a:schemeClr val="dk1"/>
                          </a:solidFill>
                          <a:latin typeface="Verizon NHG DS"/>
                          <a:ea typeface="Verizon NHG DS"/>
                          <a:cs typeface="Verizon NHG DS"/>
                          <a:sym typeface="Verizon NHG DS"/>
                        </a:rPr>
                        <a:t> developed as a PoC enabling greater automation within the design organization</a:t>
                      </a:r>
                      <a:endParaRPr sz="600" u="none" cap="none" strike="noStrike">
                        <a:solidFill>
                          <a:schemeClr val="dk1"/>
                        </a:solidFill>
                        <a:latin typeface="Verizon NHG DS"/>
                        <a:ea typeface="Verizon NHG DS"/>
                        <a:cs typeface="Verizon NHG DS"/>
                        <a:sym typeface="Verizon NHG DS"/>
                      </a:endParaRPr>
                    </a:p>
                  </a:txBody>
                  <a:tcPr marT="64000" marB="64000" marR="64000" marL="640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600"/>
                        <a:buFont typeface="Arial"/>
                        <a:buNone/>
                      </a:pPr>
                      <a:r>
                        <a:rPr lang="en" sz="600" u="none" cap="none" strike="noStrike">
                          <a:solidFill>
                            <a:schemeClr val="dk1"/>
                          </a:solidFill>
                          <a:latin typeface="Verizon NHG DS"/>
                          <a:ea typeface="Verizon NHG DS"/>
                          <a:cs typeface="Verizon NHG DS"/>
                          <a:sym typeface="Verizon NHG DS"/>
                        </a:rPr>
                        <a:t>Launched:</a:t>
                      </a:r>
                      <a:endParaRPr sz="600" u="none" cap="none" strike="noStrike">
                        <a:solidFill>
                          <a:schemeClr val="dk1"/>
                        </a:solidFill>
                        <a:latin typeface="Verizon NHG DS"/>
                        <a:ea typeface="Verizon NHG DS"/>
                        <a:cs typeface="Verizon NHG DS"/>
                        <a:sym typeface="Verizon NHG DS"/>
                      </a:endParaRPr>
                    </a:p>
                    <a:p>
                      <a:pPr indent="-88900" lvl="0" marL="114300" marR="0" rtl="0" algn="l">
                        <a:lnSpc>
                          <a:spcPct val="100000"/>
                        </a:lnSpc>
                        <a:spcBef>
                          <a:spcPts val="0"/>
                        </a:spcBef>
                        <a:spcAft>
                          <a:spcPts val="0"/>
                        </a:spcAft>
                        <a:buClr>
                          <a:schemeClr val="dk1"/>
                        </a:buClr>
                        <a:buSzPts val="500"/>
                        <a:buFont typeface="Verizon NHG DS"/>
                        <a:buChar char="●"/>
                      </a:pPr>
                      <a:r>
                        <a:rPr b="1" lang="en" sz="600" u="none" cap="none" strike="noStrike">
                          <a:solidFill>
                            <a:schemeClr val="dk1"/>
                          </a:solidFill>
                          <a:highlight>
                            <a:srgbClr val="F5FF1E"/>
                          </a:highlight>
                          <a:latin typeface="Verizon NHG DS"/>
                          <a:ea typeface="Verizon NHG DS"/>
                          <a:cs typeface="Verizon NHG DS"/>
                          <a:sym typeface="Verizon NHG DS"/>
                        </a:rPr>
                        <a:t>Monarch x Pathfinder </a:t>
                      </a:r>
                      <a:r>
                        <a:rPr lang="en" sz="600" u="none" cap="none" strike="noStrike">
                          <a:solidFill>
                            <a:schemeClr val="dk1"/>
                          </a:solidFill>
                          <a:highlight>
                            <a:srgbClr val="F5FF1E"/>
                          </a:highlight>
                          <a:latin typeface="Verizon NHG DS"/>
                          <a:ea typeface="Verizon NHG DS"/>
                          <a:cs typeface="Verizon NHG DS"/>
                          <a:sym typeface="Verizon NHG DS"/>
                        </a:rPr>
                        <a:t> designed and delivered updated patterns and standards for Pathfinder/6.24: navigation, radius, typestyles, color application</a:t>
                      </a:r>
                      <a:endParaRPr sz="600" u="none" cap="none" strike="noStrike">
                        <a:solidFill>
                          <a:schemeClr val="dk1"/>
                        </a:solidFill>
                        <a:highlight>
                          <a:srgbClr val="F5FF1E"/>
                        </a:highlight>
                        <a:latin typeface="Verizon NHG DS"/>
                        <a:ea typeface="Verizon NHG DS"/>
                        <a:cs typeface="Verizon NHG DS"/>
                        <a:sym typeface="Verizon NHG DS"/>
                      </a:endParaRPr>
                    </a:p>
                    <a:p>
                      <a:pPr indent="-88900" lvl="0" marL="114300" marR="0" rtl="0" algn="l">
                        <a:lnSpc>
                          <a:spcPct val="100000"/>
                        </a:lnSpc>
                        <a:spcBef>
                          <a:spcPts val="0"/>
                        </a:spcBef>
                        <a:spcAft>
                          <a:spcPts val="0"/>
                        </a:spcAft>
                        <a:buClr>
                          <a:schemeClr val="dk1"/>
                        </a:buClr>
                        <a:buSzPts val="500"/>
                        <a:buFont typeface="Verizon NHG DS"/>
                        <a:buChar char="●"/>
                      </a:pPr>
                      <a:r>
                        <a:rPr b="1" lang="en" sz="600" u="none" cap="none" strike="noStrike">
                          <a:solidFill>
                            <a:schemeClr val="dk1"/>
                          </a:solidFill>
                          <a:highlight>
                            <a:srgbClr val="F8FF3C"/>
                          </a:highlight>
                          <a:latin typeface="Verizon NHG DS"/>
                          <a:ea typeface="Verizon NHG DS"/>
                          <a:cs typeface="Verizon NHG DS"/>
                          <a:sym typeface="Verizon NHG DS"/>
                        </a:rPr>
                        <a:t>VDS Monarch Beta</a:t>
                      </a:r>
                      <a:r>
                        <a:rPr lang="en" sz="600" u="none" cap="none" strike="noStrike">
                          <a:solidFill>
                            <a:schemeClr val="dk1"/>
                          </a:solidFill>
                          <a:highlight>
                            <a:srgbClr val="F8FF3C"/>
                          </a:highlight>
                          <a:latin typeface="Verizon NHG DS"/>
                          <a:ea typeface="Verizon NHG DS"/>
                          <a:cs typeface="Verizon NHG DS"/>
                          <a:sym typeface="Verizon NHG DS"/>
                        </a:rPr>
                        <a:t> Successfully launched 51 tokens and components to beta audience</a:t>
                      </a:r>
                      <a:endParaRPr sz="600" u="none" cap="none" strike="noStrike">
                        <a:solidFill>
                          <a:schemeClr val="dk1"/>
                        </a:solidFill>
                        <a:highlight>
                          <a:srgbClr val="F8FF3C"/>
                        </a:highlight>
                        <a:latin typeface="Verizon NHG DS"/>
                        <a:ea typeface="Verizon NHG DS"/>
                        <a:cs typeface="Verizon NHG DS"/>
                        <a:sym typeface="Verizon NHG DS"/>
                      </a:endParaRPr>
                    </a:p>
                    <a:p>
                      <a:pPr indent="-95250" lvl="0" marL="114300" marR="0" rtl="0" algn="l">
                        <a:lnSpc>
                          <a:spcPct val="100000"/>
                        </a:lnSpc>
                        <a:spcBef>
                          <a:spcPts val="0"/>
                        </a:spcBef>
                        <a:spcAft>
                          <a:spcPts val="0"/>
                        </a:spcAft>
                        <a:buClr>
                          <a:schemeClr val="dk1"/>
                        </a:buClr>
                        <a:buSzPts val="600"/>
                        <a:buFont typeface="Verizon NHG DS"/>
                        <a:buChar char="●"/>
                      </a:pPr>
                      <a:r>
                        <a:rPr b="1" lang="en" sz="600" u="none" cap="none" strike="noStrike">
                          <a:solidFill>
                            <a:schemeClr val="dk1"/>
                          </a:solidFill>
                          <a:latin typeface="Verizon NHG DS"/>
                          <a:ea typeface="Verizon NHG DS"/>
                          <a:cs typeface="Verizon NHG DS"/>
                          <a:sym typeface="Verizon NHG DS"/>
                        </a:rPr>
                        <a:t>Content </a:t>
                      </a:r>
                      <a:r>
                        <a:rPr lang="en" sz="600" u="none" cap="none" strike="noStrike">
                          <a:solidFill>
                            <a:schemeClr val="dk1"/>
                          </a:solidFill>
                          <a:latin typeface="Verizon NHG DS"/>
                          <a:ea typeface="Verizon NHG DS"/>
                          <a:cs typeface="Verizon NHG DS"/>
                          <a:sym typeface="Verizon NHG DS"/>
                        </a:rPr>
                        <a:t>CTA labels in VDS Figma</a:t>
                      </a:r>
                      <a:endParaRPr sz="600" u="none" cap="none" strike="noStrike">
                        <a:solidFill>
                          <a:schemeClr val="dk1"/>
                        </a:solidFill>
                        <a:latin typeface="Verizon NHG DS"/>
                        <a:ea typeface="Verizon NHG DS"/>
                        <a:cs typeface="Verizon NHG DS"/>
                        <a:sym typeface="Verizon NHG DS"/>
                      </a:endParaRPr>
                    </a:p>
                    <a:p>
                      <a:pPr indent="-95250" lvl="0" marL="114300" marR="0" rtl="0" algn="l">
                        <a:lnSpc>
                          <a:spcPct val="100000"/>
                        </a:lnSpc>
                        <a:spcBef>
                          <a:spcPts val="0"/>
                        </a:spcBef>
                        <a:spcAft>
                          <a:spcPts val="0"/>
                        </a:spcAft>
                        <a:buClr>
                          <a:schemeClr val="dk1"/>
                        </a:buClr>
                        <a:buSzPts val="600"/>
                        <a:buFont typeface="Verizon NHG DS"/>
                        <a:buChar char="●"/>
                      </a:pPr>
                      <a:r>
                        <a:rPr b="1" lang="en" sz="600" u="none" cap="none" strike="noStrike">
                          <a:solidFill>
                            <a:schemeClr val="dk1"/>
                          </a:solidFill>
                          <a:highlight>
                            <a:srgbClr val="F8FF3C"/>
                          </a:highlight>
                          <a:latin typeface="Verizon NHG DS"/>
                          <a:ea typeface="Verizon NHG DS"/>
                          <a:cs typeface="Verizon NHG DS"/>
                          <a:sym typeface="Verizon NHG DS"/>
                        </a:rPr>
                        <a:t>VDS Native Library </a:t>
                      </a:r>
                      <a:r>
                        <a:rPr lang="en" sz="600" u="none" cap="none" strike="noStrike">
                          <a:solidFill>
                            <a:schemeClr val="dk1"/>
                          </a:solidFill>
                          <a:highlight>
                            <a:srgbClr val="F8FF3C"/>
                          </a:highlight>
                          <a:latin typeface="Verizon NHG DS"/>
                          <a:ea typeface="Verizon NHG DS"/>
                          <a:cs typeface="Verizon NHG DS"/>
                          <a:sym typeface="Verizon NHG DS"/>
                        </a:rPr>
                        <a:t>Established the library with the release of two coded components</a:t>
                      </a:r>
                      <a:endParaRPr sz="600" u="none" cap="none" strike="noStrike">
                        <a:solidFill>
                          <a:schemeClr val="dk1"/>
                        </a:solidFill>
                        <a:highlight>
                          <a:srgbClr val="F8FF3C"/>
                        </a:highlight>
                        <a:latin typeface="Verizon NHG DS"/>
                        <a:ea typeface="Verizon NHG DS"/>
                        <a:cs typeface="Verizon NHG DS"/>
                        <a:sym typeface="Verizon NHG DS"/>
                      </a:endParaRPr>
                    </a:p>
                  </a:txBody>
                  <a:tcPr marT="64000" marB="64000" marR="64000" marL="640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600"/>
                        <a:buFont typeface="Arial"/>
                        <a:buNone/>
                      </a:pPr>
                      <a:r>
                        <a:rPr lang="en" sz="600" u="none" cap="none" strike="noStrike">
                          <a:solidFill>
                            <a:schemeClr val="dk1"/>
                          </a:solidFill>
                          <a:latin typeface="Verizon NHG DS"/>
                          <a:ea typeface="Verizon NHG DS"/>
                          <a:cs typeface="Verizon NHG DS"/>
                          <a:sym typeface="Verizon NHG DS"/>
                        </a:rPr>
                        <a:t>In progress:</a:t>
                      </a:r>
                      <a:endParaRPr sz="600" u="none" cap="none" strike="noStrike">
                        <a:solidFill>
                          <a:schemeClr val="dk1"/>
                        </a:solidFill>
                        <a:latin typeface="Verizon NHG DS"/>
                        <a:ea typeface="Verizon NHG DS"/>
                        <a:cs typeface="Verizon NHG DS"/>
                        <a:sym typeface="Verizon NHG DS"/>
                      </a:endParaRPr>
                    </a:p>
                    <a:p>
                      <a:pPr indent="-88900" lvl="0" marL="114300" marR="0" rtl="0" algn="l">
                        <a:lnSpc>
                          <a:spcPct val="100000"/>
                        </a:lnSpc>
                        <a:spcBef>
                          <a:spcPts val="0"/>
                        </a:spcBef>
                        <a:spcAft>
                          <a:spcPts val="0"/>
                        </a:spcAft>
                        <a:buClr>
                          <a:schemeClr val="dk1"/>
                        </a:buClr>
                        <a:buSzPts val="500"/>
                        <a:buFont typeface="Verizon NHG DS"/>
                        <a:buChar char="●"/>
                      </a:pPr>
                      <a:r>
                        <a:rPr b="1" lang="en" sz="600" u="none" cap="none" strike="noStrike">
                          <a:solidFill>
                            <a:schemeClr val="dk1"/>
                          </a:solidFill>
                          <a:latin typeface="Verizon NHG DS"/>
                          <a:ea typeface="Verizon NHG DS"/>
                          <a:cs typeface="Verizon NHG DS"/>
                          <a:sym typeface="Verizon NHG DS"/>
                        </a:rPr>
                        <a:t>Monarch x Assistant </a:t>
                      </a:r>
                      <a:r>
                        <a:rPr lang="en" sz="600" u="none" cap="none" strike="noStrike">
                          <a:solidFill>
                            <a:schemeClr val="dk1"/>
                          </a:solidFill>
                          <a:latin typeface="Verizon NHG DS"/>
                          <a:ea typeface="Verizon NHG DS"/>
                          <a:cs typeface="Verizon NHG DS"/>
                          <a:sym typeface="Verizon NHG DS"/>
                        </a:rPr>
                        <a:t>Working with Bala’s team and GTS to inventory components and elements needed for CDS</a:t>
                      </a:r>
                      <a:endParaRPr sz="600" u="none" cap="none" strike="noStrike">
                        <a:solidFill>
                          <a:schemeClr val="dk1"/>
                        </a:solidFill>
                        <a:latin typeface="Verizon NHG DS"/>
                        <a:ea typeface="Verizon NHG DS"/>
                        <a:cs typeface="Verizon NHG DS"/>
                        <a:sym typeface="Verizon NHG DS"/>
                      </a:endParaRPr>
                    </a:p>
                    <a:p>
                      <a:pPr indent="-88900" lvl="0" marL="114300" marR="0" rtl="0" algn="l">
                        <a:lnSpc>
                          <a:spcPct val="100000"/>
                        </a:lnSpc>
                        <a:spcBef>
                          <a:spcPts val="0"/>
                        </a:spcBef>
                        <a:spcAft>
                          <a:spcPts val="0"/>
                        </a:spcAft>
                        <a:buClr>
                          <a:schemeClr val="dk1"/>
                        </a:buClr>
                        <a:buSzPts val="500"/>
                        <a:buFont typeface="Verizon NHG DS"/>
                        <a:buChar char="●"/>
                      </a:pPr>
                      <a:r>
                        <a:rPr b="1" lang="en" sz="600" u="none" cap="none" strike="noStrike">
                          <a:solidFill>
                            <a:schemeClr val="dk1"/>
                          </a:solidFill>
                          <a:latin typeface="Verizon NHG DS"/>
                          <a:ea typeface="Verizon NHG DS"/>
                          <a:cs typeface="Verizon NHG DS"/>
                          <a:sym typeface="Verizon NHG DS"/>
                        </a:rPr>
                        <a:t>Monarch x Darwin </a:t>
                      </a:r>
                      <a:r>
                        <a:rPr lang="en" sz="600" u="none" cap="none" strike="noStrike">
                          <a:solidFill>
                            <a:schemeClr val="dk1"/>
                          </a:solidFill>
                          <a:latin typeface="Verizon NHG DS"/>
                          <a:ea typeface="Verizon NHG DS"/>
                          <a:cs typeface="Verizon NHG DS"/>
                          <a:sym typeface="Verizon NHG DS"/>
                        </a:rPr>
                        <a:t>Inventory of Darwin components with application of new styles.</a:t>
                      </a:r>
                      <a:endParaRPr sz="600" u="none" cap="none" strike="noStrike">
                        <a:solidFill>
                          <a:schemeClr val="dk1"/>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00"/>
                        </a:buClr>
                        <a:buSzPts val="600"/>
                        <a:buFont typeface="Arial"/>
                        <a:buNone/>
                      </a:pPr>
                      <a:r>
                        <a:rPr lang="en" sz="600" u="none" cap="none" strike="noStrike">
                          <a:solidFill>
                            <a:schemeClr val="dk1"/>
                          </a:solidFill>
                          <a:latin typeface="Verizon NHG DS"/>
                          <a:ea typeface="Verizon NHG DS"/>
                          <a:cs typeface="Verizon NHG DS"/>
                          <a:sym typeface="Verizon NHG DS"/>
                        </a:rPr>
                        <a:t>Planned:</a:t>
                      </a:r>
                      <a:endParaRPr sz="600" u="none" cap="none" strike="noStrike">
                        <a:solidFill>
                          <a:schemeClr val="dk1"/>
                        </a:solidFill>
                        <a:latin typeface="Verizon NHG DS"/>
                        <a:ea typeface="Verizon NHG DS"/>
                        <a:cs typeface="Verizon NHG DS"/>
                        <a:sym typeface="Verizon NHG DS"/>
                      </a:endParaRPr>
                    </a:p>
                    <a:p>
                      <a:pPr indent="-95250" lvl="0" marL="114300" marR="0" rtl="0" algn="l">
                        <a:lnSpc>
                          <a:spcPct val="100000"/>
                        </a:lnSpc>
                        <a:spcBef>
                          <a:spcPts val="0"/>
                        </a:spcBef>
                        <a:spcAft>
                          <a:spcPts val="0"/>
                        </a:spcAft>
                        <a:buClr>
                          <a:schemeClr val="dk1"/>
                        </a:buClr>
                        <a:buSzPts val="600"/>
                        <a:buFont typeface="Verizon NHG DS"/>
                        <a:buChar char="●"/>
                      </a:pPr>
                      <a:r>
                        <a:rPr b="1" lang="en" sz="600" u="none" cap="none" strike="noStrike">
                          <a:solidFill>
                            <a:schemeClr val="dk1"/>
                          </a:solidFill>
                          <a:latin typeface="Verizon NHG DS"/>
                          <a:ea typeface="Verizon NHG DS"/>
                          <a:cs typeface="Verizon NHG DS"/>
                          <a:sym typeface="Verizon NHG DS"/>
                        </a:rPr>
                        <a:t>VDS Retail</a:t>
                      </a:r>
                      <a:r>
                        <a:rPr lang="en" sz="600" u="none" cap="none" strike="noStrike">
                          <a:solidFill>
                            <a:schemeClr val="dk1"/>
                          </a:solidFill>
                          <a:latin typeface="Verizon NHG DS"/>
                          <a:ea typeface="Verizon NHG DS"/>
                          <a:cs typeface="Verizon NHG DS"/>
                          <a:sym typeface="Verizon NHG DS"/>
                        </a:rPr>
                        <a:t> theme as a byproduct of the Work&amp;Co Retail system deliverables</a:t>
                      </a:r>
                      <a:endParaRPr sz="600" u="none" cap="none" strike="noStrike">
                        <a:solidFill>
                          <a:schemeClr val="dk1"/>
                        </a:solidFill>
                        <a:latin typeface="Verizon NHG DS"/>
                        <a:ea typeface="Verizon NHG DS"/>
                        <a:cs typeface="Verizon NHG DS"/>
                        <a:sym typeface="Verizon NHG DS"/>
                      </a:endParaRPr>
                    </a:p>
                    <a:p>
                      <a:pPr indent="-95250" lvl="0" marL="114300" marR="0" rtl="0" algn="l">
                        <a:lnSpc>
                          <a:spcPct val="100000"/>
                        </a:lnSpc>
                        <a:spcBef>
                          <a:spcPts val="0"/>
                        </a:spcBef>
                        <a:spcAft>
                          <a:spcPts val="0"/>
                        </a:spcAft>
                        <a:buClr>
                          <a:schemeClr val="dk1"/>
                        </a:buClr>
                        <a:buSzPts val="600"/>
                        <a:buFont typeface="Verizon NHG DS"/>
                        <a:buChar char="●"/>
                      </a:pPr>
                      <a:r>
                        <a:rPr b="1" lang="en" sz="600" u="none" cap="none" strike="noStrike">
                          <a:solidFill>
                            <a:schemeClr val="dk1"/>
                          </a:solidFill>
                          <a:latin typeface="Verizon NHG DS"/>
                          <a:ea typeface="Verizon NHG DS"/>
                          <a:cs typeface="Verizon NHG DS"/>
                          <a:sym typeface="Verizon NHG DS"/>
                        </a:rPr>
                        <a:t>VDS Native Library</a:t>
                      </a:r>
                      <a:r>
                        <a:rPr lang="en" sz="600" u="none" cap="none" strike="noStrike">
                          <a:solidFill>
                            <a:schemeClr val="dk1"/>
                          </a:solidFill>
                          <a:latin typeface="Verizon NHG DS"/>
                          <a:ea typeface="Verizon NHG DS"/>
                          <a:cs typeface="Verizon NHG DS"/>
                          <a:sym typeface="Verizon NHG DS"/>
                        </a:rPr>
                        <a:t> Release an additional four native  components</a:t>
                      </a:r>
                      <a:endParaRPr sz="600" u="none" cap="none" strike="noStrike">
                        <a:solidFill>
                          <a:schemeClr val="dk1"/>
                        </a:solidFill>
                        <a:latin typeface="Verizon NHG DS"/>
                        <a:ea typeface="Verizon NHG DS"/>
                        <a:cs typeface="Verizon NHG DS"/>
                        <a:sym typeface="Verizon NHG DS"/>
                      </a:endParaRPr>
                    </a:p>
                  </a:txBody>
                  <a:tcPr marT="64000" marB="64000" marR="64000" marL="640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100"/>
                        <a:buFont typeface="Arial"/>
                        <a:buNone/>
                      </a:pPr>
                      <a:r>
                        <a:rPr lang="en" sz="600" u="none" cap="none" strike="noStrike">
                          <a:solidFill>
                            <a:schemeClr val="dk1"/>
                          </a:solidFill>
                          <a:latin typeface="Verizon NHG DS"/>
                          <a:ea typeface="Verizon NHG DS"/>
                          <a:cs typeface="Verizon NHG DS"/>
                          <a:sym typeface="Verizon NHG DS"/>
                        </a:rPr>
                        <a:t>Planned</a:t>
                      </a:r>
                      <a:endParaRPr sz="600" u="none" cap="none" strike="noStrike">
                        <a:solidFill>
                          <a:schemeClr val="dk1"/>
                        </a:solidFill>
                        <a:latin typeface="Verizon NHG DS"/>
                        <a:ea typeface="Verizon NHG DS"/>
                        <a:cs typeface="Verizon NHG DS"/>
                        <a:sym typeface="Verizon NHG DS"/>
                      </a:endParaRPr>
                    </a:p>
                    <a:p>
                      <a:pPr indent="-88900" lvl="0" marL="114300" marR="0" rtl="0" algn="l">
                        <a:lnSpc>
                          <a:spcPct val="100000"/>
                        </a:lnSpc>
                        <a:spcBef>
                          <a:spcPts val="0"/>
                        </a:spcBef>
                        <a:spcAft>
                          <a:spcPts val="0"/>
                        </a:spcAft>
                        <a:buClr>
                          <a:schemeClr val="dk1"/>
                        </a:buClr>
                        <a:buSzPts val="500"/>
                        <a:buFont typeface="Verizon NHG DS"/>
                        <a:buChar char="●"/>
                      </a:pPr>
                      <a:r>
                        <a:rPr b="1" lang="en" sz="600" u="none" cap="none" strike="noStrike">
                          <a:solidFill>
                            <a:schemeClr val="dk1"/>
                          </a:solidFill>
                          <a:latin typeface="Verizon NHG DS"/>
                          <a:ea typeface="Verizon NHG DS"/>
                          <a:cs typeface="Verizon NHG DS"/>
                          <a:sym typeface="Verizon NHG DS"/>
                        </a:rPr>
                        <a:t>CDS </a:t>
                      </a:r>
                      <a:r>
                        <a:rPr lang="en" sz="600" u="none" cap="none" strike="noStrike">
                          <a:solidFill>
                            <a:schemeClr val="dk1"/>
                          </a:solidFill>
                          <a:latin typeface="Verizon NHG DS"/>
                          <a:ea typeface="Verizon NHG DS"/>
                          <a:cs typeface="Verizon NHG DS"/>
                          <a:sym typeface="Verizon NHG DS"/>
                        </a:rPr>
                        <a:t>Partner in developing CDS in light and dark modes.</a:t>
                      </a:r>
                      <a:endParaRPr sz="1400" u="none" cap="none" strike="noStrike"/>
                    </a:p>
                  </a:txBody>
                  <a:tcPr marT="64000" marB="64000" marR="64000" marL="640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r>
              <a:tr h="917625">
                <a:tc>
                  <a:txBody>
                    <a:bodyPr/>
                    <a:lstStyle/>
                    <a:p>
                      <a:pPr indent="0" lvl="0" marL="0" marR="0" rtl="0" algn="l">
                        <a:lnSpc>
                          <a:spcPct val="100000"/>
                        </a:lnSpc>
                        <a:spcBef>
                          <a:spcPts val="0"/>
                        </a:spcBef>
                        <a:spcAft>
                          <a:spcPts val="0"/>
                        </a:spcAft>
                        <a:buClr>
                          <a:schemeClr val="dk1"/>
                        </a:buClr>
                        <a:buSzPts val="1100"/>
                        <a:buFont typeface="Arial"/>
                        <a:buNone/>
                      </a:pPr>
                      <a:r>
                        <a:rPr b="1" lang="en" sz="700" u="none" cap="none" strike="noStrike">
                          <a:solidFill>
                            <a:schemeClr val="dk1"/>
                          </a:solidFill>
                          <a:latin typeface="Verizon NHG DS"/>
                          <a:ea typeface="Verizon NHG DS"/>
                          <a:cs typeface="Verizon NHG DS"/>
                          <a:sym typeface="Verizon NHG DS"/>
                        </a:rPr>
                        <a:t>Performance Goal:</a:t>
                      </a:r>
                      <a:r>
                        <a:rPr lang="en" sz="700" u="none" cap="none" strike="noStrike">
                          <a:solidFill>
                            <a:schemeClr val="dk1"/>
                          </a:solidFill>
                          <a:latin typeface="Verizon NHG DS"/>
                          <a:ea typeface="Verizon NHG DS"/>
                          <a:cs typeface="Verizon NHG DS"/>
                          <a:sym typeface="Verizon NHG DS"/>
                        </a:rPr>
                        <a:t>  </a:t>
                      </a:r>
                      <a:endParaRPr sz="700" u="none" cap="none" strike="noStrike">
                        <a:solidFill>
                          <a:schemeClr val="dk1"/>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chemeClr val="dk1"/>
                        </a:buClr>
                        <a:buSzPts val="1100"/>
                        <a:buFont typeface="Arial"/>
                        <a:buNone/>
                      </a:pPr>
                      <a:r>
                        <a:rPr lang="en" sz="700" u="none" cap="none" strike="noStrike">
                          <a:solidFill>
                            <a:schemeClr val="dk1"/>
                          </a:solidFill>
                          <a:latin typeface="Verizon NHG DS"/>
                          <a:ea typeface="Verizon NHG DS"/>
                          <a:cs typeface="Verizon NHG DS"/>
                          <a:sym typeface="Verizon NHG DS"/>
                        </a:rPr>
                        <a:t>Enablement,</a:t>
                      </a:r>
                      <a:endParaRPr sz="700" u="none" cap="none" strike="noStrike">
                        <a:solidFill>
                          <a:schemeClr val="dk1"/>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chemeClr val="dk1"/>
                        </a:buClr>
                        <a:buSzPts val="1100"/>
                        <a:buFont typeface="Arial"/>
                        <a:buNone/>
                      </a:pPr>
                      <a:r>
                        <a:rPr lang="en" sz="700" u="none" cap="none" strike="noStrike">
                          <a:solidFill>
                            <a:schemeClr val="dk1"/>
                          </a:solidFill>
                          <a:latin typeface="Verizon NHG DS"/>
                          <a:ea typeface="Verizon NHG DS"/>
                          <a:cs typeface="Verizon NHG DS"/>
                          <a:sym typeface="Verizon NHG DS"/>
                        </a:rPr>
                        <a:t>Retention</a:t>
                      </a:r>
                      <a:endParaRPr sz="700" u="none" cap="none" strike="noStrike">
                        <a:solidFill>
                          <a:schemeClr val="dk1"/>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Verizon NHG DS"/>
                        <a:ea typeface="Verizon NHG DS"/>
                        <a:cs typeface="Verizon NHG DS"/>
                        <a:sym typeface="Verizon NHG DS"/>
                      </a:endParaRPr>
                    </a:p>
                  </a:txBody>
                  <a:tcPr marT="64000" marB="64000" marR="64000" marL="640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600"/>
                        <a:buFont typeface="Arial"/>
                        <a:buNone/>
                      </a:pPr>
                      <a:r>
                        <a:rPr lang="en" sz="600" u="none" cap="none" strike="noStrike">
                          <a:solidFill>
                            <a:schemeClr val="dk1"/>
                          </a:solidFill>
                          <a:latin typeface="Verizon NHG DS"/>
                          <a:ea typeface="Verizon NHG DS"/>
                          <a:cs typeface="Verizon NHG DS"/>
                          <a:sym typeface="Verizon NHG DS"/>
                        </a:rPr>
                        <a:t>Launched:</a:t>
                      </a:r>
                      <a:endParaRPr sz="600" u="none" cap="none" strike="noStrike">
                        <a:solidFill>
                          <a:schemeClr val="dk1"/>
                        </a:solidFill>
                        <a:latin typeface="Verizon NHG DS"/>
                        <a:ea typeface="Verizon NHG DS"/>
                        <a:cs typeface="Verizon NHG DS"/>
                        <a:sym typeface="Verizon NHG DS"/>
                      </a:endParaRPr>
                    </a:p>
                    <a:p>
                      <a:pPr indent="-88900" lvl="0" marL="114300" marR="0" rtl="0" algn="l">
                        <a:lnSpc>
                          <a:spcPct val="100000"/>
                        </a:lnSpc>
                        <a:spcBef>
                          <a:spcPts val="0"/>
                        </a:spcBef>
                        <a:spcAft>
                          <a:spcPts val="0"/>
                        </a:spcAft>
                        <a:buClr>
                          <a:schemeClr val="dk1"/>
                        </a:buClr>
                        <a:buSzPts val="500"/>
                        <a:buFont typeface="Verizon NHG DS"/>
                        <a:buChar char="●"/>
                      </a:pPr>
                      <a:r>
                        <a:rPr b="1" lang="en" sz="600" u="none" cap="none" strike="noStrike">
                          <a:solidFill>
                            <a:schemeClr val="dk1"/>
                          </a:solidFill>
                          <a:latin typeface="Verizon NHG DS"/>
                          <a:ea typeface="Verizon NHG DS"/>
                          <a:cs typeface="Verizon NHG DS"/>
                          <a:sym typeface="Verizon NHG DS"/>
                        </a:rPr>
                        <a:t>VDS Monarch</a:t>
                      </a:r>
                      <a:r>
                        <a:rPr lang="en" sz="600" u="none" cap="none" strike="noStrike">
                          <a:solidFill>
                            <a:schemeClr val="dk1"/>
                          </a:solidFill>
                          <a:latin typeface="Verizon NHG DS"/>
                          <a:ea typeface="Verizon NHG DS"/>
                          <a:cs typeface="Verizon NHG DS"/>
                          <a:sym typeface="Verizon NHG DS"/>
                        </a:rPr>
                        <a:t> support channels and regular communication cadences with CX Design teams for delivery and usage</a:t>
                      </a:r>
                      <a:endParaRPr sz="600" u="none" cap="none" strike="noStrike">
                        <a:solidFill>
                          <a:schemeClr val="dk1"/>
                        </a:solidFill>
                        <a:latin typeface="Verizon NHG DS"/>
                        <a:ea typeface="Verizon NHG DS"/>
                        <a:cs typeface="Verizon NHG DS"/>
                        <a:sym typeface="Verizon NHG DS"/>
                      </a:endParaRPr>
                    </a:p>
                    <a:p>
                      <a:pPr indent="-88900" lvl="0" marL="114300" marR="0" rtl="0" algn="l">
                        <a:lnSpc>
                          <a:spcPct val="100000"/>
                        </a:lnSpc>
                        <a:spcBef>
                          <a:spcPts val="0"/>
                        </a:spcBef>
                        <a:spcAft>
                          <a:spcPts val="0"/>
                        </a:spcAft>
                        <a:buClr>
                          <a:schemeClr val="dk1"/>
                        </a:buClr>
                        <a:buSzPts val="500"/>
                        <a:buFont typeface="Verizon NHG DS"/>
                        <a:buChar char="●"/>
                      </a:pPr>
                      <a:r>
                        <a:rPr b="1" lang="en" sz="600" u="none" cap="none" strike="noStrike">
                          <a:solidFill>
                            <a:schemeClr val="dk1"/>
                          </a:solidFill>
                          <a:latin typeface="Verizon NHG DS"/>
                          <a:ea typeface="Verizon NHG DS"/>
                          <a:cs typeface="Verizon NHG DS"/>
                          <a:sym typeface="Verizon NHG DS"/>
                        </a:rPr>
                        <a:t>VDS Native</a:t>
                      </a:r>
                      <a:r>
                        <a:rPr lang="en" sz="600" u="none" cap="none" strike="noStrike">
                          <a:solidFill>
                            <a:schemeClr val="dk1"/>
                          </a:solidFill>
                          <a:latin typeface="Verizon NHG DS"/>
                          <a:ea typeface="Verizon NHG DS"/>
                          <a:cs typeface="Verizon NHG DS"/>
                          <a:sym typeface="Verizon NHG DS"/>
                        </a:rPr>
                        <a:t> regular communication cadences with TPD teams on the creation and adoption of the VDS Native component library</a:t>
                      </a:r>
                      <a:endParaRPr sz="600" u="none" cap="none" strike="noStrike">
                        <a:solidFill>
                          <a:schemeClr val="dk1"/>
                        </a:solidFill>
                        <a:latin typeface="Verizon NHG DS"/>
                        <a:ea typeface="Verizon NHG DS"/>
                        <a:cs typeface="Verizon NHG DS"/>
                        <a:sym typeface="Verizon NHG DS"/>
                      </a:endParaRPr>
                    </a:p>
                    <a:p>
                      <a:pPr indent="-88900" lvl="0" marL="114300" marR="0" rtl="0" algn="l">
                        <a:lnSpc>
                          <a:spcPct val="100000"/>
                        </a:lnSpc>
                        <a:spcBef>
                          <a:spcPts val="0"/>
                        </a:spcBef>
                        <a:spcAft>
                          <a:spcPts val="0"/>
                        </a:spcAft>
                        <a:buClr>
                          <a:schemeClr val="dk1"/>
                        </a:buClr>
                        <a:buSzPts val="500"/>
                        <a:buFont typeface="Verizon NHG DS"/>
                        <a:buChar char="●"/>
                      </a:pPr>
                      <a:r>
                        <a:rPr lang="en" sz="600" u="none" cap="none" strike="noStrike">
                          <a:solidFill>
                            <a:schemeClr val="dk1"/>
                          </a:solidFill>
                          <a:latin typeface="Verizon NHG DS"/>
                          <a:ea typeface="Verizon NHG DS"/>
                          <a:cs typeface="Verizon NHG DS"/>
                          <a:sym typeface="Verizon NHG DS"/>
                        </a:rPr>
                        <a:t>Regular communication cadences with Value Design teams partnering to extend VDS to enable a Value Design System</a:t>
                      </a:r>
                      <a:endParaRPr sz="600" u="none" cap="none" strike="noStrike">
                        <a:solidFill>
                          <a:schemeClr val="dk1"/>
                        </a:solidFill>
                        <a:latin typeface="Verizon NHG DS"/>
                        <a:ea typeface="Verizon NHG DS"/>
                        <a:cs typeface="Verizon NHG DS"/>
                        <a:sym typeface="Verizon NHG DS"/>
                      </a:endParaRPr>
                    </a:p>
                  </a:txBody>
                  <a:tcPr marT="64000" marB="64000" marR="64000" marL="640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100"/>
                        <a:buFont typeface="Arial"/>
                        <a:buNone/>
                      </a:pPr>
                      <a:r>
                        <a:rPr lang="en" sz="600" u="none" cap="none" strike="noStrike">
                          <a:solidFill>
                            <a:schemeClr val="dk1"/>
                          </a:solidFill>
                          <a:latin typeface="Verizon NHG DS"/>
                          <a:ea typeface="Verizon NHG DS"/>
                          <a:cs typeface="Verizon NHG DS"/>
                          <a:sym typeface="Verizon NHG DS"/>
                        </a:rPr>
                        <a:t>Launched:</a:t>
                      </a:r>
                      <a:endParaRPr sz="600" u="none" cap="none" strike="noStrike">
                        <a:solidFill>
                          <a:schemeClr val="dk1"/>
                        </a:solidFill>
                        <a:latin typeface="Verizon NHG DS"/>
                        <a:ea typeface="Verizon NHG DS"/>
                        <a:cs typeface="Verizon NHG DS"/>
                        <a:sym typeface="Verizon NHG DS"/>
                      </a:endParaRPr>
                    </a:p>
                    <a:p>
                      <a:pPr indent="-95250" lvl="0" marL="114300" marR="0" rtl="0" algn="l">
                        <a:lnSpc>
                          <a:spcPct val="100000"/>
                        </a:lnSpc>
                        <a:spcBef>
                          <a:spcPts val="0"/>
                        </a:spcBef>
                        <a:spcAft>
                          <a:spcPts val="0"/>
                        </a:spcAft>
                        <a:buClr>
                          <a:schemeClr val="dk1"/>
                        </a:buClr>
                        <a:buSzPts val="600"/>
                        <a:buFont typeface="Verizon NHG DS"/>
                        <a:buChar char="●"/>
                      </a:pPr>
                      <a:r>
                        <a:rPr b="1" lang="en" sz="600" u="none" cap="none" strike="noStrike">
                          <a:solidFill>
                            <a:schemeClr val="dk1"/>
                          </a:solidFill>
                          <a:latin typeface="Verizon NHG DS"/>
                          <a:ea typeface="Verizon NHG DS"/>
                          <a:cs typeface="Verizon NHG DS"/>
                          <a:sym typeface="Verizon NHG DS"/>
                        </a:rPr>
                        <a:t>Operational Improvements</a:t>
                      </a:r>
                      <a:r>
                        <a:rPr lang="en" sz="600" u="none" cap="none" strike="noStrike">
                          <a:solidFill>
                            <a:schemeClr val="dk1"/>
                          </a:solidFill>
                          <a:latin typeface="Verizon NHG DS"/>
                          <a:ea typeface="Verizon NHG DS"/>
                          <a:cs typeface="Verizon NHG DS"/>
                          <a:sym typeface="Verizon NHG DS"/>
                        </a:rPr>
                        <a:t> Enhanced Jira/Slack integration, improved workflow efficiency for VDS development and support</a:t>
                      </a:r>
                      <a:endParaRPr sz="600" u="none" cap="none" strike="noStrike">
                        <a:solidFill>
                          <a:schemeClr val="dk1"/>
                        </a:solidFill>
                        <a:latin typeface="Verizon NHG DS"/>
                        <a:ea typeface="Verizon NHG DS"/>
                        <a:cs typeface="Verizon NHG DS"/>
                        <a:sym typeface="Verizon NHG DS"/>
                      </a:endParaRPr>
                    </a:p>
                    <a:p>
                      <a:pPr indent="-95250" lvl="0" marL="114300" marR="0" rtl="0" algn="l">
                        <a:lnSpc>
                          <a:spcPct val="100000"/>
                        </a:lnSpc>
                        <a:spcBef>
                          <a:spcPts val="0"/>
                        </a:spcBef>
                        <a:spcAft>
                          <a:spcPts val="0"/>
                        </a:spcAft>
                        <a:buClr>
                          <a:schemeClr val="dk1"/>
                        </a:buClr>
                        <a:buSzPts val="600"/>
                        <a:buFont typeface="Verizon NHG DS"/>
                        <a:buChar char="●"/>
                      </a:pPr>
                      <a:r>
                        <a:rPr b="1" lang="en" sz="600" u="none" cap="none" strike="noStrike">
                          <a:solidFill>
                            <a:schemeClr val="dk1"/>
                          </a:solidFill>
                          <a:latin typeface="Verizon NHG DS"/>
                          <a:ea typeface="Verizon NHG DS"/>
                          <a:cs typeface="Verizon NHG DS"/>
                          <a:sym typeface="Verizon NHG DS"/>
                        </a:rPr>
                        <a:t>VDS Office Hours</a:t>
                      </a:r>
                      <a:r>
                        <a:rPr lang="en" sz="600" u="none" cap="none" strike="noStrike">
                          <a:solidFill>
                            <a:schemeClr val="dk1"/>
                          </a:solidFill>
                          <a:latin typeface="Verizon NHG DS"/>
                          <a:ea typeface="Verizon NHG DS"/>
                          <a:cs typeface="Verizon NHG DS"/>
                          <a:sym typeface="Verizon NHG DS"/>
                        </a:rPr>
                        <a:t> Established regular office hours to provide direct support, guidance, and gather feedback on VDS Monarch usage</a:t>
                      </a:r>
                      <a:endParaRPr sz="600" u="none" cap="none" strike="noStrike">
                        <a:solidFill>
                          <a:schemeClr val="dk1"/>
                        </a:solidFill>
                        <a:latin typeface="Verizon NHG DS"/>
                        <a:ea typeface="Verizon NHG DS"/>
                        <a:cs typeface="Verizon NHG DS"/>
                        <a:sym typeface="Verizon NHG DS"/>
                      </a:endParaRPr>
                    </a:p>
                  </a:txBody>
                  <a:tcPr marT="64000" marB="64000" marR="64000" marL="640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600"/>
                        <a:buFont typeface="Arial"/>
                        <a:buNone/>
                      </a:pPr>
                      <a:r>
                        <a:rPr lang="en" sz="600" u="none" cap="none" strike="noStrike">
                          <a:solidFill>
                            <a:schemeClr val="dk1"/>
                          </a:solidFill>
                          <a:latin typeface="Verizon NHG DS"/>
                          <a:ea typeface="Verizon NHG DS"/>
                          <a:cs typeface="Verizon NHG DS"/>
                          <a:sym typeface="Verizon NHG DS"/>
                        </a:rPr>
                        <a:t>Planned:</a:t>
                      </a:r>
                      <a:endParaRPr sz="600" u="none" cap="none" strike="noStrike">
                        <a:solidFill>
                          <a:schemeClr val="dk1"/>
                        </a:solidFill>
                        <a:latin typeface="Verizon NHG DS"/>
                        <a:ea typeface="Verizon NHG DS"/>
                        <a:cs typeface="Verizon NHG DS"/>
                        <a:sym typeface="Verizon NHG DS"/>
                      </a:endParaRPr>
                    </a:p>
                    <a:p>
                      <a:pPr indent="-88900" lvl="0" marL="114300" marR="0" rtl="0" algn="l">
                        <a:lnSpc>
                          <a:spcPct val="100000"/>
                        </a:lnSpc>
                        <a:spcBef>
                          <a:spcPts val="0"/>
                        </a:spcBef>
                        <a:spcAft>
                          <a:spcPts val="0"/>
                        </a:spcAft>
                        <a:buClr>
                          <a:schemeClr val="dk1"/>
                        </a:buClr>
                        <a:buSzPts val="500"/>
                        <a:buFont typeface="Verizon NHG DS"/>
                        <a:buChar char="●"/>
                      </a:pPr>
                      <a:r>
                        <a:rPr b="1" lang="en" sz="600" u="none" cap="none" strike="noStrike">
                          <a:solidFill>
                            <a:schemeClr val="dk1"/>
                          </a:solidFill>
                          <a:latin typeface="Verizon NHG DS"/>
                          <a:ea typeface="Verizon NHG DS"/>
                          <a:cs typeface="Verizon NHG DS"/>
                          <a:sym typeface="Verizon NHG DS"/>
                        </a:rPr>
                        <a:t>VDS Office Hours </a:t>
                      </a:r>
                      <a:r>
                        <a:rPr lang="en" sz="600" u="none" cap="none" strike="noStrike">
                          <a:solidFill>
                            <a:schemeClr val="dk1"/>
                          </a:solidFill>
                          <a:latin typeface="Verizon NHG DS"/>
                          <a:ea typeface="Verizon NHG DS"/>
                          <a:cs typeface="Verizon NHG DS"/>
                          <a:sym typeface="Verizon NHG DS"/>
                        </a:rPr>
                        <a:t>Continue and formalize the VDS office hours, track key themes and attendance to inform VDS backlog and support resources</a:t>
                      </a:r>
                      <a:endParaRPr sz="600" u="none" cap="none" strike="noStrike">
                        <a:solidFill>
                          <a:schemeClr val="dk1"/>
                        </a:solidFill>
                        <a:latin typeface="Verizon NHG DS"/>
                        <a:ea typeface="Verizon NHG DS"/>
                        <a:cs typeface="Verizon NHG DS"/>
                        <a:sym typeface="Verizon NHG DS"/>
                      </a:endParaRPr>
                    </a:p>
                  </a:txBody>
                  <a:tcPr marT="64000" marB="64000" marR="64000" marL="640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64000" marB="64000" marR="64000" marL="640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r>
              <a:tr h="577775">
                <a:tc>
                  <a:txBody>
                    <a:bodyPr/>
                    <a:lstStyle/>
                    <a:p>
                      <a:pPr indent="0" lvl="0" marL="0" marR="0" rtl="0" algn="l">
                        <a:lnSpc>
                          <a:spcPct val="100000"/>
                        </a:lnSpc>
                        <a:spcBef>
                          <a:spcPts val="0"/>
                        </a:spcBef>
                        <a:spcAft>
                          <a:spcPts val="0"/>
                        </a:spcAft>
                        <a:buClr>
                          <a:schemeClr val="dk1"/>
                        </a:buClr>
                        <a:buSzPts val="1100"/>
                        <a:buFont typeface="Arial"/>
                        <a:buNone/>
                      </a:pPr>
                      <a:r>
                        <a:rPr b="1" lang="en" sz="700" u="none" cap="none" strike="noStrike">
                          <a:solidFill>
                            <a:schemeClr val="dk1"/>
                          </a:solidFill>
                          <a:latin typeface="Verizon NHG DS"/>
                          <a:ea typeface="Verizon NHG DS"/>
                          <a:cs typeface="Verizon NHG DS"/>
                          <a:sym typeface="Verizon NHG DS"/>
                        </a:rPr>
                        <a:t>Performance Goal:</a:t>
                      </a:r>
                      <a:r>
                        <a:rPr lang="en" sz="700" u="none" cap="none" strike="noStrike">
                          <a:solidFill>
                            <a:schemeClr val="dk1"/>
                          </a:solidFill>
                          <a:latin typeface="Verizon NHG DS"/>
                          <a:ea typeface="Verizon NHG DS"/>
                          <a:cs typeface="Verizon NHG DS"/>
                          <a:sym typeface="Verizon NHG DS"/>
                        </a:rPr>
                        <a:t>  </a:t>
                      </a:r>
                      <a:endParaRPr sz="700" u="none" cap="none" strike="noStrike">
                        <a:solidFill>
                          <a:schemeClr val="dk1"/>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chemeClr val="dk1"/>
                        </a:buClr>
                        <a:buSzPts val="1100"/>
                        <a:buFont typeface="Arial"/>
                        <a:buNone/>
                      </a:pPr>
                      <a:r>
                        <a:rPr lang="en" sz="700" u="none" cap="none" strike="noStrike">
                          <a:solidFill>
                            <a:schemeClr val="dk1"/>
                          </a:solidFill>
                          <a:latin typeface="Verizon NHG DS"/>
                          <a:ea typeface="Verizon NHG DS"/>
                          <a:cs typeface="Verizon NHG DS"/>
                          <a:sym typeface="Verizon NHG DS"/>
                        </a:rPr>
                        <a:t>Quality</a:t>
                      </a:r>
                      <a:endParaRPr sz="700" u="none" cap="none" strike="noStrike">
                        <a:solidFill>
                          <a:schemeClr val="dk1"/>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Verizon NHG DS"/>
                        <a:ea typeface="Verizon NHG DS"/>
                        <a:cs typeface="Verizon NHG DS"/>
                        <a:sym typeface="Verizon NHG DS"/>
                      </a:endParaRPr>
                    </a:p>
                  </a:txBody>
                  <a:tcPr marT="64000" marB="64000" marR="64000" marL="640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88900" lvl="0" marL="114300" marR="0" rtl="0" algn="l">
                        <a:lnSpc>
                          <a:spcPct val="100000"/>
                        </a:lnSpc>
                        <a:spcBef>
                          <a:spcPts val="0"/>
                        </a:spcBef>
                        <a:spcAft>
                          <a:spcPts val="0"/>
                        </a:spcAft>
                        <a:buClr>
                          <a:schemeClr val="dk1"/>
                        </a:buClr>
                        <a:buSzPts val="500"/>
                        <a:buFont typeface="Verizon NHG DS"/>
                        <a:buChar char="●"/>
                      </a:pPr>
                      <a:r>
                        <a:rPr b="1" lang="en" sz="600" u="none" cap="none" strike="noStrike">
                          <a:solidFill>
                            <a:schemeClr val="dk1"/>
                          </a:solidFill>
                          <a:latin typeface="Verizon NHG DS"/>
                          <a:ea typeface="Verizon NHG DS"/>
                          <a:cs typeface="Verizon NHG DS"/>
                          <a:sym typeface="Verizon NHG DS"/>
                        </a:rPr>
                        <a:t>VQA</a:t>
                      </a:r>
                      <a:r>
                        <a:rPr lang="en" sz="600" u="none" cap="none" strike="noStrike">
                          <a:solidFill>
                            <a:schemeClr val="dk1"/>
                          </a:solidFill>
                          <a:latin typeface="Verizon NHG DS"/>
                          <a:ea typeface="Verizon NHG DS"/>
                          <a:cs typeface="Verizon NHG DS"/>
                          <a:sym typeface="Verizon NHG DS"/>
                        </a:rPr>
                        <a:t> Completed revised guidance, tracking and measurement tool. </a:t>
                      </a:r>
                      <a:endParaRPr sz="600" u="none" cap="none" strike="noStrike">
                        <a:solidFill>
                          <a:schemeClr val="dk1"/>
                        </a:solidFill>
                        <a:latin typeface="Verizon NHG DS"/>
                        <a:ea typeface="Verizon NHG DS"/>
                        <a:cs typeface="Verizon NHG DS"/>
                        <a:sym typeface="Verizon NHG DS"/>
                      </a:endParaRPr>
                    </a:p>
                    <a:p>
                      <a:pPr indent="-95250" lvl="0" marL="114300" marR="0" rtl="0" algn="l">
                        <a:lnSpc>
                          <a:spcPct val="100000"/>
                        </a:lnSpc>
                        <a:spcBef>
                          <a:spcPts val="0"/>
                        </a:spcBef>
                        <a:spcAft>
                          <a:spcPts val="0"/>
                        </a:spcAft>
                        <a:buClr>
                          <a:schemeClr val="dk1"/>
                        </a:buClr>
                        <a:buSzPts val="600"/>
                        <a:buFont typeface="Verizon NHG DS"/>
                        <a:buChar char="●"/>
                      </a:pPr>
                      <a:r>
                        <a:rPr b="1" lang="en" sz="600" u="none" cap="none" strike="noStrike">
                          <a:solidFill>
                            <a:schemeClr val="dk1"/>
                          </a:solidFill>
                          <a:latin typeface="Verizon NHG DS"/>
                          <a:ea typeface="Verizon NHG DS"/>
                          <a:cs typeface="Verizon NHG DS"/>
                          <a:sym typeface="Verizon NHG DS"/>
                        </a:rPr>
                        <a:t>Project Indiana </a:t>
                      </a:r>
                      <a:r>
                        <a:rPr lang="en" sz="600" u="none" cap="none" strike="noStrike">
                          <a:solidFill>
                            <a:schemeClr val="dk1"/>
                          </a:solidFill>
                          <a:latin typeface="Verizon NHG DS"/>
                          <a:ea typeface="Verizon NHG DS"/>
                          <a:cs typeface="Verizon NHG DS"/>
                          <a:sym typeface="Verizon NHG DS"/>
                        </a:rPr>
                        <a:t>Currently in progress evaluating the quality of digital UX. Completed Navigation pilot.</a:t>
                      </a:r>
                      <a:endParaRPr sz="600" u="none" cap="none" strike="noStrike">
                        <a:solidFill>
                          <a:schemeClr val="dk1"/>
                        </a:solidFill>
                        <a:latin typeface="Verizon NHG DS"/>
                        <a:ea typeface="Verizon NHG DS"/>
                        <a:cs typeface="Verizon NHG DS"/>
                        <a:sym typeface="Verizon NHG DS"/>
                      </a:endParaRPr>
                    </a:p>
                  </a:txBody>
                  <a:tcPr marT="64000" marB="64000" marR="64000" marL="640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600"/>
                        <a:buFont typeface="Arial"/>
                        <a:buNone/>
                      </a:pPr>
                      <a:r>
                        <a:rPr lang="en" sz="600" u="none" cap="none" strike="noStrike">
                          <a:solidFill>
                            <a:schemeClr val="dk1"/>
                          </a:solidFill>
                          <a:latin typeface="Verizon NHG DS"/>
                          <a:ea typeface="Verizon NHG DS"/>
                          <a:cs typeface="Verizon NHG DS"/>
                          <a:sym typeface="Verizon NHG DS"/>
                        </a:rPr>
                        <a:t>In progress:</a:t>
                      </a:r>
                      <a:endParaRPr b="1" sz="600" u="none" cap="none" strike="noStrike">
                        <a:solidFill>
                          <a:schemeClr val="dk1"/>
                        </a:solidFill>
                        <a:latin typeface="Verizon NHG DS"/>
                        <a:ea typeface="Verizon NHG DS"/>
                        <a:cs typeface="Verizon NHG DS"/>
                        <a:sym typeface="Verizon NHG DS"/>
                      </a:endParaRPr>
                    </a:p>
                    <a:p>
                      <a:pPr indent="-88900" lvl="0" marL="114300" marR="0" rtl="0" algn="l">
                        <a:lnSpc>
                          <a:spcPct val="100000"/>
                        </a:lnSpc>
                        <a:spcBef>
                          <a:spcPts val="0"/>
                        </a:spcBef>
                        <a:spcAft>
                          <a:spcPts val="0"/>
                        </a:spcAft>
                        <a:buClr>
                          <a:schemeClr val="dk1"/>
                        </a:buClr>
                        <a:buSzPts val="500"/>
                        <a:buFont typeface="Verizon NHG DS"/>
                        <a:buChar char="●"/>
                      </a:pPr>
                      <a:r>
                        <a:rPr b="1" lang="en" sz="600" u="none" cap="none" strike="noStrike">
                          <a:solidFill>
                            <a:schemeClr val="dk1"/>
                          </a:solidFill>
                          <a:latin typeface="Verizon NHG DS"/>
                          <a:ea typeface="Verizon NHG DS"/>
                          <a:cs typeface="Verizon NHG DS"/>
                          <a:sym typeface="Verizon NHG DS"/>
                        </a:rPr>
                        <a:t>VQA</a:t>
                      </a:r>
                      <a:r>
                        <a:rPr lang="en" sz="600" u="none" cap="none" strike="noStrike">
                          <a:solidFill>
                            <a:schemeClr val="dk1"/>
                          </a:solidFill>
                          <a:latin typeface="Verizon NHG DS"/>
                          <a:ea typeface="Verizon NHG DS"/>
                          <a:cs typeface="Verizon NHG DS"/>
                          <a:sym typeface="Verizon NHG DS"/>
                        </a:rPr>
                        <a:t> Supporting Pathfinder navigation delivery. Setting up test devices and test accounts ( Mobile &amp; 5G). Coaching designers &amp; design managers.    </a:t>
                      </a:r>
                      <a:endParaRPr sz="600" u="none" cap="none" strike="noStrike">
                        <a:solidFill>
                          <a:schemeClr val="dk1"/>
                        </a:solidFill>
                        <a:latin typeface="Verizon NHG DS"/>
                        <a:ea typeface="Verizon NHG DS"/>
                        <a:cs typeface="Verizon NHG DS"/>
                        <a:sym typeface="Verizon NHG DS"/>
                      </a:endParaRPr>
                    </a:p>
                    <a:p>
                      <a:pPr indent="-95250" lvl="0" marL="114300" marR="0" rtl="0" algn="l">
                        <a:lnSpc>
                          <a:spcPct val="100000"/>
                        </a:lnSpc>
                        <a:spcBef>
                          <a:spcPts val="0"/>
                        </a:spcBef>
                        <a:spcAft>
                          <a:spcPts val="0"/>
                        </a:spcAft>
                        <a:buClr>
                          <a:schemeClr val="dk1"/>
                        </a:buClr>
                        <a:buSzPts val="600"/>
                        <a:buFont typeface="Verizon NHG DS"/>
                        <a:buChar char="●"/>
                      </a:pPr>
                      <a:r>
                        <a:rPr b="1" lang="en" sz="600" u="none" cap="none" strike="noStrike">
                          <a:solidFill>
                            <a:schemeClr val="dk1"/>
                          </a:solidFill>
                          <a:latin typeface="Verizon NHG DS"/>
                          <a:ea typeface="Verizon NHG DS"/>
                          <a:cs typeface="Verizon NHG DS"/>
                          <a:sym typeface="Verizon NHG DS"/>
                        </a:rPr>
                        <a:t>Project Indiana </a:t>
                      </a:r>
                      <a:r>
                        <a:rPr lang="en" sz="600" u="none" cap="none" strike="noStrike">
                          <a:solidFill>
                            <a:schemeClr val="dk1"/>
                          </a:solidFill>
                          <a:latin typeface="Verizon NHG DS"/>
                          <a:ea typeface="Verizon NHG DS"/>
                          <a:cs typeface="Verizon NHG DS"/>
                          <a:sym typeface="Verizon NHG DS"/>
                        </a:rPr>
                        <a:t>Revisiting structure and aligning criticality ratings Supporting Leads in process and capture.Heuristic analysis of Authentication &amp; Nav journeys .</a:t>
                      </a:r>
                      <a:endParaRPr sz="600" u="none" cap="none" strike="noStrike">
                        <a:solidFill>
                          <a:schemeClr val="dk1"/>
                        </a:solidFill>
                        <a:latin typeface="Verizon NHG DS"/>
                        <a:ea typeface="Verizon NHG DS"/>
                        <a:cs typeface="Verizon NHG DS"/>
                        <a:sym typeface="Verizon NHG DS"/>
                      </a:endParaRPr>
                    </a:p>
                    <a:p>
                      <a:pPr indent="-95250" lvl="0" marL="114300" marR="0" rtl="0" algn="l">
                        <a:lnSpc>
                          <a:spcPct val="100000"/>
                        </a:lnSpc>
                        <a:spcBef>
                          <a:spcPts val="0"/>
                        </a:spcBef>
                        <a:spcAft>
                          <a:spcPts val="0"/>
                        </a:spcAft>
                        <a:buClr>
                          <a:schemeClr val="dk1"/>
                        </a:buClr>
                        <a:buSzPts val="600"/>
                        <a:buFont typeface="Verizon NHG DS"/>
                        <a:buChar char="●"/>
                      </a:pPr>
                      <a:r>
                        <a:rPr b="1" lang="en" sz="600" u="none" cap="none" strike="noStrike">
                          <a:solidFill>
                            <a:schemeClr val="dk1"/>
                          </a:solidFill>
                          <a:latin typeface="Verizon NHG DS"/>
                          <a:ea typeface="Verizon NHG DS"/>
                          <a:cs typeface="Verizon NHG DS"/>
                          <a:sym typeface="Verizon NHG DS"/>
                        </a:rPr>
                        <a:t>Content </a:t>
                      </a:r>
                      <a:r>
                        <a:rPr lang="en" sz="600" u="none" cap="none" strike="noStrike">
                          <a:solidFill>
                            <a:schemeClr val="dk1"/>
                          </a:solidFill>
                          <a:latin typeface="Verizon NHG DS"/>
                          <a:ea typeface="Verizon NHG DS"/>
                          <a:cs typeface="Verizon NHG DS"/>
                          <a:sym typeface="Verizon NHG DS"/>
                        </a:rPr>
                        <a:t>Revised capabilities and engagement model</a:t>
                      </a:r>
                      <a:endParaRPr sz="600" u="none" cap="none" strike="noStrike">
                        <a:solidFill>
                          <a:schemeClr val="dk1"/>
                        </a:solidFill>
                        <a:latin typeface="Verizon NHG DS"/>
                        <a:ea typeface="Verizon NHG DS"/>
                        <a:cs typeface="Verizon NHG DS"/>
                        <a:sym typeface="Verizon NHG DS"/>
                      </a:endParaRPr>
                    </a:p>
                    <a:p>
                      <a:pPr indent="-95250" lvl="0" marL="114300" marR="0" rtl="0" algn="l">
                        <a:lnSpc>
                          <a:spcPct val="100000"/>
                        </a:lnSpc>
                        <a:spcBef>
                          <a:spcPts val="0"/>
                        </a:spcBef>
                        <a:spcAft>
                          <a:spcPts val="0"/>
                        </a:spcAft>
                        <a:buClr>
                          <a:schemeClr val="dk1"/>
                        </a:buClr>
                        <a:buSzPts val="600"/>
                        <a:buFont typeface="Verizon NHG DS"/>
                        <a:buChar char="●"/>
                      </a:pPr>
                      <a:r>
                        <a:rPr b="1" lang="en" sz="600" u="none" cap="none" strike="noStrike">
                          <a:solidFill>
                            <a:schemeClr val="dk1"/>
                          </a:solidFill>
                          <a:latin typeface="Verizon NHG DS"/>
                          <a:ea typeface="Verizon NHG DS"/>
                          <a:cs typeface="Verizon NHG DS"/>
                          <a:sym typeface="Verizon NHG DS"/>
                        </a:rPr>
                        <a:t>Documentation</a:t>
                      </a:r>
                      <a:r>
                        <a:rPr lang="en" sz="600" u="none" cap="none" strike="noStrike">
                          <a:solidFill>
                            <a:schemeClr val="dk1"/>
                          </a:solidFill>
                          <a:latin typeface="Verizon NHG DS"/>
                          <a:ea typeface="Verizon NHG DS"/>
                          <a:cs typeface="Verizon NHG DS"/>
                          <a:sym typeface="Verizon NHG DS"/>
                        </a:rPr>
                        <a:t> Begin UX documentation guidance. </a:t>
                      </a:r>
                      <a:endParaRPr sz="600" u="none" cap="none" strike="noStrike">
                        <a:solidFill>
                          <a:schemeClr val="dk1"/>
                        </a:solidFill>
                        <a:latin typeface="Verizon NHG DS"/>
                        <a:ea typeface="Verizon NHG DS"/>
                        <a:cs typeface="Verizon NHG DS"/>
                        <a:sym typeface="Verizon NHG DS"/>
                      </a:endParaRPr>
                    </a:p>
                  </a:txBody>
                  <a:tcPr marT="64000" marB="64000" marR="64000" marL="640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600"/>
                        <a:buFont typeface="Arial"/>
                        <a:buNone/>
                      </a:pPr>
                      <a:r>
                        <a:rPr lang="en" sz="600" u="none" cap="none" strike="noStrike">
                          <a:solidFill>
                            <a:schemeClr val="dk1"/>
                          </a:solidFill>
                          <a:latin typeface="Verizon NHG DS"/>
                          <a:ea typeface="Verizon NHG DS"/>
                          <a:cs typeface="Verizon NHG DS"/>
                          <a:sym typeface="Verizon NHG DS"/>
                        </a:rPr>
                        <a:t>Planned:</a:t>
                      </a:r>
                      <a:endParaRPr sz="600" u="none" cap="none" strike="noStrike">
                        <a:solidFill>
                          <a:schemeClr val="dk1"/>
                        </a:solidFill>
                        <a:latin typeface="Verizon NHG DS"/>
                        <a:ea typeface="Verizon NHG DS"/>
                        <a:cs typeface="Verizon NHG DS"/>
                        <a:sym typeface="Verizon NHG DS"/>
                      </a:endParaRPr>
                    </a:p>
                    <a:p>
                      <a:pPr indent="-88900" lvl="0" marL="114300" marR="0" rtl="0" algn="l">
                        <a:lnSpc>
                          <a:spcPct val="100000"/>
                        </a:lnSpc>
                        <a:spcBef>
                          <a:spcPts val="0"/>
                        </a:spcBef>
                        <a:spcAft>
                          <a:spcPts val="0"/>
                        </a:spcAft>
                        <a:buClr>
                          <a:schemeClr val="dk1"/>
                        </a:buClr>
                        <a:buSzPts val="500"/>
                        <a:buFont typeface="Verizon NHG DS"/>
                        <a:buChar char="●"/>
                      </a:pPr>
                      <a:r>
                        <a:rPr b="1" lang="en" sz="600" u="none" cap="none" strike="noStrike">
                          <a:solidFill>
                            <a:schemeClr val="dk1"/>
                          </a:solidFill>
                          <a:latin typeface="Verizon NHG DS"/>
                          <a:ea typeface="Verizon NHG DS"/>
                          <a:cs typeface="Verizon NHG DS"/>
                          <a:sym typeface="Verizon NHG DS"/>
                        </a:rPr>
                        <a:t>VQA</a:t>
                      </a:r>
                      <a:r>
                        <a:rPr lang="en" sz="600" u="none" cap="none" strike="noStrike">
                          <a:solidFill>
                            <a:schemeClr val="dk1"/>
                          </a:solidFill>
                          <a:latin typeface="Verizon NHG DS"/>
                          <a:ea typeface="Verizon NHG DS"/>
                          <a:cs typeface="Verizon NHG DS"/>
                          <a:sym typeface="Verizon NHG DS"/>
                        </a:rPr>
                        <a:t> - VQA lab, Test case definitions, Metric tracking dashboards, VQA champion badge on inside verizon.  </a:t>
                      </a:r>
                      <a:endParaRPr sz="600" u="none" cap="none" strike="noStrike">
                        <a:solidFill>
                          <a:schemeClr val="dk1"/>
                        </a:solidFill>
                        <a:latin typeface="Verizon NHG DS"/>
                        <a:ea typeface="Verizon NHG DS"/>
                        <a:cs typeface="Verizon NHG DS"/>
                        <a:sym typeface="Verizon NHG DS"/>
                      </a:endParaRPr>
                    </a:p>
                    <a:p>
                      <a:pPr indent="-88900" lvl="0" marL="114300" marR="0" rtl="0" algn="l">
                        <a:lnSpc>
                          <a:spcPct val="100000"/>
                        </a:lnSpc>
                        <a:spcBef>
                          <a:spcPts val="0"/>
                        </a:spcBef>
                        <a:spcAft>
                          <a:spcPts val="0"/>
                        </a:spcAft>
                        <a:buClr>
                          <a:schemeClr val="dk1"/>
                        </a:buClr>
                        <a:buSzPts val="500"/>
                        <a:buFont typeface="Verizon NHG DS"/>
                        <a:buChar char="●"/>
                      </a:pPr>
                      <a:r>
                        <a:rPr b="1" lang="en" sz="600" u="none" cap="none" strike="noStrike">
                          <a:solidFill>
                            <a:schemeClr val="dk1"/>
                          </a:solidFill>
                          <a:latin typeface="Verizon NHG DS"/>
                          <a:ea typeface="Verizon NHG DS"/>
                          <a:cs typeface="Verizon NHG DS"/>
                          <a:sym typeface="Verizon NHG DS"/>
                        </a:rPr>
                        <a:t>Project Indiana </a:t>
                      </a:r>
                      <a:r>
                        <a:rPr lang="en" sz="600" u="none" cap="none" strike="noStrike">
                          <a:solidFill>
                            <a:schemeClr val="dk1"/>
                          </a:solidFill>
                          <a:latin typeface="Verizon NHG DS"/>
                          <a:ea typeface="Verizon NHG DS"/>
                          <a:cs typeface="Verizon NHG DS"/>
                          <a:sym typeface="Verizon NHG DS"/>
                        </a:rPr>
                        <a:t>Continue support design teams and triage existing defects</a:t>
                      </a:r>
                      <a:endParaRPr sz="600" u="none" cap="none" strike="noStrike">
                        <a:solidFill>
                          <a:schemeClr val="dk1"/>
                        </a:solidFill>
                        <a:latin typeface="Verizon NHG DS"/>
                        <a:ea typeface="Verizon NHG DS"/>
                        <a:cs typeface="Verizon NHG DS"/>
                        <a:sym typeface="Verizon NHG DS"/>
                      </a:endParaRPr>
                    </a:p>
                    <a:p>
                      <a:pPr indent="-88900" lvl="0" marL="114300" marR="0" rtl="0" algn="l">
                        <a:lnSpc>
                          <a:spcPct val="100000"/>
                        </a:lnSpc>
                        <a:spcBef>
                          <a:spcPts val="0"/>
                        </a:spcBef>
                        <a:spcAft>
                          <a:spcPts val="0"/>
                        </a:spcAft>
                        <a:buClr>
                          <a:schemeClr val="dk1"/>
                        </a:buClr>
                        <a:buSzPts val="500"/>
                        <a:buFont typeface="Verizon NHG DS"/>
                        <a:buChar char="●"/>
                      </a:pPr>
                      <a:r>
                        <a:rPr b="1" lang="en" sz="600" u="none" cap="none" strike="noStrike">
                          <a:solidFill>
                            <a:schemeClr val="dk1"/>
                          </a:solidFill>
                          <a:latin typeface="Verizon NHG DS"/>
                          <a:ea typeface="Verizon NHG DS"/>
                          <a:cs typeface="Verizon NHG DS"/>
                          <a:sym typeface="Verizon NHG DS"/>
                        </a:rPr>
                        <a:t>Content </a:t>
                      </a:r>
                      <a:r>
                        <a:rPr lang="en" sz="600" u="none" cap="none" strike="noStrike">
                          <a:solidFill>
                            <a:schemeClr val="dk1"/>
                          </a:solidFill>
                          <a:latin typeface="Verizon NHG DS"/>
                          <a:ea typeface="Verizon NHG DS"/>
                          <a:cs typeface="Verizon NHG DS"/>
                          <a:sym typeface="Verizon NHG DS"/>
                        </a:rPr>
                        <a:t>Authored, socialized, referencable guidance and standards on AI disclosure, AI crafting, Offer terminology, CTA labelling, and Monarch voice. </a:t>
                      </a:r>
                      <a:endParaRPr sz="600" u="none" cap="none" strike="noStrike">
                        <a:solidFill>
                          <a:schemeClr val="dk1"/>
                        </a:solidFill>
                        <a:latin typeface="Verizon NHG DS"/>
                        <a:ea typeface="Verizon NHG DS"/>
                        <a:cs typeface="Verizon NHG DS"/>
                        <a:sym typeface="Verizon NHG DS"/>
                      </a:endParaRPr>
                    </a:p>
                    <a:p>
                      <a:pPr indent="0" lvl="0" marL="457200" marR="0" rtl="0" algn="l">
                        <a:lnSpc>
                          <a:spcPct val="100000"/>
                        </a:lnSpc>
                        <a:spcBef>
                          <a:spcPts val="0"/>
                        </a:spcBef>
                        <a:spcAft>
                          <a:spcPts val="0"/>
                        </a:spcAft>
                        <a:buClr>
                          <a:srgbClr val="000000"/>
                        </a:buClr>
                        <a:buSzPts val="600"/>
                        <a:buFont typeface="Arial"/>
                        <a:buNone/>
                      </a:pPr>
                      <a:r>
                        <a:t/>
                      </a:r>
                      <a:endParaRPr b="1" sz="600" u="none" cap="none" strike="noStrike">
                        <a:solidFill>
                          <a:schemeClr val="dk1"/>
                        </a:solidFill>
                        <a:latin typeface="Verizon NHG DS"/>
                        <a:ea typeface="Verizon NHG DS"/>
                        <a:cs typeface="Verizon NHG DS"/>
                        <a:sym typeface="Verizon NHG DS"/>
                      </a:endParaRPr>
                    </a:p>
                  </a:txBody>
                  <a:tcPr marT="64000" marB="64000" marR="64000" marL="640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100"/>
                        <a:buFont typeface="Arial"/>
                        <a:buNone/>
                      </a:pPr>
                      <a:r>
                        <a:rPr lang="en" sz="600" u="none" cap="none" strike="noStrike">
                          <a:solidFill>
                            <a:schemeClr val="dk1"/>
                          </a:solidFill>
                          <a:latin typeface="Verizon NHG DS"/>
                          <a:ea typeface="Verizon NHG DS"/>
                          <a:cs typeface="Verizon NHG DS"/>
                          <a:sym typeface="Verizon NHG DS"/>
                        </a:rPr>
                        <a:t>Target:</a:t>
                      </a:r>
                      <a:endParaRPr sz="600" u="none" cap="none" strike="noStrike">
                        <a:solidFill>
                          <a:schemeClr val="dk1"/>
                        </a:solidFill>
                        <a:latin typeface="Verizon NHG DS"/>
                        <a:ea typeface="Verizon NHG DS"/>
                        <a:cs typeface="Verizon NHG DS"/>
                        <a:sym typeface="Verizon NHG DS"/>
                      </a:endParaRPr>
                    </a:p>
                    <a:p>
                      <a:pPr indent="-88900" lvl="0" marL="114300" marR="0" rtl="0" algn="l">
                        <a:lnSpc>
                          <a:spcPct val="100000"/>
                        </a:lnSpc>
                        <a:spcBef>
                          <a:spcPts val="0"/>
                        </a:spcBef>
                        <a:spcAft>
                          <a:spcPts val="0"/>
                        </a:spcAft>
                        <a:buClr>
                          <a:schemeClr val="dk1"/>
                        </a:buClr>
                        <a:buSzPts val="500"/>
                        <a:buFont typeface="Verizon NHG DS"/>
                        <a:buChar char="●"/>
                      </a:pPr>
                      <a:r>
                        <a:rPr b="1" lang="en" sz="600" u="none" cap="none" strike="noStrike">
                          <a:solidFill>
                            <a:schemeClr val="dk1"/>
                          </a:solidFill>
                          <a:latin typeface="Verizon NHG DS"/>
                          <a:ea typeface="Verizon NHG DS"/>
                          <a:cs typeface="Verizon NHG DS"/>
                          <a:sym typeface="Verizon NHG DS"/>
                        </a:rPr>
                        <a:t>VQA</a:t>
                      </a:r>
                      <a:r>
                        <a:rPr lang="en" sz="600" u="none" cap="none" strike="noStrike">
                          <a:solidFill>
                            <a:schemeClr val="dk1"/>
                          </a:solidFill>
                          <a:latin typeface="Verizon NHG DS"/>
                          <a:ea typeface="Verizon NHG DS"/>
                          <a:cs typeface="Verizon NHG DS"/>
                          <a:sym typeface="Verizon NHG DS"/>
                        </a:rPr>
                        <a:t> All teams coached on VQA processes, Personas, and Documentation</a:t>
                      </a:r>
                      <a:endParaRPr sz="600" u="none" cap="none" strike="noStrike">
                        <a:solidFill>
                          <a:schemeClr val="dk1"/>
                        </a:solidFill>
                        <a:latin typeface="Verizon NHG DS"/>
                        <a:ea typeface="Verizon NHG DS"/>
                        <a:cs typeface="Verizon NHG DS"/>
                        <a:sym typeface="Verizon NHG DS"/>
                      </a:endParaRPr>
                    </a:p>
                    <a:p>
                      <a:pPr indent="-95250" lvl="0" marL="114300" marR="0" rtl="0" algn="l">
                        <a:lnSpc>
                          <a:spcPct val="100000"/>
                        </a:lnSpc>
                        <a:spcBef>
                          <a:spcPts val="0"/>
                        </a:spcBef>
                        <a:spcAft>
                          <a:spcPts val="0"/>
                        </a:spcAft>
                        <a:buClr>
                          <a:schemeClr val="dk1"/>
                        </a:buClr>
                        <a:buSzPts val="600"/>
                        <a:buFont typeface="Verizon NHG DS"/>
                        <a:buChar char="●"/>
                      </a:pPr>
                      <a:r>
                        <a:rPr b="1" lang="en" sz="600" u="none" cap="none" strike="noStrike">
                          <a:solidFill>
                            <a:schemeClr val="dk1"/>
                          </a:solidFill>
                          <a:latin typeface="Verizon NHG DS"/>
                          <a:ea typeface="Verizon NHG DS"/>
                          <a:cs typeface="Verizon NHG DS"/>
                          <a:sym typeface="Verizon NHG DS"/>
                        </a:rPr>
                        <a:t>Content </a:t>
                      </a:r>
                      <a:r>
                        <a:rPr lang="en" sz="600" u="none" cap="none" strike="noStrike">
                          <a:solidFill>
                            <a:schemeClr val="dk1"/>
                          </a:solidFill>
                          <a:latin typeface="Verizon NHG DS"/>
                          <a:ea typeface="Verizon NHG DS"/>
                          <a:cs typeface="Verizon NHG DS"/>
                          <a:sym typeface="Verizon NHG DS"/>
                        </a:rPr>
                        <a:t>All teams</a:t>
                      </a:r>
                      <a:endParaRPr sz="600" u="none" cap="none" strike="noStrike">
                        <a:solidFill>
                          <a:schemeClr val="dk1"/>
                        </a:solidFill>
                        <a:latin typeface="Verizon NHG DS"/>
                        <a:ea typeface="Verizon NHG DS"/>
                        <a:cs typeface="Verizon NHG DS"/>
                        <a:sym typeface="Verizon NHG DS"/>
                      </a:endParaRPr>
                    </a:p>
                  </a:txBody>
                  <a:tcPr marT="64000" marB="64000" marR="64000" marL="640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r>
              <a:tr h="577775">
                <a:tc>
                  <a:txBody>
                    <a:bodyPr/>
                    <a:lstStyle/>
                    <a:p>
                      <a:pPr indent="0" lvl="0" marL="0" marR="0" rtl="0" algn="l">
                        <a:lnSpc>
                          <a:spcPct val="100000"/>
                        </a:lnSpc>
                        <a:spcBef>
                          <a:spcPts val="0"/>
                        </a:spcBef>
                        <a:spcAft>
                          <a:spcPts val="0"/>
                        </a:spcAft>
                        <a:buClr>
                          <a:schemeClr val="dk1"/>
                        </a:buClr>
                        <a:buSzPts val="1100"/>
                        <a:buFont typeface="Arial"/>
                        <a:buNone/>
                      </a:pPr>
                      <a:r>
                        <a:rPr b="1" lang="en" sz="700" u="none" cap="none" strike="noStrike">
                          <a:solidFill>
                            <a:schemeClr val="dk1"/>
                          </a:solidFill>
                          <a:latin typeface="Verizon NHG DS"/>
                          <a:ea typeface="Verizon NHG DS"/>
                          <a:cs typeface="Verizon NHG DS"/>
                          <a:sym typeface="Verizon NHG DS"/>
                        </a:rPr>
                        <a:t>Performance Goal:  </a:t>
                      </a:r>
                      <a:endParaRPr b="1" sz="700" u="none" cap="none" strike="noStrike">
                        <a:solidFill>
                          <a:schemeClr val="dk1"/>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chemeClr val="dk1"/>
                        </a:buClr>
                        <a:buSzPts val="1100"/>
                        <a:buFont typeface="Arial"/>
                        <a:buNone/>
                      </a:pPr>
                      <a:r>
                        <a:rPr lang="en" sz="700" u="none" cap="none" strike="noStrike">
                          <a:latin typeface="Verizon NHG DS"/>
                          <a:ea typeface="Verizon NHG DS"/>
                          <a:cs typeface="Verizon NHG DS"/>
                          <a:sym typeface="Verizon NHG DS"/>
                        </a:rPr>
                        <a:t>Brand Development</a:t>
                      </a:r>
                      <a:endParaRPr sz="700" u="none" cap="none" strike="noStrike">
                        <a:latin typeface="Verizon NHG DS"/>
                        <a:ea typeface="Verizon NHG DS"/>
                        <a:cs typeface="Verizon NHG DS"/>
                        <a:sym typeface="Verizon NHG DS"/>
                      </a:endParaRPr>
                    </a:p>
                  </a:txBody>
                  <a:tcPr marT="64000" marB="64000" marR="64000" marL="640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88900" lvl="0" marL="114300" marR="0" rtl="0" algn="l">
                        <a:lnSpc>
                          <a:spcPct val="100000"/>
                        </a:lnSpc>
                        <a:spcBef>
                          <a:spcPts val="0"/>
                        </a:spcBef>
                        <a:spcAft>
                          <a:spcPts val="0"/>
                        </a:spcAft>
                        <a:buClr>
                          <a:schemeClr val="dk1"/>
                        </a:buClr>
                        <a:buSzPts val="500"/>
                        <a:buFont typeface="Verizon NHG DS"/>
                        <a:buChar char="●"/>
                      </a:pPr>
                      <a:r>
                        <a:rPr b="1" lang="en" sz="600" u="none" cap="none" strike="noStrike">
                          <a:solidFill>
                            <a:schemeClr val="dk1"/>
                          </a:solidFill>
                          <a:latin typeface="Verizon NHG DS"/>
                          <a:ea typeface="Verizon NHG DS"/>
                          <a:cs typeface="Verizon NHG DS"/>
                          <a:sym typeface="Verizon NHG DS"/>
                        </a:rPr>
                        <a:t>Monarch </a:t>
                      </a:r>
                      <a:r>
                        <a:rPr lang="en" sz="600" u="none" cap="none" strike="noStrike">
                          <a:solidFill>
                            <a:schemeClr val="dk1"/>
                          </a:solidFill>
                          <a:latin typeface="Verizon NHG DS"/>
                          <a:ea typeface="Verizon NHG DS"/>
                          <a:cs typeface="Verizon NHG DS"/>
                          <a:sym typeface="Verizon NHG DS"/>
                        </a:rPr>
                        <a:t>Aligned and delivered major foundations with VDS. Currently working through documentation for public access to Beta</a:t>
                      </a:r>
                      <a:endParaRPr sz="600" u="none" cap="none" strike="noStrike">
                        <a:solidFill>
                          <a:schemeClr val="dk1"/>
                        </a:solidFill>
                        <a:latin typeface="Verizon NHG DS"/>
                        <a:ea typeface="Verizon NHG DS"/>
                        <a:cs typeface="Verizon NHG DS"/>
                        <a:sym typeface="Verizon NHG DS"/>
                      </a:endParaRPr>
                    </a:p>
                    <a:p>
                      <a:pPr indent="-88900" lvl="0" marL="114300" marR="0" rtl="0" algn="l">
                        <a:lnSpc>
                          <a:spcPct val="100000"/>
                        </a:lnSpc>
                        <a:spcBef>
                          <a:spcPts val="0"/>
                        </a:spcBef>
                        <a:spcAft>
                          <a:spcPts val="0"/>
                        </a:spcAft>
                        <a:buClr>
                          <a:schemeClr val="dk1"/>
                        </a:buClr>
                        <a:buSzPts val="500"/>
                        <a:buFont typeface="Verizon NHG DS"/>
                        <a:buChar char="●"/>
                      </a:pPr>
                      <a:r>
                        <a:rPr b="1" lang="en" sz="600" u="none" cap="none" strike="noStrike">
                          <a:solidFill>
                            <a:schemeClr val="dk1"/>
                          </a:solidFill>
                          <a:latin typeface="Verizon NHG DS"/>
                          <a:ea typeface="Verizon NHG DS"/>
                          <a:cs typeface="Verizon NHG DS"/>
                          <a:sym typeface="Verizon NHG DS"/>
                        </a:rPr>
                        <a:t>Vision</a:t>
                      </a:r>
                      <a:r>
                        <a:rPr lang="en" sz="600" u="none" cap="none" strike="noStrike">
                          <a:solidFill>
                            <a:schemeClr val="dk1"/>
                          </a:solidFill>
                          <a:latin typeface="Verizon NHG DS"/>
                          <a:ea typeface="Verizon NHG DS"/>
                          <a:cs typeface="Verizon NHG DS"/>
                          <a:sym typeface="Verizon NHG DS"/>
                        </a:rPr>
                        <a:t> Developing vision prototype to illustrate Monarch and App Ecosystem strategy</a:t>
                      </a:r>
                      <a:endParaRPr sz="1400" u="none" cap="none" strike="noStrike">
                        <a:latin typeface="Verizon NHG DS"/>
                        <a:ea typeface="Verizon NHG DS"/>
                        <a:cs typeface="Verizon NHG DS"/>
                        <a:sym typeface="Verizon NHG DS"/>
                      </a:endParaRPr>
                    </a:p>
                  </a:txBody>
                  <a:tcPr marT="64000" marB="64000" marR="64000" marL="640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600"/>
                        <a:buFont typeface="Arial"/>
                        <a:buNone/>
                      </a:pPr>
                      <a:r>
                        <a:rPr lang="en" sz="600" u="none" cap="none" strike="noStrike">
                          <a:solidFill>
                            <a:schemeClr val="dk1"/>
                          </a:solidFill>
                          <a:latin typeface="Verizon NHG DS"/>
                          <a:ea typeface="Verizon NHG DS"/>
                          <a:cs typeface="Verizon NHG DS"/>
                          <a:sym typeface="Verizon NHG DS"/>
                        </a:rPr>
                        <a:t>Launched:</a:t>
                      </a:r>
                      <a:endParaRPr sz="600" u="none" cap="none" strike="noStrike">
                        <a:solidFill>
                          <a:schemeClr val="dk1"/>
                        </a:solidFill>
                        <a:latin typeface="Verizon NHG DS"/>
                        <a:ea typeface="Verizon NHG DS"/>
                        <a:cs typeface="Verizon NHG DS"/>
                        <a:sym typeface="Verizon NHG DS"/>
                      </a:endParaRPr>
                    </a:p>
                    <a:p>
                      <a:pPr indent="-88900" lvl="0" marL="114300" marR="0" rtl="0" algn="l">
                        <a:lnSpc>
                          <a:spcPct val="100000"/>
                        </a:lnSpc>
                        <a:spcBef>
                          <a:spcPts val="0"/>
                        </a:spcBef>
                        <a:spcAft>
                          <a:spcPts val="0"/>
                        </a:spcAft>
                        <a:buClr>
                          <a:schemeClr val="dk1"/>
                        </a:buClr>
                        <a:buSzPts val="500"/>
                        <a:buFont typeface="Verizon NHG DS"/>
                        <a:buChar char="●"/>
                      </a:pPr>
                      <a:r>
                        <a:rPr b="1" lang="en" sz="600" u="none" cap="none" strike="noStrike">
                          <a:solidFill>
                            <a:schemeClr val="dk1"/>
                          </a:solidFill>
                          <a:latin typeface="Verizon NHG DS"/>
                          <a:ea typeface="Verizon NHG DS"/>
                          <a:cs typeface="Verizon NHG DS"/>
                          <a:sym typeface="Verizon NHG DS"/>
                        </a:rPr>
                        <a:t>Vision</a:t>
                      </a:r>
                      <a:r>
                        <a:rPr lang="en" sz="600" u="none" cap="none" strike="noStrike">
                          <a:solidFill>
                            <a:schemeClr val="dk1"/>
                          </a:solidFill>
                          <a:latin typeface="Verizon NHG DS"/>
                          <a:ea typeface="Verizon NHG DS"/>
                          <a:cs typeface="Verizon NHG DS"/>
                          <a:sym typeface="Verizon NHG DS"/>
                        </a:rPr>
                        <a:t> delivered as visual guidance for Pathfinder. Currently working on post-MVP roadmap.</a:t>
                      </a:r>
                      <a:endParaRPr sz="600" u="none" cap="none" strike="noStrike">
                        <a:solidFill>
                          <a:schemeClr val="dk1"/>
                        </a:solidFill>
                        <a:latin typeface="Verizon NHG DS"/>
                        <a:ea typeface="Verizon NHG DS"/>
                        <a:cs typeface="Verizon NHG DS"/>
                        <a:sym typeface="Verizon NHG DS"/>
                      </a:endParaRPr>
                    </a:p>
                    <a:p>
                      <a:pPr indent="-95250" lvl="0" marL="114300" marR="0" rtl="0" algn="l">
                        <a:lnSpc>
                          <a:spcPct val="100000"/>
                        </a:lnSpc>
                        <a:spcBef>
                          <a:spcPts val="0"/>
                        </a:spcBef>
                        <a:spcAft>
                          <a:spcPts val="0"/>
                        </a:spcAft>
                        <a:buClr>
                          <a:schemeClr val="dk1"/>
                        </a:buClr>
                        <a:buSzPts val="600"/>
                        <a:buFont typeface="Verizon NHG DS"/>
                        <a:buChar char="●"/>
                      </a:pPr>
                      <a:r>
                        <a:rPr b="1" lang="en" sz="600" u="none" cap="none" strike="noStrike">
                          <a:solidFill>
                            <a:schemeClr val="dk1"/>
                          </a:solidFill>
                          <a:latin typeface="Verizon NHG DS"/>
                          <a:ea typeface="Verizon NHG DS"/>
                          <a:cs typeface="Verizon NHG DS"/>
                          <a:sym typeface="Verizon NHG DS"/>
                        </a:rPr>
                        <a:t>AI Pattern</a:t>
                      </a:r>
                      <a:r>
                        <a:rPr lang="en" sz="600" u="none" cap="none" strike="noStrike">
                          <a:solidFill>
                            <a:schemeClr val="dk1"/>
                          </a:solidFill>
                          <a:latin typeface="Verizon NHG DS"/>
                          <a:ea typeface="Verizon NHG DS"/>
                          <a:cs typeface="Verizon NHG DS"/>
                          <a:sym typeface="Verizon NHG DS"/>
                        </a:rPr>
                        <a:t> Delivered Gen aI disclosure patterns</a:t>
                      </a:r>
                      <a:endParaRPr sz="600" u="none" cap="none" strike="noStrike">
                        <a:solidFill>
                          <a:schemeClr val="dk1"/>
                        </a:solidFill>
                        <a:latin typeface="Verizon NHG DS"/>
                        <a:ea typeface="Verizon NHG DS"/>
                        <a:cs typeface="Verizon NHG DS"/>
                        <a:sym typeface="Verizon NHG DS"/>
                      </a:endParaRPr>
                    </a:p>
                    <a:p>
                      <a:pPr indent="-95250" lvl="0" marL="114300" marR="0" rtl="0" algn="l">
                        <a:lnSpc>
                          <a:spcPct val="100000"/>
                        </a:lnSpc>
                        <a:spcBef>
                          <a:spcPts val="0"/>
                        </a:spcBef>
                        <a:spcAft>
                          <a:spcPts val="0"/>
                        </a:spcAft>
                        <a:buClr>
                          <a:schemeClr val="dk1"/>
                        </a:buClr>
                        <a:buSzPts val="600"/>
                        <a:buFont typeface="Verizon NHG DS"/>
                        <a:buChar char="●"/>
                      </a:pPr>
                      <a:r>
                        <a:rPr b="1" lang="en" sz="600" u="none" cap="none" strike="noStrike">
                          <a:solidFill>
                            <a:schemeClr val="dk1"/>
                          </a:solidFill>
                          <a:latin typeface="Verizon NHG DS"/>
                          <a:ea typeface="Verizon NHG DS"/>
                          <a:cs typeface="Verizon NHG DS"/>
                          <a:sym typeface="Verizon NHG DS"/>
                        </a:rPr>
                        <a:t>Red Door </a:t>
                      </a:r>
                      <a:r>
                        <a:rPr lang="en" sz="600" u="none" cap="none" strike="noStrike">
                          <a:solidFill>
                            <a:schemeClr val="dk1"/>
                          </a:solidFill>
                          <a:latin typeface="Verizon NHG DS"/>
                          <a:ea typeface="Verizon NHG DS"/>
                          <a:cs typeface="Verizon NHG DS"/>
                          <a:sym typeface="Verizon NHG DS"/>
                        </a:rPr>
                        <a:t>New more heavily branded red navigation and sign in. </a:t>
                      </a:r>
                      <a:endParaRPr sz="600" u="none" cap="none" strike="noStrike">
                        <a:solidFill>
                          <a:schemeClr val="dk1"/>
                        </a:solidFill>
                        <a:latin typeface="Verizon NHG DS"/>
                        <a:ea typeface="Verizon NHG DS"/>
                        <a:cs typeface="Verizon NHG DS"/>
                        <a:sym typeface="Verizon NHG DS"/>
                      </a:endParaRPr>
                    </a:p>
                  </a:txBody>
                  <a:tcPr marT="64000" marB="64000" marR="64000" marL="640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600"/>
                        <a:buFont typeface="Arial"/>
                        <a:buNone/>
                      </a:pPr>
                      <a:r>
                        <a:rPr lang="en" sz="600" u="none" cap="none" strike="noStrike">
                          <a:solidFill>
                            <a:schemeClr val="dk1"/>
                          </a:solidFill>
                          <a:latin typeface="Verizon NHG DS"/>
                          <a:ea typeface="Verizon NHG DS"/>
                          <a:cs typeface="Verizon NHG DS"/>
                          <a:sym typeface="Verizon NHG DS"/>
                        </a:rPr>
                        <a:t>In progress:</a:t>
                      </a:r>
                      <a:endParaRPr sz="600" u="none" cap="none" strike="noStrike">
                        <a:solidFill>
                          <a:schemeClr val="dk1"/>
                        </a:solidFill>
                        <a:latin typeface="Verizon NHG DS"/>
                        <a:ea typeface="Verizon NHG DS"/>
                        <a:cs typeface="Verizon NHG DS"/>
                        <a:sym typeface="Verizon NHG DS"/>
                      </a:endParaRPr>
                    </a:p>
                    <a:p>
                      <a:pPr indent="-86614" lvl="0" marL="109728" marR="0" rtl="0" algn="l">
                        <a:lnSpc>
                          <a:spcPct val="100000"/>
                        </a:lnSpc>
                        <a:spcBef>
                          <a:spcPts val="0"/>
                        </a:spcBef>
                        <a:spcAft>
                          <a:spcPts val="0"/>
                        </a:spcAft>
                        <a:buClr>
                          <a:schemeClr val="dk1"/>
                        </a:buClr>
                        <a:buSzPts val="500"/>
                        <a:buFont typeface="Verizon NHG DS"/>
                        <a:buChar char="●"/>
                      </a:pPr>
                      <a:r>
                        <a:rPr b="1" lang="en" sz="600" u="none" cap="none" strike="noStrike">
                          <a:solidFill>
                            <a:schemeClr val="dk1"/>
                          </a:solidFill>
                          <a:latin typeface="Verizon NHG DS"/>
                          <a:ea typeface="Verizon NHG DS"/>
                          <a:cs typeface="Verizon NHG DS"/>
                          <a:sym typeface="Verizon NHG DS"/>
                        </a:rPr>
                        <a:t>Monarch x Assistant </a:t>
                      </a:r>
                      <a:r>
                        <a:rPr lang="en" sz="600" u="none" cap="none" strike="noStrike">
                          <a:solidFill>
                            <a:schemeClr val="dk1"/>
                          </a:solidFill>
                          <a:latin typeface="Verizon NHG DS"/>
                          <a:ea typeface="Verizon NHG DS"/>
                          <a:cs typeface="Verizon NHG DS"/>
                          <a:sym typeface="Verizon NHG DS"/>
                        </a:rPr>
                        <a:t>Defining the styles for the Verizon assistant tUI  aligned with monarch in light and dark themes.</a:t>
                      </a:r>
                      <a:endParaRPr sz="600" u="none" cap="none" strike="noStrike">
                        <a:solidFill>
                          <a:schemeClr val="dk1"/>
                        </a:solidFill>
                        <a:latin typeface="Verizon NHG DS"/>
                        <a:ea typeface="Verizon NHG DS"/>
                        <a:cs typeface="Verizon NHG DS"/>
                        <a:sym typeface="Verizon NHG DS"/>
                      </a:endParaRPr>
                    </a:p>
                    <a:p>
                      <a:pPr indent="-86614" lvl="0" marL="109728" marR="0" rtl="0" algn="l">
                        <a:lnSpc>
                          <a:spcPct val="100000"/>
                        </a:lnSpc>
                        <a:spcBef>
                          <a:spcPts val="0"/>
                        </a:spcBef>
                        <a:spcAft>
                          <a:spcPts val="0"/>
                        </a:spcAft>
                        <a:buClr>
                          <a:schemeClr val="dk1"/>
                        </a:buClr>
                        <a:buSzPts val="500"/>
                        <a:buFont typeface="Verizon NHG DS"/>
                        <a:buChar char="●"/>
                      </a:pPr>
                      <a:r>
                        <a:rPr b="1" lang="en" sz="600" u="none" cap="none" strike="noStrike">
                          <a:solidFill>
                            <a:schemeClr val="dk1"/>
                          </a:solidFill>
                          <a:latin typeface="Verizon NHG DS"/>
                          <a:ea typeface="Verizon NHG DS"/>
                          <a:cs typeface="Verizon NHG DS"/>
                          <a:sym typeface="Verizon NHG DS"/>
                        </a:rPr>
                        <a:t>Monarch x Darwin </a:t>
                      </a:r>
                      <a:r>
                        <a:rPr lang="en" sz="600" u="none" cap="none" strike="noStrike">
                          <a:solidFill>
                            <a:schemeClr val="dk1"/>
                          </a:solidFill>
                          <a:latin typeface="Verizon NHG DS"/>
                          <a:ea typeface="Verizon NHG DS"/>
                          <a:cs typeface="Verizon NHG DS"/>
                          <a:sym typeface="Verizon NHG DS"/>
                        </a:rPr>
                        <a:t>Defining the visual direction of the Darwin apps in relation to Monarch and Core services</a:t>
                      </a:r>
                      <a:endParaRPr sz="600" u="none" cap="none" strike="noStrike">
                        <a:solidFill>
                          <a:schemeClr val="dk1"/>
                        </a:solidFill>
                        <a:latin typeface="Verizon NHG DS"/>
                        <a:ea typeface="Verizon NHG DS"/>
                        <a:cs typeface="Verizon NHG DS"/>
                        <a:sym typeface="Verizon NHG DS"/>
                      </a:endParaRPr>
                    </a:p>
                    <a:p>
                      <a:pPr indent="-92964" lvl="0" marL="109728" marR="0" rtl="0" algn="l">
                        <a:lnSpc>
                          <a:spcPct val="100000"/>
                        </a:lnSpc>
                        <a:spcBef>
                          <a:spcPts val="0"/>
                        </a:spcBef>
                        <a:spcAft>
                          <a:spcPts val="0"/>
                        </a:spcAft>
                        <a:buClr>
                          <a:schemeClr val="dk1"/>
                        </a:buClr>
                        <a:buSzPts val="600"/>
                        <a:buFont typeface="Verizon NHG DS"/>
                        <a:buChar char="●"/>
                      </a:pPr>
                      <a:r>
                        <a:rPr b="1" lang="en" sz="600" u="none" cap="none" strike="noStrike">
                          <a:solidFill>
                            <a:schemeClr val="dk1"/>
                          </a:solidFill>
                          <a:latin typeface="Verizon NHG DS"/>
                          <a:ea typeface="Verizon NHG DS"/>
                          <a:cs typeface="Verizon NHG DS"/>
                          <a:sym typeface="Verizon NHG DS"/>
                        </a:rPr>
                        <a:t>Rebranding Planning 2026 </a:t>
                      </a:r>
                      <a:r>
                        <a:rPr lang="en" sz="600" u="none" cap="none" strike="noStrike">
                          <a:solidFill>
                            <a:schemeClr val="dk1"/>
                          </a:solidFill>
                          <a:latin typeface="Verizon NHG DS"/>
                          <a:ea typeface="Verizon NHG DS"/>
                          <a:cs typeface="Verizon NHG DS"/>
                          <a:sym typeface="Verizon NHG DS"/>
                        </a:rPr>
                        <a:t>Creating a prioritized project to rebrand older experiences in 2026. </a:t>
                      </a:r>
                      <a:endParaRPr sz="600" u="none" cap="none" strike="noStrike">
                        <a:solidFill>
                          <a:schemeClr val="dk1"/>
                        </a:solidFill>
                        <a:latin typeface="Verizon NHG DS"/>
                        <a:ea typeface="Verizon NHG DS"/>
                        <a:cs typeface="Verizon NHG DS"/>
                        <a:sym typeface="Verizon NHG DS"/>
                      </a:endParaRPr>
                    </a:p>
                  </a:txBody>
                  <a:tcPr marT="64000" marB="64000" marR="64000" marL="640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100"/>
                        <a:buFont typeface="Arial"/>
                        <a:buNone/>
                      </a:pPr>
                      <a:r>
                        <a:rPr lang="en" sz="600" u="none" cap="none" strike="noStrike">
                          <a:solidFill>
                            <a:schemeClr val="dk1"/>
                          </a:solidFill>
                          <a:latin typeface="Verizon NHG DS"/>
                          <a:ea typeface="Verizon NHG DS"/>
                          <a:cs typeface="Verizon NHG DS"/>
                          <a:sym typeface="Verizon NHG DS"/>
                        </a:rPr>
                        <a:t>Target:</a:t>
                      </a:r>
                      <a:endParaRPr sz="600" u="none" cap="none" strike="noStrike">
                        <a:solidFill>
                          <a:schemeClr val="dk1"/>
                        </a:solidFill>
                        <a:latin typeface="Verizon NHG DS"/>
                        <a:ea typeface="Verizon NHG DS"/>
                        <a:cs typeface="Verizon NHG DS"/>
                        <a:sym typeface="Verizon NHG DS"/>
                      </a:endParaRPr>
                    </a:p>
                    <a:p>
                      <a:pPr indent="-88900" lvl="0" marL="114300" marR="0" rtl="0" algn="l">
                        <a:lnSpc>
                          <a:spcPct val="100000"/>
                        </a:lnSpc>
                        <a:spcBef>
                          <a:spcPts val="0"/>
                        </a:spcBef>
                        <a:spcAft>
                          <a:spcPts val="0"/>
                        </a:spcAft>
                        <a:buClr>
                          <a:schemeClr val="dk1"/>
                        </a:buClr>
                        <a:buSzPts val="500"/>
                        <a:buFont typeface="Verizon NHG DS"/>
                        <a:buChar char="●"/>
                      </a:pPr>
                      <a:r>
                        <a:rPr b="1" lang="en" sz="600" u="none" cap="none" strike="noStrike">
                          <a:solidFill>
                            <a:schemeClr val="dk1"/>
                          </a:solidFill>
                          <a:latin typeface="Verizon NHG DS"/>
                          <a:ea typeface="Verizon NHG DS"/>
                          <a:cs typeface="Verizon NHG DS"/>
                          <a:sym typeface="Verizon NHG DS"/>
                        </a:rPr>
                        <a:t>Assistant</a:t>
                      </a:r>
                      <a:r>
                        <a:rPr lang="en" sz="600" u="none" cap="none" strike="noStrike">
                          <a:solidFill>
                            <a:schemeClr val="dk1"/>
                          </a:solidFill>
                          <a:latin typeface="Verizon NHG DS"/>
                          <a:ea typeface="Verizon NHG DS"/>
                          <a:cs typeface="Verizon NHG DS"/>
                          <a:sym typeface="Verizon NHG DS"/>
                        </a:rPr>
                        <a:t>  backlog and expansion to other chat clients</a:t>
                      </a:r>
                      <a:endParaRPr sz="600" u="none" cap="none" strike="noStrike">
                        <a:solidFill>
                          <a:schemeClr val="dk1"/>
                        </a:solidFill>
                        <a:latin typeface="Verizon NHG DS"/>
                        <a:ea typeface="Verizon NHG DS"/>
                        <a:cs typeface="Verizon NHG DS"/>
                        <a:sym typeface="Verizon NHG DS"/>
                      </a:endParaRPr>
                    </a:p>
                    <a:p>
                      <a:pPr indent="-95250" lvl="0" marL="114300" marR="0" rtl="0" algn="l">
                        <a:lnSpc>
                          <a:spcPct val="100000"/>
                        </a:lnSpc>
                        <a:spcBef>
                          <a:spcPts val="0"/>
                        </a:spcBef>
                        <a:spcAft>
                          <a:spcPts val="0"/>
                        </a:spcAft>
                        <a:buClr>
                          <a:schemeClr val="dk1"/>
                        </a:buClr>
                        <a:buSzPts val="600"/>
                        <a:buFont typeface="Verizon NHG DS"/>
                        <a:buChar char="●"/>
                      </a:pPr>
                      <a:r>
                        <a:rPr b="1" lang="en" sz="600" u="none" cap="none" strike="noStrike">
                          <a:solidFill>
                            <a:schemeClr val="dk1"/>
                          </a:solidFill>
                          <a:latin typeface="Verizon NHG DS"/>
                          <a:ea typeface="Verizon NHG DS"/>
                          <a:cs typeface="Verizon NHG DS"/>
                          <a:sym typeface="Verizon NHG DS"/>
                        </a:rPr>
                        <a:t>Darwin </a:t>
                      </a:r>
                      <a:r>
                        <a:rPr lang="en" sz="600" u="none" cap="none" strike="noStrike">
                          <a:solidFill>
                            <a:schemeClr val="dk1"/>
                          </a:solidFill>
                          <a:latin typeface="Verizon NHG DS"/>
                          <a:ea typeface="Verizon NHG DS"/>
                          <a:cs typeface="Verizon NHG DS"/>
                          <a:sym typeface="Verizon NHG DS"/>
                        </a:rPr>
                        <a:t>in development</a:t>
                      </a:r>
                      <a:endParaRPr sz="1400" u="none" cap="none" strike="noStrike">
                        <a:latin typeface="Verizon NHG DS"/>
                        <a:ea typeface="Verizon NHG DS"/>
                        <a:cs typeface="Verizon NHG DS"/>
                        <a:sym typeface="Verizon NHG DS"/>
                      </a:endParaRPr>
                    </a:p>
                  </a:txBody>
                  <a:tcPr marT="64000" marB="64000" marR="64000" marL="64000">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r>
            </a:tbl>
          </a:graphicData>
        </a:graphic>
      </p:graphicFrame>
      <p:sp>
        <p:nvSpPr>
          <p:cNvPr id="2132" name="Google Shape;2132;p319"/>
          <p:cNvSpPr txBox="1"/>
          <p:nvPr/>
        </p:nvSpPr>
        <p:spPr>
          <a:xfrm>
            <a:off x="314325" y="302981"/>
            <a:ext cx="1633500" cy="132900"/>
          </a:xfrm>
          <a:prstGeom prst="rect">
            <a:avLst/>
          </a:prstGeom>
          <a:noFill/>
          <a:ln>
            <a:noFill/>
          </a:ln>
        </p:spPr>
        <p:txBody>
          <a:bodyPr anchorCtr="0" anchor="t" bIns="0" lIns="0" spcFirstLastPara="1" rIns="0" wrap="square" tIns="9525">
            <a:spAutoFit/>
          </a:bodyPr>
          <a:lstStyle/>
          <a:p>
            <a:pPr indent="0" lvl="0" marL="12700" marR="0" rtl="0" algn="l">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Verizon NHG TX"/>
                <a:ea typeface="Verizon NHG TX"/>
                <a:cs typeface="Verizon NHG TX"/>
                <a:sym typeface="Verizon NHG TX"/>
              </a:rPr>
              <a:t>2025 | Experience Design</a:t>
            </a:r>
            <a:endParaRPr b="0" i="0" sz="800" u="none" cap="none" strike="noStrike">
              <a:solidFill>
                <a:srgbClr val="000000"/>
              </a:solidFill>
              <a:latin typeface="Verizon NHG TX"/>
              <a:ea typeface="Verizon NHG TX"/>
              <a:cs typeface="Verizon NHG TX"/>
              <a:sym typeface="Verizon NHG TX"/>
            </a:endParaRPr>
          </a:p>
        </p:txBody>
      </p:sp>
      <p:sp>
        <p:nvSpPr>
          <p:cNvPr id="2133" name="Google Shape;2133;p319"/>
          <p:cNvSpPr txBox="1"/>
          <p:nvPr>
            <p:ph type="title"/>
          </p:nvPr>
        </p:nvSpPr>
        <p:spPr>
          <a:xfrm>
            <a:off x="311944" y="421670"/>
            <a:ext cx="6207300" cy="526800"/>
          </a:xfrm>
          <a:prstGeom prst="rect">
            <a:avLst/>
          </a:prstGeom>
          <a:noFill/>
          <a:ln>
            <a:noFill/>
          </a:ln>
        </p:spPr>
        <p:txBody>
          <a:bodyPr anchorCtr="0" anchor="t" bIns="0" lIns="0" spcFirstLastPara="1" rIns="0" wrap="square" tIns="9525">
            <a:spAutoFit/>
          </a:bodyPr>
          <a:lstStyle/>
          <a:p>
            <a:pPr indent="0" lvl="0" marL="0" rtl="0" algn="l">
              <a:lnSpc>
                <a:spcPct val="80000"/>
              </a:lnSpc>
              <a:spcBef>
                <a:spcPts val="0"/>
              </a:spcBef>
              <a:spcAft>
                <a:spcPts val="0"/>
              </a:spcAft>
              <a:buClr>
                <a:schemeClr val="dk1"/>
              </a:buClr>
              <a:buSzPts val="800"/>
              <a:buFont typeface="Arial"/>
              <a:buNone/>
            </a:pPr>
            <a:r>
              <a:rPr lang="en"/>
              <a:t>Design Systems &amp; Unity | </a:t>
            </a:r>
            <a:r>
              <a:rPr lang="en">
                <a:solidFill>
                  <a:schemeClr val="accent6"/>
                </a:solidFill>
              </a:rPr>
              <a:t>2025 Quarterly Milestones (Andrew Pendleton, Brandy Bora)</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7" name="Shape 2137"/>
        <p:cNvGrpSpPr/>
        <p:nvPr/>
      </p:nvGrpSpPr>
      <p:grpSpPr>
        <a:xfrm>
          <a:off x="0" y="0"/>
          <a:ext cx="0" cy="0"/>
          <a:chOff x="0" y="0"/>
          <a:chExt cx="0" cy="0"/>
        </a:xfrm>
      </p:grpSpPr>
      <p:sp>
        <p:nvSpPr>
          <p:cNvPr id="2138" name="Google Shape;2138;p320"/>
          <p:cNvSpPr txBox="1"/>
          <p:nvPr>
            <p:ph type="title"/>
          </p:nvPr>
        </p:nvSpPr>
        <p:spPr>
          <a:xfrm>
            <a:off x="473875" y="469100"/>
            <a:ext cx="7166100" cy="1325100"/>
          </a:xfrm>
          <a:prstGeom prst="rect">
            <a:avLst/>
          </a:prstGeom>
          <a:noFill/>
          <a:ln>
            <a:noFill/>
          </a:ln>
        </p:spPr>
        <p:txBody>
          <a:bodyPr anchorCtr="0" anchor="t" bIns="0" lIns="0" spcFirstLastPara="1" rIns="0" wrap="square" tIns="0">
            <a:normAutofit fontScale="90000"/>
          </a:bodyPr>
          <a:lstStyle/>
          <a:p>
            <a:pPr indent="0" lvl="0" marL="0" rtl="0" algn="l">
              <a:lnSpc>
                <a:spcPct val="90000"/>
              </a:lnSpc>
              <a:spcBef>
                <a:spcPts val="0"/>
              </a:spcBef>
              <a:spcAft>
                <a:spcPts val="0"/>
              </a:spcAft>
              <a:buSzPct val="118203"/>
              <a:buNone/>
            </a:pPr>
            <a:r>
              <a:rPr lang="en" sz="4700"/>
              <a:t>Experience Design | Quarterly Update </a:t>
            </a:r>
            <a:endParaRPr sz="4700"/>
          </a:p>
          <a:p>
            <a:pPr indent="0" lvl="0" marL="0" rtl="0" algn="l">
              <a:lnSpc>
                <a:spcPct val="90000"/>
              </a:lnSpc>
              <a:spcBef>
                <a:spcPts val="0"/>
              </a:spcBef>
              <a:spcAft>
                <a:spcPts val="0"/>
              </a:spcAft>
              <a:buSzPct val="118203"/>
              <a:buNone/>
            </a:pPr>
            <a:r>
              <a:t/>
            </a:r>
            <a:endParaRPr sz="4700"/>
          </a:p>
          <a:p>
            <a:pPr indent="0" lvl="0" marL="0" rtl="0" algn="l">
              <a:lnSpc>
                <a:spcPct val="90000"/>
              </a:lnSpc>
              <a:spcBef>
                <a:spcPts val="0"/>
              </a:spcBef>
              <a:spcAft>
                <a:spcPts val="0"/>
              </a:spcAft>
              <a:buSzPct val="118203"/>
              <a:buNone/>
            </a:pPr>
            <a:r>
              <a:t/>
            </a:r>
            <a:endParaRPr sz="4700"/>
          </a:p>
          <a:p>
            <a:pPr indent="0" lvl="0" marL="0" rtl="0" algn="l">
              <a:lnSpc>
                <a:spcPct val="90000"/>
              </a:lnSpc>
              <a:spcBef>
                <a:spcPts val="0"/>
              </a:spcBef>
              <a:spcAft>
                <a:spcPts val="0"/>
              </a:spcAft>
              <a:buSzPct val="118203"/>
              <a:buNone/>
            </a:pPr>
            <a:r>
              <a:t/>
            </a:r>
            <a:endParaRPr sz="4700"/>
          </a:p>
          <a:p>
            <a:pPr indent="0" lvl="0" marL="0" rtl="0" algn="l">
              <a:lnSpc>
                <a:spcPct val="90000"/>
              </a:lnSpc>
              <a:spcBef>
                <a:spcPts val="0"/>
              </a:spcBef>
              <a:spcAft>
                <a:spcPts val="0"/>
              </a:spcAft>
              <a:buSzPct val="118203"/>
              <a:buNone/>
            </a:pPr>
            <a:r>
              <a:t/>
            </a:r>
            <a:endParaRPr sz="47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3" name="Shape 2143"/>
        <p:cNvGrpSpPr/>
        <p:nvPr/>
      </p:nvGrpSpPr>
      <p:grpSpPr>
        <a:xfrm>
          <a:off x="0" y="0"/>
          <a:ext cx="0" cy="0"/>
          <a:chOff x="0" y="0"/>
          <a:chExt cx="0" cy="0"/>
        </a:xfrm>
      </p:grpSpPr>
      <p:sp>
        <p:nvSpPr>
          <p:cNvPr id="2144" name="Google Shape;2144;p321"/>
          <p:cNvSpPr txBox="1"/>
          <p:nvPr>
            <p:ph idx="12" type="sldNum"/>
          </p:nvPr>
        </p:nvSpPr>
        <p:spPr>
          <a:xfrm>
            <a:off x="8625207" y="4735061"/>
            <a:ext cx="264300" cy="1692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rgbClr val="000000"/>
              </a:buClr>
              <a:buSzPts val="1100"/>
              <a:buFont typeface="Arial"/>
              <a:buNone/>
            </a:pPr>
            <a:fld id="{00000000-1234-1234-1234-123412341234}" type="slidenum">
              <a:rPr lang="en"/>
              <a:t>‹#›</a:t>
            </a:fld>
            <a:endParaRPr/>
          </a:p>
        </p:txBody>
      </p:sp>
      <p:grpSp>
        <p:nvGrpSpPr>
          <p:cNvPr id="2145" name="Google Shape;2145;p321"/>
          <p:cNvGrpSpPr/>
          <p:nvPr/>
        </p:nvGrpSpPr>
        <p:grpSpPr>
          <a:xfrm>
            <a:off x="5204664" y="220975"/>
            <a:ext cx="3634639" cy="107709"/>
            <a:chOff x="4807664" y="631900"/>
            <a:chExt cx="3634639" cy="107709"/>
          </a:xfrm>
        </p:grpSpPr>
        <p:sp>
          <p:nvSpPr>
            <p:cNvPr id="2146" name="Google Shape;2146;p321"/>
            <p:cNvSpPr txBox="1"/>
            <p:nvPr/>
          </p:nvSpPr>
          <p:spPr>
            <a:xfrm>
              <a:off x="6340486" y="631909"/>
              <a:ext cx="84600" cy="1077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100"/>
                <a:buFont typeface="Arial"/>
                <a:buNone/>
              </a:pPr>
              <a:r>
                <a:rPr b="0" i="0" lang="en" sz="700" u="none" cap="none" strike="noStrike">
                  <a:solidFill>
                    <a:srgbClr val="FF0000"/>
                  </a:solidFill>
                  <a:latin typeface="Verizon NHG DS"/>
                  <a:ea typeface="Verizon NHG DS"/>
                  <a:cs typeface="Verizon NHG DS"/>
                  <a:sym typeface="Verizon NHG DS"/>
                </a:rPr>
                <a:t>⬤</a:t>
              </a:r>
              <a:endParaRPr b="0" i="0" sz="700" u="none" cap="none" strike="noStrike">
                <a:solidFill>
                  <a:srgbClr val="FF0000"/>
                </a:solidFill>
                <a:highlight>
                  <a:srgbClr val="FFFFFF"/>
                </a:highlight>
                <a:latin typeface="Verizon NHG DS"/>
                <a:ea typeface="Verizon NHG DS"/>
                <a:cs typeface="Verizon NHG DS"/>
                <a:sym typeface="Verizon NHG DS"/>
              </a:endParaRPr>
            </a:p>
          </p:txBody>
        </p:sp>
        <p:sp>
          <p:nvSpPr>
            <p:cNvPr id="2147" name="Google Shape;2147;p321"/>
            <p:cNvSpPr txBox="1"/>
            <p:nvPr/>
          </p:nvSpPr>
          <p:spPr>
            <a:xfrm>
              <a:off x="6463476" y="631909"/>
              <a:ext cx="471000" cy="107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highlight>
                    <a:srgbClr val="FFFFFF"/>
                  </a:highlight>
                  <a:latin typeface="Verizon NHG DS"/>
                  <a:ea typeface="Verizon NHG DS"/>
                  <a:cs typeface="Verizon NHG DS"/>
                  <a:sym typeface="Verizon NHG DS"/>
                </a:rPr>
                <a:t>off  track</a:t>
              </a:r>
              <a:endParaRPr b="0" i="0" sz="700" u="none" cap="none" strike="noStrike">
                <a:solidFill>
                  <a:srgbClr val="000000"/>
                </a:solidFill>
                <a:highlight>
                  <a:srgbClr val="FFFFFF"/>
                </a:highlight>
                <a:latin typeface="Verizon NHG DS"/>
                <a:ea typeface="Verizon NHG DS"/>
                <a:cs typeface="Verizon NHG DS"/>
                <a:sym typeface="Verizon NHG DS"/>
              </a:endParaRPr>
            </a:p>
          </p:txBody>
        </p:sp>
        <p:sp>
          <p:nvSpPr>
            <p:cNvPr id="2148" name="Google Shape;2148;p321"/>
            <p:cNvSpPr txBox="1"/>
            <p:nvPr/>
          </p:nvSpPr>
          <p:spPr>
            <a:xfrm>
              <a:off x="6020804" y="631909"/>
              <a:ext cx="246000" cy="107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highlight>
                    <a:srgbClr val="FFFFFF"/>
                  </a:highlight>
                  <a:latin typeface="Verizon NHG DS"/>
                  <a:ea typeface="Verizon NHG DS"/>
                  <a:cs typeface="Verizon NHG DS"/>
                  <a:sym typeface="Verizon NHG DS"/>
                </a:rPr>
                <a:t>at risk</a:t>
              </a:r>
              <a:endParaRPr b="0" i="0" sz="700" u="none" cap="none" strike="noStrike">
                <a:solidFill>
                  <a:srgbClr val="000000"/>
                </a:solidFill>
                <a:highlight>
                  <a:srgbClr val="FFFFFF"/>
                </a:highlight>
                <a:latin typeface="Verizon NHG DS"/>
                <a:ea typeface="Verizon NHG DS"/>
                <a:cs typeface="Verizon NHG DS"/>
                <a:sym typeface="Verizon NHG DS"/>
              </a:endParaRPr>
            </a:p>
          </p:txBody>
        </p:sp>
        <p:sp>
          <p:nvSpPr>
            <p:cNvPr id="2149" name="Google Shape;2149;p321"/>
            <p:cNvSpPr txBox="1"/>
            <p:nvPr/>
          </p:nvSpPr>
          <p:spPr>
            <a:xfrm>
              <a:off x="5897930" y="631909"/>
              <a:ext cx="84600" cy="1077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FFBC3D"/>
                  </a:solidFill>
                  <a:latin typeface="Verizon NHG DS"/>
                  <a:ea typeface="Verizon NHG DS"/>
                  <a:cs typeface="Verizon NHG DS"/>
                  <a:sym typeface="Verizon NHG DS"/>
                </a:rPr>
                <a:t>⬤</a:t>
              </a:r>
              <a:endParaRPr b="0" i="0" sz="700" u="none" cap="none" strike="noStrike">
                <a:solidFill>
                  <a:srgbClr val="FFBC3D"/>
                </a:solidFill>
                <a:highlight>
                  <a:srgbClr val="FFFFFF"/>
                </a:highlight>
                <a:latin typeface="Verizon NHG DS"/>
                <a:ea typeface="Verizon NHG DS"/>
                <a:cs typeface="Verizon NHG DS"/>
                <a:sym typeface="Verizon NHG DS"/>
              </a:endParaRPr>
            </a:p>
          </p:txBody>
        </p:sp>
        <p:sp>
          <p:nvSpPr>
            <p:cNvPr id="2150" name="Google Shape;2150;p321"/>
            <p:cNvSpPr txBox="1"/>
            <p:nvPr/>
          </p:nvSpPr>
          <p:spPr>
            <a:xfrm>
              <a:off x="5516448" y="631909"/>
              <a:ext cx="307800" cy="107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highlight>
                    <a:srgbClr val="FFFFFF"/>
                  </a:highlight>
                  <a:latin typeface="Verizon NHG DS"/>
                  <a:ea typeface="Verizon NHG DS"/>
                  <a:cs typeface="Verizon NHG DS"/>
                  <a:sym typeface="Verizon NHG DS"/>
                </a:rPr>
                <a:t>on track</a:t>
              </a:r>
              <a:endParaRPr b="0" i="0" sz="700" u="none" cap="none" strike="noStrike">
                <a:solidFill>
                  <a:srgbClr val="000000"/>
                </a:solidFill>
                <a:highlight>
                  <a:srgbClr val="FFFFFF"/>
                </a:highlight>
                <a:latin typeface="Verizon NHG DS"/>
                <a:ea typeface="Verizon NHG DS"/>
                <a:cs typeface="Verizon NHG DS"/>
                <a:sym typeface="Verizon NHG DS"/>
              </a:endParaRPr>
            </a:p>
          </p:txBody>
        </p:sp>
        <p:sp>
          <p:nvSpPr>
            <p:cNvPr id="2151" name="Google Shape;2151;p321"/>
            <p:cNvSpPr txBox="1"/>
            <p:nvPr/>
          </p:nvSpPr>
          <p:spPr>
            <a:xfrm>
              <a:off x="5398970" y="631909"/>
              <a:ext cx="84600" cy="1077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AC3E"/>
                  </a:solidFill>
                  <a:latin typeface="Verizon NHG DS"/>
                  <a:ea typeface="Verizon NHG DS"/>
                  <a:cs typeface="Verizon NHG DS"/>
                  <a:sym typeface="Verizon NHG DS"/>
                </a:rPr>
                <a:t>⬤</a:t>
              </a:r>
              <a:endParaRPr b="0" i="0" sz="700" u="none" cap="none" strike="noStrike">
                <a:solidFill>
                  <a:srgbClr val="00AC3E"/>
                </a:solidFill>
                <a:highlight>
                  <a:srgbClr val="FFFFFF"/>
                </a:highlight>
                <a:latin typeface="Verizon NHG DS"/>
                <a:ea typeface="Verizon NHG DS"/>
                <a:cs typeface="Verizon NHG DS"/>
                <a:sym typeface="Verizon NHG DS"/>
              </a:endParaRPr>
            </a:p>
          </p:txBody>
        </p:sp>
        <p:sp>
          <p:nvSpPr>
            <p:cNvPr id="2152" name="Google Shape;2152;p321"/>
            <p:cNvSpPr txBox="1"/>
            <p:nvPr/>
          </p:nvSpPr>
          <p:spPr>
            <a:xfrm>
              <a:off x="4932001" y="631900"/>
              <a:ext cx="419700" cy="107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highlight>
                    <a:srgbClr val="FFFFFF"/>
                  </a:highlight>
                  <a:latin typeface="Verizon NHG DS"/>
                  <a:ea typeface="Verizon NHG DS"/>
                  <a:cs typeface="Verizon NHG DS"/>
                  <a:sym typeface="Verizon NHG DS"/>
                </a:rPr>
                <a:t>completed</a:t>
              </a:r>
              <a:endParaRPr b="0" i="0" sz="700" u="none" cap="none" strike="noStrike">
                <a:solidFill>
                  <a:srgbClr val="000000"/>
                </a:solidFill>
                <a:highlight>
                  <a:srgbClr val="FFFFFF"/>
                </a:highlight>
                <a:latin typeface="Verizon NHG DS"/>
                <a:ea typeface="Verizon NHG DS"/>
                <a:cs typeface="Verizon NHG DS"/>
                <a:sym typeface="Verizon NHG DS"/>
              </a:endParaRPr>
            </a:p>
          </p:txBody>
        </p:sp>
        <p:sp>
          <p:nvSpPr>
            <p:cNvPr id="2153" name="Google Shape;2153;p321"/>
            <p:cNvSpPr txBox="1"/>
            <p:nvPr/>
          </p:nvSpPr>
          <p:spPr>
            <a:xfrm>
              <a:off x="4807664" y="631909"/>
              <a:ext cx="84600" cy="1077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88CE"/>
                  </a:solidFill>
                  <a:latin typeface="Verizon NHG DS"/>
                  <a:ea typeface="Verizon NHG DS"/>
                  <a:cs typeface="Verizon NHG DS"/>
                  <a:sym typeface="Verizon NHG DS"/>
                </a:rPr>
                <a:t>⬤</a:t>
              </a:r>
              <a:endParaRPr b="0" i="0" sz="700" u="none" cap="none" strike="noStrike">
                <a:solidFill>
                  <a:srgbClr val="0088CE"/>
                </a:solidFill>
                <a:highlight>
                  <a:srgbClr val="FFFFFF"/>
                </a:highlight>
                <a:latin typeface="Verizon NHG DS"/>
                <a:ea typeface="Verizon NHG DS"/>
                <a:cs typeface="Verizon NHG DS"/>
                <a:sym typeface="Verizon NHG DS"/>
              </a:endParaRPr>
            </a:p>
          </p:txBody>
        </p:sp>
        <p:sp>
          <p:nvSpPr>
            <p:cNvPr id="2154" name="Google Shape;2154;p321"/>
            <p:cNvSpPr txBox="1"/>
            <p:nvPr/>
          </p:nvSpPr>
          <p:spPr>
            <a:xfrm>
              <a:off x="6966308" y="631909"/>
              <a:ext cx="806100" cy="107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highlight>
                    <a:srgbClr val="FFFFFF"/>
                  </a:highlight>
                  <a:latin typeface="Verizon NHG DS"/>
                  <a:ea typeface="Verizon NHG DS"/>
                  <a:cs typeface="Verizon NHG DS"/>
                  <a:sym typeface="Verizon NHG DS"/>
                </a:rPr>
                <a:t> planning / evaluating</a:t>
              </a:r>
              <a:endParaRPr b="0" i="0" sz="700" u="none" cap="none" strike="noStrike">
                <a:solidFill>
                  <a:srgbClr val="000000"/>
                </a:solidFill>
                <a:highlight>
                  <a:srgbClr val="FFFFFF"/>
                </a:highlight>
                <a:latin typeface="Verizon NHG DS"/>
                <a:ea typeface="Verizon NHG DS"/>
                <a:cs typeface="Verizon NHG DS"/>
                <a:sym typeface="Verizon NHG DS"/>
              </a:endParaRPr>
            </a:p>
          </p:txBody>
        </p:sp>
        <p:sp>
          <p:nvSpPr>
            <p:cNvPr id="2155" name="Google Shape;2155;p321"/>
            <p:cNvSpPr txBox="1"/>
            <p:nvPr/>
          </p:nvSpPr>
          <p:spPr>
            <a:xfrm>
              <a:off x="6855758" y="631909"/>
              <a:ext cx="84600" cy="1077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999999"/>
                  </a:solidFill>
                  <a:latin typeface="Verizon NHG DS"/>
                  <a:ea typeface="Verizon NHG DS"/>
                  <a:cs typeface="Verizon NHG DS"/>
                  <a:sym typeface="Verizon NHG DS"/>
                </a:rPr>
                <a:t>⬤</a:t>
              </a:r>
              <a:endParaRPr b="0" i="0" sz="700" u="none" cap="none" strike="noStrike">
                <a:solidFill>
                  <a:srgbClr val="999999"/>
                </a:solidFill>
                <a:highlight>
                  <a:srgbClr val="FFFFFF"/>
                </a:highlight>
                <a:latin typeface="Verizon NHG DS"/>
                <a:ea typeface="Verizon NHG DS"/>
                <a:cs typeface="Verizon NHG DS"/>
                <a:sym typeface="Verizon NHG DS"/>
              </a:endParaRPr>
            </a:p>
          </p:txBody>
        </p:sp>
        <p:sp>
          <p:nvSpPr>
            <p:cNvPr id="2156" name="Google Shape;2156;p321"/>
            <p:cNvSpPr txBox="1"/>
            <p:nvPr/>
          </p:nvSpPr>
          <p:spPr>
            <a:xfrm>
              <a:off x="7908903" y="631900"/>
              <a:ext cx="533400" cy="107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highlight>
                    <a:srgbClr val="FFFFFF"/>
                  </a:highlight>
                  <a:latin typeface="Verizon NHG DS"/>
                  <a:ea typeface="Verizon NHG DS"/>
                  <a:cs typeface="Verizon NHG DS"/>
                  <a:sym typeface="Verizon NHG DS"/>
                </a:rPr>
                <a:t>on-hold</a:t>
              </a:r>
              <a:endParaRPr b="0" i="0" sz="700" u="none" cap="none" strike="noStrike">
                <a:solidFill>
                  <a:srgbClr val="000000"/>
                </a:solidFill>
                <a:highlight>
                  <a:srgbClr val="FFFFFF"/>
                </a:highlight>
                <a:latin typeface="Verizon NHG DS"/>
                <a:ea typeface="Verizon NHG DS"/>
                <a:cs typeface="Verizon NHG DS"/>
                <a:sym typeface="Verizon NHG DS"/>
              </a:endParaRPr>
            </a:p>
          </p:txBody>
        </p:sp>
        <p:sp>
          <p:nvSpPr>
            <p:cNvPr id="2157" name="Google Shape;2157;p321"/>
            <p:cNvSpPr txBox="1"/>
            <p:nvPr/>
          </p:nvSpPr>
          <p:spPr>
            <a:xfrm>
              <a:off x="7798358" y="631909"/>
              <a:ext cx="84600" cy="1077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chemeClr val="accent4"/>
                  </a:solidFill>
                  <a:latin typeface="Verizon NHG DS"/>
                  <a:ea typeface="Verizon NHG DS"/>
                  <a:cs typeface="Verizon NHG DS"/>
                  <a:sym typeface="Verizon NHG DS"/>
                </a:rPr>
                <a:t>⬤</a:t>
              </a:r>
              <a:endParaRPr b="0" i="0" sz="700" u="none" cap="none" strike="noStrike">
                <a:solidFill>
                  <a:schemeClr val="accent4"/>
                </a:solidFill>
                <a:highlight>
                  <a:srgbClr val="FFFFFF"/>
                </a:highlight>
                <a:latin typeface="Verizon NHG DS"/>
                <a:ea typeface="Verizon NHG DS"/>
                <a:cs typeface="Verizon NHG DS"/>
                <a:sym typeface="Verizon NHG DS"/>
              </a:endParaRPr>
            </a:p>
          </p:txBody>
        </p:sp>
      </p:grpSp>
      <p:sp>
        <p:nvSpPr>
          <p:cNvPr id="2158" name="Google Shape;2158;p321"/>
          <p:cNvSpPr txBox="1"/>
          <p:nvPr/>
        </p:nvSpPr>
        <p:spPr>
          <a:xfrm>
            <a:off x="142825" y="4511100"/>
            <a:ext cx="7884600" cy="464700"/>
          </a:xfrm>
          <a:prstGeom prst="rect">
            <a:avLst/>
          </a:prstGeom>
          <a:solidFill>
            <a:schemeClr val="lt1"/>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Verizon NHG TX"/>
              <a:ea typeface="Verizon NHG TX"/>
              <a:cs typeface="Verizon NHG TX"/>
              <a:sym typeface="Verizon NHG TX"/>
            </a:endParaRPr>
          </a:p>
        </p:txBody>
      </p:sp>
      <p:graphicFrame>
        <p:nvGraphicFramePr>
          <p:cNvPr id="2159" name="Google Shape;2159;p321"/>
          <p:cNvGraphicFramePr/>
          <p:nvPr/>
        </p:nvGraphicFramePr>
        <p:xfrm>
          <a:off x="247738" y="754366"/>
          <a:ext cx="3000000" cy="3000000"/>
        </p:xfrm>
        <a:graphic>
          <a:graphicData uri="http://schemas.openxmlformats.org/drawingml/2006/table">
            <a:tbl>
              <a:tblPr>
                <a:noFill/>
                <a:tableStyleId>{6A162CF1-3AEC-4ED0-B689-3D35A367426C}</a:tableStyleId>
              </a:tblPr>
              <a:tblGrid>
                <a:gridCol w="314525"/>
                <a:gridCol w="1006375"/>
                <a:gridCol w="1891475"/>
                <a:gridCol w="1884800"/>
                <a:gridCol w="1566875"/>
                <a:gridCol w="1321900"/>
                <a:gridCol w="772100"/>
              </a:tblGrid>
              <a:tr h="314750">
                <a:tc>
                  <a:txBody>
                    <a:bodyPr/>
                    <a:lstStyle/>
                    <a:p>
                      <a:pPr indent="0" lvl="0" marL="0" marR="0" rtl="0" algn="ctr">
                        <a:lnSpc>
                          <a:spcPct val="100000"/>
                        </a:lnSpc>
                        <a:spcBef>
                          <a:spcPts val="0"/>
                        </a:spcBef>
                        <a:spcAft>
                          <a:spcPts val="0"/>
                        </a:spcAft>
                        <a:buClr>
                          <a:srgbClr val="000000"/>
                        </a:buClr>
                        <a:buSzPts val="800"/>
                        <a:buFont typeface="Arial"/>
                        <a:buNone/>
                      </a:pPr>
                      <a:r>
                        <a:t/>
                      </a:r>
                      <a:endParaRPr b="1" sz="800" u="none" cap="none" strike="noStrike">
                        <a:solidFill>
                          <a:schemeClr val="dk1"/>
                        </a:solidFill>
                        <a:latin typeface="Verizon NHG TX"/>
                        <a:ea typeface="Verizon NHG TX"/>
                        <a:cs typeface="Verizon NHG TX"/>
                        <a:sym typeface="Verizon NHG TX"/>
                      </a:endParaRPr>
                    </a:p>
                  </a:txBody>
                  <a:tcPr marT="36575" marB="36575" marR="91425" marL="91425" anchor="ctr">
                    <a:lnL cap="flat" cmpd="sng" w="9525">
                      <a:solidFill>
                        <a:srgbClr val="D8D8D8"/>
                      </a:solidFill>
                      <a:prstDash val="solid"/>
                      <a:round/>
                      <a:headEnd len="sm" w="sm" type="none"/>
                      <a:tailEnd len="sm" w="sm" type="none"/>
                    </a:lnL>
                    <a:lnR cap="flat" cmpd="sng" w="9525">
                      <a:solidFill>
                        <a:srgbClr val="D8D8D8"/>
                      </a:solidFill>
                      <a:prstDash val="dash"/>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D8D8D8"/>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solidFill>
                            <a:schemeClr val="dk1"/>
                          </a:solidFill>
                          <a:latin typeface="Verizon NHG TX"/>
                          <a:ea typeface="Verizon NHG TX"/>
                          <a:cs typeface="Verizon NHG TX"/>
                          <a:sym typeface="Verizon NHG TX"/>
                        </a:rPr>
                        <a:t>Workstream / Program </a:t>
                      </a:r>
                      <a:endParaRPr b="1" sz="800" u="none" cap="none" strike="noStrike">
                        <a:solidFill>
                          <a:schemeClr val="dk1"/>
                        </a:solidFill>
                        <a:latin typeface="Verizon NHG TX"/>
                        <a:ea typeface="Verizon NHG TX"/>
                        <a:cs typeface="Verizon NHG TX"/>
                        <a:sym typeface="Verizon NHG TX"/>
                      </a:endParaRPr>
                    </a:p>
                  </a:txBody>
                  <a:tcPr marT="36575" marB="36575" marR="91425" marL="91425" anchor="ctr">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D8D8D8"/>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latin typeface="Verizon NHG TX"/>
                          <a:ea typeface="Verizon NHG TX"/>
                          <a:cs typeface="Verizon NHG TX"/>
                          <a:sym typeface="Verizon NHG TX"/>
                        </a:rPr>
                        <a:t>Q1 Milestones </a:t>
                      </a:r>
                      <a:endParaRPr b="1" sz="800" u="none" cap="none" strike="noStrike">
                        <a:latin typeface="Verizon NHG TX"/>
                        <a:ea typeface="Verizon NHG TX"/>
                        <a:cs typeface="Verizon NHG TX"/>
                        <a:sym typeface="Verizon NHG TX"/>
                      </a:endParaRPr>
                    </a:p>
                  </a:txBody>
                  <a:tcPr marT="36575" marB="36575" marR="91425" marL="91425" anchor="ctr">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D8D8D8"/>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latin typeface="Verizon NHG TX"/>
                          <a:ea typeface="Verizon NHG TX"/>
                          <a:cs typeface="Verizon NHG TX"/>
                          <a:sym typeface="Verizon NHG TX"/>
                        </a:rPr>
                        <a:t>Q2</a:t>
                      </a:r>
                      <a:r>
                        <a:rPr b="1" lang="en" sz="800" u="none" cap="none" strike="noStrike">
                          <a:solidFill>
                            <a:schemeClr val="dk1"/>
                          </a:solidFill>
                          <a:latin typeface="Verizon NHG TX"/>
                          <a:ea typeface="Verizon NHG TX"/>
                          <a:cs typeface="Verizon NHG TX"/>
                          <a:sym typeface="Verizon NHG TX"/>
                        </a:rPr>
                        <a:t> Milestones</a:t>
                      </a:r>
                      <a:endParaRPr b="1" sz="800" u="none" cap="none" strike="noStrike">
                        <a:latin typeface="Verizon NHG TX"/>
                        <a:ea typeface="Verizon NHG TX"/>
                        <a:cs typeface="Verizon NHG TX"/>
                        <a:sym typeface="Verizon NHG TX"/>
                      </a:endParaRPr>
                    </a:p>
                  </a:txBody>
                  <a:tcPr marT="36575" marB="36575" marR="91425" marL="91425" anchor="ctr">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D8D8D8"/>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solidFill>
                            <a:schemeClr val="dk1"/>
                          </a:solidFill>
                          <a:latin typeface="Verizon NHG TX"/>
                          <a:ea typeface="Verizon NHG TX"/>
                          <a:cs typeface="Verizon NHG TX"/>
                          <a:sym typeface="Verizon NHG TX"/>
                        </a:rPr>
                        <a:t>Q3 Milestones</a:t>
                      </a:r>
                      <a:endParaRPr b="1" sz="800" u="none" cap="none" strike="noStrike">
                        <a:latin typeface="Verizon NHG TX"/>
                        <a:ea typeface="Verizon NHG TX"/>
                        <a:cs typeface="Verizon NHG TX"/>
                        <a:sym typeface="Verizon NHG TX"/>
                      </a:endParaRPr>
                    </a:p>
                  </a:txBody>
                  <a:tcPr marT="36575" marB="36575" marR="91425" marL="91425" anchor="ctr">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D8D8D8"/>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latin typeface="Verizon NHG TX"/>
                          <a:ea typeface="Verizon NHG TX"/>
                          <a:cs typeface="Verizon NHG TX"/>
                          <a:sym typeface="Verizon NHG TX"/>
                        </a:rPr>
                        <a:t>Q4 Milestones</a:t>
                      </a:r>
                      <a:endParaRPr b="1" sz="800" u="none" cap="none" strike="noStrike">
                        <a:latin typeface="Verizon NHG TX"/>
                        <a:ea typeface="Verizon NHG TX"/>
                        <a:cs typeface="Verizon NHG TX"/>
                        <a:sym typeface="Verizon NHG TX"/>
                      </a:endParaRPr>
                    </a:p>
                  </a:txBody>
                  <a:tcPr marT="36575" marB="36575" marR="91425" marL="91425" anchor="ctr">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D8D8D8"/>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latin typeface="Verizon NHG TX"/>
                          <a:ea typeface="Verizon NHG TX"/>
                          <a:cs typeface="Verizon NHG TX"/>
                          <a:sym typeface="Verizon NHG TX"/>
                        </a:rPr>
                        <a:t>Success Metric</a:t>
                      </a:r>
                      <a:endParaRPr b="1" sz="800" u="none" cap="none" strike="noStrike">
                        <a:latin typeface="Verizon NHG TX"/>
                        <a:ea typeface="Verizon NHG TX"/>
                        <a:cs typeface="Verizon NHG TX"/>
                        <a:sym typeface="Verizon NHG TX"/>
                      </a:endParaRPr>
                    </a:p>
                  </a:txBody>
                  <a:tcPr marT="36575" marB="36575" marR="91425" marL="91425" anchor="ctr">
                    <a:lnL cap="flat" cmpd="sng" w="9525">
                      <a:solidFill>
                        <a:srgbClr val="D8D8D8"/>
                      </a:solidFill>
                      <a:prstDash val="dash"/>
                      <a:round/>
                      <a:headEnd len="sm" w="sm" type="none"/>
                      <a:tailEnd len="sm" w="sm" type="none"/>
                    </a:lnL>
                    <a:lnR cap="flat" cmpd="sng" w="9525">
                      <a:solidFill>
                        <a:srgbClr val="F0F0F0"/>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D8D8D8"/>
                      </a:solidFill>
                      <a:prstDash val="solid"/>
                      <a:round/>
                      <a:headEnd len="sm" w="sm" type="none"/>
                      <a:tailEnd len="sm" w="sm" type="none"/>
                    </a:lnB>
                    <a:solidFill>
                      <a:schemeClr val="dk2"/>
                    </a:solidFill>
                  </a:tcPr>
                </a:tc>
              </a:tr>
              <a:tr h="251425">
                <a:tc rowSpan="5">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solid"/>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Enablement,</a:t>
                      </a:r>
                      <a:br>
                        <a:rPr lang="en" sz="800" u="none" cap="none" strike="noStrike">
                          <a:latin typeface="Verizon NHG TX"/>
                          <a:ea typeface="Verizon NHG TX"/>
                          <a:cs typeface="Verizon NHG TX"/>
                          <a:sym typeface="Verizon NHG TX"/>
                        </a:rPr>
                      </a:br>
                      <a:r>
                        <a:rPr lang="en" sz="800" u="none" cap="none" strike="noStrike">
                          <a:latin typeface="Verizon NHG TX"/>
                          <a:ea typeface="Verizon NHG TX"/>
                          <a:cs typeface="Verizon NHG TX"/>
                          <a:sym typeface="Verizon NHG TX"/>
                        </a:rPr>
                        <a:t>Retention </a:t>
                      </a:r>
                      <a:endParaRPr sz="8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Deliver VDS Monarch</a:t>
                      </a:r>
                      <a:endParaRPr sz="8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0" marB="0" marR="45700" marL="45700" anchor="ctr">
                    <a:lnL cap="flat" cmpd="sng" w="9525">
                      <a:solidFill>
                        <a:srgbClr val="CCCCCC"/>
                      </a:solidFill>
                      <a:prstDash val="dash"/>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rgbClr val="FFFFFF"/>
                    </a:solidFill>
                  </a:tcPr>
                </a:tc>
              </a:tr>
              <a:tr h="244275">
                <a:tc vMerge="1"/>
                <a:tc>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Enablement,</a:t>
                      </a:r>
                      <a:br>
                        <a:rPr lang="en" sz="800" u="none" cap="none" strike="noStrike">
                          <a:latin typeface="Verizon NHG TX"/>
                          <a:ea typeface="Verizon NHG TX"/>
                          <a:cs typeface="Verizon NHG TX"/>
                          <a:sym typeface="Verizon NHG TX"/>
                        </a:rPr>
                      </a:br>
                      <a:r>
                        <a:rPr lang="en" sz="800" u="none" cap="none" strike="noStrike">
                          <a:latin typeface="Verizon NHG TX"/>
                          <a:ea typeface="Verizon NHG TX"/>
                          <a:cs typeface="Verizon NHG TX"/>
                          <a:sym typeface="Verizon NHG TX"/>
                        </a:rPr>
                        <a:t>Expansion</a:t>
                      </a:r>
                      <a:endParaRPr sz="8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Expanded Native Component library</a:t>
                      </a:r>
                      <a:endParaRPr sz="800" u="none" cap="none" strike="noStrike">
                        <a:latin typeface="Verizon NHG TX"/>
                        <a:ea typeface="Verizon NHG TX"/>
                        <a:cs typeface="Verizon NHG TX"/>
                        <a:sym typeface="Verizon NHG TX"/>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0" marB="0" marR="45700" marL="45700" anchor="ctr">
                    <a:lnL cap="flat" cmpd="sng" w="9525">
                      <a:solidFill>
                        <a:srgbClr val="CCCCCC"/>
                      </a:solidFill>
                      <a:prstDash val="dash"/>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rgbClr val="FFFFFF"/>
                    </a:solidFill>
                  </a:tcPr>
                </a:tc>
              </a:tr>
              <a:tr h="289900">
                <a:tc vMerge="1"/>
                <a:tc>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Awareness</a:t>
                      </a:r>
                      <a:endParaRPr sz="8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VDS 102 Course</a:t>
                      </a:r>
                      <a:endParaRPr sz="8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VDS 103 Course</a:t>
                      </a:r>
                      <a:br>
                        <a:rPr lang="en" sz="800" u="none" cap="none" strike="noStrike">
                          <a:latin typeface="Verizon NHG TX"/>
                          <a:ea typeface="Verizon NHG TX"/>
                          <a:cs typeface="Verizon NHG TX"/>
                          <a:sym typeface="Verizon NHG TX"/>
                        </a:rPr>
                      </a:br>
                      <a:r>
                        <a:rPr lang="en" sz="800" u="none" cap="none" strike="noStrike">
                          <a:latin typeface="Verizon NHG TX"/>
                          <a:ea typeface="Verizon NHG TX"/>
                          <a:cs typeface="Verizon NHG TX"/>
                          <a:sym typeface="Verizon NHG TX"/>
                        </a:rPr>
                        <a:t>VDS 201 Course</a:t>
                      </a:r>
                      <a:endParaRPr sz="800" u="none" cap="none" strike="noStrike">
                        <a:latin typeface="Verizon NHG TX"/>
                        <a:ea typeface="Verizon NHG TX"/>
                        <a:cs typeface="Verizon NHG TX"/>
                        <a:sym typeface="Verizon NHG TX"/>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0" marB="0" marR="45700" marL="45700" anchor="ctr">
                    <a:lnL cap="flat" cmpd="sng" w="9525">
                      <a:solidFill>
                        <a:srgbClr val="CCCCCC"/>
                      </a:solidFill>
                      <a:prstDash val="dash"/>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rgbClr val="FFFFFF"/>
                    </a:solidFill>
                  </a:tcPr>
                </a:tc>
              </a:tr>
              <a:tr h="251450">
                <a:tc vMerge="1"/>
                <a:tc>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Expansion</a:t>
                      </a:r>
                      <a:endParaRPr sz="8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AI (w/ VDS training) </a:t>
                      </a:r>
                      <a:br>
                        <a:rPr lang="en" sz="800" u="none" cap="none" strike="noStrike">
                          <a:latin typeface="Verizon NHG TX"/>
                          <a:ea typeface="Verizon NHG TX"/>
                          <a:cs typeface="Verizon NHG TX"/>
                          <a:sym typeface="Verizon NHG TX"/>
                        </a:rPr>
                      </a:br>
                      <a:r>
                        <a:rPr lang="en" sz="800" u="none" cap="none" strike="noStrike">
                          <a:latin typeface="Verizon NHG TX"/>
                          <a:ea typeface="Verizon NHG TX"/>
                          <a:cs typeface="Verizon NHG TX"/>
                          <a:sym typeface="Verizon NHG TX"/>
                        </a:rPr>
                        <a:t>Pair Programming</a:t>
                      </a:r>
                      <a:endParaRPr sz="800" u="none" cap="none" strike="noStrike">
                        <a:latin typeface="Verizon NHG TX"/>
                        <a:ea typeface="Verizon NHG TX"/>
                        <a:cs typeface="Verizon NHG TX"/>
                        <a:sym typeface="Verizon NHG TX"/>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0" marB="0" marR="45700" marL="45700" anchor="ctr">
                    <a:lnL cap="flat" cmpd="sng" w="9525">
                      <a:solidFill>
                        <a:srgbClr val="CCCCCC"/>
                      </a:solidFill>
                      <a:prstDash val="dash"/>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rgbClr val="FFFFFF"/>
                    </a:solidFill>
                  </a:tcPr>
                </a:tc>
              </a:tr>
              <a:tr h="287350">
                <a:tc vMerge="1"/>
                <a:tc>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Retention</a:t>
                      </a:r>
                      <a:endParaRPr sz="8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Unified VDS Doc Site</a:t>
                      </a:r>
                      <a:endParaRPr sz="800" u="none" cap="none" strike="noStrike">
                        <a:latin typeface="Verizon NHG TX"/>
                        <a:ea typeface="Verizon NHG TX"/>
                        <a:cs typeface="Verizon NHG TX"/>
                        <a:sym typeface="Verizon NHG TX"/>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0" marB="0" marR="45700" marL="45700" anchor="ctr">
                    <a:lnL cap="flat" cmpd="sng" w="9525">
                      <a:solidFill>
                        <a:srgbClr val="CCCCCC"/>
                      </a:solidFill>
                      <a:prstDash val="dash"/>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rgbClr val="FFFFFF"/>
                    </a:solidFill>
                  </a:tcPr>
                </a:tc>
              </a:tr>
            </a:tbl>
          </a:graphicData>
        </a:graphic>
      </p:graphicFrame>
      <p:sp>
        <p:nvSpPr>
          <p:cNvPr id="2160" name="Google Shape;2160;p321"/>
          <p:cNvSpPr txBox="1"/>
          <p:nvPr/>
        </p:nvSpPr>
        <p:spPr>
          <a:xfrm rot="-5400000">
            <a:off x="-154231" y="1536263"/>
            <a:ext cx="1119900" cy="250800"/>
          </a:xfrm>
          <a:prstGeom prst="rect">
            <a:avLst/>
          </a:prstGeom>
          <a:noFill/>
          <a:ln>
            <a:noFill/>
          </a:ln>
        </p:spPr>
        <p:txBody>
          <a:bodyPr anchorCtr="0" anchor="t" bIns="68575" lIns="68575" spcFirstLastPara="1" rIns="68575" wrap="square" tIns="68575">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Verizon NHG TX"/>
                <a:ea typeface="Verizon NHG TX"/>
                <a:cs typeface="Verizon NHG TX"/>
                <a:sym typeface="Verizon NHG TX"/>
              </a:rPr>
              <a:t>VDS</a:t>
            </a:r>
            <a:endParaRPr b="0" i="0" sz="900" u="none" cap="none" strike="noStrike">
              <a:solidFill>
                <a:schemeClr val="dk1"/>
              </a:solidFill>
              <a:latin typeface="Verizon NHG TX"/>
              <a:ea typeface="Verizon NHG TX"/>
              <a:cs typeface="Verizon NHG TX"/>
              <a:sym typeface="Verizon NHG TX"/>
            </a:endParaRPr>
          </a:p>
        </p:txBody>
      </p:sp>
      <p:sp>
        <p:nvSpPr>
          <p:cNvPr id="2161" name="Google Shape;2161;p321"/>
          <p:cNvSpPr txBox="1"/>
          <p:nvPr/>
        </p:nvSpPr>
        <p:spPr>
          <a:xfrm>
            <a:off x="314325" y="302981"/>
            <a:ext cx="1633500" cy="132900"/>
          </a:xfrm>
          <a:prstGeom prst="rect">
            <a:avLst/>
          </a:prstGeom>
          <a:noFill/>
          <a:ln>
            <a:noFill/>
          </a:ln>
        </p:spPr>
        <p:txBody>
          <a:bodyPr anchorCtr="0" anchor="t" bIns="0" lIns="0" spcFirstLastPara="1" rIns="0" wrap="square" tIns="9525">
            <a:spAutoFit/>
          </a:bodyPr>
          <a:lstStyle/>
          <a:p>
            <a:pPr indent="0" lvl="0" marL="12700" marR="0" rtl="0" algn="l">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Verizon NHG TX"/>
                <a:ea typeface="Verizon NHG TX"/>
                <a:cs typeface="Verizon NHG TX"/>
                <a:sym typeface="Verizon NHG TX"/>
              </a:rPr>
              <a:t>2025 | Experience Design</a:t>
            </a:r>
            <a:endParaRPr b="0" i="0" sz="800" u="none" cap="none" strike="noStrike">
              <a:solidFill>
                <a:srgbClr val="000000"/>
              </a:solidFill>
              <a:latin typeface="Verizon NHG TX"/>
              <a:ea typeface="Verizon NHG TX"/>
              <a:cs typeface="Verizon NHG TX"/>
              <a:sym typeface="Verizon NHG TX"/>
            </a:endParaRPr>
          </a:p>
        </p:txBody>
      </p:sp>
      <p:sp>
        <p:nvSpPr>
          <p:cNvPr id="2162" name="Google Shape;2162;p321"/>
          <p:cNvSpPr txBox="1"/>
          <p:nvPr>
            <p:ph type="title"/>
          </p:nvPr>
        </p:nvSpPr>
        <p:spPr>
          <a:xfrm>
            <a:off x="311944" y="421670"/>
            <a:ext cx="6207300" cy="623700"/>
          </a:xfrm>
          <a:prstGeom prst="rect">
            <a:avLst/>
          </a:prstGeom>
          <a:noFill/>
          <a:ln>
            <a:noFill/>
          </a:ln>
        </p:spPr>
        <p:txBody>
          <a:bodyPr anchorCtr="0" anchor="t" bIns="0" lIns="0" spcFirstLastPara="1" rIns="0" wrap="square" tIns="9525">
            <a:spAutoFit/>
          </a:bodyPr>
          <a:lstStyle/>
          <a:p>
            <a:pPr indent="0" lvl="0" marL="0" rtl="0" algn="l">
              <a:lnSpc>
                <a:spcPct val="90000"/>
              </a:lnSpc>
              <a:spcBef>
                <a:spcPts val="0"/>
              </a:spcBef>
              <a:spcAft>
                <a:spcPts val="0"/>
              </a:spcAft>
              <a:buClr>
                <a:schemeClr val="dk1"/>
              </a:buClr>
              <a:buSzPts val="800"/>
              <a:buFont typeface="Arial"/>
              <a:buNone/>
            </a:pPr>
            <a:r>
              <a:rPr lang="en"/>
              <a:t>Experience Design | </a:t>
            </a:r>
            <a:r>
              <a:rPr lang="en">
                <a:solidFill>
                  <a:schemeClr val="accent6"/>
                </a:solidFill>
              </a:rPr>
              <a:t>2025 Quarterly Milestones</a:t>
            </a:r>
            <a:endParaRPr>
              <a:solidFill>
                <a:schemeClr val="accent6"/>
              </a:solidFill>
            </a:endParaRPr>
          </a:p>
          <a:p>
            <a:pPr indent="0" lvl="0" marL="0" rtl="0" algn="l">
              <a:lnSpc>
                <a:spcPct val="100000"/>
              </a:lnSpc>
              <a:spcBef>
                <a:spcPts val="0"/>
              </a:spcBef>
              <a:spcAft>
                <a:spcPts val="0"/>
              </a:spcAft>
              <a:buSzPts val="2100"/>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166" name="Shape 2166"/>
        <p:cNvGrpSpPr/>
        <p:nvPr/>
      </p:nvGrpSpPr>
      <p:grpSpPr>
        <a:xfrm>
          <a:off x="0" y="0"/>
          <a:ext cx="0" cy="0"/>
          <a:chOff x="0" y="0"/>
          <a:chExt cx="0" cy="0"/>
        </a:xfrm>
      </p:grpSpPr>
      <p:sp>
        <p:nvSpPr>
          <p:cNvPr id="2167" name="Google Shape;2167;p322"/>
          <p:cNvSpPr txBox="1"/>
          <p:nvPr>
            <p:ph type="title"/>
          </p:nvPr>
        </p:nvSpPr>
        <p:spPr>
          <a:xfrm>
            <a:off x="457200" y="247650"/>
            <a:ext cx="8533500" cy="342900"/>
          </a:xfrm>
          <a:prstGeom prst="rect">
            <a:avLst/>
          </a:prstGeom>
          <a:noFill/>
          <a:ln>
            <a:noFill/>
          </a:ln>
        </p:spPr>
        <p:txBody>
          <a:bodyPr anchorCtr="0" anchor="t" bIns="0" lIns="0" spcFirstLastPara="1" rIns="0" wrap="square" tIns="0">
            <a:normAutofit fontScale="90000"/>
          </a:bodyPr>
          <a:lstStyle/>
          <a:p>
            <a:pPr indent="0" lvl="0" marL="0" rtl="0" algn="l">
              <a:lnSpc>
                <a:spcPct val="80000"/>
              </a:lnSpc>
              <a:spcBef>
                <a:spcPts val="0"/>
              </a:spcBef>
              <a:spcAft>
                <a:spcPts val="0"/>
              </a:spcAft>
              <a:buClr>
                <a:schemeClr val="dk1"/>
              </a:buClr>
              <a:buSzPct val="136686"/>
              <a:buFont typeface="Arial"/>
              <a:buNone/>
            </a:pPr>
            <a:r>
              <a:rPr lang="en"/>
              <a:t>Experience Design | Quarterly Update - 1st Qtr </a:t>
            </a:r>
            <a:r>
              <a:rPr b="0" lang="en" sz="1300"/>
              <a:t>(Mar 2025)</a:t>
            </a:r>
            <a:endParaRPr b="0" sz="1300"/>
          </a:p>
          <a:p>
            <a:pPr indent="0" lvl="0" marL="0" rtl="0" algn="l">
              <a:lnSpc>
                <a:spcPct val="80000"/>
              </a:lnSpc>
              <a:spcBef>
                <a:spcPts val="0"/>
              </a:spcBef>
              <a:spcAft>
                <a:spcPts val="0"/>
              </a:spcAft>
              <a:buClr>
                <a:schemeClr val="dk1"/>
              </a:buClr>
              <a:buSzPct val="52380"/>
              <a:buFont typeface="Arial"/>
              <a:buNone/>
            </a:pPr>
            <a:r>
              <a:t/>
            </a:r>
            <a:endParaRPr/>
          </a:p>
          <a:p>
            <a:pPr indent="0" lvl="0" marL="0" rtl="0" algn="l">
              <a:lnSpc>
                <a:spcPct val="80000"/>
              </a:lnSpc>
              <a:spcBef>
                <a:spcPts val="0"/>
              </a:spcBef>
              <a:spcAft>
                <a:spcPts val="0"/>
              </a:spcAft>
              <a:buClr>
                <a:schemeClr val="dk1"/>
              </a:buClr>
              <a:buSzPct val="52380"/>
              <a:buFont typeface="Arial"/>
              <a:buNone/>
            </a:pPr>
            <a:r>
              <a:t/>
            </a:r>
            <a:endParaRPr/>
          </a:p>
          <a:p>
            <a:pPr indent="0" lvl="0" marL="0" rtl="0" algn="l">
              <a:lnSpc>
                <a:spcPct val="80000"/>
              </a:lnSpc>
              <a:spcBef>
                <a:spcPts val="0"/>
              </a:spcBef>
              <a:spcAft>
                <a:spcPts val="0"/>
              </a:spcAft>
              <a:buSzPct val="95238"/>
              <a:buNone/>
            </a:pPr>
            <a:r>
              <a:t/>
            </a:r>
            <a:endParaRPr/>
          </a:p>
        </p:txBody>
      </p:sp>
      <p:graphicFrame>
        <p:nvGraphicFramePr>
          <p:cNvPr id="2168" name="Google Shape;2168;p322"/>
          <p:cNvGraphicFramePr/>
          <p:nvPr/>
        </p:nvGraphicFramePr>
        <p:xfrm>
          <a:off x="452638" y="649741"/>
          <a:ext cx="3000000" cy="3000000"/>
        </p:xfrm>
        <a:graphic>
          <a:graphicData uri="http://schemas.openxmlformats.org/drawingml/2006/table">
            <a:tbl>
              <a:tblPr>
                <a:noFill/>
                <a:tableStyleId>{6A162CF1-3AEC-4ED0-B689-3D35A367426C}</a:tableStyleId>
              </a:tblPr>
              <a:tblGrid>
                <a:gridCol w="592725"/>
                <a:gridCol w="1679975"/>
                <a:gridCol w="394675"/>
                <a:gridCol w="2176200"/>
                <a:gridCol w="2220300"/>
                <a:gridCol w="1267650"/>
              </a:tblGrid>
              <a:tr h="291650">
                <a:tc>
                  <a:txBody>
                    <a:bodyPr/>
                    <a:lstStyle/>
                    <a:p>
                      <a:pPr indent="0" lvl="0" marL="0" marR="0" rtl="0" algn="ctr">
                        <a:lnSpc>
                          <a:spcPct val="100000"/>
                        </a:lnSpc>
                        <a:spcBef>
                          <a:spcPts val="0"/>
                        </a:spcBef>
                        <a:spcAft>
                          <a:spcPts val="0"/>
                        </a:spcAft>
                        <a:buClr>
                          <a:srgbClr val="000000"/>
                        </a:buClr>
                        <a:buSzPts val="800"/>
                        <a:buFont typeface="Arial"/>
                        <a:buNone/>
                      </a:pPr>
                      <a:r>
                        <a:t/>
                      </a:r>
                      <a:endParaRPr b="1" sz="800" u="none" cap="none" strike="noStrike">
                        <a:latin typeface="Verizon NHG TX"/>
                        <a:ea typeface="Verizon NHG TX"/>
                        <a:cs typeface="Verizon NHG TX"/>
                        <a:sym typeface="Verizon NHG TX"/>
                      </a:endParaRPr>
                    </a:p>
                  </a:txBody>
                  <a:tcPr marT="36575" marB="36575" marR="91425" marL="91425" anchor="b">
                    <a:lnL cap="flat" cmpd="sng" w="9525">
                      <a:solidFill>
                        <a:srgbClr val="D8D8D8">
                          <a:alpha val="0"/>
                        </a:srgbClr>
                      </a:solidFill>
                      <a:prstDash val="solid"/>
                      <a:round/>
                      <a:headEnd len="sm" w="sm" type="none"/>
                      <a:tailEnd len="sm" w="sm" type="none"/>
                    </a:lnL>
                    <a:lnR cap="flat" cmpd="sng" w="9525">
                      <a:solidFill>
                        <a:srgbClr val="D8D8D8"/>
                      </a:solidFill>
                      <a:prstDash val="dash"/>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D8D8D8"/>
                      </a:solidFill>
                      <a:prstDash val="solid"/>
                      <a:round/>
                      <a:headEnd len="sm" w="sm" type="none"/>
                      <a:tailEnd len="sm" w="sm" type="none"/>
                    </a:lnB>
                    <a:solidFill>
                      <a:srgbClr val="EFEFE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latin typeface="Verizon NHG TX"/>
                          <a:ea typeface="Verizon NHG TX"/>
                          <a:cs typeface="Verizon NHG TX"/>
                          <a:sym typeface="Verizon NHG TX"/>
                        </a:rPr>
                        <a:t>Program</a:t>
                      </a:r>
                      <a:endParaRPr b="1" sz="800" u="none" cap="none" strike="noStrike">
                        <a:latin typeface="Verizon NHG TX"/>
                        <a:ea typeface="Verizon NHG TX"/>
                        <a:cs typeface="Verizon NHG TX"/>
                        <a:sym typeface="Verizon NHG TX"/>
                      </a:endParaRPr>
                    </a:p>
                  </a:txBody>
                  <a:tcPr marT="36575" marB="36575" marR="91425" marL="91425" anchor="b">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D8D8D8"/>
                      </a:solidFill>
                      <a:prstDash val="solid"/>
                      <a:round/>
                      <a:headEnd len="sm" w="sm" type="none"/>
                      <a:tailEnd len="sm" w="sm" type="none"/>
                    </a:lnB>
                    <a:solidFill>
                      <a:srgbClr val="EFEFE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latin typeface="Verizon NHG TX"/>
                          <a:ea typeface="Verizon NHG TX"/>
                          <a:cs typeface="Verizon NHG TX"/>
                          <a:sym typeface="Verizon NHG TX"/>
                        </a:rPr>
                        <a:t>Overall</a:t>
                      </a:r>
                      <a:endParaRPr b="1" sz="800" u="none" cap="none" strike="noStrike">
                        <a:latin typeface="Verizon NHG TX"/>
                        <a:ea typeface="Verizon NHG TX"/>
                        <a:cs typeface="Verizon NHG TX"/>
                        <a:sym typeface="Verizon NHG TX"/>
                      </a:endParaRPr>
                    </a:p>
                    <a:p>
                      <a:pPr indent="0" lvl="0" marL="0" marR="0" rtl="0" algn="ctr">
                        <a:lnSpc>
                          <a:spcPct val="100000"/>
                        </a:lnSpc>
                        <a:spcBef>
                          <a:spcPts val="0"/>
                        </a:spcBef>
                        <a:spcAft>
                          <a:spcPts val="0"/>
                        </a:spcAft>
                        <a:buClr>
                          <a:srgbClr val="000000"/>
                        </a:buClr>
                        <a:buSzPts val="800"/>
                        <a:buFont typeface="Arial"/>
                        <a:buNone/>
                      </a:pPr>
                      <a:r>
                        <a:rPr b="1" lang="en" sz="800" u="none" cap="none" strike="noStrike">
                          <a:latin typeface="Verizon NHG TX"/>
                          <a:ea typeface="Verizon NHG TX"/>
                          <a:cs typeface="Verizon NHG TX"/>
                          <a:sym typeface="Verizon NHG TX"/>
                        </a:rPr>
                        <a:t>Status</a:t>
                      </a:r>
                      <a:endParaRPr sz="800" u="none" cap="none" strike="noStrike">
                        <a:latin typeface="Verizon NHG TX"/>
                        <a:ea typeface="Verizon NHG TX"/>
                        <a:cs typeface="Verizon NHG TX"/>
                        <a:sym typeface="Verizon NHG TX"/>
                      </a:endParaRPr>
                    </a:p>
                  </a:txBody>
                  <a:tcPr marT="0" marB="0" marR="0" marL="0" anchor="b">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CCCCCC"/>
                      </a:solidFill>
                      <a:prstDash val="solid"/>
                      <a:round/>
                      <a:headEnd len="sm" w="sm" type="none"/>
                      <a:tailEnd len="sm" w="sm" type="none"/>
                    </a:lnB>
                    <a:solidFill>
                      <a:srgbClr val="EFEFE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latin typeface="Verizon NHG TX"/>
                          <a:ea typeface="Verizon NHG TX"/>
                          <a:cs typeface="Verizon NHG TX"/>
                          <a:sym typeface="Verizon NHG TX"/>
                        </a:rPr>
                        <a:t>Q1 </a:t>
                      </a:r>
                      <a:r>
                        <a:rPr b="1" lang="en" sz="800" u="none" cap="none" strike="noStrike">
                          <a:solidFill>
                            <a:srgbClr val="000000"/>
                          </a:solidFill>
                          <a:latin typeface="Verizon NHG TX"/>
                          <a:ea typeface="Verizon NHG TX"/>
                          <a:cs typeface="Verizon NHG TX"/>
                          <a:sym typeface="Verizon NHG TX"/>
                        </a:rPr>
                        <a:t>Accomplishments</a:t>
                      </a:r>
                      <a:endParaRPr b="1" sz="800" u="none" cap="none" strike="noStrike">
                        <a:latin typeface="Verizon NHG TX"/>
                        <a:ea typeface="Verizon NHG TX"/>
                        <a:cs typeface="Verizon NHG TX"/>
                        <a:sym typeface="Verizon NHG TX"/>
                      </a:endParaRPr>
                    </a:p>
                  </a:txBody>
                  <a:tcPr marT="36575" marB="36575" marR="91425" marL="91425" anchor="b">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D8D8D8"/>
                      </a:solidFill>
                      <a:prstDash val="solid"/>
                      <a:round/>
                      <a:headEnd len="sm" w="sm" type="none"/>
                      <a:tailEnd len="sm" w="sm" type="none"/>
                    </a:lnB>
                    <a:solidFill>
                      <a:srgbClr val="EFEFE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latin typeface="Verizon NHG TX"/>
                          <a:ea typeface="Verizon NHG TX"/>
                          <a:cs typeface="Verizon NHG TX"/>
                          <a:sym typeface="Verizon NHG TX"/>
                        </a:rPr>
                        <a:t>Q2 Milestones</a:t>
                      </a:r>
                      <a:endParaRPr b="1" sz="800" u="none" cap="none" strike="noStrike">
                        <a:latin typeface="Verizon NHG TX"/>
                        <a:ea typeface="Verizon NHG TX"/>
                        <a:cs typeface="Verizon NHG TX"/>
                        <a:sym typeface="Verizon NHG TX"/>
                      </a:endParaRPr>
                    </a:p>
                  </a:txBody>
                  <a:tcPr marT="36575" marB="36575" marR="91425" marL="91425" anchor="b">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D8D8D8"/>
                      </a:solidFill>
                      <a:prstDash val="solid"/>
                      <a:round/>
                      <a:headEnd len="sm" w="sm" type="none"/>
                      <a:tailEnd len="sm" w="sm" type="none"/>
                    </a:lnB>
                    <a:solidFill>
                      <a:srgbClr val="EFEFE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latin typeface="Verizon NHG TX"/>
                          <a:ea typeface="Verizon NHG TX"/>
                          <a:cs typeface="Verizon NHG TX"/>
                          <a:sym typeface="Verizon NHG TX"/>
                        </a:rPr>
                        <a:t>Success Metric</a:t>
                      </a:r>
                      <a:endParaRPr b="1" sz="800" u="none" cap="none" strike="noStrike">
                        <a:latin typeface="Verizon NHG TX"/>
                        <a:ea typeface="Verizon NHG TX"/>
                        <a:cs typeface="Verizon NHG TX"/>
                        <a:sym typeface="Verizon NHG TX"/>
                      </a:endParaRPr>
                    </a:p>
                  </a:txBody>
                  <a:tcPr marT="36575" marB="36575" marR="91425" marL="91425" anchor="b">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D8D8D8"/>
                      </a:solidFill>
                      <a:prstDash val="solid"/>
                      <a:round/>
                      <a:headEnd len="sm" w="sm" type="none"/>
                      <a:tailEnd len="sm" w="sm" type="none"/>
                    </a:lnB>
                    <a:solidFill>
                      <a:srgbClr val="EFEFEF"/>
                    </a:solidFill>
                  </a:tcPr>
                </a:tc>
              </a:tr>
              <a:tr h="297100">
                <a:tc rowSpan="5">
                  <a:txBody>
                    <a:bodyPr/>
                    <a:lstStyle/>
                    <a:p>
                      <a:pPr indent="0" lvl="0" marL="0" marR="0" rtl="0" algn="l">
                        <a:lnSpc>
                          <a:spcPct val="100000"/>
                        </a:lnSpc>
                        <a:spcBef>
                          <a:spcPts val="0"/>
                        </a:spcBef>
                        <a:spcAft>
                          <a:spcPts val="0"/>
                        </a:spcAft>
                        <a:buClr>
                          <a:srgbClr val="000000"/>
                        </a:buClr>
                        <a:buSzPts val="700"/>
                        <a:buFont typeface="Arial"/>
                        <a:buNone/>
                      </a:pPr>
                      <a:r>
                        <a:rPr lang="en" sz="700" u="none" cap="none" strike="noStrike">
                          <a:latin typeface="Verizon NHG TX"/>
                          <a:ea typeface="Verizon NHG TX"/>
                          <a:cs typeface="Verizon NHG TX"/>
                          <a:sym typeface="Verizon NHG TX"/>
                        </a:rPr>
                        <a:t>Digital Channels</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700"/>
                        <a:buFont typeface="Arial"/>
                        <a:buNone/>
                      </a:pPr>
                      <a:r>
                        <a:rPr lang="en" sz="700" u="none" cap="none" strike="noStrike">
                          <a:latin typeface="Verizon NHG TX"/>
                          <a:ea typeface="Verizon NHG TX"/>
                          <a:cs typeface="Verizon NHG TX"/>
                          <a:sym typeface="Verizon NHG TX"/>
                        </a:rPr>
                        <a:t>NextGen Digital</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100"/>
                        <a:buFont typeface="Arial"/>
                        <a:buNone/>
                      </a:pPr>
                      <a:r>
                        <a:rPr lang="en" sz="800" u="none" cap="none" strike="noStrike">
                          <a:solidFill>
                            <a:schemeClr val="accent2"/>
                          </a:solidFill>
                          <a:latin typeface="Verizon NHG TX"/>
                          <a:ea typeface="Verizon NHG TX"/>
                          <a:cs typeface="Verizon NHG TX"/>
                          <a:sym typeface="Verizon NHG TX"/>
                        </a:rPr>
                        <a:t>⬤</a:t>
                      </a:r>
                      <a:endParaRPr sz="800" u="none" cap="none" strike="noStrike">
                        <a:solidFill>
                          <a:schemeClr val="accent2"/>
                        </a:solidFill>
                        <a:latin typeface="Verizon NHG TX"/>
                        <a:ea typeface="Verizon NHG TX"/>
                        <a:cs typeface="Verizon NHG TX"/>
                        <a:sym typeface="Verizon NHG TX"/>
                      </a:endParaRPr>
                    </a:p>
                  </a:txBody>
                  <a:tcPr marT="19050" marB="19050" marR="28575" marL="28575" anchor="ctr">
                    <a:lnL cap="flat" cmpd="sng" w="9525">
                      <a:solidFill>
                        <a:srgbClr val="D8D8D8"/>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273050" lvl="0" marL="457200" marR="0" rtl="0" algn="l">
                        <a:lnSpc>
                          <a:spcPct val="100000"/>
                        </a:lnSpc>
                        <a:spcBef>
                          <a:spcPts val="0"/>
                        </a:spcBef>
                        <a:spcAft>
                          <a:spcPts val="0"/>
                        </a:spcAft>
                        <a:buClr>
                          <a:schemeClr val="dk1"/>
                        </a:buClr>
                        <a:buSzPts val="700"/>
                        <a:buFont typeface="Verizon NHG DS"/>
                        <a:buChar char="●"/>
                      </a:pPr>
                      <a:r>
                        <a:t/>
                      </a:r>
                      <a:endParaRPr sz="700" u="none" cap="none" strike="noStrike">
                        <a:solidFill>
                          <a:schemeClr val="dk1"/>
                        </a:solidFill>
                        <a:latin typeface="Verizon NHG DS"/>
                        <a:ea typeface="Verizon NHG DS"/>
                        <a:cs typeface="Verizon NHG DS"/>
                        <a:sym typeface="Verizon NHG DS"/>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18275" marL="1827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r>
              <a:tr h="361050">
                <a:tc vMerge="1"/>
                <a:tc>
                  <a:txBody>
                    <a:bodyPr/>
                    <a:lstStyle/>
                    <a:p>
                      <a:pPr indent="0" lvl="0" marL="0" marR="0" rtl="0" algn="l">
                        <a:lnSpc>
                          <a:spcPct val="100000"/>
                        </a:lnSpc>
                        <a:spcBef>
                          <a:spcPts val="0"/>
                        </a:spcBef>
                        <a:spcAft>
                          <a:spcPts val="0"/>
                        </a:spcAft>
                        <a:buClr>
                          <a:srgbClr val="000000"/>
                        </a:buClr>
                        <a:buSzPts val="700"/>
                        <a:buFont typeface="Arial"/>
                        <a:buNone/>
                      </a:pPr>
                      <a:r>
                        <a:rPr lang="en" sz="700" u="none" cap="none" strike="noStrike">
                          <a:latin typeface="Verizon NHG TX"/>
                          <a:ea typeface="Verizon NHG TX"/>
                          <a:cs typeface="Verizon NHG TX"/>
                          <a:sym typeface="Verizon NHG TX"/>
                        </a:rPr>
                        <a:t>Elysium</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chemeClr val="accent2"/>
                          </a:solidFill>
                          <a:latin typeface="Verizon NHG TX"/>
                          <a:ea typeface="Verizon NHG TX"/>
                          <a:cs typeface="Verizon NHG TX"/>
                          <a:sym typeface="Verizon NHG TX"/>
                        </a:rPr>
                        <a:t>⬤</a:t>
                      </a:r>
                      <a:endParaRPr sz="800" u="none" cap="none" strike="noStrike">
                        <a:solidFill>
                          <a:schemeClr val="accent2"/>
                        </a:solidFill>
                        <a:latin typeface="Verizon NHG TX"/>
                        <a:ea typeface="Verizon NHG TX"/>
                        <a:cs typeface="Verizon NHG TX"/>
                        <a:sym typeface="Verizon NHG TX"/>
                      </a:endParaRPr>
                    </a:p>
                  </a:txBody>
                  <a:tcPr marT="19050" marB="19050" marR="28575" marL="28575" anchor="ctr">
                    <a:lnL cap="flat" cmpd="sng" w="9525">
                      <a:solidFill>
                        <a:srgbClr val="D8D8D8"/>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57150" lvl="0" marL="114300" marR="0" rtl="0" algn="l">
                        <a:lnSpc>
                          <a:spcPct val="100000"/>
                        </a:lnSpc>
                        <a:spcBef>
                          <a:spcPts val="0"/>
                        </a:spcBef>
                        <a:spcAft>
                          <a:spcPts val="0"/>
                        </a:spcAft>
                        <a:buClr>
                          <a:srgbClr val="000000"/>
                        </a:buClr>
                        <a:buSzPts val="700"/>
                        <a:buFont typeface="Verizon NHG DS"/>
                        <a:buNone/>
                      </a:pPr>
                      <a:r>
                        <a:t/>
                      </a:r>
                      <a:endParaRPr sz="700" u="none" cap="none" strike="noStrike">
                        <a:latin typeface="Verizon NHG DS"/>
                        <a:ea typeface="Verizon NHG DS"/>
                        <a:cs typeface="Verizon NHG DS"/>
                        <a:sym typeface="Verizon NHG DS"/>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18275" marL="1827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r>
              <a:tr h="288850">
                <a:tc vMerge="1"/>
                <a:tc>
                  <a:txBody>
                    <a:bodyPr/>
                    <a:lstStyle/>
                    <a:p>
                      <a:pPr indent="0" lvl="0" marL="0" marR="0" rtl="0" algn="l">
                        <a:lnSpc>
                          <a:spcPct val="100000"/>
                        </a:lnSpc>
                        <a:spcBef>
                          <a:spcPts val="0"/>
                        </a:spcBef>
                        <a:spcAft>
                          <a:spcPts val="0"/>
                        </a:spcAft>
                        <a:buClr>
                          <a:srgbClr val="000000"/>
                        </a:buClr>
                        <a:buSzPts val="700"/>
                        <a:buFont typeface="Arial"/>
                        <a:buNone/>
                      </a:pPr>
                      <a:r>
                        <a:rPr lang="en" sz="700" u="none" cap="none" strike="noStrike">
                          <a:latin typeface="Verizon NHG TX"/>
                          <a:ea typeface="Verizon NHG TX"/>
                          <a:cs typeface="Verizon NHG TX"/>
                          <a:sym typeface="Verizon NHG TX"/>
                        </a:rPr>
                        <a:t>Individual Profile</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 sz="800" u="none" cap="none" strike="noStrike">
                          <a:solidFill>
                            <a:schemeClr val="accent2"/>
                          </a:solidFill>
                          <a:latin typeface="Verizon NHG TX"/>
                          <a:ea typeface="Verizon NHG TX"/>
                          <a:cs typeface="Verizon NHG TX"/>
                          <a:sym typeface="Verizon NHG TX"/>
                        </a:rPr>
                        <a:t>⬤</a:t>
                      </a:r>
                      <a:endParaRPr sz="800" u="none" cap="none" strike="noStrike">
                        <a:solidFill>
                          <a:schemeClr val="accent2"/>
                        </a:solidFill>
                        <a:latin typeface="Verizon NHG TX"/>
                        <a:ea typeface="Verizon NHG TX"/>
                        <a:cs typeface="Verizon NHG TX"/>
                        <a:sym typeface="Verizon NHG TX"/>
                      </a:endParaRPr>
                    </a:p>
                  </a:txBody>
                  <a:tcPr marT="19050" marB="19050" marR="28575" marL="28575" anchor="ctr">
                    <a:lnL cap="flat" cmpd="sng" w="9525">
                      <a:solidFill>
                        <a:srgbClr val="D8D8D8"/>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57150" lvl="0" marL="114300" marR="0" rtl="0" algn="l">
                        <a:lnSpc>
                          <a:spcPct val="100000"/>
                        </a:lnSpc>
                        <a:spcBef>
                          <a:spcPts val="0"/>
                        </a:spcBef>
                        <a:spcAft>
                          <a:spcPts val="0"/>
                        </a:spcAft>
                        <a:buClr>
                          <a:srgbClr val="000000"/>
                        </a:buClr>
                        <a:buSzPts val="700"/>
                        <a:buFont typeface="Verizon NHG DS"/>
                        <a:buNone/>
                      </a:pPr>
                      <a:r>
                        <a:t/>
                      </a:r>
                      <a:endParaRPr sz="700" u="none" cap="none" strike="noStrike">
                        <a:latin typeface="Verizon NHG DS"/>
                        <a:ea typeface="Verizon NHG DS"/>
                        <a:cs typeface="Verizon NHG DS"/>
                        <a:sym typeface="Verizon NHG DS"/>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18275" marL="1827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r>
              <a:tr h="361050">
                <a:tc vMerge="1"/>
                <a:tc>
                  <a:txBody>
                    <a:bodyPr/>
                    <a:lstStyle/>
                    <a:p>
                      <a:pPr indent="0" lvl="0" marL="0" marR="0" rtl="0" algn="l">
                        <a:lnSpc>
                          <a:spcPct val="100000"/>
                        </a:lnSpc>
                        <a:spcBef>
                          <a:spcPts val="0"/>
                        </a:spcBef>
                        <a:spcAft>
                          <a:spcPts val="0"/>
                        </a:spcAft>
                        <a:buClr>
                          <a:srgbClr val="000000"/>
                        </a:buClr>
                        <a:buSzPts val="700"/>
                        <a:buFont typeface="Arial"/>
                        <a:buNone/>
                      </a:pPr>
                      <a:r>
                        <a:rPr lang="en" sz="700" u="none" cap="none" strike="noStrike">
                          <a:latin typeface="Verizon NHG TX"/>
                          <a:ea typeface="Verizon NHG TX"/>
                          <a:cs typeface="Verizon NHG TX"/>
                          <a:sym typeface="Verizon NHG TX"/>
                        </a:rPr>
                        <a:t>Next Gen Assisted</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chemeClr val="accent2"/>
                          </a:solidFill>
                          <a:latin typeface="Verizon NHG TX"/>
                          <a:ea typeface="Verizon NHG TX"/>
                          <a:cs typeface="Verizon NHG TX"/>
                          <a:sym typeface="Verizon NHG TX"/>
                        </a:rPr>
                        <a:t>⬤</a:t>
                      </a:r>
                      <a:endParaRPr sz="800" u="none" cap="none" strike="noStrike">
                        <a:solidFill>
                          <a:schemeClr val="accent2"/>
                        </a:solidFill>
                        <a:latin typeface="Verizon NHG TX"/>
                        <a:ea typeface="Verizon NHG TX"/>
                        <a:cs typeface="Verizon NHG TX"/>
                        <a:sym typeface="Verizon NHG TX"/>
                      </a:endParaRPr>
                    </a:p>
                  </a:txBody>
                  <a:tcPr marT="19050" marB="19050" marR="28575" marL="28575" anchor="ctr">
                    <a:lnL cap="flat" cmpd="sng" w="9525">
                      <a:solidFill>
                        <a:srgbClr val="D8D8D8"/>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57150" lvl="0" marL="114300" marR="0" rtl="0" algn="l">
                        <a:lnSpc>
                          <a:spcPct val="100000"/>
                        </a:lnSpc>
                        <a:spcBef>
                          <a:spcPts val="0"/>
                        </a:spcBef>
                        <a:spcAft>
                          <a:spcPts val="0"/>
                        </a:spcAft>
                        <a:buClr>
                          <a:srgbClr val="000000"/>
                        </a:buClr>
                        <a:buSzPts val="700"/>
                        <a:buFont typeface="Verizon NHG DS"/>
                        <a:buNone/>
                      </a:pPr>
                      <a:r>
                        <a:t/>
                      </a:r>
                      <a:endParaRPr sz="700" u="none" cap="none" strike="noStrike">
                        <a:latin typeface="Verizon NHG DS"/>
                        <a:ea typeface="Verizon NHG DS"/>
                        <a:cs typeface="Verizon NHG DS"/>
                        <a:sym typeface="Verizon NHG DS"/>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18275" marL="1827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r>
              <a:tr h="288850">
                <a:tc vMerge="1"/>
                <a:tc>
                  <a:txBody>
                    <a:bodyPr/>
                    <a:lstStyle/>
                    <a:p>
                      <a:pPr indent="0" lvl="0" marL="0" marR="0" rtl="0" algn="l">
                        <a:lnSpc>
                          <a:spcPct val="100000"/>
                        </a:lnSpc>
                        <a:spcBef>
                          <a:spcPts val="0"/>
                        </a:spcBef>
                        <a:spcAft>
                          <a:spcPts val="0"/>
                        </a:spcAft>
                        <a:buClr>
                          <a:srgbClr val="000000"/>
                        </a:buClr>
                        <a:buSzPts val="700"/>
                        <a:buFont typeface="Arial"/>
                        <a:buNone/>
                      </a:pPr>
                      <a:r>
                        <a:rPr lang="en" sz="700" u="none" cap="none" strike="noStrike">
                          <a:latin typeface="Verizon NHG TX"/>
                          <a:ea typeface="Verizon NHG TX"/>
                          <a:cs typeface="Verizon NHG TX"/>
                          <a:sym typeface="Verizon NHG TX"/>
                        </a:rPr>
                        <a:t>Onboarding</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chemeClr val="accent2"/>
                          </a:solidFill>
                          <a:latin typeface="Verizon NHG TX"/>
                          <a:ea typeface="Verizon NHG TX"/>
                          <a:cs typeface="Verizon NHG TX"/>
                          <a:sym typeface="Verizon NHG TX"/>
                        </a:rPr>
                        <a:t>⬤</a:t>
                      </a:r>
                      <a:endParaRPr sz="800" u="none" cap="none" strike="noStrike">
                        <a:solidFill>
                          <a:schemeClr val="accent2"/>
                        </a:solidFill>
                        <a:latin typeface="Verizon NHG TX"/>
                        <a:ea typeface="Verizon NHG TX"/>
                        <a:cs typeface="Verizon NHG TX"/>
                        <a:sym typeface="Verizon NHG TX"/>
                      </a:endParaRPr>
                    </a:p>
                  </a:txBody>
                  <a:tcPr marT="19050" marB="19050" marR="28575" marL="28575" anchor="ctr">
                    <a:lnL cap="flat" cmpd="sng" w="9525">
                      <a:solidFill>
                        <a:srgbClr val="D8D8D8"/>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57150" lvl="0" marL="114300" marR="0" rtl="0" algn="l">
                        <a:lnSpc>
                          <a:spcPct val="100000"/>
                        </a:lnSpc>
                        <a:spcBef>
                          <a:spcPts val="0"/>
                        </a:spcBef>
                        <a:spcAft>
                          <a:spcPts val="0"/>
                        </a:spcAft>
                        <a:buClr>
                          <a:srgbClr val="000000"/>
                        </a:buClr>
                        <a:buSzPts val="700"/>
                        <a:buFont typeface="Verizon NHG DS"/>
                        <a:buNone/>
                      </a:pPr>
                      <a:r>
                        <a:t/>
                      </a:r>
                      <a:endParaRPr sz="700" u="none" cap="none" strike="noStrike">
                        <a:latin typeface="Verizon NHG DS"/>
                        <a:ea typeface="Verizon NHG DS"/>
                        <a:cs typeface="Verizon NHG DS"/>
                        <a:sym typeface="Verizon NHG DS"/>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18275" marL="1827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r>
              <a:tr h="337225">
                <a:tc rowSpan="5">
                  <a:txBody>
                    <a:bodyPr/>
                    <a:lstStyle/>
                    <a:p>
                      <a:pPr indent="0" lvl="0" marL="0" marR="0" rtl="0" algn="l">
                        <a:lnSpc>
                          <a:spcPct val="100000"/>
                        </a:lnSpc>
                        <a:spcBef>
                          <a:spcPts val="0"/>
                        </a:spcBef>
                        <a:spcAft>
                          <a:spcPts val="0"/>
                        </a:spcAft>
                        <a:buClr>
                          <a:srgbClr val="000000"/>
                        </a:buClr>
                        <a:buSzPts val="700"/>
                        <a:buFont typeface="Arial"/>
                        <a:buNone/>
                      </a:pPr>
                      <a:r>
                        <a:rPr lang="en" sz="700" u="none" cap="none" strike="noStrike">
                          <a:latin typeface="Verizon NHG TX"/>
                          <a:ea typeface="Verizon NHG TX"/>
                          <a:cs typeface="Verizon NHG TX"/>
                          <a:sym typeface="Verizon NHG TX"/>
                        </a:rPr>
                        <a:t>VDS</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700"/>
                        <a:buFont typeface="Arial"/>
                        <a:buNone/>
                      </a:pPr>
                      <a:r>
                        <a:rPr lang="en" sz="700" u="none" cap="none" strike="noStrike">
                          <a:latin typeface="Verizon NHG TX"/>
                          <a:ea typeface="Verizon NHG TX"/>
                          <a:cs typeface="Verizon NHG TX"/>
                          <a:sym typeface="Verizon NHG TX"/>
                        </a:rPr>
                        <a:t>Enablement,</a:t>
                      </a:r>
                      <a:br>
                        <a:rPr lang="en" sz="700" u="none" cap="none" strike="noStrike">
                          <a:latin typeface="Verizon NHG TX"/>
                          <a:ea typeface="Verizon NHG TX"/>
                          <a:cs typeface="Verizon NHG TX"/>
                          <a:sym typeface="Verizon NHG TX"/>
                        </a:rPr>
                      </a:br>
                      <a:r>
                        <a:rPr lang="en" sz="700" u="none" cap="none" strike="noStrike">
                          <a:latin typeface="Verizon NHG TX"/>
                          <a:ea typeface="Verizon NHG TX"/>
                          <a:cs typeface="Verizon NHG TX"/>
                          <a:sym typeface="Verizon NHG TX"/>
                        </a:rPr>
                        <a:t>Retention </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chemeClr val="accent2"/>
                          </a:solidFill>
                          <a:latin typeface="Verizon NHG TX"/>
                          <a:ea typeface="Verizon NHG TX"/>
                          <a:cs typeface="Verizon NHG TX"/>
                          <a:sym typeface="Verizon NHG TX"/>
                        </a:rPr>
                        <a:t>⬤</a:t>
                      </a:r>
                      <a:endParaRPr sz="800" u="none" cap="none" strike="noStrike">
                        <a:solidFill>
                          <a:schemeClr val="accent2"/>
                        </a:solidFill>
                        <a:latin typeface="Verizon NHG TX"/>
                        <a:ea typeface="Verizon NHG TX"/>
                        <a:cs typeface="Verizon NHG TX"/>
                        <a:sym typeface="Verizon NHG TX"/>
                      </a:endParaRPr>
                    </a:p>
                    <a:p>
                      <a:pPr indent="0" lvl="0" marL="0" marR="0" rtl="0" algn="ctr">
                        <a:lnSpc>
                          <a:spcPct val="100000"/>
                        </a:lnSpc>
                        <a:spcBef>
                          <a:spcPts val="0"/>
                        </a:spcBef>
                        <a:spcAft>
                          <a:spcPts val="0"/>
                        </a:spcAft>
                        <a:buClr>
                          <a:srgbClr val="000000"/>
                        </a:buClr>
                        <a:buSzPts val="800"/>
                        <a:buFont typeface="Arial"/>
                        <a:buNone/>
                      </a:pPr>
                      <a:r>
                        <a:t/>
                      </a:r>
                      <a:endParaRPr sz="800" u="none" cap="none" strike="noStrike">
                        <a:solidFill>
                          <a:schemeClr val="accent2"/>
                        </a:solidFill>
                        <a:latin typeface="Verizon NHG TX"/>
                        <a:ea typeface="Verizon NHG TX"/>
                        <a:cs typeface="Verizon NHG TX"/>
                        <a:sym typeface="Verizon NHG TX"/>
                      </a:endParaRPr>
                    </a:p>
                  </a:txBody>
                  <a:tcPr marT="19050" marB="19050" marR="28575" marL="28575" anchor="ctr">
                    <a:lnL cap="flat" cmpd="sng" w="9525">
                      <a:solidFill>
                        <a:srgbClr val="D8D8D8"/>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57150" lvl="0" marL="114300" marR="0" rtl="0" algn="l">
                        <a:lnSpc>
                          <a:spcPct val="100000"/>
                        </a:lnSpc>
                        <a:spcBef>
                          <a:spcPts val="0"/>
                        </a:spcBef>
                        <a:spcAft>
                          <a:spcPts val="0"/>
                        </a:spcAft>
                        <a:buClr>
                          <a:srgbClr val="000000"/>
                        </a:buClr>
                        <a:buSzPts val="700"/>
                        <a:buFont typeface="Arial"/>
                        <a:buNone/>
                      </a:pPr>
                      <a:r>
                        <a:t/>
                      </a:r>
                      <a:endParaRPr sz="700" u="none" cap="none" strike="noStrike">
                        <a:latin typeface="Verizon NHG DS"/>
                        <a:ea typeface="Verizon NHG DS"/>
                        <a:cs typeface="Verizon NHG DS"/>
                        <a:sym typeface="Verizon NHG DS"/>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18275" marL="1827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r>
              <a:tr h="337225">
                <a:tc vMerge="1"/>
                <a:tc>
                  <a:txBody>
                    <a:bodyPr/>
                    <a:lstStyle/>
                    <a:p>
                      <a:pPr indent="0" lvl="0" marL="0" marR="0" rtl="0" algn="l">
                        <a:lnSpc>
                          <a:spcPct val="100000"/>
                        </a:lnSpc>
                        <a:spcBef>
                          <a:spcPts val="0"/>
                        </a:spcBef>
                        <a:spcAft>
                          <a:spcPts val="0"/>
                        </a:spcAft>
                        <a:buClr>
                          <a:srgbClr val="000000"/>
                        </a:buClr>
                        <a:buSzPts val="700"/>
                        <a:buFont typeface="Arial"/>
                        <a:buNone/>
                      </a:pPr>
                      <a:r>
                        <a:rPr lang="en" sz="700" u="none" cap="none" strike="noStrike">
                          <a:latin typeface="Verizon NHG TX"/>
                          <a:ea typeface="Verizon NHG TX"/>
                          <a:cs typeface="Verizon NHG TX"/>
                          <a:sym typeface="Verizon NHG TX"/>
                        </a:rPr>
                        <a:t>Enablement,</a:t>
                      </a:r>
                      <a:br>
                        <a:rPr lang="en" sz="700" u="none" cap="none" strike="noStrike">
                          <a:latin typeface="Verizon NHG TX"/>
                          <a:ea typeface="Verizon NHG TX"/>
                          <a:cs typeface="Verizon NHG TX"/>
                          <a:sym typeface="Verizon NHG TX"/>
                        </a:rPr>
                      </a:br>
                      <a:r>
                        <a:rPr lang="en" sz="700" u="none" cap="none" strike="noStrike">
                          <a:latin typeface="Verizon NHG TX"/>
                          <a:ea typeface="Verizon NHG TX"/>
                          <a:cs typeface="Verizon NHG TX"/>
                          <a:sym typeface="Verizon NHG TX"/>
                        </a:rPr>
                        <a:t>Expansion</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chemeClr val="accent2"/>
                          </a:solidFill>
                          <a:latin typeface="Verizon NHG TX"/>
                          <a:ea typeface="Verizon NHG TX"/>
                          <a:cs typeface="Verizon NHG TX"/>
                          <a:sym typeface="Verizon NHG TX"/>
                        </a:rPr>
                        <a:t>⬤</a:t>
                      </a:r>
                      <a:endParaRPr sz="800" u="none" cap="none" strike="noStrike">
                        <a:solidFill>
                          <a:schemeClr val="accent2"/>
                        </a:solidFill>
                        <a:latin typeface="Verizon NHG TX"/>
                        <a:ea typeface="Verizon NHG TX"/>
                        <a:cs typeface="Verizon NHG TX"/>
                        <a:sym typeface="Verizon NHG TX"/>
                      </a:endParaRPr>
                    </a:p>
                    <a:p>
                      <a:pPr indent="0" lvl="0" marL="0" marR="0" rtl="0" algn="ctr">
                        <a:lnSpc>
                          <a:spcPct val="100000"/>
                        </a:lnSpc>
                        <a:spcBef>
                          <a:spcPts val="0"/>
                        </a:spcBef>
                        <a:spcAft>
                          <a:spcPts val="0"/>
                        </a:spcAft>
                        <a:buClr>
                          <a:srgbClr val="000000"/>
                        </a:buClr>
                        <a:buSzPts val="800"/>
                        <a:buFont typeface="Arial"/>
                        <a:buNone/>
                      </a:pPr>
                      <a:r>
                        <a:t/>
                      </a:r>
                      <a:endParaRPr sz="800" u="none" cap="none" strike="noStrike">
                        <a:solidFill>
                          <a:schemeClr val="accent2"/>
                        </a:solidFill>
                        <a:latin typeface="Verizon NHG TX"/>
                        <a:ea typeface="Verizon NHG TX"/>
                        <a:cs typeface="Verizon NHG TX"/>
                        <a:sym typeface="Verizon NHG TX"/>
                      </a:endParaRPr>
                    </a:p>
                  </a:txBody>
                  <a:tcPr marT="19050" marB="19050" marR="28575" marL="28575" anchor="ctr">
                    <a:lnL cap="flat" cmpd="sng" w="9525">
                      <a:solidFill>
                        <a:srgbClr val="D8D8D8"/>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57150" lvl="0" marL="114300" marR="0" rtl="0" algn="l">
                        <a:lnSpc>
                          <a:spcPct val="100000"/>
                        </a:lnSpc>
                        <a:spcBef>
                          <a:spcPts val="0"/>
                        </a:spcBef>
                        <a:spcAft>
                          <a:spcPts val="0"/>
                        </a:spcAft>
                        <a:buClr>
                          <a:srgbClr val="000000"/>
                        </a:buClr>
                        <a:buSzPts val="700"/>
                        <a:buFont typeface="Arial"/>
                        <a:buNone/>
                      </a:pPr>
                      <a:r>
                        <a:t/>
                      </a:r>
                      <a:endParaRPr sz="700" u="none" cap="none" strike="noStrike">
                        <a:latin typeface="Verizon NHG DS"/>
                        <a:ea typeface="Verizon NHG DS"/>
                        <a:cs typeface="Verizon NHG DS"/>
                        <a:sym typeface="Verizon NHG DS"/>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18275" marL="1827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r>
              <a:tr h="288850">
                <a:tc vMerge="1"/>
                <a:tc>
                  <a:txBody>
                    <a:bodyPr/>
                    <a:lstStyle/>
                    <a:p>
                      <a:pPr indent="0" lvl="0" marL="0" marR="0" rtl="0" algn="l">
                        <a:lnSpc>
                          <a:spcPct val="100000"/>
                        </a:lnSpc>
                        <a:spcBef>
                          <a:spcPts val="0"/>
                        </a:spcBef>
                        <a:spcAft>
                          <a:spcPts val="0"/>
                        </a:spcAft>
                        <a:buClr>
                          <a:srgbClr val="000000"/>
                        </a:buClr>
                        <a:buSzPts val="700"/>
                        <a:buFont typeface="Arial"/>
                        <a:buNone/>
                      </a:pPr>
                      <a:r>
                        <a:rPr lang="en" sz="700" u="none" cap="none" strike="noStrike">
                          <a:latin typeface="Verizon NHG TX"/>
                          <a:ea typeface="Verizon NHG TX"/>
                          <a:cs typeface="Verizon NHG TX"/>
                          <a:sym typeface="Verizon NHG TX"/>
                        </a:rPr>
                        <a:t>Awareness</a:t>
                      </a:r>
                      <a:endParaRPr b="1" sz="7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chemeClr val="accent2"/>
                          </a:solidFill>
                          <a:latin typeface="Verizon NHG TX"/>
                          <a:ea typeface="Verizon NHG TX"/>
                          <a:cs typeface="Verizon NHG TX"/>
                          <a:sym typeface="Verizon NHG TX"/>
                        </a:rPr>
                        <a:t>⬤</a:t>
                      </a:r>
                      <a:endParaRPr sz="800" u="none" cap="none" strike="noStrike">
                        <a:solidFill>
                          <a:schemeClr val="accent2"/>
                        </a:solidFill>
                        <a:latin typeface="Verizon NHG TX"/>
                        <a:ea typeface="Verizon NHG TX"/>
                        <a:cs typeface="Verizon NHG TX"/>
                        <a:sym typeface="Verizon NHG TX"/>
                      </a:endParaRPr>
                    </a:p>
                  </a:txBody>
                  <a:tcPr marT="19050" marB="19050" marR="28575" marL="28575" anchor="ctr">
                    <a:lnL cap="flat" cmpd="sng" w="9525">
                      <a:solidFill>
                        <a:srgbClr val="D8D8D8"/>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57150" lvl="0" marL="114300" marR="0" rtl="0" algn="l">
                        <a:lnSpc>
                          <a:spcPct val="100000"/>
                        </a:lnSpc>
                        <a:spcBef>
                          <a:spcPts val="0"/>
                        </a:spcBef>
                        <a:spcAft>
                          <a:spcPts val="0"/>
                        </a:spcAft>
                        <a:buClr>
                          <a:srgbClr val="000000"/>
                        </a:buClr>
                        <a:buSzPts val="700"/>
                        <a:buFont typeface="Arial"/>
                        <a:buNone/>
                      </a:pPr>
                      <a:r>
                        <a:t/>
                      </a:r>
                      <a:endParaRPr sz="700" u="none" cap="none" strike="noStrike">
                        <a:latin typeface="Verizon NHG DS"/>
                        <a:ea typeface="Verizon NHG DS"/>
                        <a:cs typeface="Verizon NHG DS"/>
                        <a:sym typeface="Verizon NHG DS"/>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18275" marL="1827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r>
              <a:tr h="288850">
                <a:tc vMerge="1"/>
                <a:tc>
                  <a:txBody>
                    <a:bodyPr/>
                    <a:lstStyle/>
                    <a:p>
                      <a:pPr indent="0" lvl="0" marL="0" marR="0" rtl="0" algn="l">
                        <a:lnSpc>
                          <a:spcPct val="100000"/>
                        </a:lnSpc>
                        <a:spcBef>
                          <a:spcPts val="0"/>
                        </a:spcBef>
                        <a:spcAft>
                          <a:spcPts val="0"/>
                        </a:spcAft>
                        <a:buClr>
                          <a:srgbClr val="000000"/>
                        </a:buClr>
                        <a:buSzPts val="700"/>
                        <a:buFont typeface="Arial"/>
                        <a:buNone/>
                      </a:pPr>
                      <a:r>
                        <a:rPr lang="en" sz="700" u="none" cap="none" strike="noStrike">
                          <a:latin typeface="Verizon NHG TX"/>
                          <a:ea typeface="Verizon NHG TX"/>
                          <a:cs typeface="Verizon NHG TX"/>
                          <a:sym typeface="Verizon NHG TX"/>
                        </a:rPr>
                        <a:t>Expansion</a:t>
                      </a:r>
                      <a:endParaRPr b="1" sz="7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chemeClr val="accent2"/>
                          </a:solidFill>
                          <a:latin typeface="Verizon NHG TX"/>
                          <a:ea typeface="Verizon NHG TX"/>
                          <a:cs typeface="Verizon NHG TX"/>
                          <a:sym typeface="Verizon NHG TX"/>
                        </a:rPr>
                        <a:t>⬤</a:t>
                      </a:r>
                      <a:endParaRPr sz="800" u="none" cap="none" strike="noStrike">
                        <a:solidFill>
                          <a:schemeClr val="accent2"/>
                        </a:solidFill>
                        <a:latin typeface="Verizon NHG TX"/>
                        <a:ea typeface="Verizon NHG TX"/>
                        <a:cs typeface="Verizon NHG TX"/>
                        <a:sym typeface="Verizon NHG TX"/>
                      </a:endParaRPr>
                    </a:p>
                  </a:txBody>
                  <a:tcPr marT="19050" marB="19050" marR="28575" marL="28575" anchor="ctr">
                    <a:lnL cap="flat" cmpd="sng" w="9525">
                      <a:solidFill>
                        <a:srgbClr val="D8D8D8"/>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57150" lvl="0" marL="114300" marR="0" rtl="0" algn="l">
                        <a:lnSpc>
                          <a:spcPct val="100000"/>
                        </a:lnSpc>
                        <a:spcBef>
                          <a:spcPts val="0"/>
                        </a:spcBef>
                        <a:spcAft>
                          <a:spcPts val="0"/>
                        </a:spcAft>
                        <a:buClr>
                          <a:srgbClr val="000000"/>
                        </a:buClr>
                        <a:buSzPts val="700"/>
                        <a:buFont typeface="Arial"/>
                        <a:buNone/>
                      </a:pPr>
                      <a:r>
                        <a:t/>
                      </a:r>
                      <a:endParaRPr sz="700" u="none" cap="none" strike="noStrike">
                        <a:latin typeface="Verizon NHG DS"/>
                        <a:ea typeface="Verizon NHG DS"/>
                        <a:cs typeface="Verizon NHG DS"/>
                        <a:sym typeface="Verizon NHG DS"/>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18275" marL="1827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r>
              <a:tr h="288850">
                <a:tc vMerge="1"/>
                <a:tc>
                  <a:txBody>
                    <a:bodyPr/>
                    <a:lstStyle/>
                    <a:p>
                      <a:pPr indent="0" lvl="0" marL="0" marR="0" rtl="0" algn="l">
                        <a:lnSpc>
                          <a:spcPct val="100000"/>
                        </a:lnSpc>
                        <a:spcBef>
                          <a:spcPts val="0"/>
                        </a:spcBef>
                        <a:spcAft>
                          <a:spcPts val="0"/>
                        </a:spcAft>
                        <a:buClr>
                          <a:srgbClr val="000000"/>
                        </a:buClr>
                        <a:buSzPts val="700"/>
                        <a:buFont typeface="Arial"/>
                        <a:buNone/>
                      </a:pPr>
                      <a:r>
                        <a:rPr lang="en" sz="700" u="none" cap="none" strike="noStrike">
                          <a:latin typeface="Verizon NHG TX"/>
                          <a:ea typeface="Verizon NHG TX"/>
                          <a:cs typeface="Verizon NHG TX"/>
                          <a:sym typeface="Verizon NHG TX"/>
                        </a:rPr>
                        <a:t>Retention</a:t>
                      </a:r>
                      <a:endParaRPr b="1" sz="7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chemeClr val="accent2"/>
                          </a:solidFill>
                          <a:latin typeface="Verizon NHG TX"/>
                          <a:ea typeface="Verizon NHG TX"/>
                          <a:cs typeface="Verizon NHG TX"/>
                          <a:sym typeface="Verizon NHG TX"/>
                        </a:rPr>
                        <a:t>⬤</a:t>
                      </a:r>
                      <a:endParaRPr sz="800" u="none" cap="none" strike="noStrike">
                        <a:solidFill>
                          <a:schemeClr val="accent2"/>
                        </a:solidFill>
                        <a:latin typeface="Verizon NHG TX"/>
                        <a:ea typeface="Verizon NHG TX"/>
                        <a:cs typeface="Verizon NHG TX"/>
                        <a:sym typeface="Verizon NHG TX"/>
                      </a:endParaRPr>
                    </a:p>
                  </a:txBody>
                  <a:tcPr marT="19050" marB="19050" marR="28575" marL="28575" anchor="ctr">
                    <a:lnL cap="flat" cmpd="sng" w="9525">
                      <a:solidFill>
                        <a:srgbClr val="D8D8D8"/>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57150" lvl="0" marL="114300" marR="0" rtl="0" algn="l">
                        <a:lnSpc>
                          <a:spcPct val="100000"/>
                        </a:lnSpc>
                        <a:spcBef>
                          <a:spcPts val="0"/>
                        </a:spcBef>
                        <a:spcAft>
                          <a:spcPts val="0"/>
                        </a:spcAft>
                        <a:buClr>
                          <a:srgbClr val="000000"/>
                        </a:buClr>
                        <a:buSzPts val="700"/>
                        <a:buFont typeface="Arial"/>
                        <a:buNone/>
                      </a:pPr>
                      <a:r>
                        <a:t/>
                      </a:r>
                      <a:endParaRPr sz="700" u="none" cap="none" strike="noStrike">
                        <a:latin typeface="Verizon NHG DS"/>
                        <a:ea typeface="Verizon NHG DS"/>
                        <a:cs typeface="Verizon NHG DS"/>
                        <a:sym typeface="Verizon NHG DS"/>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18275" marL="1827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r>
              <a:tr h="288850">
                <a:tc rowSpan="3">
                  <a:txBody>
                    <a:bodyPr/>
                    <a:lstStyle/>
                    <a:p>
                      <a:pPr indent="0" lvl="0" marL="0" marR="0" rtl="0" algn="l">
                        <a:lnSpc>
                          <a:spcPct val="100000"/>
                        </a:lnSpc>
                        <a:spcBef>
                          <a:spcPts val="0"/>
                        </a:spcBef>
                        <a:spcAft>
                          <a:spcPts val="0"/>
                        </a:spcAft>
                        <a:buClr>
                          <a:srgbClr val="000000"/>
                        </a:buClr>
                        <a:buSzPts val="700"/>
                        <a:buFont typeface="Arial"/>
                        <a:buNone/>
                      </a:pPr>
                      <a:r>
                        <a:rPr lang="en" sz="700" u="none" cap="none" strike="noStrike">
                          <a:latin typeface="Verizon NHG TX"/>
                          <a:ea typeface="Verizon NHG TX"/>
                          <a:cs typeface="Verizon NHG TX"/>
                          <a:sym typeface="Verizon NHG TX"/>
                        </a:rPr>
                        <a:t>Product</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lang="en" sz="700" u="none" cap="none" strike="noStrike">
                          <a:latin typeface="Verizon NHG TX"/>
                          <a:ea typeface="Verizon NHG TX"/>
                          <a:cs typeface="Verizon NHG TX"/>
                          <a:sym typeface="Verizon NHG TX"/>
                        </a:rPr>
                        <a:t>Home Products &amp; Experiences</a:t>
                      </a:r>
                      <a:endParaRPr b="1" sz="7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chemeClr val="accent2"/>
                          </a:solidFill>
                          <a:latin typeface="Verizon NHG TX"/>
                          <a:ea typeface="Verizon NHG TX"/>
                          <a:cs typeface="Verizon NHG TX"/>
                          <a:sym typeface="Verizon NHG TX"/>
                        </a:rPr>
                        <a:t>⬤</a:t>
                      </a:r>
                      <a:endParaRPr sz="800" u="none" cap="none" strike="noStrike">
                        <a:solidFill>
                          <a:schemeClr val="accent2"/>
                        </a:solidFill>
                        <a:latin typeface="Verizon NHG TX"/>
                        <a:ea typeface="Verizon NHG TX"/>
                        <a:cs typeface="Verizon NHG TX"/>
                        <a:sym typeface="Verizon NHG TX"/>
                      </a:endParaRPr>
                    </a:p>
                  </a:txBody>
                  <a:tcPr marT="19050" marB="19050" marR="28575" marL="28575" anchor="ctr">
                    <a:lnL cap="flat" cmpd="sng" w="9525">
                      <a:solidFill>
                        <a:srgbClr val="D8D8D8"/>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57150" lvl="0" marL="114300" marR="0" rtl="0" algn="l">
                        <a:lnSpc>
                          <a:spcPct val="100000"/>
                        </a:lnSpc>
                        <a:spcBef>
                          <a:spcPts val="0"/>
                        </a:spcBef>
                        <a:spcAft>
                          <a:spcPts val="0"/>
                        </a:spcAft>
                        <a:buClr>
                          <a:srgbClr val="000000"/>
                        </a:buClr>
                        <a:buSzPts val="700"/>
                        <a:buFont typeface="Arial"/>
                        <a:buNone/>
                      </a:pPr>
                      <a:r>
                        <a:t/>
                      </a:r>
                      <a:endParaRPr sz="700" u="none" cap="none" strike="noStrike">
                        <a:latin typeface="Verizon NHG DS"/>
                        <a:ea typeface="Verizon NHG DS"/>
                        <a:cs typeface="Verizon NHG DS"/>
                        <a:sym typeface="Verizon NHG DS"/>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18275" marL="1827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r>
              <a:tr h="288850">
                <a:tc vMerge="1"/>
                <a:tc>
                  <a:txBody>
                    <a:bodyPr/>
                    <a:lstStyle/>
                    <a:p>
                      <a:pPr indent="0" lvl="0" marL="0" marR="0" rtl="0" algn="l">
                        <a:lnSpc>
                          <a:spcPct val="100000"/>
                        </a:lnSpc>
                        <a:spcBef>
                          <a:spcPts val="0"/>
                        </a:spcBef>
                        <a:spcAft>
                          <a:spcPts val="0"/>
                        </a:spcAft>
                        <a:buClr>
                          <a:srgbClr val="000000"/>
                        </a:buClr>
                        <a:buSzPts val="700"/>
                        <a:buFont typeface="Arial"/>
                        <a:buNone/>
                      </a:pPr>
                      <a:r>
                        <a:rPr lang="en" sz="700" u="none" cap="none" strike="noStrike">
                          <a:latin typeface="Verizon NHG TX"/>
                          <a:ea typeface="Verizon NHG TX"/>
                          <a:cs typeface="Verizon NHG TX"/>
                          <a:sym typeface="Verizon NHG TX"/>
                        </a:rPr>
                        <a:t>Beyond Connectivity</a:t>
                      </a:r>
                      <a:endParaRPr b="1" sz="7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chemeClr val="accent2"/>
                          </a:solidFill>
                          <a:latin typeface="Verizon NHG TX"/>
                          <a:ea typeface="Verizon NHG TX"/>
                          <a:cs typeface="Verizon NHG TX"/>
                          <a:sym typeface="Verizon NHG TX"/>
                        </a:rPr>
                        <a:t>⬤</a:t>
                      </a:r>
                      <a:endParaRPr sz="800" u="none" cap="none" strike="noStrike">
                        <a:solidFill>
                          <a:schemeClr val="accent2"/>
                        </a:solidFill>
                        <a:latin typeface="Verizon NHG TX"/>
                        <a:ea typeface="Verizon NHG TX"/>
                        <a:cs typeface="Verizon NHG TX"/>
                        <a:sym typeface="Verizon NHG TX"/>
                      </a:endParaRPr>
                    </a:p>
                  </a:txBody>
                  <a:tcPr marT="19050" marB="19050" marR="28575" marL="28575" anchor="ctr">
                    <a:lnL cap="flat" cmpd="sng" w="9525">
                      <a:solidFill>
                        <a:srgbClr val="D8D8D8"/>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57150" lvl="0" marL="114300" marR="0" rtl="0" algn="l">
                        <a:lnSpc>
                          <a:spcPct val="100000"/>
                        </a:lnSpc>
                        <a:spcBef>
                          <a:spcPts val="0"/>
                        </a:spcBef>
                        <a:spcAft>
                          <a:spcPts val="0"/>
                        </a:spcAft>
                        <a:buClr>
                          <a:srgbClr val="000000"/>
                        </a:buClr>
                        <a:buSzPts val="700"/>
                        <a:buFont typeface="Arial"/>
                        <a:buNone/>
                      </a:pPr>
                      <a:r>
                        <a:t/>
                      </a:r>
                      <a:endParaRPr sz="700" u="none" cap="none" strike="noStrike">
                        <a:latin typeface="Verizon NHG DS"/>
                        <a:ea typeface="Verizon NHG DS"/>
                        <a:cs typeface="Verizon NHG DS"/>
                        <a:sym typeface="Verizon NHG DS"/>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18275" marL="1827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r>
              <a:tr h="288850">
                <a:tc vMerge="1"/>
                <a:tc>
                  <a:txBody>
                    <a:bodyPr/>
                    <a:lstStyle/>
                    <a:p>
                      <a:pPr indent="0" lvl="0" marL="0" marR="0" rtl="0" algn="l">
                        <a:lnSpc>
                          <a:spcPct val="100000"/>
                        </a:lnSpc>
                        <a:spcBef>
                          <a:spcPts val="0"/>
                        </a:spcBef>
                        <a:spcAft>
                          <a:spcPts val="0"/>
                        </a:spcAft>
                        <a:buClr>
                          <a:srgbClr val="000000"/>
                        </a:buClr>
                        <a:buSzPts val="700"/>
                        <a:buFont typeface="Arial"/>
                        <a:buNone/>
                      </a:pPr>
                      <a:r>
                        <a:rPr lang="en" sz="700" u="none" cap="none" strike="noStrike">
                          <a:latin typeface="Verizon NHG TX"/>
                          <a:ea typeface="Verizon NHG TX"/>
                          <a:cs typeface="Verizon NHG TX"/>
                          <a:sym typeface="Verizon NHG TX"/>
                        </a:rPr>
                        <a:t>Mobile Products &amp; Services</a:t>
                      </a:r>
                      <a:endParaRPr b="1" sz="7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chemeClr val="accent2"/>
                          </a:solidFill>
                          <a:latin typeface="Verizon NHG TX"/>
                          <a:ea typeface="Verizon NHG TX"/>
                          <a:cs typeface="Verizon NHG TX"/>
                          <a:sym typeface="Verizon NHG TX"/>
                        </a:rPr>
                        <a:t>⬤</a:t>
                      </a:r>
                      <a:endParaRPr sz="800" u="none" cap="none" strike="noStrike">
                        <a:solidFill>
                          <a:schemeClr val="accent2"/>
                        </a:solidFill>
                        <a:latin typeface="Verizon NHG TX"/>
                        <a:ea typeface="Verizon NHG TX"/>
                        <a:cs typeface="Verizon NHG TX"/>
                        <a:sym typeface="Verizon NHG TX"/>
                      </a:endParaRPr>
                    </a:p>
                  </a:txBody>
                  <a:tcPr marT="19050" marB="19050" marR="28575" marL="28575" anchor="ctr">
                    <a:lnL cap="flat" cmpd="sng" w="9525">
                      <a:solidFill>
                        <a:srgbClr val="D8D8D8"/>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57150" lvl="0" marL="114300" marR="0" rtl="0" algn="l">
                        <a:lnSpc>
                          <a:spcPct val="100000"/>
                        </a:lnSpc>
                        <a:spcBef>
                          <a:spcPts val="0"/>
                        </a:spcBef>
                        <a:spcAft>
                          <a:spcPts val="0"/>
                        </a:spcAft>
                        <a:buClr>
                          <a:srgbClr val="000000"/>
                        </a:buClr>
                        <a:buSzPts val="700"/>
                        <a:buFont typeface="Arial"/>
                        <a:buNone/>
                      </a:pPr>
                      <a:r>
                        <a:t/>
                      </a:r>
                      <a:endParaRPr sz="700" u="none" cap="none" strike="noStrike">
                        <a:latin typeface="Verizon NHG DS"/>
                        <a:ea typeface="Verizon NHG DS"/>
                        <a:cs typeface="Verizon NHG DS"/>
                        <a:sym typeface="Verizon NHG DS"/>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18275" marL="1827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172" name="Shape 2172"/>
        <p:cNvGrpSpPr/>
        <p:nvPr/>
      </p:nvGrpSpPr>
      <p:grpSpPr>
        <a:xfrm>
          <a:off x="0" y="0"/>
          <a:ext cx="0" cy="0"/>
          <a:chOff x="0" y="0"/>
          <a:chExt cx="0" cy="0"/>
        </a:xfrm>
      </p:grpSpPr>
      <p:sp>
        <p:nvSpPr>
          <p:cNvPr id="2173" name="Google Shape;2173;p323"/>
          <p:cNvSpPr txBox="1"/>
          <p:nvPr>
            <p:ph type="title"/>
          </p:nvPr>
        </p:nvSpPr>
        <p:spPr>
          <a:xfrm>
            <a:off x="457200" y="247650"/>
            <a:ext cx="8533500" cy="342900"/>
          </a:xfrm>
          <a:prstGeom prst="rect">
            <a:avLst/>
          </a:prstGeom>
          <a:noFill/>
          <a:ln>
            <a:noFill/>
          </a:ln>
        </p:spPr>
        <p:txBody>
          <a:bodyPr anchorCtr="0" anchor="t" bIns="0" lIns="0" spcFirstLastPara="1" rIns="0" wrap="square" tIns="0">
            <a:normAutofit fontScale="90000"/>
          </a:bodyPr>
          <a:lstStyle/>
          <a:p>
            <a:pPr indent="0" lvl="0" marL="0" rtl="0" algn="l">
              <a:lnSpc>
                <a:spcPct val="80000"/>
              </a:lnSpc>
              <a:spcBef>
                <a:spcPts val="0"/>
              </a:spcBef>
              <a:spcAft>
                <a:spcPts val="0"/>
              </a:spcAft>
              <a:buClr>
                <a:schemeClr val="dk1"/>
              </a:buClr>
              <a:buSzPct val="136686"/>
              <a:buFont typeface="Arial"/>
              <a:buNone/>
            </a:pPr>
            <a:r>
              <a:rPr lang="en"/>
              <a:t>Experience Design | Quarterly Update - 2nd Qtr </a:t>
            </a:r>
            <a:r>
              <a:rPr b="0" lang="en" sz="1300"/>
              <a:t>(Jun 2025)</a:t>
            </a:r>
            <a:endParaRPr b="0" sz="1300"/>
          </a:p>
          <a:p>
            <a:pPr indent="0" lvl="0" marL="0" rtl="0" algn="l">
              <a:lnSpc>
                <a:spcPct val="80000"/>
              </a:lnSpc>
              <a:spcBef>
                <a:spcPts val="0"/>
              </a:spcBef>
              <a:spcAft>
                <a:spcPts val="0"/>
              </a:spcAft>
              <a:buClr>
                <a:schemeClr val="dk1"/>
              </a:buClr>
              <a:buSzPct val="52380"/>
              <a:buFont typeface="Arial"/>
              <a:buNone/>
            </a:pPr>
            <a:r>
              <a:t/>
            </a:r>
            <a:endParaRPr/>
          </a:p>
          <a:p>
            <a:pPr indent="0" lvl="0" marL="0" rtl="0" algn="l">
              <a:lnSpc>
                <a:spcPct val="80000"/>
              </a:lnSpc>
              <a:spcBef>
                <a:spcPts val="0"/>
              </a:spcBef>
              <a:spcAft>
                <a:spcPts val="0"/>
              </a:spcAft>
              <a:buClr>
                <a:schemeClr val="dk1"/>
              </a:buClr>
              <a:buSzPct val="52380"/>
              <a:buFont typeface="Arial"/>
              <a:buNone/>
            </a:pPr>
            <a:r>
              <a:t/>
            </a:r>
            <a:endParaRPr/>
          </a:p>
          <a:p>
            <a:pPr indent="0" lvl="0" marL="0" rtl="0" algn="l">
              <a:lnSpc>
                <a:spcPct val="80000"/>
              </a:lnSpc>
              <a:spcBef>
                <a:spcPts val="0"/>
              </a:spcBef>
              <a:spcAft>
                <a:spcPts val="0"/>
              </a:spcAft>
              <a:buSzPct val="95238"/>
              <a:buNone/>
            </a:pPr>
            <a:r>
              <a:t/>
            </a:r>
            <a:endParaRPr/>
          </a:p>
        </p:txBody>
      </p:sp>
      <p:graphicFrame>
        <p:nvGraphicFramePr>
          <p:cNvPr id="2174" name="Google Shape;2174;p323"/>
          <p:cNvGraphicFramePr/>
          <p:nvPr/>
        </p:nvGraphicFramePr>
        <p:xfrm>
          <a:off x="452638" y="649741"/>
          <a:ext cx="3000000" cy="3000000"/>
        </p:xfrm>
        <a:graphic>
          <a:graphicData uri="http://schemas.openxmlformats.org/drawingml/2006/table">
            <a:tbl>
              <a:tblPr>
                <a:noFill/>
                <a:tableStyleId>{6A162CF1-3AEC-4ED0-B689-3D35A367426C}</a:tableStyleId>
              </a:tblPr>
              <a:tblGrid>
                <a:gridCol w="592725"/>
                <a:gridCol w="1679975"/>
                <a:gridCol w="394675"/>
                <a:gridCol w="2176200"/>
                <a:gridCol w="2220300"/>
                <a:gridCol w="1267650"/>
              </a:tblGrid>
              <a:tr h="291650">
                <a:tc>
                  <a:txBody>
                    <a:bodyPr/>
                    <a:lstStyle/>
                    <a:p>
                      <a:pPr indent="0" lvl="0" marL="0" marR="0" rtl="0" algn="ctr">
                        <a:lnSpc>
                          <a:spcPct val="100000"/>
                        </a:lnSpc>
                        <a:spcBef>
                          <a:spcPts val="0"/>
                        </a:spcBef>
                        <a:spcAft>
                          <a:spcPts val="0"/>
                        </a:spcAft>
                        <a:buClr>
                          <a:srgbClr val="000000"/>
                        </a:buClr>
                        <a:buSzPts val="800"/>
                        <a:buFont typeface="Arial"/>
                        <a:buNone/>
                      </a:pPr>
                      <a:r>
                        <a:t/>
                      </a:r>
                      <a:endParaRPr b="1" sz="800" u="none" cap="none" strike="noStrike">
                        <a:latin typeface="Verizon NHG TX"/>
                        <a:ea typeface="Verizon NHG TX"/>
                        <a:cs typeface="Verizon NHG TX"/>
                        <a:sym typeface="Verizon NHG TX"/>
                      </a:endParaRPr>
                    </a:p>
                  </a:txBody>
                  <a:tcPr marT="36575" marB="36575" marR="91425" marL="91425" anchor="b">
                    <a:lnL cap="flat" cmpd="sng" w="9525">
                      <a:solidFill>
                        <a:srgbClr val="D8D8D8">
                          <a:alpha val="0"/>
                        </a:srgbClr>
                      </a:solidFill>
                      <a:prstDash val="solid"/>
                      <a:round/>
                      <a:headEnd len="sm" w="sm" type="none"/>
                      <a:tailEnd len="sm" w="sm" type="none"/>
                    </a:lnL>
                    <a:lnR cap="flat" cmpd="sng" w="9525">
                      <a:solidFill>
                        <a:srgbClr val="D8D8D8"/>
                      </a:solidFill>
                      <a:prstDash val="dash"/>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D8D8D8"/>
                      </a:solidFill>
                      <a:prstDash val="solid"/>
                      <a:round/>
                      <a:headEnd len="sm" w="sm" type="none"/>
                      <a:tailEnd len="sm" w="sm" type="none"/>
                    </a:lnB>
                    <a:solidFill>
                      <a:srgbClr val="EFEFE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latin typeface="Verizon NHG TX"/>
                          <a:ea typeface="Verizon NHG TX"/>
                          <a:cs typeface="Verizon NHG TX"/>
                          <a:sym typeface="Verizon NHG TX"/>
                        </a:rPr>
                        <a:t>Program</a:t>
                      </a:r>
                      <a:endParaRPr b="1" sz="800" u="none" cap="none" strike="noStrike">
                        <a:latin typeface="Verizon NHG TX"/>
                        <a:ea typeface="Verizon NHG TX"/>
                        <a:cs typeface="Verizon NHG TX"/>
                        <a:sym typeface="Verizon NHG TX"/>
                      </a:endParaRPr>
                    </a:p>
                  </a:txBody>
                  <a:tcPr marT="36575" marB="36575" marR="91425" marL="91425" anchor="b">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D8D8D8"/>
                      </a:solidFill>
                      <a:prstDash val="solid"/>
                      <a:round/>
                      <a:headEnd len="sm" w="sm" type="none"/>
                      <a:tailEnd len="sm" w="sm" type="none"/>
                    </a:lnB>
                    <a:solidFill>
                      <a:srgbClr val="EFEFE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latin typeface="Verizon NHG TX"/>
                          <a:ea typeface="Verizon NHG TX"/>
                          <a:cs typeface="Verizon NHG TX"/>
                          <a:sym typeface="Verizon NHG TX"/>
                        </a:rPr>
                        <a:t>Overall</a:t>
                      </a:r>
                      <a:endParaRPr b="1" sz="800" u="none" cap="none" strike="noStrike">
                        <a:latin typeface="Verizon NHG TX"/>
                        <a:ea typeface="Verizon NHG TX"/>
                        <a:cs typeface="Verizon NHG TX"/>
                        <a:sym typeface="Verizon NHG TX"/>
                      </a:endParaRPr>
                    </a:p>
                    <a:p>
                      <a:pPr indent="0" lvl="0" marL="0" marR="0" rtl="0" algn="ctr">
                        <a:lnSpc>
                          <a:spcPct val="100000"/>
                        </a:lnSpc>
                        <a:spcBef>
                          <a:spcPts val="0"/>
                        </a:spcBef>
                        <a:spcAft>
                          <a:spcPts val="0"/>
                        </a:spcAft>
                        <a:buClr>
                          <a:srgbClr val="000000"/>
                        </a:buClr>
                        <a:buSzPts val="800"/>
                        <a:buFont typeface="Arial"/>
                        <a:buNone/>
                      </a:pPr>
                      <a:r>
                        <a:rPr b="1" lang="en" sz="800" u="none" cap="none" strike="noStrike">
                          <a:latin typeface="Verizon NHG TX"/>
                          <a:ea typeface="Verizon NHG TX"/>
                          <a:cs typeface="Verizon NHG TX"/>
                          <a:sym typeface="Verizon NHG TX"/>
                        </a:rPr>
                        <a:t>Status</a:t>
                      </a:r>
                      <a:endParaRPr sz="800" u="none" cap="none" strike="noStrike">
                        <a:latin typeface="Verizon NHG TX"/>
                        <a:ea typeface="Verizon NHG TX"/>
                        <a:cs typeface="Verizon NHG TX"/>
                        <a:sym typeface="Verizon NHG TX"/>
                      </a:endParaRPr>
                    </a:p>
                  </a:txBody>
                  <a:tcPr marT="0" marB="0" marR="0" marL="0" anchor="b">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CCCCCC"/>
                      </a:solidFill>
                      <a:prstDash val="solid"/>
                      <a:round/>
                      <a:headEnd len="sm" w="sm" type="none"/>
                      <a:tailEnd len="sm" w="sm" type="none"/>
                    </a:lnB>
                    <a:solidFill>
                      <a:srgbClr val="EFEFE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latin typeface="Verizon NHG TX"/>
                          <a:ea typeface="Verizon NHG TX"/>
                          <a:cs typeface="Verizon NHG TX"/>
                          <a:sym typeface="Verizon NHG TX"/>
                        </a:rPr>
                        <a:t>Q2 </a:t>
                      </a:r>
                      <a:r>
                        <a:rPr b="1" lang="en" sz="800" u="none" cap="none" strike="noStrike">
                          <a:solidFill>
                            <a:srgbClr val="000000"/>
                          </a:solidFill>
                          <a:latin typeface="Verizon NHG TX"/>
                          <a:ea typeface="Verizon NHG TX"/>
                          <a:cs typeface="Verizon NHG TX"/>
                          <a:sym typeface="Verizon NHG TX"/>
                        </a:rPr>
                        <a:t>Accomplishments</a:t>
                      </a:r>
                      <a:endParaRPr b="1" sz="800" u="none" cap="none" strike="noStrike">
                        <a:latin typeface="Verizon NHG TX"/>
                        <a:ea typeface="Verizon NHG TX"/>
                        <a:cs typeface="Verizon NHG TX"/>
                        <a:sym typeface="Verizon NHG TX"/>
                      </a:endParaRPr>
                    </a:p>
                  </a:txBody>
                  <a:tcPr marT="36575" marB="36575" marR="91425" marL="91425" anchor="b">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D8D8D8"/>
                      </a:solidFill>
                      <a:prstDash val="solid"/>
                      <a:round/>
                      <a:headEnd len="sm" w="sm" type="none"/>
                      <a:tailEnd len="sm" w="sm" type="none"/>
                    </a:lnB>
                    <a:solidFill>
                      <a:srgbClr val="EFEFE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latin typeface="Verizon NHG TX"/>
                          <a:ea typeface="Verizon NHG TX"/>
                          <a:cs typeface="Verizon NHG TX"/>
                          <a:sym typeface="Verizon NHG TX"/>
                        </a:rPr>
                        <a:t>Q3 Milestones</a:t>
                      </a:r>
                      <a:endParaRPr b="1" sz="800" u="none" cap="none" strike="noStrike">
                        <a:latin typeface="Verizon NHG TX"/>
                        <a:ea typeface="Verizon NHG TX"/>
                        <a:cs typeface="Verizon NHG TX"/>
                        <a:sym typeface="Verizon NHG TX"/>
                      </a:endParaRPr>
                    </a:p>
                  </a:txBody>
                  <a:tcPr marT="36575" marB="36575" marR="91425" marL="91425" anchor="b">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D8D8D8"/>
                      </a:solidFill>
                      <a:prstDash val="solid"/>
                      <a:round/>
                      <a:headEnd len="sm" w="sm" type="none"/>
                      <a:tailEnd len="sm" w="sm" type="none"/>
                    </a:lnB>
                    <a:solidFill>
                      <a:srgbClr val="EFEFE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latin typeface="Verizon NHG TX"/>
                          <a:ea typeface="Verizon NHG TX"/>
                          <a:cs typeface="Verizon NHG TX"/>
                          <a:sym typeface="Verizon NHG TX"/>
                        </a:rPr>
                        <a:t>Success Metric</a:t>
                      </a:r>
                      <a:endParaRPr b="1" sz="800" u="none" cap="none" strike="noStrike">
                        <a:latin typeface="Verizon NHG TX"/>
                        <a:ea typeface="Verizon NHG TX"/>
                        <a:cs typeface="Verizon NHG TX"/>
                        <a:sym typeface="Verizon NHG TX"/>
                      </a:endParaRPr>
                    </a:p>
                  </a:txBody>
                  <a:tcPr marT="36575" marB="36575" marR="91425" marL="91425" anchor="b">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D8D8D8"/>
                      </a:solidFill>
                      <a:prstDash val="solid"/>
                      <a:round/>
                      <a:headEnd len="sm" w="sm" type="none"/>
                      <a:tailEnd len="sm" w="sm" type="none"/>
                    </a:lnB>
                    <a:solidFill>
                      <a:srgbClr val="EFEFEF"/>
                    </a:solidFill>
                  </a:tcPr>
                </a:tc>
              </a:tr>
              <a:tr h="297100">
                <a:tc rowSpan="5">
                  <a:txBody>
                    <a:bodyPr/>
                    <a:lstStyle/>
                    <a:p>
                      <a:pPr indent="0" lvl="0" marL="0" marR="0" rtl="0" algn="l">
                        <a:lnSpc>
                          <a:spcPct val="100000"/>
                        </a:lnSpc>
                        <a:spcBef>
                          <a:spcPts val="0"/>
                        </a:spcBef>
                        <a:spcAft>
                          <a:spcPts val="0"/>
                        </a:spcAft>
                        <a:buClr>
                          <a:srgbClr val="000000"/>
                        </a:buClr>
                        <a:buSzPts val="700"/>
                        <a:buFont typeface="Arial"/>
                        <a:buNone/>
                      </a:pPr>
                      <a:r>
                        <a:rPr lang="en" sz="700" u="none" cap="none" strike="noStrike">
                          <a:latin typeface="Verizon NHG TX"/>
                          <a:ea typeface="Verizon NHG TX"/>
                          <a:cs typeface="Verizon NHG TX"/>
                          <a:sym typeface="Verizon NHG TX"/>
                        </a:rPr>
                        <a:t>Digital Channels</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700"/>
                        <a:buFont typeface="Arial"/>
                        <a:buNone/>
                      </a:pPr>
                      <a:r>
                        <a:rPr lang="en" sz="700" u="none" cap="none" strike="noStrike">
                          <a:latin typeface="Verizon NHG TX"/>
                          <a:ea typeface="Verizon NHG TX"/>
                          <a:cs typeface="Verizon NHG TX"/>
                          <a:sym typeface="Verizon NHG TX"/>
                        </a:rPr>
                        <a:t>NextGen Digital</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100"/>
                        <a:buFont typeface="Arial"/>
                        <a:buNone/>
                      </a:pPr>
                      <a:r>
                        <a:rPr lang="en" sz="800" u="none" cap="none" strike="noStrike">
                          <a:solidFill>
                            <a:schemeClr val="accent2"/>
                          </a:solidFill>
                          <a:latin typeface="Verizon NHG TX"/>
                          <a:ea typeface="Verizon NHG TX"/>
                          <a:cs typeface="Verizon NHG TX"/>
                          <a:sym typeface="Verizon NHG TX"/>
                        </a:rPr>
                        <a:t>⬤</a:t>
                      </a:r>
                      <a:endParaRPr sz="800" u="none" cap="none" strike="noStrike">
                        <a:solidFill>
                          <a:schemeClr val="accent2"/>
                        </a:solidFill>
                        <a:latin typeface="Verizon NHG TX"/>
                        <a:ea typeface="Verizon NHG TX"/>
                        <a:cs typeface="Verizon NHG TX"/>
                        <a:sym typeface="Verizon NHG TX"/>
                      </a:endParaRPr>
                    </a:p>
                  </a:txBody>
                  <a:tcPr marT="19050" marB="19050" marR="28575" marL="28575" anchor="ctr">
                    <a:lnL cap="flat" cmpd="sng" w="9525">
                      <a:solidFill>
                        <a:srgbClr val="D8D8D8"/>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273050" lvl="0" marL="457200" marR="0" rtl="0" algn="l">
                        <a:lnSpc>
                          <a:spcPct val="100000"/>
                        </a:lnSpc>
                        <a:spcBef>
                          <a:spcPts val="0"/>
                        </a:spcBef>
                        <a:spcAft>
                          <a:spcPts val="0"/>
                        </a:spcAft>
                        <a:buClr>
                          <a:schemeClr val="dk1"/>
                        </a:buClr>
                        <a:buSzPts val="700"/>
                        <a:buFont typeface="Verizon NHG DS"/>
                        <a:buChar char="●"/>
                      </a:pPr>
                      <a:r>
                        <a:t/>
                      </a:r>
                      <a:endParaRPr sz="700" u="none" cap="none" strike="noStrike">
                        <a:solidFill>
                          <a:schemeClr val="dk1"/>
                        </a:solidFill>
                        <a:latin typeface="Verizon NHG DS"/>
                        <a:ea typeface="Verizon NHG DS"/>
                        <a:cs typeface="Verizon NHG DS"/>
                        <a:sym typeface="Verizon NHG DS"/>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18275" marL="1827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r>
              <a:tr h="361050">
                <a:tc vMerge="1"/>
                <a:tc>
                  <a:txBody>
                    <a:bodyPr/>
                    <a:lstStyle/>
                    <a:p>
                      <a:pPr indent="0" lvl="0" marL="0" marR="0" rtl="0" algn="l">
                        <a:lnSpc>
                          <a:spcPct val="100000"/>
                        </a:lnSpc>
                        <a:spcBef>
                          <a:spcPts val="0"/>
                        </a:spcBef>
                        <a:spcAft>
                          <a:spcPts val="0"/>
                        </a:spcAft>
                        <a:buClr>
                          <a:srgbClr val="000000"/>
                        </a:buClr>
                        <a:buSzPts val="700"/>
                        <a:buFont typeface="Arial"/>
                        <a:buNone/>
                      </a:pPr>
                      <a:r>
                        <a:rPr lang="en" sz="700" u="none" cap="none" strike="noStrike">
                          <a:latin typeface="Verizon NHG TX"/>
                          <a:ea typeface="Verizon NHG TX"/>
                          <a:cs typeface="Verizon NHG TX"/>
                          <a:sym typeface="Verizon NHG TX"/>
                        </a:rPr>
                        <a:t>Elysium</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chemeClr val="accent2"/>
                          </a:solidFill>
                          <a:latin typeface="Verizon NHG TX"/>
                          <a:ea typeface="Verizon NHG TX"/>
                          <a:cs typeface="Verizon NHG TX"/>
                          <a:sym typeface="Verizon NHG TX"/>
                        </a:rPr>
                        <a:t>⬤</a:t>
                      </a:r>
                      <a:endParaRPr sz="800" u="none" cap="none" strike="noStrike">
                        <a:solidFill>
                          <a:schemeClr val="accent2"/>
                        </a:solidFill>
                        <a:latin typeface="Verizon NHG TX"/>
                        <a:ea typeface="Verizon NHG TX"/>
                        <a:cs typeface="Verizon NHG TX"/>
                        <a:sym typeface="Verizon NHG TX"/>
                      </a:endParaRPr>
                    </a:p>
                  </a:txBody>
                  <a:tcPr marT="19050" marB="19050" marR="28575" marL="28575" anchor="ctr">
                    <a:lnL cap="flat" cmpd="sng" w="9525">
                      <a:solidFill>
                        <a:srgbClr val="D8D8D8"/>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57150" lvl="0" marL="114300" marR="0" rtl="0" algn="l">
                        <a:lnSpc>
                          <a:spcPct val="100000"/>
                        </a:lnSpc>
                        <a:spcBef>
                          <a:spcPts val="0"/>
                        </a:spcBef>
                        <a:spcAft>
                          <a:spcPts val="0"/>
                        </a:spcAft>
                        <a:buClr>
                          <a:srgbClr val="000000"/>
                        </a:buClr>
                        <a:buSzPts val="700"/>
                        <a:buFont typeface="Verizon NHG DS"/>
                        <a:buNone/>
                      </a:pPr>
                      <a:r>
                        <a:t/>
                      </a:r>
                      <a:endParaRPr sz="700" u="none" cap="none" strike="noStrike">
                        <a:latin typeface="Verizon NHG DS"/>
                        <a:ea typeface="Verizon NHG DS"/>
                        <a:cs typeface="Verizon NHG DS"/>
                        <a:sym typeface="Verizon NHG DS"/>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18275" marL="1827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r>
              <a:tr h="288850">
                <a:tc vMerge="1"/>
                <a:tc>
                  <a:txBody>
                    <a:bodyPr/>
                    <a:lstStyle/>
                    <a:p>
                      <a:pPr indent="0" lvl="0" marL="0" marR="0" rtl="0" algn="l">
                        <a:lnSpc>
                          <a:spcPct val="100000"/>
                        </a:lnSpc>
                        <a:spcBef>
                          <a:spcPts val="0"/>
                        </a:spcBef>
                        <a:spcAft>
                          <a:spcPts val="0"/>
                        </a:spcAft>
                        <a:buClr>
                          <a:srgbClr val="000000"/>
                        </a:buClr>
                        <a:buSzPts val="700"/>
                        <a:buFont typeface="Arial"/>
                        <a:buNone/>
                      </a:pPr>
                      <a:r>
                        <a:rPr lang="en" sz="700" u="none" cap="none" strike="noStrike">
                          <a:latin typeface="Verizon NHG TX"/>
                          <a:ea typeface="Verizon NHG TX"/>
                          <a:cs typeface="Verizon NHG TX"/>
                          <a:sym typeface="Verizon NHG TX"/>
                        </a:rPr>
                        <a:t>Individual Profile</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 sz="800" u="none" cap="none" strike="noStrike">
                          <a:solidFill>
                            <a:schemeClr val="accent2"/>
                          </a:solidFill>
                          <a:latin typeface="Verizon NHG TX"/>
                          <a:ea typeface="Verizon NHG TX"/>
                          <a:cs typeface="Verizon NHG TX"/>
                          <a:sym typeface="Verizon NHG TX"/>
                        </a:rPr>
                        <a:t>⬤</a:t>
                      </a:r>
                      <a:endParaRPr sz="800" u="none" cap="none" strike="noStrike">
                        <a:solidFill>
                          <a:schemeClr val="accent2"/>
                        </a:solidFill>
                        <a:latin typeface="Verizon NHG TX"/>
                        <a:ea typeface="Verizon NHG TX"/>
                        <a:cs typeface="Verizon NHG TX"/>
                        <a:sym typeface="Verizon NHG TX"/>
                      </a:endParaRPr>
                    </a:p>
                  </a:txBody>
                  <a:tcPr marT="19050" marB="19050" marR="28575" marL="28575" anchor="ctr">
                    <a:lnL cap="flat" cmpd="sng" w="9525">
                      <a:solidFill>
                        <a:srgbClr val="D8D8D8"/>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57150" lvl="0" marL="114300" marR="0" rtl="0" algn="l">
                        <a:lnSpc>
                          <a:spcPct val="100000"/>
                        </a:lnSpc>
                        <a:spcBef>
                          <a:spcPts val="0"/>
                        </a:spcBef>
                        <a:spcAft>
                          <a:spcPts val="0"/>
                        </a:spcAft>
                        <a:buClr>
                          <a:srgbClr val="000000"/>
                        </a:buClr>
                        <a:buSzPts val="700"/>
                        <a:buFont typeface="Verizon NHG DS"/>
                        <a:buNone/>
                      </a:pPr>
                      <a:r>
                        <a:t/>
                      </a:r>
                      <a:endParaRPr sz="700" u="none" cap="none" strike="noStrike">
                        <a:latin typeface="Verizon NHG DS"/>
                        <a:ea typeface="Verizon NHG DS"/>
                        <a:cs typeface="Verizon NHG DS"/>
                        <a:sym typeface="Verizon NHG DS"/>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18275" marL="1827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r>
              <a:tr h="361050">
                <a:tc vMerge="1"/>
                <a:tc>
                  <a:txBody>
                    <a:bodyPr/>
                    <a:lstStyle/>
                    <a:p>
                      <a:pPr indent="0" lvl="0" marL="0" marR="0" rtl="0" algn="l">
                        <a:lnSpc>
                          <a:spcPct val="100000"/>
                        </a:lnSpc>
                        <a:spcBef>
                          <a:spcPts val="0"/>
                        </a:spcBef>
                        <a:spcAft>
                          <a:spcPts val="0"/>
                        </a:spcAft>
                        <a:buClr>
                          <a:srgbClr val="000000"/>
                        </a:buClr>
                        <a:buSzPts val="700"/>
                        <a:buFont typeface="Arial"/>
                        <a:buNone/>
                      </a:pPr>
                      <a:r>
                        <a:rPr lang="en" sz="700" u="none" cap="none" strike="noStrike">
                          <a:latin typeface="Verizon NHG TX"/>
                          <a:ea typeface="Verizon NHG TX"/>
                          <a:cs typeface="Verizon NHG TX"/>
                          <a:sym typeface="Verizon NHG TX"/>
                        </a:rPr>
                        <a:t>Next Gen Assisted</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chemeClr val="accent2"/>
                          </a:solidFill>
                          <a:latin typeface="Verizon NHG TX"/>
                          <a:ea typeface="Verizon NHG TX"/>
                          <a:cs typeface="Verizon NHG TX"/>
                          <a:sym typeface="Verizon NHG TX"/>
                        </a:rPr>
                        <a:t>⬤</a:t>
                      </a:r>
                      <a:endParaRPr sz="800" u="none" cap="none" strike="noStrike">
                        <a:solidFill>
                          <a:schemeClr val="accent2"/>
                        </a:solidFill>
                        <a:latin typeface="Verizon NHG TX"/>
                        <a:ea typeface="Verizon NHG TX"/>
                        <a:cs typeface="Verizon NHG TX"/>
                        <a:sym typeface="Verizon NHG TX"/>
                      </a:endParaRPr>
                    </a:p>
                  </a:txBody>
                  <a:tcPr marT="19050" marB="19050" marR="28575" marL="28575" anchor="ctr">
                    <a:lnL cap="flat" cmpd="sng" w="9525">
                      <a:solidFill>
                        <a:srgbClr val="D8D8D8"/>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57150" lvl="0" marL="114300" marR="0" rtl="0" algn="l">
                        <a:lnSpc>
                          <a:spcPct val="100000"/>
                        </a:lnSpc>
                        <a:spcBef>
                          <a:spcPts val="0"/>
                        </a:spcBef>
                        <a:spcAft>
                          <a:spcPts val="0"/>
                        </a:spcAft>
                        <a:buClr>
                          <a:srgbClr val="000000"/>
                        </a:buClr>
                        <a:buSzPts val="700"/>
                        <a:buFont typeface="Verizon NHG DS"/>
                        <a:buNone/>
                      </a:pPr>
                      <a:r>
                        <a:t/>
                      </a:r>
                      <a:endParaRPr sz="700" u="none" cap="none" strike="noStrike">
                        <a:latin typeface="Verizon NHG DS"/>
                        <a:ea typeface="Verizon NHG DS"/>
                        <a:cs typeface="Verizon NHG DS"/>
                        <a:sym typeface="Verizon NHG DS"/>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18275" marL="1827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r>
              <a:tr h="288850">
                <a:tc vMerge="1"/>
                <a:tc>
                  <a:txBody>
                    <a:bodyPr/>
                    <a:lstStyle/>
                    <a:p>
                      <a:pPr indent="0" lvl="0" marL="0" marR="0" rtl="0" algn="l">
                        <a:lnSpc>
                          <a:spcPct val="100000"/>
                        </a:lnSpc>
                        <a:spcBef>
                          <a:spcPts val="0"/>
                        </a:spcBef>
                        <a:spcAft>
                          <a:spcPts val="0"/>
                        </a:spcAft>
                        <a:buClr>
                          <a:srgbClr val="000000"/>
                        </a:buClr>
                        <a:buSzPts val="700"/>
                        <a:buFont typeface="Arial"/>
                        <a:buNone/>
                      </a:pPr>
                      <a:r>
                        <a:rPr lang="en" sz="700" u="none" cap="none" strike="noStrike">
                          <a:latin typeface="Verizon NHG TX"/>
                          <a:ea typeface="Verizon NHG TX"/>
                          <a:cs typeface="Verizon NHG TX"/>
                          <a:sym typeface="Verizon NHG TX"/>
                        </a:rPr>
                        <a:t>Onboarding</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chemeClr val="accent2"/>
                          </a:solidFill>
                          <a:latin typeface="Verizon NHG TX"/>
                          <a:ea typeface="Verizon NHG TX"/>
                          <a:cs typeface="Verizon NHG TX"/>
                          <a:sym typeface="Verizon NHG TX"/>
                        </a:rPr>
                        <a:t>⬤</a:t>
                      </a:r>
                      <a:endParaRPr sz="800" u="none" cap="none" strike="noStrike">
                        <a:solidFill>
                          <a:schemeClr val="accent2"/>
                        </a:solidFill>
                        <a:latin typeface="Verizon NHG TX"/>
                        <a:ea typeface="Verizon NHG TX"/>
                        <a:cs typeface="Verizon NHG TX"/>
                        <a:sym typeface="Verizon NHG TX"/>
                      </a:endParaRPr>
                    </a:p>
                  </a:txBody>
                  <a:tcPr marT="19050" marB="19050" marR="28575" marL="28575" anchor="ctr">
                    <a:lnL cap="flat" cmpd="sng" w="9525">
                      <a:solidFill>
                        <a:srgbClr val="D8D8D8"/>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57150" lvl="0" marL="114300" marR="0" rtl="0" algn="l">
                        <a:lnSpc>
                          <a:spcPct val="100000"/>
                        </a:lnSpc>
                        <a:spcBef>
                          <a:spcPts val="0"/>
                        </a:spcBef>
                        <a:spcAft>
                          <a:spcPts val="0"/>
                        </a:spcAft>
                        <a:buClr>
                          <a:srgbClr val="000000"/>
                        </a:buClr>
                        <a:buSzPts val="700"/>
                        <a:buFont typeface="Verizon NHG DS"/>
                        <a:buNone/>
                      </a:pPr>
                      <a:r>
                        <a:t/>
                      </a:r>
                      <a:endParaRPr sz="700" u="none" cap="none" strike="noStrike">
                        <a:latin typeface="Verizon NHG DS"/>
                        <a:ea typeface="Verizon NHG DS"/>
                        <a:cs typeface="Verizon NHG DS"/>
                        <a:sym typeface="Verizon NHG DS"/>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18275" marL="1827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r>
              <a:tr h="337225">
                <a:tc rowSpan="5">
                  <a:txBody>
                    <a:bodyPr/>
                    <a:lstStyle/>
                    <a:p>
                      <a:pPr indent="0" lvl="0" marL="0" marR="0" rtl="0" algn="l">
                        <a:lnSpc>
                          <a:spcPct val="100000"/>
                        </a:lnSpc>
                        <a:spcBef>
                          <a:spcPts val="0"/>
                        </a:spcBef>
                        <a:spcAft>
                          <a:spcPts val="0"/>
                        </a:spcAft>
                        <a:buClr>
                          <a:srgbClr val="000000"/>
                        </a:buClr>
                        <a:buSzPts val="700"/>
                        <a:buFont typeface="Arial"/>
                        <a:buNone/>
                      </a:pPr>
                      <a:r>
                        <a:rPr lang="en" sz="700" u="none" cap="none" strike="noStrike">
                          <a:latin typeface="Verizon NHG TX"/>
                          <a:ea typeface="Verizon NHG TX"/>
                          <a:cs typeface="Verizon NHG TX"/>
                          <a:sym typeface="Verizon NHG TX"/>
                        </a:rPr>
                        <a:t>VDS</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700"/>
                        <a:buFont typeface="Arial"/>
                        <a:buNone/>
                      </a:pPr>
                      <a:r>
                        <a:rPr lang="en" sz="700" u="none" cap="none" strike="noStrike">
                          <a:latin typeface="Verizon NHG TX"/>
                          <a:ea typeface="Verizon NHG TX"/>
                          <a:cs typeface="Verizon NHG TX"/>
                          <a:sym typeface="Verizon NHG TX"/>
                        </a:rPr>
                        <a:t>Enablement,</a:t>
                      </a:r>
                      <a:br>
                        <a:rPr lang="en" sz="700" u="none" cap="none" strike="noStrike">
                          <a:latin typeface="Verizon NHG TX"/>
                          <a:ea typeface="Verizon NHG TX"/>
                          <a:cs typeface="Verizon NHG TX"/>
                          <a:sym typeface="Verizon NHG TX"/>
                        </a:rPr>
                      </a:br>
                      <a:r>
                        <a:rPr lang="en" sz="700" u="none" cap="none" strike="noStrike">
                          <a:latin typeface="Verizon NHG TX"/>
                          <a:ea typeface="Verizon NHG TX"/>
                          <a:cs typeface="Verizon NHG TX"/>
                          <a:sym typeface="Verizon NHG TX"/>
                        </a:rPr>
                        <a:t>Retention </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chemeClr val="accent2"/>
                          </a:solidFill>
                          <a:latin typeface="Verizon NHG TX"/>
                          <a:ea typeface="Verizon NHG TX"/>
                          <a:cs typeface="Verizon NHG TX"/>
                          <a:sym typeface="Verizon NHG TX"/>
                        </a:rPr>
                        <a:t>⬤</a:t>
                      </a:r>
                      <a:endParaRPr sz="800" u="none" cap="none" strike="noStrike">
                        <a:solidFill>
                          <a:schemeClr val="accent2"/>
                        </a:solidFill>
                        <a:latin typeface="Verizon NHG TX"/>
                        <a:ea typeface="Verizon NHG TX"/>
                        <a:cs typeface="Verizon NHG TX"/>
                        <a:sym typeface="Verizon NHG TX"/>
                      </a:endParaRPr>
                    </a:p>
                    <a:p>
                      <a:pPr indent="0" lvl="0" marL="0" marR="0" rtl="0" algn="ctr">
                        <a:lnSpc>
                          <a:spcPct val="100000"/>
                        </a:lnSpc>
                        <a:spcBef>
                          <a:spcPts val="0"/>
                        </a:spcBef>
                        <a:spcAft>
                          <a:spcPts val="0"/>
                        </a:spcAft>
                        <a:buClr>
                          <a:srgbClr val="000000"/>
                        </a:buClr>
                        <a:buSzPts val="800"/>
                        <a:buFont typeface="Arial"/>
                        <a:buNone/>
                      </a:pPr>
                      <a:r>
                        <a:t/>
                      </a:r>
                      <a:endParaRPr sz="800" u="none" cap="none" strike="noStrike">
                        <a:solidFill>
                          <a:schemeClr val="accent2"/>
                        </a:solidFill>
                        <a:latin typeface="Verizon NHG TX"/>
                        <a:ea typeface="Verizon NHG TX"/>
                        <a:cs typeface="Verizon NHG TX"/>
                        <a:sym typeface="Verizon NHG TX"/>
                      </a:endParaRPr>
                    </a:p>
                  </a:txBody>
                  <a:tcPr marT="19050" marB="19050" marR="28575" marL="28575" anchor="ctr">
                    <a:lnL cap="flat" cmpd="sng" w="9525">
                      <a:solidFill>
                        <a:srgbClr val="D8D8D8"/>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57150" lvl="0" marL="114300" marR="0" rtl="0" algn="l">
                        <a:lnSpc>
                          <a:spcPct val="100000"/>
                        </a:lnSpc>
                        <a:spcBef>
                          <a:spcPts val="0"/>
                        </a:spcBef>
                        <a:spcAft>
                          <a:spcPts val="0"/>
                        </a:spcAft>
                        <a:buClr>
                          <a:srgbClr val="000000"/>
                        </a:buClr>
                        <a:buSzPts val="700"/>
                        <a:buFont typeface="Arial"/>
                        <a:buNone/>
                      </a:pPr>
                      <a:r>
                        <a:t/>
                      </a:r>
                      <a:endParaRPr sz="700" u="none" cap="none" strike="noStrike">
                        <a:latin typeface="Verizon NHG DS"/>
                        <a:ea typeface="Verizon NHG DS"/>
                        <a:cs typeface="Verizon NHG DS"/>
                        <a:sym typeface="Verizon NHG DS"/>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18275" marL="1827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r>
              <a:tr h="337225">
                <a:tc vMerge="1"/>
                <a:tc>
                  <a:txBody>
                    <a:bodyPr/>
                    <a:lstStyle/>
                    <a:p>
                      <a:pPr indent="0" lvl="0" marL="0" marR="0" rtl="0" algn="l">
                        <a:lnSpc>
                          <a:spcPct val="100000"/>
                        </a:lnSpc>
                        <a:spcBef>
                          <a:spcPts val="0"/>
                        </a:spcBef>
                        <a:spcAft>
                          <a:spcPts val="0"/>
                        </a:spcAft>
                        <a:buClr>
                          <a:srgbClr val="000000"/>
                        </a:buClr>
                        <a:buSzPts val="700"/>
                        <a:buFont typeface="Arial"/>
                        <a:buNone/>
                      </a:pPr>
                      <a:r>
                        <a:rPr lang="en" sz="700" u="none" cap="none" strike="noStrike">
                          <a:latin typeface="Verizon NHG TX"/>
                          <a:ea typeface="Verizon NHG TX"/>
                          <a:cs typeface="Verizon NHG TX"/>
                          <a:sym typeface="Verizon NHG TX"/>
                        </a:rPr>
                        <a:t>Enablement,</a:t>
                      </a:r>
                      <a:br>
                        <a:rPr lang="en" sz="700" u="none" cap="none" strike="noStrike">
                          <a:latin typeface="Verizon NHG TX"/>
                          <a:ea typeface="Verizon NHG TX"/>
                          <a:cs typeface="Verizon NHG TX"/>
                          <a:sym typeface="Verizon NHG TX"/>
                        </a:rPr>
                      </a:br>
                      <a:r>
                        <a:rPr lang="en" sz="700" u="none" cap="none" strike="noStrike">
                          <a:latin typeface="Verizon NHG TX"/>
                          <a:ea typeface="Verizon NHG TX"/>
                          <a:cs typeface="Verizon NHG TX"/>
                          <a:sym typeface="Verizon NHG TX"/>
                        </a:rPr>
                        <a:t>Expansion</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chemeClr val="accent2"/>
                          </a:solidFill>
                          <a:latin typeface="Verizon NHG TX"/>
                          <a:ea typeface="Verizon NHG TX"/>
                          <a:cs typeface="Verizon NHG TX"/>
                          <a:sym typeface="Verizon NHG TX"/>
                        </a:rPr>
                        <a:t>⬤</a:t>
                      </a:r>
                      <a:endParaRPr sz="800" u="none" cap="none" strike="noStrike">
                        <a:solidFill>
                          <a:schemeClr val="accent2"/>
                        </a:solidFill>
                        <a:latin typeface="Verizon NHG TX"/>
                        <a:ea typeface="Verizon NHG TX"/>
                        <a:cs typeface="Verizon NHG TX"/>
                        <a:sym typeface="Verizon NHG TX"/>
                      </a:endParaRPr>
                    </a:p>
                    <a:p>
                      <a:pPr indent="0" lvl="0" marL="0" marR="0" rtl="0" algn="ctr">
                        <a:lnSpc>
                          <a:spcPct val="100000"/>
                        </a:lnSpc>
                        <a:spcBef>
                          <a:spcPts val="0"/>
                        </a:spcBef>
                        <a:spcAft>
                          <a:spcPts val="0"/>
                        </a:spcAft>
                        <a:buClr>
                          <a:srgbClr val="000000"/>
                        </a:buClr>
                        <a:buSzPts val="800"/>
                        <a:buFont typeface="Arial"/>
                        <a:buNone/>
                      </a:pPr>
                      <a:r>
                        <a:t/>
                      </a:r>
                      <a:endParaRPr sz="800" u="none" cap="none" strike="noStrike">
                        <a:solidFill>
                          <a:schemeClr val="accent2"/>
                        </a:solidFill>
                        <a:latin typeface="Verizon NHG TX"/>
                        <a:ea typeface="Verizon NHG TX"/>
                        <a:cs typeface="Verizon NHG TX"/>
                        <a:sym typeface="Verizon NHG TX"/>
                      </a:endParaRPr>
                    </a:p>
                  </a:txBody>
                  <a:tcPr marT="19050" marB="19050" marR="28575" marL="28575" anchor="ctr">
                    <a:lnL cap="flat" cmpd="sng" w="9525">
                      <a:solidFill>
                        <a:srgbClr val="D8D8D8"/>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57150" lvl="0" marL="114300" marR="0" rtl="0" algn="l">
                        <a:lnSpc>
                          <a:spcPct val="100000"/>
                        </a:lnSpc>
                        <a:spcBef>
                          <a:spcPts val="0"/>
                        </a:spcBef>
                        <a:spcAft>
                          <a:spcPts val="0"/>
                        </a:spcAft>
                        <a:buClr>
                          <a:srgbClr val="000000"/>
                        </a:buClr>
                        <a:buSzPts val="700"/>
                        <a:buFont typeface="Arial"/>
                        <a:buNone/>
                      </a:pPr>
                      <a:r>
                        <a:t/>
                      </a:r>
                      <a:endParaRPr sz="700" u="none" cap="none" strike="noStrike">
                        <a:latin typeface="Verizon NHG DS"/>
                        <a:ea typeface="Verizon NHG DS"/>
                        <a:cs typeface="Verizon NHG DS"/>
                        <a:sym typeface="Verizon NHG DS"/>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18275" marL="1827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r>
              <a:tr h="288850">
                <a:tc vMerge="1"/>
                <a:tc>
                  <a:txBody>
                    <a:bodyPr/>
                    <a:lstStyle/>
                    <a:p>
                      <a:pPr indent="0" lvl="0" marL="0" marR="0" rtl="0" algn="l">
                        <a:lnSpc>
                          <a:spcPct val="100000"/>
                        </a:lnSpc>
                        <a:spcBef>
                          <a:spcPts val="0"/>
                        </a:spcBef>
                        <a:spcAft>
                          <a:spcPts val="0"/>
                        </a:spcAft>
                        <a:buClr>
                          <a:srgbClr val="000000"/>
                        </a:buClr>
                        <a:buSzPts val="700"/>
                        <a:buFont typeface="Arial"/>
                        <a:buNone/>
                      </a:pPr>
                      <a:r>
                        <a:rPr lang="en" sz="700" u="none" cap="none" strike="noStrike">
                          <a:latin typeface="Verizon NHG TX"/>
                          <a:ea typeface="Verizon NHG TX"/>
                          <a:cs typeface="Verizon NHG TX"/>
                          <a:sym typeface="Verizon NHG TX"/>
                        </a:rPr>
                        <a:t>Awareness</a:t>
                      </a:r>
                      <a:endParaRPr b="1" sz="7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chemeClr val="accent2"/>
                          </a:solidFill>
                          <a:latin typeface="Verizon NHG TX"/>
                          <a:ea typeface="Verizon NHG TX"/>
                          <a:cs typeface="Verizon NHG TX"/>
                          <a:sym typeface="Verizon NHG TX"/>
                        </a:rPr>
                        <a:t>⬤</a:t>
                      </a:r>
                      <a:endParaRPr sz="800" u="none" cap="none" strike="noStrike">
                        <a:solidFill>
                          <a:schemeClr val="accent2"/>
                        </a:solidFill>
                        <a:latin typeface="Verizon NHG TX"/>
                        <a:ea typeface="Verizon NHG TX"/>
                        <a:cs typeface="Verizon NHG TX"/>
                        <a:sym typeface="Verizon NHG TX"/>
                      </a:endParaRPr>
                    </a:p>
                  </a:txBody>
                  <a:tcPr marT="19050" marB="19050" marR="28575" marL="28575" anchor="ctr">
                    <a:lnL cap="flat" cmpd="sng" w="9525">
                      <a:solidFill>
                        <a:srgbClr val="D8D8D8"/>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57150" lvl="0" marL="114300" marR="0" rtl="0" algn="l">
                        <a:lnSpc>
                          <a:spcPct val="100000"/>
                        </a:lnSpc>
                        <a:spcBef>
                          <a:spcPts val="0"/>
                        </a:spcBef>
                        <a:spcAft>
                          <a:spcPts val="0"/>
                        </a:spcAft>
                        <a:buClr>
                          <a:srgbClr val="000000"/>
                        </a:buClr>
                        <a:buSzPts val="700"/>
                        <a:buFont typeface="Arial"/>
                        <a:buNone/>
                      </a:pPr>
                      <a:r>
                        <a:t/>
                      </a:r>
                      <a:endParaRPr sz="700" u="none" cap="none" strike="noStrike">
                        <a:latin typeface="Verizon NHG DS"/>
                        <a:ea typeface="Verizon NHG DS"/>
                        <a:cs typeface="Verizon NHG DS"/>
                        <a:sym typeface="Verizon NHG DS"/>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18275" marL="1827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r>
              <a:tr h="288850">
                <a:tc vMerge="1"/>
                <a:tc>
                  <a:txBody>
                    <a:bodyPr/>
                    <a:lstStyle/>
                    <a:p>
                      <a:pPr indent="0" lvl="0" marL="0" marR="0" rtl="0" algn="l">
                        <a:lnSpc>
                          <a:spcPct val="100000"/>
                        </a:lnSpc>
                        <a:spcBef>
                          <a:spcPts val="0"/>
                        </a:spcBef>
                        <a:spcAft>
                          <a:spcPts val="0"/>
                        </a:spcAft>
                        <a:buClr>
                          <a:srgbClr val="000000"/>
                        </a:buClr>
                        <a:buSzPts val="700"/>
                        <a:buFont typeface="Arial"/>
                        <a:buNone/>
                      </a:pPr>
                      <a:r>
                        <a:rPr lang="en" sz="700" u="none" cap="none" strike="noStrike">
                          <a:latin typeface="Verizon NHG TX"/>
                          <a:ea typeface="Verizon NHG TX"/>
                          <a:cs typeface="Verizon NHG TX"/>
                          <a:sym typeface="Verizon NHG TX"/>
                        </a:rPr>
                        <a:t>Expansion</a:t>
                      </a:r>
                      <a:endParaRPr b="1" sz="7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chemeClr val="accent2"/>
                          </a:solidFill>
                          <a:latin typeface="Verizon NHG TX"/>
                          <a:ea typeface="Verizon NHG TX"/>
                          <a:cs typeface="Verizon NHG TX"/>
                          <a:sym typeface="Verizon NHG TX"/>
                        </a:rPr>
                        <a:t>⬤</a:t>
                      </a:r>
                      <a:endParaRPr sz="800" u="none" cap="none" strike="noStrike">
                        <a:solidFill>
                          <a:schemeClr val="accent2"/>
                        </a:solidFill>
                        <a:latin typeface="Verizon NHG TX"/>
                        <a:ea typeface="Verizon NHG TX"/>
                        <a:cs typeface="Verizon NHG TX"/>
                        <a:sym typeface="Verizon NHG TX"/>
                      </a:endParaRPr>
                    </a:p>
                  </a:txBody>
                  <a:tcPr marT="19050" marB="19050" marR="28575" marL="28575" anchor="ctr">
                    <a:lnL cap="flat" cmpd="sng" w="9525">
                      <a:solidFill>
                        <a:srgbClr val="D8D8D8"/>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57150" lvl="0" marL="114300" marR="0" rtl="0" algn="l">
                        <a:lnSpc>
                          <a:spcPct val="100000"/>
                        </a:lnSpc>
                        <a:spcBef>
                          <a:spcPts val="0"/>
                        </a:spcBef>
                        <a:spcAft>
                          <a:spcPts val="0"/>
                        </a:spcAft>
                        <a:buClr>
                          <a:srgbClr val="000000"/>
                        </a:buClr>
                        <a:buSzPts val="700"/>
                        <a:buFont typeface="Arial"/>
                        <a:buNone/>
                      </a:pPr>
                      <a:r>
                        <a:t/>
                      </a:r>
                      <a:endParaRPr sz="700" u="none" cap="none" strike="noStrike">
                        <a:latin typeface="Verizon NHG DS"/>
                        <a:ea typeface="Verizon NHG DS"/>
                        <a:cs typeface="Verizon NHG DS"/>
                        <a:sym typeface="Verizon NHG DS"/>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18275" marL="1827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r>
              <a:tr h="288850">
                <a:tc vMerge="1"/>
                <a:tc>
                  <a:txBody>
                    <a:bodyPr/>
                    <a:lstStyle/>
                    <a:p>
                      <a:pPr indent="0" lvl="0" marL="0" marR="0" rtl="0" algn="l">
                        <a:lnSpc>
                          <a:spcPct val="100000"/>
                        </a:lnSpc>
                        <a:spcBef>
                          <a:spcPts val="0"/>
                        </a:spcBef>
                        <a:spcAft>
                          <a:spcPts val="0"/>
                        </a:spcAft>
                        <a:buClr>
                          <a:srgbClr val="000000"/>
                        </a:buClr>
                        <a:buSzPts val="700"/>
                        <a:buFont typeface="Arial"/>
                        <a:buNone/>
                      </a:pPr>
                      <a:r>
                        <a:rPr lang="en" sz="700" u="none" cap="none" strike="noStrike">
                          <a:latin typeface="Verizon NHG TX"/>
                          <a:ea typeface="Verizon NHG TX"/>
                          <a:cs typeface="Verizon NHG TX"/>
                          <a:sym typeface="Verizon NHG TX"/>
                        </a:rPr>
                        <a:t>Retention</a:t>
                      </a:r>
                      <a:endParaRPr b="1" sz="7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chemeClr val="accent2"/>
                          </a:solidFill>
                          <a:latin typeface="Verizon NHG TX"/>
                          <a:ea typeface="Verizon NHG TX"/>
                          <a:cs typeface="Verizon NHG TX"/>
                          <a:sym typeface="Verizon NHG TX"/>
                        </a:rPr>
                        <a:t>⬤</a:t>
                      </a:r>
                      <a:endParaRPr sz="800" u="none" cap="none" strike="noStrike">
                        <a:solidFill>
                          <a:schemeClr val="accent2"/>
                        </a:solidFill>
                        <a:latin typeface="Verizon NHG TX"/>
                        <a:ea typeface="Verizon NHG TX"/>
                        <a:cs typeface="Verizon NHG TX"/>
                        <a:sym typeface="Verizon NHG TX"/>
                      </a:endParaRPr>
                    </a:p>
                  </a:txBody>
                  <a:tcPr marT="19050" marB="19050" marR="28575" marL="28575" anchor="ctr">
                    <a:lnL cap="flat" cmpd="sng" w="9525">
                      <a:solidFill>
                        <a:srgbClr val="D8D8D8"/>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57150" lvl="0" marL="114300" marR="0" rtl="0" algn="l">
                        <a:lnSpc>
                          <a:spcPct val="100000"/>
                        </a:lnSpc>
                        <a:spcBef>
                          <a:spcPts val="0"/>
                        </a:spcBef>
                        <a:spcAft>
                          <a:spcPts val="0"/>
                        </a:spcAft>
                        <a:buClr>
                          <a:srgbClr val="000000"/>
                        </a:buClr>
                        <a:buSzPts val="700"/>
                        <a:buFont typeface="Arial"/>
                        <a:buNone/>
                      </a:pPr>
                      <a:r>
                        <a:t/>
                      </a:r>
                      <a:endParaRPr sz="700" u="none" cap="none" strike="noStrike">
                        <a:latin typeface="Verizon NHG DS"/>
                        <a:ea typeface="Verizon NHG DS"/>
                        <a:cs typeface="Verizon NHG DS"/>
                        <a:sym typeface="Verizon NHG DS"/>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18275" marL="1827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r>
              <a:tr h="288850">
                <a:tc rowSpan="3">
                  <a:txBody>
                    <a:bodyPr/>
                    <a:lstStyle/>
                    <a:p>
                      <a:pPr indent="0" lvl="0" marL="0" marR="0" rtl="0" algn="l">
                        <a:lnSpc>
                          <a:spcPct val="100000"/>
                        </a:lnSpc>
                        <a:spcBef>
                          <a:spcPts val="0"/>
                        </a:spcBef>
                        <a:spcAft>
                          <a:spcPts val="0"/>
                        </a:spcAft>
                        <a:buClr>
                          <a:srgbClr val="000000"/>
                        </a:buClr>
                        <a:buSzPts val="700"/>
                        <a:buFont typeface="Arial"/>
                        <a:buNone/>
                      </a:pPr>
                      <a:r>
                        <a:rPr lang="en" sz="700" u="none" cap="none" strike="noStrike">
                          <a:latin typeface="Verizon NHG TX"/>
                          <a:ea typeface="Verizon NHG TX"/>
                          <a:cs typeface="Verizon NHG TX"/>
                          <a:sym typeface="Verizon NHG TX"/>
                        </a:rPr>
                        <a:t>Product</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lang="en" sz="700" u="none" cap="none" strike="noStrike">
                          <a:latin typeface="Verizon NHG TX"/>
                          <a:ea typeface="Verizon NHG TX"/>
                          <a:cs typeface="Verizon NHG TX"/>
                          <a:sym typeface="Verizon NHG TX"/>
                        </a:rPr>
                        <a:t>Home Products &amp; Experiences</a:t>
                      </a:r>
                      <a:endParaRPr b="1" sz="7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chemeClr val="accent2"/>
                          </a:solidFill>
                          <a:latin typeface="Verizon NHG TX"/>
                          <a:ea typeface="Verizon NHG TX"/>
                          <a:cs typeface="Verizon NHG TX"/>
                          <a:sym typeface="Verizon NHG TX"/>
                        </a:rPr>
                        <a:t>⬤</a:t>
                      </a:r>
                      <a:endParaRPr sz="800" u="none" cap="none" strike="noStrike">
                        <a:solidFill>
                          <a:schemeClr val="accent2"/>
                        </a:solidFill>
                        <a:latin typeface="Verizon NHG TX"/>
                        <a:ea typeface="Verizon NHG TX"/>
                        <a:cs typeface="Verizon NHG TX"/>
                        <a:sym typeface="Verizon NHG TX"/>
                      </a:endParaRPr>
                    </a:p>
                  </a:txBody>
                  <a:tcPr marT="19050" marB="19050" marR="28575" marL="28575" anchor="ctr">
                    <a:lnL cap="flat" cmpd="sng" w="9525">
                      <a:solidFill>
                        <a:srgbClr val="D8D8D8"/>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57150" lvl="0" marL="114300" marR="0" rtl="0" algn="l">
                        <a:lnSpc>
                          <a:spcPct val="100000"/>
                        </a:lnSpc>
                        <a:spcBef>
                          <a:spcPts val="0"/>
                        </a:spcBef>
                        <a:spcAft>
                          <a:spcPts val="0"/>
                        </a:spcAft>
                        <a:buClr>
                          <a:srgbClr val="000000"/>
                        </a:buClr>
                        <a:buSzPts val="700"/>
                        <a:buFont typeface="Arial"/>
                        <a:buNone/>
                      </a:pPr>
                      <a:r>
                        <a:t/>
                      </a:r>
                      <a:endParaRPr sz="700" u="none" cap="none" strike="noStrike">
                        <a:latin typeface="Verizon NHG DS"/>
                        <a:ea typeface="Verizon NHG DS"/>
                        <a:cs typeface="Verizon NHG DS"/>
                        <a:sym typeface="Verizon NHG DS"/>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18275" marL="1827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r>
              <a:tr h="288850">
                <a:tc vMerge="1"/>
                <a:tc>
                  <a:txBody>
                    <a:bodyPr/>
                    <a:lstStyle/>
                    <a:p>
                      <a:pPr indent="0" lvl="0" marL="0" marR="0" rtl="0" algn="l">
                        <a:lnSpc>
                          <a:spcPct val="100000"/>
                        </a:lnSpc>
                        <a:spcBef>
                          <a:spcPts val="0"/>
                        </a:spcBef>
                        <a:spcAft>
                          <a:spcPts val="0"/>
                        </a:spcAft>
                        <a:buClr>
                          <a:srgbClr val="000000"/>
                        </a:buClr>
                        <a:buSzPts val="700"/>
                        <a:buFont typeface="Arial"/>
                        <a:buNone/>
                      </a:pPr>
                      <a:r>
                        <a:rPr lang="en" sz="700" u="none" cap="none" strike="noStrike">
                          <a:latin typeface="Verizon NHG TX"/>
                          <a:ea typeface="Verizon NHG TX"/>
                          <a:cs typeface="Verizon NHG TX"/>
                          <a:sym typeface="Verizon NHG TX"/>
                        </a:rPr>
                        <a:t>Beyond Connectivity</a:t>
                      </a:r>
                      <a:endParaRPr b="1" sz="7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chemeClr val="accent2"/>
                          </a:solidFill>
                          <a:latin typeface="Verizon NHG TX"/>
                          <a:ea typeface="Verizon NHG TX"/>
                          <a:cs typeface="Verizon NHG TX"/>
                          <a:sym typeface="Verizon NHG TX"/>
                        </a:rPr>
                        <a:t>⬤</a:t>
                      </a:r>
                      <a:endParaRPr sz="800" u="none" cap="none" strike="noStrike">
                        <a:solidFill>
                          <a:schemeClr val="accent2"/>
                        </a:solidFill>
                        <a:latin typeface="Verizon NHG TX"/>
                        <a:ea typeface="Verizon NHG TX"/>
                        <a:cs typeface="Verizon NHG TX"/>
                        <a:sym typeface="Verizon NHG TX"/>
                      </a:endParaRPr>
                    </a:p>
                  </a:txBody>
                  <a:tcPr marT="19050" marB="19050" marR="28575" marL="28575" anchor="ctr">
                    <a:lnL cap="flat" cmpd="sng" w="9525">
                      <a:solidFill>
                        <a:srgbClr val="D8D8D8"/>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57150" lvl="0" marL="114300" marR="0" rtl="0" algn="l">
                        <a:lnSpc>
                          <a:spcPct val="100000"/>
                        </a:lnSpc>
                        <a:spcBef>
                          <a:spcPts val="0"/>
                        </a:spcBef>
                        <a:spcAft>
                          <a:spcPts val="0"/>
                        </a:spcAft>
                        <a:buClr>
                          <a:srgbClr val="000000"/>
                        </a:buClr>
                        <a:buSzPts val="700"/>
                        <a:buFont typeface="Arial"/>
                        <a:buNone/>
                      </a:pPr>
                      <a:r>
                        <a:t/>
                      </a:r>
                      <a:endParaRPr sz="700" u="none" cap="none" strike="noStrike">
                        <a:latin typeface="Verizon NHG DS"/>
                        <a:ea typeface="Verizon NHG DS"/>
                        <a:cs typeface="Verizon NHG DS"/>
                        <a:sym typeface="Verizon NHG DS"/>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18275" marL="1827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r>
              <a:tr h="288850">
                <a:tc vMerge="1"/>
                <a:tc>
                  <a:txBody>
                    <a:bodyPr/>
                    <a:lstStyle/>
                    <a:p>
                      <a:pPr indent="0" lvl="0" marL="0" marR="0" rtl="0" algn="l">
                        <a:lnSpc>
                          <a:spcPct val="100000"/>
                        </a:lnSpc>
                        <a:spcBef>
                          <a:spcPts val="0"/>
                        </a:spcBef>
                        <a:spcAft>
                          <a:spcPts val="0"/>
                        </a:spcAft>
                        <a:buClr>
                          <a:srgbClr val="000000"/>
                        </a:buClr>
                        <a:buSzPts val="700"/>
                        <a:buFont typeface="Arial"/>
                        <a:buNone/>
                      </a:pPr>
                      <a:r>
                        <a:rPr lang="en" sz="700" u="none" cap="none" strike="noStrike">
                          <a:latin typeface="Verizon NHG TX"/>
                          <a:ea typeface="Verizon NHG TX"/>
                          <a:cs typeface="Verizon NHG TX"/>
                          <a:sym typeface="Verizon NHG TX"/>
                        </a:rPr>
                        <a:t>Mobile Products &amp; Services</a:t>
                      </a:r>
                      <a:endParaRPr b="1" sz="7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chemeClr val="accent2"/>
                          </a:solidFill>
                          <a:latin typeface="Verizon NHG TX"/>
                          <a:ea typeface="Verizon NHG TX"/>
                          <a:cs typeface="Verizon NHG TX"/>
                          <a:sym typeface="Verizon NHG TX"/>
                        </a:rPr>
                        <a:t>⬤</a:t>
                      </a:r>
                      <a:endParaRPr sz="800" u="none" cap="none" strike="noStrike">
                        <a:solidFill>
                          <a:schemeClr val="accent2"/>
                        </a:solidFill>
                        <a:latin typeface="Verizon NHG TX"/>
                        <a:ea typeface="Verizon NHG TX"/>
                        <a:cs typeface="Verizon NHG TX"/>
                        <a:sym typeface="Verizon NHG TX"/>
                      </a:endParaRPr>
                    </a:p>
                  </a:txBody>
                  <a:tcPr marT="19050" marB="19050" marR="28575" marL="28575" anchor="ctr">
                    <a:lnL cap="flat" cmpd="sng" w="9525">
                      <a:solidFill>
                        <a:srgbClr val="D8D8D8"/>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57150" lvl="0" marL="114300" marR="0" rtl="0" algn="l">
                        <a:lnSpc>
                          <a:spcPct val="100000"/>
                        </a:lnSpc>
                        <a:spcBef>
                          <a:spcPts val="0"/>
                        </a:spcBef>
                        <a:spcAft>
                          <a:spcPts val="0"/>
                        </a:spcAft>
                        <a:buClr>
                          <a:srgbClr val="000000"/>
                        </a:buClr>
                        <a:buSzPts val="700"/>
                        <a:buFont typeface="Arial"/>
                        <a:buNone/>
                      </a:pPr>
                      <a:r>
                        <a:t/>
                      </a:r>
                      <a:endParaRPr sz="700" u="none" cap="none" strike="noStrike">
                        <a:latin typeface="Verizon NHG DS"/>
                        <a:ea typeface="Verizon NHG DS"/>
                        <a:cs typeface="Verizon NHG DS"/>
                        <a:sym typeface="Verizon NHG DS"/>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18275" marL="1827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178" name="Shape 2178"/>
        <p:cNvGrpSpPr/>
        <p:nvPr/>
      </p:nvGrpSpPr>
      <p:grpSpPr>
        <a:xfrm>
          <a:off x="0" y="0"/>
          <a:ext cx="0" cy="0"/>
          <a:chOff x="0" y="0"/>
          <a:chExt cx="0" cy="0"/>
        </a:xfrm>
      </p:grpSpPr>
      <p:sp>
        <p:nvSpPr>
          <p:cNvPr id="2179" name="Google Shape;2179;p324"/>
          <p:cNvSpPr txBox="1"/>
          <p:nvPr>
            <p:ph type="title"/>
          </p:nvPr>
        </p:nvSpPr>
        <p:spPr>
          <a:xfrm>
            <a:off x="457200" y="247650"/>
            <a:ext cx="8533500" cy="342900"/>
          </a:xfrm>
          <a:prstGeom prst="rect">
            <a:avLst/>
          </a:prstGeom>
          <a:noFill/>
          <a:ln>
            <a:noFill/>
          </a:ln>
        </p:spPr>
        <p:txBody>
          <a:bodyPr anchorCtr="0" anchor="t" bIns="0" lIns="0" spcFirstLastPara="1" rIns="0" wrap="square" tIns="0">
            <a:normAutofit fontScale="90000"/>
          </a:bodyPr>
          <a:lstStyle/>
          <a:p>
            <a:pPr indent="0" lvl="0" marL="0" rtl="0" algn="l">
              <a:lnSpc>
                <a:spcPct val="80000"/>
              </a:lnSpc>
              <a:spcBef>
                <a:spcPts val="0"/>
              </a:spcBef>
              <a:spcAft>
                <a:spcPts val="0"/>
              </a:spcAft>
              <a:buClr>
                <a:schemeClr val="dk1"/>
              </a:buClr>
              <a:buSzPct val="136686"/>
              <a:buFont typeface="Arial"/>
              <a:buNone/>
            </a:pPr>
            <a:r>
              <a:rPr lang="en"/>
              <a:t>Experience Design | Quarterly Update - 3rd Qtr </a:t>
            </a:r>
            <a:r>
              <a:rPr b="0" lang="en" sz="1300"/>
              <a:t>(Sept 2025)</a:t>
            </a:r>
            <a:endParaRPr b="0" sz="1300"/>
          </a:p>
          <a:p>
            <a:pPr indent="0" lvl="0" marL="0" rtl="0" algn="l">
              <a:lnSpc>
                <a:spcPct val="80000"/>
              </a:lnSpc>
              <a:spcBef>
                <a:spcPts val="0"/>
              </a:spcBef>
              <a:spcAft>
                <a:spcPts val="0"/>
              </a:spcAft>
              <a:buClr>
                <a:schemeClr val="dk1"/>
              </a:buClr>
              <a:buSzPct val="52380"/>
              <a:buFont typeface="Arial"/>
              <a:buNone/>
            </a:pPr>
            <a:r>
              <a:t/>
            </a:r>
            <a:endParaRPr/>
          </a:p>
          <a:p>
            <a:pPr indent="0" lvl="0" marL="0" rtl="0" algn="l">
              <a:lnSpc>
                <a:spcPct val="80000"/>
              </a:lnSpc>
              <a:spcBef>
                <a:spcPts val="0"/>
              </a:spcBef>
              <a:spcAft>
                <a:spcPts val="0"/>
              </a:spcAft>
              <a:buClr>
                <a:schemeClr val="dk1"/>
              </a:buClr>
              <a:buSzPct val="52380"/>
              <a:buFont typeface="Arial"/>
              <a:buNone/>
            </a:pPr>
            <a:r>
              <a:t/>
            </a:r>
            <a:endParaRPr/>
          </a:p>
          <a:p>
            <a:pPr indent="0" lvl="0" marL="0" rtl="0" algn="l">
              <a:lnSpc>
                <a:spcPct val="80000"/>
              </a:lnSpc>
              <a:spcBef>
                <a:spcPts val="0"/>
              </a:spcBef>
              <a:spcAft>
                <a:spcPts val="0"/>
              </a:spcAft>
              <a:buSzPct val="95238"/>
              <a:buNone/>
            </a:pPr>
            <a:r>
              <a:t/>
            </a:r>
            <a:endParaRPr/>
          </a:p>
        </p:txBody>
      </p:sp>
      <p:graphicFrame>
        <p:nvGraphicFramePr>
          <p:cNvPr id="2180" name="Google Shape;2180;p324"/>
          <p:cNvGraphicFramePr/>
          <p:nvPr/>
        </p:nvGraphicFramePr>
        <p:xfrm>
          <a:off x="452638" y="649741"/>
          <a:ext cx="3000000" cy="3000000"/>
        </p:xfrm>
        <a:graphic>
          <a:graphicData uri="http://schemas.openxmlformats.org/drawingml/2006/table">
            <a:tbl>
              <a:tblPr>
                <a:noFill/>
                <a:tableStyleId>{6A162CF1-3AEC-4ED0-B689-3D35A367426C}</a:tableStyleId>
              </a:tblPr>
              <a:tblGrid>
                <a:gridCol w="637000"/>
                <a:gridCol w="1635700"/>
                <a:gridCol w="394675"/>
                <a:gridCol w="2176200"/>
                <a:gridCol w="2220300"/>
                <a:gridCol w="1267650"/>
              </a:tblGrid>
              <a:tr h="291650">
                <a:tc>
                  <a:txBody>
                    <a:bodyPr/>
                    <a:lstStyle/>
                    <a:p>
                      <a:pPr indent="0" lvl="0" marL="0" marR="0" rtl="0" algn="ctr">
                        <a:lnSpc>
                          <a:spcPct val="100000"/>
                        </a:lnSpc>
                        <a:spcBef>
                          <a:spcPts val="0"/>
                        </a:spcBef>
                        <a:spcAft>
                          <a:spcPts val="0"/>
                        </a:spcAft>
                        <a:buClr>
                          <a:srgbClr val="000000"/>
                        </a:buClr>
                        <a:buSzPts val="800"/>
                        <a:buFont typeface="Arial"/>
                        <a:buNone/>
                      </a:pPr>
                      <a:r>
                        <a:t/>
                      </a:r>
                      <a:endParaRPr b="1" sz="800" u="none" cap="none" strike="noStrike">
                        <a:latin typeface="Verizon NHG TX"/>
                        <a:ea typeface="Verizon NHG TX"/>
                        <a:cs typeface="Verizon NHG TX"/>
                        <a:sym typeface="Verizon NHG TX"/>
                      </a:endParaRPr>
                    </a:p>
                  </a:txBody>
                  <a:tcPr marT="36575" marB="36575" marR="91425" marL="91425" anchor="b">
                    <a:lnL cap="flat" cmpd="sng" w="9525">
                      <a:solidFill>
                        <a:srgbClr val="D8D8D8">
                          <a:alpha val="0"/>
                        </a:srgbClr>
                      </a:solidFill>
                      <a:prstDash val="solid"/>
                      <a:round/>
                      <a:headEnd len="sm" w="sm" type="none"/>
                      <a:tailEnd len="sm" w="sm" type="none"/>
                    </a:lnL>
                    <a:lnR cap="flat" cmpd="sng" w="9525">
                      <a:solidFill>
                        <a:srgbClr val="D8D8D8"/>
                      </a:solidFill>
                      <a:prstDash val="dash"/>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D8D8D8"/>
                      </a:solidFill>
                      <a:prstDash val="solid"/>
                      <a:round/>
                      <a:headEnd len="sm" w="sm" type="none"/>
                      <a:tailEnd len="sm" w="sm" type="none"/>
                    </a:lnB>
                    <a:solidFill>
                      <a:srgbClr val="EFEFE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latin typeface="Verizon NHG TX"/>
                          <a:ea typeface="Verizon NHG TX"/>
                          <a:cs typeface="Verizon NHG TX"/>
                          <a:sym typeface="Verizon NHG TX"/>
                        </a:rPr>
                        <a:t>Program</a:t>
                      </a:r>
                      <a:endParaRPr b="1" sz="800" u="none" cap="none" strike="noStrike">
                        <a:latin typeface="Verizon NHG TX"/>
                        <a:ea typeface="Verizon NHG TX"/>
                        <a:cs typeface="Verizon NHG TX"/>
                        <a:sym typeface="Verizon NHG TX"/>
                      </a:endParaRPr>
                    </a:p>
                  </a:txBody>
                  <a:tcPr marT="36575" marB="36575" marR="91425" marL="91425" anchor="b">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D8D8D8"/>
                      </a:solidFill>
                      <a:prstDash val="solid"/>
                      <a:round/>
                      <a:headEnd len="sm" w="sm" type="none"/>
                      <a:tailEnd len="sm" w="sm" type="none"/>
                    </a:lnB>
                    <a:solidFill>
                      <a:srgbClr val="EFEFE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latin typeface="Verizon NHG TX"/>
                          <a:ea typeface="Verizon NHG TX"/>
                          <a:cs typeface="Verizon NHG TX"/>
                          <a:sym typeface="Verizon NHG TX"/>
                        </a:rPr>
                        <a:t>Overall</a:t>
                      </a:r>
                      <a:endParaRPr b="1" sz="800" u="none" cap="none" strike="noStrike">
                        <a:latin typeface="Verizon NHG TX"/>
                        <a:ea typeface="Verizon NHG TX"/>
                        <a:cs typeface="Verizon NHG TX"/>
                        <a:sym typeface="Verizon NHG TX"/>
                      </a:endParaRPr>
                    </a:p>
                    <a:p>
                      <a:pPr indent="0" lvl="0" marL="0" marR="0" rtl="0" algn="ctr">
                        <a:lnSpc>
                          <a:spcPct val="100000"/>
                        </a:lnSpc>
                        <a:spcBef>
                          <a:spcPts val="0"/>
                        </a:spcBef>
                        <a:spcAft>
                          <a:spcPts val="0"/>
                        </a:spcAft>
                        <a:buClr>
                          <a:srgbClr val="000000"/>
                        </a:buClr>
                        <a:buSzPts val="800"/>
                        <a:buFont typeface="Arial"/>
                        <a:buNone/>
                      </a:pPr>
                      <a:r>
                        <a:rPr b="1" lang="en" sz="800" u="none" cap="none" strike="noStrike">
                          <a:latin typeface="Verizon NHG TX"/>
                          <a:ea typeface="Verizon NHG TX"/>
                          <a:cs typeface="Verizon NHG TX"/>
                          <a:sym typeface="Verizon NHG TX"/>
                        </a:rPr>
                        <a:t>Status</a:t>
                      </a:r>
                      <a:endParaRPr sz="800" u="none" cap="none" strike="noStrike">
                        <a:latin typeface="Verizon NHG TX"/>
                        <a:ea typeface="Verizon NHG TX"/>
                        <a:cs typeface="Verizon NHG TX"/>
                        <a:sym typeface="Verizon NHG TX"/>
                      </a:endParaRPr>
                    </a:p>
                  </a:txBody>
                  <a:tcPr marT="0" marB="0" marR="0" marL="0" anchor="b">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CCCCCC"/>
                      </a:solidFill>
                      <a:prstDash val="solid"/>
                      <a:round/>
                      <a:headEnd len="sm" w="sm" type="none"/>
                      <a:tailEnd len="sm" w="sm" type="none"/>
                    </a:lnB>
                    <a:solidFill>
                      <a:srgbClr val="EFEFE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latin typeface="Verizon NHG TX"/>
                          <a:ea typeface="Verizon NHG TX"/>
                          <a:cs typeface="Verizon NHG TX"/>
                          <a:sym typeface="Verizon NHG TX"/>
                        </a:rPr>
                        <a:t>Q3 </a:t>
                      </a:r>
                      <a:r>
                        <a:rPr b="1" lang="en" sz="800" u="none" cap="none" strike="noStrike">
                          <a:solidFill>
                            <a:srgbClr val="000000"/>
                          </a:solidFill>
                          <a:latin typeface="Verizon NHG TX"/>
                          <a:ea typeface="Verizon NHG TX"/>
                          <a:cs typeface="Verizon NHG TX"/>
                          <a:sym typeface="Verizon NHG TX"/>
                        </a:rPr>
                        <a:t>Accomplishments</a:t>
                      </a:r>
                      <a:endParaRPr b="1" sz="800" u="none" cap="none" strike="noStrike">
                        <a:latin typeface="Verizon NHG TX"/>
                        <a:ea typeface="Verizon NHG TX"/>
                        <a:cs typeface="Verizon NHG TX"/>
                        <a:sym typeface="Verizon NHG TX"/>
                      </a:endParaRPr>
                    </a:p>
                  </a:txBody>
                  <a:tcPr marT="36575" marB="36575" marR="91425" marL="91425" anchor="b">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D8D8D8"/>
                      </a:solidFill>
                      <a:prstDash val="solid"/>
                      <a:round/>
                      <a:headEnd len="sm" w="sm" type="none"/>
                      <a:tailEnd len="sm" w="sm" type="none"/>
                    </a:lnB>
                    <a:solidFill>
                      <a:srgbClr val="EFEFE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latin typeface="Verizon NHG TX"/>
                          <a:ea typeface="Verizon NHG TX"/>
                          <a:cs typeface="Verizon NHG TX"/>
                          <a:sym typeface="Verizon NHG TX"/>
                        </a:rPr>
                        <a:t>Q4 Milestones</a:t>
                      </a:r>
                      <a:endParaRPr b="1" sz="800" u="none" cap="none" strike="noStrike">
                        <a:latin typeface="Verizon NHG TX"/>
                        <a:ea typeface="Verizon NHG TX"/>
                        <a:cs typeface="Verizon NHG TX"/>
                        <a:sym typeface="Verizon NHG TX"/>
                      </a:endParaRPr>
                    </a:p>
                  </a:txBody>
                  <a:tcPr marT="36575" marB="36575" marR="91425" marL="91425" anchor="b">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D8D8D8"/>
                      </a:solidFill>
                      <a:prstDash val="solid"/>
                      <a:round/>
                      <a:headEnd len="sm" w="sm" type="none"/>
                      <a:tailEnd len="sm" w="sm" type="none"/>
                    </a:lnB>
                    <a:solidFill>
                      <a:srgbClr val="EFEFE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latin typeface="Verizon NHG TX"/>
                          <a:ea typeface="Verizon NHG TX"/>
                          <a:cs typeface="Verizon NHG TX"/>
                          <a:sym typeface="Verizon NHG TX"/>
                        </a:rPr>
                        <a:t>Success Metric</a:t>
                      </a:r>
                      <a:endParaRPr b="1" sz="800" u="none" cap="none" strike="noStrike">
                        <a:latin typeface="Verizon NHG TX"/>
                        <a:ea typeface="Verizon NHG TX"/>
                        <a:cs typeface="Verizon NHG TX"/>
                        <a:sym typeface="Verizon NHG TX"/>
                      </a:endParaRPr>
                    </a:p>
                  </a:txBody>
                  <a:tcPr marT="36575" marB="36575" marR="91425" marL="91425" anchor="b">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D8D8D8"/>
                      </a:solidFill>
                      <a:prstDash val="solid"/>
                      <a:round/>
                      <a:headEnd len="sm" w="sm" type="none"/>
                      <a:tailEnd len="sm" w="sm" type="none"/>
                    </a:lnB>
                    <a:solidFill>
                      <a:srgbClr val="EFEFEF"/>
                    </a:solidFill>
                  </a:tcPr>
                </a:tc>
              </a:tr>
              <a:tr h="297100">
                <a:tc rowSpan="5">
                  <a:txBody>
                    <a:bodyPr/>
                    <a:lstStyle/>
                    <a:p>
                      <a:pPr indent="0" lvl="0" marL="0" marR="0" rtl="0" algn="l">
                        <a:lnSpc>
                          <a:spcPct val="100000"/>
                        </a:lnSpc>
                        <a:spcBef>
                          <a:spcPts val="0"/>
                        </a:spcBef>
                        <a:spcAft>
                          <a:spcPts val="0"/>
                        </a:spcAft>
                        <a:buClr>
                          <a:srgbClr val="000000"/>
                        </a:buClr>
                        <a:buSzPts val="700"/>
                        <a:buFont typeface="Arial"/>
                        <a:buNone/>
                      </a:pPr>
                      <a:r>
                        <a:rPr lang="en" sz="700" u="none" cap="none" strike="noStrike">
                          <a:latin typeface="Verizon NHG TX"/>
                          <a:ea typeface="Verizon NHG TX"/>
                          <a:cs typeface="Verizon NHG TX"/>
                          <a:sym typeface="Verizon NHG TX"/>
                        </a:rPr>
                        <a:t>Digital Channels</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700"/>
                        <a:buFont typeface="Arial"/>
                        <a:buNone/>
                      </a:pPr>
                      <a:r>
                        <a:rPr lang="en" sz="700" u="none" cap="none" strike="noStrike">
                          <a:latin typeface="Verizon NHG TX"/>
                          <a:ea typeface="Verizon NHG TX"/>
                          <a:cs typeface="Verizon NHG TX"/>
                          <a:sym typeface="Verizon NHG TX"/>
                        </a:rPr>
                        <a:t>NextGen Digital</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100"/>
                        <a:buFont typeface="Arial"/>
                        <a:buNone/>
                      </a:pPr>
                      <a:r>
                        <a:rPr lang="en" sz="800" u="none" cap="none" strike="noStrike">
                          <a:solidFill>
                            <a:schemeClr val="accent2"/>
                          </a:solidFill>
                          <a:latin typeface="Verizon NHG TX"/>
                          <a:ea typeface="Verizon NHG TX"/>
                          <a:cs typeface="Verizon NHG TX"/>
                          <a:sym typeface="Verizon NHG TX"/>
                        </a:rPr>
                        <a:t>⬤</a:t>
                      </a:r>
                      <a:endParaRPr sz="800" u="none" cap="none" strike="noStrike">
                        <a:solidFill>
                          <a:schemeClr val="accent2"/>
                        </a:solidFill>
                        <a:latin typeface="Verizon NHG TX"/>
                        <a:ea typeface="Verizon NHG TX"/>
                        <a:cs typeface="Verizon NHG TX"/>
                        <a:sym typeface="Verizon NHG TX"/>
                      </a:endParaRPr>
                    </a:p>
                  </a:txBody>
                  <a:tcPr marT="19050" marB="19050" marR="28575" marL="28575" anchor="ctr">
                    <a:lnL cap="flat" cmpd="sng" w="9525">
                      <a:solidFill>
                        <a:srgbClr val="D8D8D8"/>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273050" lvl="0" marL="457200" marR="0" rtl="0" algn="l">
                        <a:lnSpc>
                          <a:spcPct val="100000"/>
                        </a:lnSpc>
                        <a:spcBef>
                          <a:spcPts val="0"/>
                        </a:spcBef>
                        <a:spcAft>
                          <a:spcPts val="0"/>
                        </a:spcAft>
                        <a:buClr>
                          <a:schemeClr val="dk1"/>
                        </a:buClr>
                        <a:buSzPts val="700"/>
                        <a:buFont typeface="Verizon NHG DS"/>
                        <a:buChar char="●"/>
                      </a:pPr>
                      <a:r>
                        <a:t/>
                      </a:r>
                      <a:endParaRPr sz="700" u="none" cap="none" strike="noStrike">
                        <a:solidFill>
                          <a:schemeClr val="dk1"/>
                        </a:solidFill>
                        <a:latin typeface="Verizon NHG DS"/>
                        <a:ea typeface="Verizon NHG DS"/>
                        <a:cs typeface="Verizon NHG DS"/>
                        <a:sym typeface="Verizon NHG DS"/>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18275" marL="1827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r>
              <a:tr h="361050">
                <a:tc vMerge="1"/>
                <a:tc>
                  <a:txBody>
                    <a:bodyPr/>
                    <a:lstStyle/>
                    <a:p>
                      <a:pPr indent="0" lvl="0" marL="0" marR="0" rtl="0" algn="l">
                        <a:lnSpc>
                          <a:spcPct val="100000"/>
                        </a:lnSpc>
                        <a:spcBef>
                          <a:spcPts val="0"/>
                        </a:spcBef>
                        <a:spcAft>
                          <a:spcPts val="0"/>
                        </a:spcAft>
                        <a:buClr>
                          <a:srgbClr val="000000"/>
                        </a:buClr>
                        <a:buSzPts val="700"/>
                        <a:buFont typeface="Arial"/>
                        <a:buNone/>
                      </a:pPr>
                      <a:r>
                        <a:rPr lang="en" sz="700" u="none" cap="none" strike="noStrike">
                          <a:latin typeface="Verizon NHG TX"/>
                          <a:ea typeface="Verizon NHG TX"/>
                          <a:cs typeface="Verizon NHG TX"/>
                          <a:sym typeface="Verizon NHG TX"/>
                        </a:rPr>
                        <a:t>Elysium</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chemeClr val="accent2"/>
                          </a:solidFill>
                          <a:latin typeface="Verizon NHG TX"/>
                          <a:ea typeface="Verizon NHG TX"/>
                          <a:cs typeface="Verizon NHG TX"/>
                          <a:sym typeface="Verizon NHG TX"/>
                        </a:rPr>
                        <a:t>⬤</a:t>
                      </a:r>
                      <a:endParaRPr sz="800" u="none" cap="none" strike="noStrike">
                        <a:solidFill>
                          <a:schemeClr val="accent2"/>
                        </a:solidFill>
                        <a:latin typeface="Verizon NHG TX"/>
                        <a:ea typeface="Verizon NHG TX"/>
                        <a:cs typeface="Verizon NHG TX"/>
                        <a:sym typeface="Verizon NHG TX"/>
                      </a:endParaRPr>
                    </a:p>
                  </a:txBody>
                  <a:tcPr marT="19050" marB="19050" marR="28575" marL="28575" anchor="ctr">
                    <a:lnL cap="flat" cmpd="sng" w="9525">
                      <a:solidFill>
                        <a:srgbClr val="D8D8D8"/>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57150" lvl="0" marL="114300" marR="0" rtl="0" algn="l">
                        <a:lnSpc>
                          <a:spcPct val="100000"/>
                        </a:lnSpc>
                        <a:spcBef>
                          <a:spcPts val="0"/>
                        </a:spcBef>
                        <a:spcAft>
                          <a:spcPts val="0"/>
                        </a:spcAft>
                        <a:buClr>
                          <a:srgbClr val="000000"/>
                        </a:buClr>
                        <a:buSzPts val="700"/>
                        <a:buFont typeface="Verizon NHG DS"/>
                        <a:buNone/>
                      </a:pPr>
                      <a:r>
                        <a:t/>
                      </a:r>
                      <a:endParaRPr sz="700" u="none" cap="none" strike="noStrike">
                        <a:latin typeface="Verizon NHG DS"/>
                        <a:ea typeface="Verizon NHG DS"/>
                        <a:cs typeface="Verizon NHG DS"/>
                        <a:sym typeface="Verizon NHG DS"/>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18275" marL="1827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r>
              <a:tr h="288850">
                <a:tc vMerge="1"/>
                <a:tc>
                  <a:txBody>
                    <a:bodyPr/>
                    <a:lstStyle/>
                    <a:p>
                      <a:pPr indent="0" lvl="0" marL="0" marR="0" rtl="0" algn="l">
                        <a:lnSpc>
                          <a:spcPct val="100000"/>
                        </a:lnSpc>
                        <a:spcBef>
                          <a:spcPts val="0"/>
                        </a:spcBef>
                        <a:spcAft>
                          <a:spcPts val="0"/>
                        </a:spcAft>
                        <a:buClr>
                          <a:srgbClr val="000000"/>
                        </a:buClr>
                        <a:buSzPts val="700"/>
                        <a:buFont typeface="Arial"/>
                        <a:buNone/>
                      </a:pPr>
                      <a:r>
                        <a:rPr lang="en" sz="700" u="none" cap="none" strike="noStrike">
                          <a:latin typeface="Verizon NHG TX"/>
                          <a:ea typeface="Verizon NHG TX"/>
                          <a:cs typeface="Verizon NHG TX"/>
                          <a:sym typeface="Verizon NHG TX"/>
                        </a:rPr>
                        <a:t>Individual Profile</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 sz="800" u="none" cap="none" strike="noStrike">
                          <a:solidFill>
                            <a:schemeClr val="accent2"/>
                          </a:solidFill>
                          <a:latin typeface="Verizon NHG TX"/>
                          <a:ea typeface="Verizon NHG TX"/>
                          <a:cs typeface="Verizon NHG TX"/>
                          <a:sym typeface="Verizon NHG TX"/>
                        </a:rPr>
                        <a:t>⬤</a:t>
                      </a:r>
                      <a:endParaRPr sz="800" u="none" cap="none" strike="noStrike">
                        <a:solidFill>
                          <a:schemeClr val="accent2"/>
                        </a:solidFill>
                        <a:latin typeface="Verizon NHG TX"/>
                        <a:ea typeface="Verizon NHG TX"/>
                        <a:cs typeface="Verizon NHG TX"/>
                        <a:sym typeface="Verizon NHG TX"/>
                      </a:endParaRPr>
                    </a:p>
                  </a:txBody>
                  <a:tcPr marT="19050" marB="19050" marR="28575" marL="28575" anchor="ctr">
                    <a:lnL cap="flat" cmpd="sng" w="9525">
                      <a:solidFill>
                        <a:srgbClr val="D8D8D8"/>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57150" lvl="0" marL="114300" marR="0" rtl="0" algn="l">
                        <a:lnSpc>
                          <a:spcPct val="100000"/>
                        </a:lnSpc>
                        <a:spcBef>
                          <a:spcPts val="0"/>
                        </a:spcBef>
                        <a:spcAft>
                          <a:spcPts val="0"/>
                        </a:spcAft>
                        <a:buClr>
                          <a:srgbClr val="000000"/>
                        </a:buClr>
                        <a:buSzPts val="700"/>
                        <a:buFont typeface="Verizon NHG DS"/>
                        <a:buNone/>
                      </a:pPr>
                      <a:r>
                        <a:t/>
                      </a:r>
                      <a:endParaRPr sz="700" u="none" cap="none" strike="noStrike">
                        <a:latin typeface="Verizon NHG DS"/>
                        <a:ea typeface="Verizon NHG DS"/>
                        <a:cs typeface="Verizon NHG DS"/>
                        <a:sym typeface="Verizon NHG DS"/>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18275" marL="1827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r>
              <a:tr h="361050">
                <a:tc vMerge="1"/>
                <a:tc>
                  <a:txBody>
                    <a:bodyPr/>
                    <a:lstStyle/>
                    <a:p>
                      <a:pPr indent="0" lvl="0" marL="0" marR="0" rtl="0" algn="l">
                        <a:lnSpc>
                          <a:spcPct val="100000"/>
                        </a:lnSpc>
                        <a:spcBef>
                          <a:spcPts val="0"/>
                        </a:spcBef>
                        <a:spcAft>
                          <a:spcPts val="0"/>
                        </a:spcAft>
                        <a:buClr>
                          <a:srgbClr val="000000"/>
                        </a:buClr>
                        <a:buSzPts val="700"/>
                        <a:buFont typeface="Arial"/>
                        <a:buNone/>
                      </a:pPr>
                      <a:r>
                        <a:rPr lang="en" sz="700" u="none" cap="none" strike="noStrike">
                          <a:latin typeface="Verizon NHG TX"/>
                          <a:ea typeface="Verizon NHG TX"/>
                          <a:cs typeface="Verizon NHG TX"/>
                          <a:sym typeface="Verizon NHG TX"/>
                        </a:rPr>
                        <a:t>Next Gen Assisted</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chemeClr val="accent2"/>
                          </a:solidFill>
                          <a:latin typeface="Verizon NHG TX"/>
                          <a:ea typeface="Verizon NHG TX"/>
                          <a:cs typeface="Verizon NHG TX"/>
                          <a:sym typeface="Verizon NHG TX"/>
                        </a:rPr>
                        <a:t>⬤</a:t>
                      </a:r>
                      <a:endParaRPr sz="800" u="none" cap="none" strike="noStrike">
                        <a:solidFill>
                          <a:schemeClr val="accent2"/>
                        </a:solidFill>
                        <a:latin typeface="Verizon NHG TX"/>
                        <a:ea typeface="Verizon NHG TX"/>
                        <a:cs typeface="Verizon NHG TX"/>
                        <a:sym typeface="Verizon NHG TX"/>
                      </a:endParaRPr>
                    </a:p>
                  </a:txBody>
                  <a:tcPr marT="19050" marB="19050" marR="28575" marL="28575" anchor="ctr">
                    <a:lnL cap="flat" cmpd="sng" w="9525">
                      <a:solidFill>
                        <a:srgbClr val="D8D8D8"/>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57150" lvl="0" marL="114300" marR="0" rtl="0" algn="l">
                        <a:lnSpc>
                          <a:spcPct val="100000"/>
                        </a:lnSpc>
                        <a:spcBef>
                          <a:spcPts val="0"/>
                        </a:spcBef>
                        <a:spcAft>
                          <a:spcPts val="0"/>
                        </a:spcAft>
                        <a:buClr>
                          <a:srgbClr val="000000"/>
                        </a:buClr>
                        <a:buSzPts val="700"/>
                        <a:buFont typeface="Verizon NHG DS"/>
                        <a:buNone/>
                      </a:pPr>
                      <a:r>
                        <a:t/>
                      </a:r>
                      <a:endParaRPr sz="700" u="none" cap="none" strike="noStrike">
                        <a:latin typeface="Verizon NHG DS"/>
                        <a:ea typeface="Verizon NHG DS"/>
                        <a:cs typeface="Verizon NHG DS"/>
                        <a:sym typeface="Verizon NHG DS"/>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18275" marL="1827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r>
              <a:tr h="288850">
                <a:tc vMerge="1"/>
                <a:tc>
                  <a:txBody>
                    <a:bodyPr/>
                    <a:lstStyle/>
                    <a:p>
                      <a:pPr indent="0" lvl="0" marL="0" marR="0" rtl="0" algn="l">
                        <a:lnSpc>
                          <a:spcPct val="100000"/>
                        </a:lnSpc>
                        <a:spcBef>
                          <a:spcPts val="0"/>
                        </a:spcBef>
                        <a:spcAft>
                          <a:spcPts val="0"/>
                        </a:spcAft>
                        <a:buClr>
                          <a:srgbClr val="000000"/>
                        </a:buClr>
                        <a:buSzPts val="700"/>
                        <a:buFont typeface="Arial"/>
                        <a:buNone/>
                      </a:pPr>
                      <a:r>
                        <a:rPr lang="en" sz="700" u="none" cap="none" strike="noStrike">
                          <a:latin typeface="Verizon NHG TX"/>
                          <a:ea typeface="Verizon NHG TX"/>
                          <a:cs typeface="Verizon NHG TX"/>
                          <a:sym typeface="Verizon NHG TX"/>
                        </a:rPr>
                        <a:t>Onboarding</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chemeClr val="accent2"/>
                          </a:solidFill>
                          <a:latin typeface="Verizon NHG TX"/>
                          <a:ea typeface="Verizon NHG TX"/>
                          <a:cs typeface="Verizon NHG TX"/>
                          <a:sym typeface="Verizon NHG TX"/>
                        </a:rPr>
                        <a:t>⬤</a:t>
                      </a:r>
                      <a:endParaRPr sz="800" u="none" cap="none" strike="noStrike">
                        <a:solidFill>
                          <a:schemeClr val="accent2"/>
                        </a:solidFill>
                        <a:latin typeface="Verizon NHG TX"/>
                        <a:ea typeface="Verizon NHG TX"/>
                        <a:cs typeface="Verizon NHG TX"/>
                        <a:sym typeface="Verizon NHG TX"/>
                      </a:endParaRPr>
                    </a:p>
                  </a:txBody>
                  <a:tcPr marT="19050" marB="19050" marR="28575" marL="28575" anchor="ctr">
                    <a:lnL cap="flat" cmpd="sng" w="9525">
                      <a:solidFill>
                        <a:srgbClr val="D8D8D8"/>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57150" lvl="0" marL="114300" marR="0" rtl="0" algn="l">
                        <a:lnSpc>
                          <a:spcPct val="100000"/>
                        </a:lnSpc>
                        <a:spcBef>
                          <a:spcPts val="0"/>
                        </a:spcBef>
                        <a:spcAft>
                          <a:spcPts val="0"/>
                        </a:spcAft>
                        <a:buClr>
                          <a:srgbClr val="000000"/>
                        </a:buClr>
                        <a:buSzPts val="700"/>
                        <a:buFont typeface="Verizon NHG DS"/>
                        <a:buNone/>
                      </a:pPr>
                      <a:r>
                        <a:t/>
                      </a:r>
                      <a:endParaRPr sz="700" u="none" cap="none" strike="noStrike">
                        <a:latin typeface="Verizon NHG DS"/>
                        <a:ea typeface="Verizon NHG DS"/>
                        <a:cs typeface="Verizon NHG DS"/>
                        <a:sym typeface="Verizon NHG DS"/>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18275" marL="1827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r>
              <a:tr h="337225">
                <a:tc rowSpan="5">
                  <a:txBody>
                    <a:bodyPr/>
                    <a:lstStyle/>
                    <a:p>
                      <a:pPr indent="0" lvl="0" marL="0" marR="0" rtl="0" algn="l">
                        <a:lnSpc>
                          <a:spcPct val="100000"/>
                        </a:lnSpc>
                        <a:spcBef>
                          <a:spcPts val="0"/>
                        </a:spcBef>
                        <a:spcAft>
                          <a:spcPts val="0"/>
                        </a:spcAft>
                        <a:buClr>
                          <a:srgbClr val="000000"/>
                        </a:buClr>
                        <a:buSzPts val="700"/>
                        <a:buFont typeface="Arial"/>
                        <a:buNone/>
                      </a:pPr>
                      <a:r>
                        <a:rPr lang="en" sz="700" u="none" cap="none" strike="noStrike">
                          <a:latin typeface="Verizon NHG TX"/>
                          <a:ea typeface="Verizon NHG TX"/>
                          <a:cs typeface="Verizon NHG TX"/>
                          <a:sym typeface="Verizon NHG TX"/>
                        </a:rPr>
                        <a:t>VDS</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700"/>
                        <a:buFont typeface="Arial"/>
                        <a:buNone/>
                      </a:pPr>
                      <a:r>
                        <a:rPr lang="en" sz="700" u="none" cap="none" strike="noStrike">
                          <a:latin typeface="Verizon NHG TX"/>
                          <a:ea typeface="Verizon NHG TX"/>
                          <a:cs typeface="Verizon NHG TX"/>
                          <a:sym typeface="Verizon NHG TX"/>
                        </a:rPr>
                        <a:t>Enablement,</a:t>
                      </a:r>
                      <a:br>
                        <a:rPr lang="en" sz="700" u="none" cap="none" strike="noStrike">
                          <a:latin typeface="Verizon NHG TX"/>
                          <a:ea typeface="Verizon NHG TX"/>
                          <a:cs typeface="Verizon NHG TX"/>
                          <a:sym typeface="Verizon NHG TX"/>
                        </a:rPr>
                      </a:br>
                      <a:r>
                        <a:rPr lang="en" sz="700" u="none" cap="none" strike="noStrike">
                          <a:latin typeface="Verizon NHG TX"/>
                          <a:ea typeface="Verizon NHG TX"/>
                          <a:cs typeface="Verizon NHG TX"/>
                          <a:sym typeface="Verizon NHG TX"/>
                        </a:rPr>
                        <a:t>Retention </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chemeClr val="accent2"/>
                          </a:solidFill>
                          <a:latin typeface="Verizon NHG TX"/>
                          <a:ea typeface="Verizon NHG TX"/>
                          <a:cs typeface="Verizon NHG TX"/>
                          <a:sym typeface="Verizon NHG TX"/>
                        </a:rPr>
                        <a:t>⬤</a:t>
                      </a:r>
                      <a:endParaRPr sz="800" u="none" cap="none" strike="noStrike">
                        <a:solidFill>
                          <a:schemeClr val="accent2"/>
                        </a:solidFill>
                        <a:latin typeface="Verizon NHG TX"/>
                        <a:ea typeface="Verizon NHG TX"/>
                        <a:cs typeface="Verizon NHG TX"/>
                        <a:sym typeface="Verizon NHG TX"/>
                      </a:endParaRPr>
                    </a:p>
                    <a:p>
                      <a:pPr indent="0" lvl="0" marL="0" marR="0" rtl="0" algn="ctr">
                        <a:lnSpc>
                          <a:spcPct val="100000"/>
                        </a:lnSpc>
                        <a:spcBef>
                          <a:spcPts val="0"/>
                        </a:spcBef>
                        <a:spcAft>
                          <a:spcPts val="0"/>
                        </a:spcAft>
                        <a:buClr>
                          <a:srgbClr val="000000"/>
                        </a:buClr>
                        <a:buSzPts val="800"/>
                        <a:buFont typeface="Arial"/>
                        <a:buNone/>
                      </a:pPr>
                      <a:r>
                        <a:t/>
                      </a:r>
                      <a:endParaRPr sz="800" u="none" cap="none" strike="noStrike">
                        <a:solidFill>
                          <a:schemeClr val="accent2"/>
                        </a:solidFill>
                        <a:latin typeface="Verizon NHG TX"/>
                        <a:ea typeface="Verizon NHG TX"/>
                        <a:cs typeface="Verizon NHG TX"/>
                        <a:sym typeface="Verizon NHG TX"/>
                      </a:endParaRPr>
                    </a:p>
                  </a:txBody>
                  <a:tcPr marT="19050" marB="19050" marR="28575" marL="28575" anchor="ctr">
                    <a:lnL cap="flat" cmpd="sng" w="9525">
                      <a:solidFill>
                        <a:srgbClr val="D8D8D8"/>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57150" lvl="0" marL="114300" marR="0" rtl="0" algn="l">
                        <a:lnSpc>
                          <a:spcPct val="100000"/>
                        </a:lnSpc>
                        <a:spcBef>
                          <a:spcPts val="0"/>
                        </a:spcBef>
                        <a:spcAft>
                          <a:spcPts val="0"/>
                        </a:spcAft>
                        <a:buClr>
                          <a:srgbClr val="000000"/>
                        </a:buClr>
                        <a:buSzPts val="700"/>
                        <a:buFont typeface="Arial"/>
                        <a:buNone/>
                      </a:pPr>
                      <a:r>
                        <a:t/>
                      </a:r>
                      <a:endParaRPr sz="700" u="none" cap="none" strike="noStrike">
                        <a:latin typeface="Verizon NHG DS"/>
                        <a:ea typeface="Verizon NHG DS"/>
                        <a:cs typeface="Verizon NHG DS"/>
                        <a:sym typeface="Verizon NHG DS"/>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18275" marL="1827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r>
              <a:tr h="337225">
                <a:tc vMerge="1"/>
                <a:tc>
                  <a:txBody>
                    <a:bodyPr/>
                    <a:lstStyle/>
                    <a:p>
                      <a:pPr indent="0" lvl="0" marL="0" marR="0" rtl="0" algn="l">
                        <a:lnSpc>
                          <a:spcPct val="100000"/>
                        </a:lnSpc>
                        <a:spcBef>
                          <a:spcPts val="0"/>
                        </a:spcBef>
                        <a:spcAft>
                          <a:spcPts val="0"/>
                        </a:spcAft>
                        <a:buClr>
                          <a:srgbClr val="000000"/>
                        </a:buClr>
                        <a:buSzPts val="700"/>
                        <a:buFont typeface="Arial"/>
                        <a:buNone/>
                      </a:pPr>
                      <a:r>
                        <a:rPr lang="en" sz="700" u="none" cap="none" strike="noStrike">
                          <a:latin typeface="Verizon NHG TX"/>
                          <a:ea typeface="Verizon NHG TX"/>
                          <a:cs typeface="Verizon NHG TX"/>
                          <a:sym typeface="Verizon NHG TX"/>
                        </a:rPr>
                        <a:t>Enablement,</a:t>
                      </a:r>
                      <a:br>
                        <a:rPr lang="en" sz="700" u="none" cap="none" strike="noStrike">
                          <a:latin typeface="Verizon NHG TX"/>
                          <a:ea typeface="Verizon NHG TX"/>
                          <a:cs typeface="Verizon NHG TX"/>
                          <a:sym typeface="Verizon NHG TX"/>
                        </a:rPr>
                      </a:br>
                      <a:r>
                        <a:rPr lang="en" sz="700" u="none" cap="none" strike="noStrike">
                          <a:latin typeface="Verizon NHG TX"/>
                          <a:ea typeface="Verizon NHG TX"/>
                          <a:cs typeface="Verizon NHG TX"/>
                          <a:sym typeface="Verizon NHG TX"/>
                        </a:rPr>
                        <a:t>Expansion</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chemeClr val="accent2"/>
                          </a:solidFill>
                          <a:latin typeface="Verizon NHG TX"/>
                          <a:ea typeface="Verizon NHG TX"/>
                          <a:cs typeface="Verizon NHG TX"/>
                          <a:sym typeface="Verizon NHG TX"/>
                        </a:rPr>
                        <a:t>⬤</a:t>
                      </a:r>
                      <a:endParaRPr sz="800" u="none" cap="none" strike="noStrike">
                        <a:solidFill>
                          <a:schemeClr val="accent2"/>
                        </a:solidFill>
                        <a:latin typeface="Verizon NHG TX"/>
                        <a:ea typeface="Verizon NHG TX"/>
                        <a:cs typeface="Verizon NHG TX"/>
                        <a:sym typeface="Verizon NHG TX"/>
                      </a:endParaRPr>
                    </a:p>
                    <a:p>
                      <a:pPr indent="0" lvl="0" marL="0" marR="0" rtl="0" algn="ctr">
                        <a:lnSpc>
                          <a:spcPct val="100000"/>
                        </a:lnSpc>
                        <a:spcBef>
                          <a:spcPts val="0"/>
                        </a:spcBef>
                        <a:spcAft>
                          <a:spcPts val="0"/>
                        </a:spcAft>
                        <a:buClr>
                          <a:srgbClr val="000000"/>
                        </a:buClr>
                        <a:buSzPts val="800"/>
                        <a:buFont typeface="Arial"/>
                        <a:buNone/>
                      </a:pPr>
                      <a:r>
                        <a:t/>
                      </a:r>
                      <a:endParaRPr sz="800" u="none" cap="none" strike="noStrike">
                        <a:solidFill>
                          <a:schemeClr val="accent2"/>
                        </a:solidFill>
                        <a:latin typeface="Verizon NHG TX"/>
                        <a:ea typeface="Verizon NHG TX"/>
                        <a:cs typeface="Verizon NHG TX"/>
                        <a:sym typeface="Verizon NHG TX"/>
                      </a:endParaRPr>
                    </a:p>
                  </a:txBody>
                  <a:tcPr marT="19050" marB="19050" marR="28575" marL="28575" anchor="ctr">
                    <a:lnL cap="flat" cmpd="sng" w="9525">
                      <a:solidFill>
                        <a:srgbClr val="D8D8D8"/>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57150" lvl="0" marL="114300" marR="0" rtl="0" algn="l">
                        <a:lnSpc>
                          <a:spcPct val="100000"/>
                        </a:lnSpc>
                        <a:spcBef>
                          <a:spcPts val="0"/>
                        </a:spcBef>
                        <a:spcAft>
                          <a:spcPts val="0"/>
                        </a:spcAft>
                        <a:buClr>
                          <a:srgbClr val="000000"/>
                        </a:buClr>
                        <a:buSzPts val="700"/>
                        <a:buFont typeface="Arial"/>
                        <a:buNone/>
                      </a:pPr>
                      <a:r>
                        <a:t/>
                      </a:r>
                      <a:endParaRPr sz="700" u="none" cap="none" strike="noStrike">
                        <a:latin typeface="Verizon NHG DS"/>
                        <a:ea typeface="Verizon NHG DS"/>
                        <a:cs typeface="Verizon NHG DS"/>
                        <a:sym typeface="Verizon NHG DS"/>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18275" marL="1827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r>
              <a:tr h="288850">
                <a:tc vMerge="1"/>
                <a:tc>
                  <a:txBody>
                    <a:bodyPr/>
                    <a:lstStyle/>
                    <a:p>
                      <a:pPr indent="0" lvl="0" marL="0" marR="0" rtl="0" algn="l">
                        <a:lnSpc>
                          <a:spcPct val="100000"/>
                        </a:lnSpc>
                        <a:spcBef>
                          <a:spcPts val="0"/>
                        </a:spcBef>
                        <a:spcAft>
                          <a:spcPts val="0"/>
                        </a:spcAft>
                        <a:buClr>
                          <a:srgbClr val="000000"/>
                        </a:buClr>
                        <a:buSzPts val="700"/>
                        <a:buFont typeface="Arial"/>
                        <a:buNone/>
                      </a:pPr>
                      <a:r>
                        <a:rPr lang="en" sz="700" u="none" cap="none" strike="noStrike">
                          <a:latin typeface="Verizon NHG TX"/>
                          <a:ea typeface="Verizon NHG TX"/>
                          <a:cs typeface="Verizon NHG TX"/>
                          <a:sym typeface="Verizon NHG TX"/>
                        </a:rPr>
                        <a:t>Awareness</a:t>
                      </a:r>
                      <a:endParaRPr b="1" sz="7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chemeClr val="accent2"/>
                          </a:solidFill>
                          <a:latin typeface="Verizon NHG TX"/>
                          <a:ea typeface="Verizon NHG TX"/>
                          <a:cs typeface="Verizon NHG TX"/>
                          <a:sym typeface="Verizon NHG TX"/>
                        </a:rPr>
                        <a:t>⬤</a:t>
                      </a:r>
                      <a:endParaRPr sz="800" u="none" cap="none" strike="noStrike">
                        <a:solidFill>
                          <a:schemeClr val="accent2"/>
                        </a:solidFill>
                        <a:latin typeface="Verizon NHG TX"/>
                        <a:ea typeface="Verizon NHG TX"/>
                        <a:cs typeface="Verizon NHG TX"/>
                        <a:sym typeface="Verizon NHG TX"/>
                      </a:endParaRPr>
                    </a:p>
                  </a:txBody>
                  <a:tcPr marT="19050" marB="19050" marR="28575" marL="28575" anchor="ctr">
                    <a:lnL cap="flat" cmpd="sng" w="9525">
                      <a:solidFill>
                        <a:srgbClr val="D8D8D8"/>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57150" lvl="0" marL="114300" marR="0" rtl="0" algn="l">
                        <a:lnSpc>
                          <a:spcPct val="100000"/>
                        </a:lnSpc>
                        <a:spcBef>
                          <a:spcPts val="0"/>
                        </a:spcBef>
                        <a:spcAft>
                          <a:spcPts val="0"/>
                        </a:spcAft>
                        <a:buClr>
                          <a:srgbClr val="000000"/>
                        </a:buClr>
                        <a:buSzPts val="700"/>
                        <a:buFont typeface="Arial"/>
                        <a:buNone/>
                      </a:pPr>
                      <a:r>
                        <a:t/>
                      </a:r>
                      <a:endParaRPr sz="700" u="none" cap="none" strike="noStrike">
                        <a:latin typeface="Verizon NHG DS"/>
                        <a:ea typeface="Verizon NHG DS"/>
                        <a:cs typeface="Verizon NHG DS"/>
                        <a:sym typeface="Verizon NHG DS"/>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18275" marL="1827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r>
              <a:tr h="288850">
                <a:tc vMerge="1"/>
                <a:tc>
                  <a:txBody>
                    <a:bodyPr/>
                    <a:lstStyle/>
                    <a:p>
                      <a:pPr indent="0" lvl="0" marL="0" marR="0" rtl="0" algn="l">
                        <a:lnSpc>
                          <a:spcPct val="100000"/>
                        </a:lnSpc>
                        <a:spcBef>
                          <a:spcPts val="0"/>
                        </a:spcBef>
                        <a:spcAft>
                          <a:spcPts val="0"/>
                        </a:spcAft>
                        <a:buClr>
                          <a:srgbClr val="000000"/>
                        </a:buClr>
                        <a:buSzPts val="700"/>
                        <a:buFont typeface="Arial"/>
                        <a:buNone/>
                      </a:pPr>
                      <a:r>
                        <a:rPr lang="en" sz="700" u="none" cap="none" strike="noStrike">
                          <a:latin typeface="Verizon NHG TX"/>
                          <a:ea typeface="Verizon NHG TX"/>
                          <a:cs typeface="Verizon NHG TX"/>
                          <a:sym typeface="Verizon NHG TX"/>
                        </a:rPr>
                        <a:t>Expansion</a:t>
                      </a:r>
                      <a:endParaRPr b="1" sz="7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chemeClr val="accent2"/>
                          </a:solidFill>
                          <a:latin typeface="Verizon NHG TX"/>
                          <a:ea typeface="Verizon NHG TX"/>
                          <a:cs typeface="Verizon NHG TX"/>
                          <a:sym typeface="Verizon NHG TX"/>
                        </a:rPr>
                        <a:t>⬤</a:t>
                      </a:r>
                      <a:endParaRPr sz="800" u="none" cap="none" strike="noStrike">
                        <a:solidFill>
                          <a:schemeClr val="accent2"/>
                        </a:solidFill>
                        <a:latin typeface="Verizon NHG TX"/>
                        <a:ea typeface="Verizon NHG TX"/>
                        <a:cs typeface="Verizon NHG TX"/>
                        <a:sym typeface="Verizon NHG TX"/>
                      </a:endParaRPr>
                    </a:p>
                  </a:txBody>
                  <a:tcPr marT="19050" marB="19050" marR="28575" marL="28575" anchor="ctr">
                    <a:lnL cap="flat" cmpd="sng" w="9525">
                      <a:solidFill>
                        <a:srgbClr val="D8D8D8"/>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57150" lvl="0" marL="114300" marR="0" rtl="0" algn="l">
                        <a:lnSpc>
                          <a:spcPct val="100000"/>
                        </a:lnSpc>
                        <a:spcBef>
                          <a:spcPts val="0"/>
                        </a:spcBef>
                        <a:spcAft>
                          <a:spcPts val="0"/>
                        </a:spcAft>
                        <a:buClr>
                          <a:srgbClr val="000000"/>
                        </a:buClr>
                        <a:buSzPts val="700"/>
                        <a:buFont typeface="Arial"/>
                        <a:buNone/>
                      </a:pPr>
                      <a:r>
                        <a:t/>
                      </a:r>
                      <a:endParaRPr sz="700" u="none" cap="none" strike="noStrike">
                        <a:latin typeface="Verizon NHG DS"/>
                        <a:ea typeface="Verizon NHG DS"/>
                        <a:cs typeface="Verizon NHG DS"/>
                        <a:sym typeface="Verizon NHG DS"/>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18275" marL="1827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r>
              <a:tr h="288850">
                <a:tc vMerge="1"/>
                <a:tc>
                  <a:txBody>
                    <a:bodyPr/>
                    <a:lstStyle/>
                    <a:p>
                      <a:pPr indent="0" lvl="0" marL="0" marR="0" rtl="0" algn="l">
                        <a:lnSpc>
                          <a:spcPct val="100000"/>
                        </a:lnSpc>
                        <a:spcBef>
                          <a:spcPts val="0"/>
                        </a:spcBef>
                        <a:spcAft>
                          <a:spcPts val="0"/>
                        </a:spcAft>
                        <a:buClr>
                          <a:srgbClr val="000000"/>
                        </a:buClr>
                        <a:buSzPts val="700"/>
                        <a:buFont typeface="Arial"/>
                        <a:buNone/>
                      </a:pPr>
                      <a:r>
                        <a:rPr lang="en" sz="700" u="none" cap="none" strike="noStrike">
                          <a:latin typeface="Verizon NHG TX"/>
                          <a:ea typeface="Verizon NHG TX"/>
                          <a:cs typeface="Verizon NHG TX"/>
                          <a:sym typeface="Verizon NHG TX"/>
                        </a:rPr>
                        <a:t>Retention</a:t>
                      </a:r>
                      <a:endParaRPr b="1" sz="7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chemeClr val="accent2"/>
                          </a:solidFill>
                          <a:latin typeface="Verizon NHG TX"/>
                          <a:ea typeface="Verizon NHG TX"/>
                          <a:cs typeface="Verizon NHG TX"/>
                          <a:sym typeface="Verizon NHG TX"/>
                        </a:rPr>
                        <a:t>⬤</a:t>
                      </a:r>
                      <a:endParaRPr sz="800" u="none" cap="none" strike="noStrike">
                        <a:solidFill>
                          <a:schemeClr val="accent2"/>
                        </a:solidFill>
                        <a:latin typeface="Verizon NHG TX"/>
                        <a:ea typeface="Verizon NHG TX"/>
                        <a:cs typeface="Verizon NHG TX"/>
                        <a:sym typeface="Verizon NHG TX"/>
                      </a:endParaRPr>
                    </a:p>
                  </a:txBody>
                  <a:tcPr marT="19050" marB="19050" marR="28575" marL="28575" anchor="ctr">
                    <a:lnL cap="flat" cmpd="sng" w="9525">
                      <a:solidFill>
                        <a:srgbClr val="D8D8D8"/>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57150" lvl="0" marL="114300" marR="0" rtl="0" algn="l">
                        <a:lnSpc>
                          <a:spcPct val="100000"/>
                        </a:lnSpc>
                        <a:spcBef>
                          <a:spcPts val="0"/>
                        </a:spcBef>
                        <a:spcAft>
                          <a:spcPts val="0"/>
                        </a:spcAft>
                        <a:buClr>
                          <a:srgbClr val="000000"/>
                        </a:buClr>
                        <a:buSzPts val="700"/>
                        <a:buFont typeface="Arial"/>
                        <a:buNone/>
                      </a:pPr>
                      <a:r>
                        <a:t/>
                      </a:r>
                      <a:endParaRPr sz="700" u="none" cap="none" strike="noStrike">
                        <a:latin typeface="Verizon NHG DS"/>
                        <a:ea typeface="Verizon NHG DS"/>
                        <a:cs typeface="Verizon NHG DS"/>
                        <a:sym typeface="Verizon NHG DS"/>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18275" marL="1827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r>
              <a:tr h="288850">
                <a:tc rowSpan="3">
                  <a:txBody>
                    <a:bodyPr/>
                    <a:lstStyle/>
                    <a:p>
                      <a:pPr indent="0" lvl="0" marL="0" marR="0" rtl="0" algn="l">
                        <a:lnSpc>
                          <a:spcPct val="100000"/>
                        </a:lnSpc>
                        <a:spcBef>
                          <a:spcPts val="0"/>
                        </a:spcBef>
                        <a:spcAft>
                          <a:spcPts val="0"/>
                        </a:spcAft>
                        <a:buClr>
                          <a:srgbClr val="000000"/>
                        </a:buClr>
                        <a:buSzPts val="700"/>
                        <a:buFont typeface="Arial"/>
                        <a:buNone/>
                      </a:pPr>
                      <a:r>
                        <a:rPr lang="en" sz="700" u="none" cap="none" strike="noStrike">
                          <a:latin typeface="Verizon NHG TX"/>
                          <a:ea typeface="Verizon NHG TX"/>
                          <a:cs typeface="Verizon NHG TX"/>
                          <a:sym typeface="Verizon NHG TX"/>
                        </a:rPr>
                        <a:t>Product</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lang="en" sz="700" u="none" cap="none" strike="noStrike">
                          <a:latin typeface="Verizon NHG TX"/>
                          <a:ea typeface="Verizon NHG TX"/>
                          <a:cs typeface="Verizon NHG TX"/>
                          <a:sym typeface="Verizon NHG TX"/>
                        </a:rPr>
                        <a:t>Home Products &amp; Experiences</a:t>
                      </a:r>
                      <a:endParaRPr b="1" sz="7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chemeClr val="accent2"/>
                          </a:solidFill>
                          <a:latin typeface="Verizon NHG TX"/>
                          <a:ea typeface="Verizon NHG TX"/>
                          <a:cs typeface="Verizon NHG TX"/>
                          <a:sym typeface="Verizon NHG TX"/>
                        </a:rPr>
                        <a:t>⬤</a:t>
                      </a:r>
                      <a:endParaRPr sz="800" u="none" cap="none" strike="noStrike">
                        <a:solidFill>
                          <a:schemeClr val="accent2"/>
                        </a:solidFill>
                        <a:latin typeface="Verizon NHG TX"/>
                        <a:ea typeface="Verizon NHG TX"/>
                        <a:cs typeface="Verizon NHG TX"/>
                        <a:sym typeface="Verizon NHG TX"/>
                      </a:endParaRPr>
                    </a:p>
                  </a:txBody>
                  <a:tcPr marT="19050" marB="19050" marR="28575" marL="28575" anchor="ctr">
                    <a:lnL cap="flat" cmpd="sng" w="9525">
                      <a:solidFill>
                        <a:srgbClr val="D8D8D8"/>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57150" lvl="0" marL="114300" marR="0" rtl="0" algn="l">
                        <a:lnSpc>
                          <a:spcPct val="100000"/>
                        </a:lnSpc>
                        <a:spcBef>
                          <a:spcPts val="0"/>
                        </a:spcBef>
                        <a:spcAft>
                          <a:spcPts val="0"/>
                        </a:spcAft>
                        <a:buClr>
                          <a:srgbClr val="000000"/>
                        </a:buClr>
                        <a:buSzPts val="700"/>
                        <a:buFont typeface="Arial"/>
                        <a:buNone/>
                      </a:pPr>
                      <a:r>
                        <a:t/>
                      </a:r>
                      <a:endParaRPr sz="700" u="none" cap="none" strike="noStrike">
                        <a:latin typeface="Verizon NHG DS"/>
                        <a:ea typeface="Verizon NHG DS"/>
                        <a:cs typeface="Verizon NHG DS"/>
                        <a:sym typeface="Verizon NHG DS"/>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18275" marL="1827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r>
              <a:tr h="288850">
                <a:tc vMerge="1"/>
                <a:tc>
                  <a:txBody>
                    <a:bodyPr/>
                    <a:lstStyle/>
                    <a:p>
                      <a:pPr indent="0" lvl="0" marL="0" marR="0" rtl="0" algn="l">
                        <a:lnSpc>
                          <a:spcPct val="100000"/>
                        </a:lnSpc>
                        <a:spcBef>
                          <a:spcPts val="0"/>
                        </a:spcBef>
                        <a:spcAft>
                          <a:spcPts val="0"/>
                        </a:spcAft>
                        <a:buClr>
                          <a:srgbClr val="000000"/>
                        </a:buClr>
                        <a:buSzPts val="700"/>
                        <a:buFont typeface="Arial"/>
                        <a:buNone/>
                      </a:pPr>
                      <a:r>
                        <a:rPr lang="en" sz="700" u="none" cap="none" strike="noStrike">
                          <a:latin typeface="Verizon NHG TX"/>
                          <a:ea typeface="Verizon NHG TX"/>
                          <a:cs typeface="Verizon NHG TX"/>
                          <a:sym typeface="Verizon NHG TX"/>
                        </a:rPr>
                        <a:t>Beyond Connectivity</a:t>
                      </a:r>
                      <a:endParaRPr b="1" sz="7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chemeClr val="accent2"/>
                          </a:solidFill>
                          <a:latin typeface="Verizon NHG TX"/>
                          <a:ea typeface="Verizon NHG TX"/>
                          <a:cs typeface="Verizon NHG TX"/>
                          <a:sym typeface="Verizon NHG TX"/>
                        </a:rPr>
                        <a:t>⬤</a:t>
                      </a:r>
                      <a:endParaRPr sz="800" u="none" cap="none" strike="noStrike">
                        <a:solidFill>
                          <a:schemeClr val="accent2"/>
                        </a:solidFill>
                        <a:latin typeface="Verizon NHG TX"/>
                        <a:ea typeface="Verizon NHG TX"/>
                        <a:cs typeface="Verizon NHG TX"/>
                        <a:sym typeface="Verizon NHG TX"/>
                      </a:endParaRPr>
                    </a:p>
                  </a:txBody>
                  <a:tcPr marT="19050" marB="19050" marR="28575" marL="28575" anchor="ctr">
                    <a:lnL cap="flat" cmpd="sng" w="9525">
                      <a:solidFill>
                        <a:srgbClr val="D8D8D8"/>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57150" lvl="0" marL="114300" marR="0" rtl="0" algn="l">
                        <a:lnSpc>
                          <a:spcPct val="100000"/>
                        </a:lnSpc>
                        <a:spcBef>
                          <a:spcPts val="0"/>
                        </a:spcBef>
                        <a:spcAft>
                          <a:spcPts val="0"/>
                        </a:spcAft>
                        <a:buClr>
                          <a:srgbClr val="000000"/>
                        </a:buClr>
                        <a:buSzPts val="700"/>
                        <a:buFont typeface="Arial"/>
                        <a:buNone/>
                      </a:pPr>
                      <a:r>
                        <a:t/>
                      </a:r>
                      <a:endParaRPr sz="700" u="none" cap="none" strike="noStrike">
                        <a:latin typeface="Verizon NHG DS"/>
                        <a:ea typeface="Verizon NHG DS"/>
                        <a:cs typeface="Verizon NHG DS"/>
                        <a:sym typeface="Verizon NHG DS"/>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18275" marL="1827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r>
              <a:tr h="288850">
                <a:tc vMerge="1"/>
                <a:tc>
                  <a:txBody>
                    <a:bodyPr/>
                    <a:lstStyle/>
                    <a:p>
                      <a:pPr indent="0" lvl="0" marL="0" marR="0" rtl="0" algn="l">
                        <a:lnSpc>
                          <a:spcPct val="100000"/>
                        </a:lnSpc>
                        <a:spcBef>
                          <a:spcPts val="0"/>
                        </a:spcBef>
                        <a:spcAft>
                          <a:spcPts val="0"/>
                        </a:spcAft>
                        <a:buClr>
                          <a:srgbClr val="000000"/>
                        </a:buClr>
                        <a:buSzPts val="700"/>
                        <a:buFont typeface="Arial"/>
                        <a:buNone/>
                      </a:pPr>
                      <a:r>
                        <a:rPr lang="en" sz="700" u="none" cap="none" strike="noStrike">
                          <a:latin typeface="Verizon NHG TX"/>
                          <a:ea typeface="Verizon NHG TX"/>
                          <a:cs typeface="Verizon NHG TX"/>
                          <a:sym typeface="Verizon NHG TX"/>
                        </a:rPr>
                        <a:t>Mobile Products &amp; Services</a:t>
                      </a:r>
                      <a:endParaRPr b="1" sz="7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chemeClr val="accent2"/>
                          </a:solidFill>
                          <a:latin typeface="Verizon NHG TX"/>
                          <a:ea typeface="Verizon NHG TX"/>
                          <a:cs typeface="Verizon NHG TX"/>
                          <a:sym typeface="Verizon NHG TX"/>
                        </a:rPr>
                        <a:t>⬤</a:t>
                      </a:r>
                      <a:endParaRPr sz="800" u="none" cap="none" strike="noStrike">
                        <a:solidFill>
                          <a:schemeClr val="accent2"/>
                        </a:solidFill>
                        <a:latin typeface="Verizon NHG TX"/>
                        <a:ea typeface="Verizon NHG TX"/>
                        <a:cs typeface="Verizon NHG TX"/>
                        <a:sym typeface="Verizon NHG TX"/>
                      </a:endParaRPr>
                    </a:p>
                  </a:txBody>
                  <a:tcPr marT="19050" marB="19050" marR="28575" marL="28575" anchor="ctr">
                    <a:lnL cap="flat" cmpd="sng" w="9525">
                      <a:solidFill>
                        <a:srgbClr val="D8D8D8"/>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57150" lvl="0" marL="114300" marR="0" rtl="0" algn="l">
                        <a:lnSpc>
                          <a:spcPct val="100000"/>
                        </a:lnSpc>
                        <a:spcBef>
                          <a:spcPts val="0"/>
                        </a:spcBef>
                        <a:spcAft>
                          <a:spcPts val="0"/>
                        </a:spcAft>
                        <a:buClr>
                          <a:srgbClr val="000000"/>
                        </a:buClr>
                        <a:buSzPts val="700"/>
                        <a:buFont typeface="Arial"/>
                        <a:buNone/>
                      </a:pPr>
                      <a:r>
                        <a:t/>
                      </a:r>
                      <a:endParaRPr sz="700" u="none" cap="none" strike="noStrike">
                        <a:latin typeface="Verizon NHG DS"/>
                        <a:ea typeface="Verizon NHG DS"/>
                        <a:cs typeface="Verizon NHG DS"/>
                        <a:sym typeface="Verizon NHG DS"/>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18275" marL="1827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184" name="Shape 2184"/>
        <p:cNvGrpSpPr/>
        <p:nvPr/>
      </p:nvGrpSpPr>
      <p:grpSpPr>
        <a:xfrm>
          <a:off x="0" y="0"/>
          <a:ext cx="0" cy="0"/>
          <a:chOff x="0" y="0"/>
          <a:chExt cx="0" cy="0"/>
        </a:xfrm>
      </p:grpSpPr>
      <p:sp>
        <p:nvSpPr>
          <p:cNvPr id="2185" name="Google Shape;2185;p325"/>
          <p:cNvSpPr txBox="1"/>
          <p:nvPr>
            <p:ph type="title"/>
          </p:nvPr>
        </p:nvSpPr>
        <p:spPr>
          <a:xfrm>
            <a:off x="457200" y="247650"/>
            <a:ext cx="8533500" cy="342900"/>
          </a:xfrm>
          <a:prstGeom prst="rect">
            <a:avLst/>
          </a:prstGeom>
          <a:noFill/>
          <a:ln>
            <a:noFill/>
          </a:ln>
        </p:spPr>
        <p:txBody>
          <a:bodyPr anchorCtr="0" anchor="t" bIns="0" lIns="0" spcFirstLastPara="1" rIns="0" wrap="square" tIns="0">
            <a:normAutofit fontScale="90000"/>
          </a:bodyPr>
          <a:lstStyle/>
          <a:p>
            <a:pPr indent="0" lvl="0" marL="0" rtl="0" algn="l">
              <a:lnSpc>
                <a:spcPct val="80000"/>
              </a:lnSpc>
              <a:spcBef>
                <a:spcPts val="0"/>
              </a:spcBef>
              <a:spcAft>
                <a:spcPts val="0"/>
              </a:spcAft>
              <a:buClr>
                <a:schemeClr val="dk1"/>
              </a:buClr>
              <a:buSzPct val="136686"/>
              <a:buFont typeface="Arial"/>
              <a:buNone/>
            </a:pPr>
            <a:r>
              <a:rPr lang="en"/>
              <a:t>Experience Design | Quarterly Update - 4th Qtr </a:t>
            </a:r>
            <a:r>
              <a:rPr b="0" lang="en" sz="1300"/>
              <a:t>(Nov 2025)</a:t>
            </a:r>
            <a:endParaRPr b="0" sz="1300"/>
          </a:p>
          <a:p>
            <a:pPr indent="0" lvl="0" marL="0" rtl="0" algn="l">
              <a:lnSpc>
                <a:spcPct val="80000"/>
              </a:lnSpc>
              <a:spcBef>
                <a:spcPts val="0"/>
              </a:spcBef>
              <a:spcAft>
                <a:spcPts val="0"/>
              </a:spcAft>
              <a:buClr>
                <a:schemeClr val="dk1"/>
              </a:buClr>
              <a:buSzPct val="52380"/>
              <a:buFont typeface="Arial"/>
              <a:buNone/>
            </a:pPr>
            <a:r>
              <a:t/>
            </a:r>
            <a:endParaRPr/>
          </a:p>
          <a:p>
            <a:pPr indent="0" lvl="0" marL="0" rtl="0" algn="l">
              <a:lnSpc>
                <a:spcPct val="80000"/>
              </a:lnSpc>
              <a:spcBef>
                <a:spcPts val="0"/>
              </a:spcBef>
              <a:spcAft>
                <a:spcPts val="0"/>
              </a:spcAft>
              <a:buClr>
                <a:schemeClr val="dk1"/>
              </a:buClr>
              <a:buSzPct val="52380"/>
              <a:buFont typeface="Arial"/>
              <a:buNone/>
            </a:pPr>
            <a:r>
              <a:t/>
            </a:r>
            <a:endParaRPr/>
          </a:p>
          <a:p>
            <a:pPr indent="0" lvl="0" marL="0" rtl="0" algn="l">
              <a:lnSpc>
                <a:spcPct val="80000"/>
              </a:lnSpc>
              <a:spcBef>
                <a:spcPts val="0"/>
              </a:spcBef>
              <a:spcAft>
                <a:spcPts val="0"/>
              </a:spcAft>
              <a:buSzPct val="95238"/>
              <a:buNone/>
            </a:pPr>
            <a:r>
              <a:t/>
            </a:r>
            <a:endParaRPr/>
          </a:p>
        </p:txBody>
      </p:sp>
      <p:graphicFrame>
        <p:nvGraphicFramePr>
          <p:cNvPr id="2186" name="Google Shape;2186;p325"/>
          <p:cNvGraphicFramePr/>
          <p:nvPr/>
        </p:nvGraphicFramePr>
        <p:xfrm>
          <a:off x="452638" y="649741"/>
          <a:ext cx="3000000" cy="3000000"/>
        </p:xfrm>
        <a:graphic>
          <a:graphicData uri="http://schemas.openxmlformats.org/drawingml/2006/table">
            <a:tbl>
              <a:tblPr>
                <a:noFill/>
                <a:tableStyleId>{6A162CF1-3AEC-4ED0-B689-3D35A367426C}</a:tableStyleId>
              </a:tblPr>
              <a:tblGrid>
                <a:gridCol w="592725"/>
                <a:gridCol w="1679975"/>
                <a:gridCol w="394675"/>
                <a:gridCol w="2176200"/>
                <a:gridCol w="2220300"/>
                <a:gridCol w="1267650"/>
              </a:tblGrid>
              <a:tr h="291650">
                <a:tc>
                  <a:txBody>
                    <a:bodyPr/>
                    <a:lstStyle/>
                    <a:p>
                      <a:pPr indent="0" lvl="0" marL="0" marR="0" rtl="0" algn="ctr">
                        <a:lnSpc>
                          <a:spcPct val="100000"/>
                        </a:lnSpc>
                        <a:spcBef>
                          <a:spcPts val="0"/>
                        </a:spcBef>
                        <a:spcAft>
                          <a:spcPts val="0"/>
                        </a:spcAft>
                        <a:buClr>
                          <a:srgbClr val="000000"/>
                        </a:buClr>
                        <a:buSzPts val="800"/>
                        <a:buFont typeface="Arial"/>
                        <a:buNone/>
                      </a:pPr>
                      <a:r>
                        <a:t/>
                      </a:r>
                      <a:endParaRPr b="1" sz="800" u="none" cap="none" strike="noStrike">
                        <a:latin typeface="Verizon NHG TX"/>
                        <a:ea typeface="Verizon NHG TX"/>
                        <a:cs typeface="Verizon NHG TX"/>
                        <a:sym typeface="Verizon NHG TX"/>
                      </a:endParaRPr>
                    </a:p>
                  </a:txBody>
                  <a:tcPr marT="36575" marB="36575" marR="91425" marL="91425" anchor="b">
                    <a:lnL cap="flat" cmpd="sng" w="9525">
                      <a:solidFill>
                        <a:srgbClr val="D8D8D8">
                          <a:alpha val="0"/>
                        </a:srgbClr>
                      </a:solidFill>
                      <a:prstDash val="solid"/>
                      <a:round/>
                      <a:headEnd len="sm" w="sm" type="none"/>
                      <a:tailEnd len="sm" w="sm" type="none"/>
                    </a:lnL>
                    <a:lnR cap="flat" cmpd="sng" w="9525">
                      <a:solidFill>
                        <a:srgbClr val="D8D8D8"/>
                      </a:solidFill>
                      <a:prstDash val="dash"/>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D8D8D8"/>
                      </a:solidFill>
                      <a:prstDash val="solid"/>
                      <a:round/>
                      <a:headEnd len="sm" w="sm" type="none"/>
                      <a:tailEnd len="sm" w="sm" type="none"/>
                    </a:lnB>
                    <a:solidFill>
                      <a:srgbClr val="EFEFE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latin typeface="Verizon NHG TX"/>
                          <a:ea typeface="Verizon NHG TX"/>
                          <a:cs typeface="Verizon NHG TX"/>
                          <a:sym typeface="Verizon NHG TX"/>
                        </a:rPr>
                        <a:t>Program</a:t>
                      </a:r>
                      <a:endParaRPr b="1" sz="800" u="none" cap="none" strike="noStrike">
                        <a:latin typeface="Verizon NHG TX"/>
                        <a:ea typeface="Verizon NHG TX"/>
                        <a:cs typeface="Verizon NHG TX"/>
                        <a:sym typeface="Verizon NHG TX"/>
                      </a:endParaRPr>
                    </a:p>
                  </a:txBody>
                  <a:tcPr marT="36575" marB="36575" marR="91425" marL="91425" anchor="b">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D8D8D8"/>
                      </a:solidFill>
                      <a:prstDash val="solid"/>
                      <a:round/>
                      <a:headEnd len="sm" w="sm" type="none"/>
                      <a:tailEnd len="sm" w="sm" type="none"/>
                    </a:lnB>
                    <a:solidFill>
                      <a:srgbClr val="EFEFE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latin typeface="Verizon NHG TX"/>
                          <a:ea typeface="Verizon NHG TX"/>
                          <a:cs typeface="Verizon NHG TX"/>
                          <a:sym typeface="Verizon NHG TX"/>
                        </a:rPr>
                        <a:t>Overall</a:t>
                      </a:r>
                      <a:endParaRPr b="1" sz="800" u="none" cap="none" strike="noStrike">
                        <a:latin typeface="Verizon NHG TX"/>
                        <a:ea typeface="Verizon NHG TX"/>
                        <a:cs typeface="Verizon NHG TX"/>
                        <a:sym typeface="Verizon NHG TX"/>
                      </a:endParaRPr>
                    </a:p>
                    <a:p>
                      <a:pPr indent="0" lvl="0" marL="0" marR="0" rtl="0" algn="ctr">
                        <a:lnSpc>
                          <a:spcPct val="100000"/>
                        </a:lnSpc>
                        <a:spcBef>
                          <a:spcPts val="0"/>
                        </a:spcBef>
                        <a:spcAft>
                          <a:spcPts val="0"/>
                        </a:spcAft>
                        <a:buClr>
                          <a:srgbClr val="000000"/>
                        </a:buClr>
                        <a:buSzPts val="800"/>
                        <a:buFont typeface="Arial"/>
                        <a:buNone/>
                      </a:pPr>
                      <a:r>
                        <a:rPr b="1" lang="en" sz="800" u="none" cap="none" strike="noStrike">
                          <a:latin typeface="Verizon NHG TX"/>
                          <a:ea typeface="Verizon NHG TX"/>
                          <a:cs typeface="Verizon NHG TX"/>
                          <a:sym typeface="Verizon NHG TX"/>
                        </a:rPr>
                        <a:t>Status</a:t>
                      </a:r>
                      <a:endParaRPr sz="800" u="none" cap="none" strike="noStrike">
                        <a:latin typeface="Verizon NHG TX"/>
                        <a:ea typeface="Verizon NHG TX"/>
                        <a:cs typeface="Verizon NHG TX"/>
                        <a:sym typeface="Verizon NHG TX"/>
                      </a:endParaRPr>
                    </a:p>
                  </a:txBody>
                  <a:tcPr marT="0" marB="0" marR="0" marL="0" anchor="b">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CCCCCC"/>
                      </a:solidFill>
                      <a:prstDash val="solid"/>
                      <a:round/>
                      <a:headEnd len="sm" w="sm" type="none"/>
                      <a:tailEnd len="sm" w="sm" type="none"/>
                    </a:lnB>
                    <a:solidFill>
                      <a:srgbClr val="EFEFE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latin typeface="Verizon NHG TX"/>
                          <a:ea typeface="Verizon NHG TX"/>
                          <a:cs typeface="Verizon NHG TX"/>
                          <a:sym typeface="Verizon NHG TX"/>
                        </a:rPr>
                        <a:t>Q4 </a:t>
                      </a:r>
                      <a:r>
                        <a:rPr b="1" lang="en" sz="800" u="none" cap="none" strike="noStrike">
                          <a:solidFill>
                            <a:srgbClr val="000000"/>
                          </a:solidFill>
                          <a:latin typeface="Verizon NHG TX"/>
                          <a:ea typeface="Verizon NHG TX"/>
                          <a:cs typeface="Verizon NHG TX"/>
                          <a:sym typeface="Verizon NHG TX"/>
                        </a:rPr>
                        <a:t>Accomplishments</a:t>
                      </a:r>
                      <a:endParaRPr b="1" sz="800" u="none" cap="none" strike="noStrike">
                        <a:latin typeface="Verizon NHG TX"/>
                        <a:ea typeface="Verizon NHG TX"/>
                        <a:cs typeface="Verizon NHG TX"/>
                        <a:sym typeface="Verizon NHG TX"/>
                      </a:endParaRPr>
                    </a:p>
                  </a:txBody>
                  <a:tcPr marT="36575" marB="36575" marR="91425" marL="91425" anchor="b">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D8D8D8"/>
                      </a:solidFill>
                      <a:prstDash val="solid"/>
                      <a:round/>
                      <a:headEnd len="sm" w="sm" type="none"/>
                      <a:tailEnd len="sm" w="sm" type="none"/>
                    </a:lnB>
                    <a:solidFill>
                      <a:srgbClr val="EFEFE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latin typeface="Verizon NHG TX"/>
                          <a:ea typeface="Verizon NHG TX"/>
                          <a:cs typeface="Verizon NHG TX"/>
                          <a:sym typeface="Verizon NHG TX"/>
                        </a:rPr>
                        <a:t>Q1 2026 Milestones</a:t>
                      </a:r>
                      <a:endParaRPr b="1" sz="800" u="none" cap="none" strike="noStrike">
                        <a:latin typeface="Verizon NHG TX"/>
                        <a:ea typeface="Verizon NHG TX"/>
                        <a:cs typeface="Verizon NHG TX"/>
                        <a:sym typeface="Verizon NHG TX"/>
                      </a:endParaRPr>
                    </a:p>
                  </a:txBody>
                  <a:tcPr marT="36575" marB="36575" marR="91425" marL="91425" anchor="b">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D8D8D8"/>
                      </a:solidFill>
                      <a:prstDash val="solid"/>
                      <a:round/>
                      <a:headEnd len="sm" w="sm" type="none"/>
                      <a:tailEnd len="sm" w="sm" type="none"/>
                    </a:lnB>
                    <a:solidFill>
                      <a:srgbClr val="EFEFE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latin typeface="Verizon NHG TX"/>
                          <a:ea typeface="Verizon NHG TX"/>
                          <a:cs typeface="Verizon NHG TX"/>
                          <a:sym typeface="Verizon NHG TX"/>
                        </a:rPr>
                        <a:t>Success Metric</a:t>
                      </a:r>
                      <a:endParaRPr b="1" sz="800" u="none" cap="none" strike="noStrike">
                        <a:latin typeface="Verizon NHG TX"/>
                        <a:ea typeface="Verizon NHG TX"/>
                        <a:cs typeface="Verizon NHG TX"/>
                        <a:sym typeface="Verizon NHG TX"/>
                      </a:endParaRPr>
                    </a:p>
                  </a:txBody>
                  <a:tcPr marT="36575" marB="36575" marR="91425" marL="91425" anchor="b">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D8D8D8"/>
                      </a:solidFill>
                      <a:prstDash val="solid"/>
                      <a:round/>
                      <a:headEnd len="sm" w="sm" type="none"/>
                      <a:tailEnd len="sm" w="sm" type="none"/>
                    </a:lnB>
                    <a:solidFill>
                      <a:srgbClr val="EFEFEF"/>
                    </a:solidFill>
                  </a:tcPr>
                </a:tc>
              </a:tr>
              <a:tr h="297100">
                <a:tc rowSpan="5">
                  <a:txBody>
                    <a:bodyPr/>
                    <a:lstStyle/>
                    <a:p>
                      <a:pPr indent="0" lvl="0" marL="0" marR="0" rtl="0" algn="l">
                        <a:lnSpc>
                          <a:spcPct val="100000"/>
                        </a:lnSpc>
                        <a:spcBef>
                          <a:spcPts val="0"/>
                        </a:spcBef>
                        <a:spcAft>
                          <a:spcPts val="0"/>
                        </a:spcAft>
                        <a:buClr>
                          <a:srgbClr val="000000"/>
                        </a:buClr>
                        <a:buSzPts val="700"/>
                        <a:buFont typeface="Arial"/>
                        <a:buNone/>
                      </a:pPr>
                      <a:r>
                        <a:rPr lang="en" sz="700" u="none" cap="none" strike="noStrike">
                          <a:latin typeface="Verizon NHG TX"/>
                          <a:ea typeface="Verizon NHG TX"/>
                          <a:cs typeface="Verizon NHG TX"/>
                          <a:sym typeface="Verizon NHG TX"/>
                        </a:rPr>
                        <a:t>Digital Channels</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700"/>
                        <a:buFont typeface="Arial"/>
                        <a:buNone/>
                      </a:pPr>
                      <a:r>
                        <a:rPr lang="en" sz="700" u="none" cap="none" strike="noStrike">
                          <a:latin typeface="Verizon NHG TX"/>
                          <a:ea typeface="Verizon NHG TX"/>
                          <a:cs typeface="Verizon NHG TX"/>
                          <a:sym typeface="Verizon NHG TX"/>
                        </a:rPr>
                        <a:t>NextGen Digital</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100"/>
                        <a:buFont typeface="Arial"/>
                        <a:buNone/>
                      </a:pPr>
                      <a:r>
                        <a:rPr lang="en" sz="800" u="none" cap="none" strike="noStrike">
                          <a:solidFill>
                            <a:schemeClr val="accent2"/>
                          </a:solidFill>
                          <a:latin typeface="Verizon NHG TX"/>
                          <a:ea typeface="Verizon NHG TX"/>
                          <a:cs typeface="Verizon NHG TX"/>
                          <a:sym typeface="Verizon NHG TX"/>
                        </a:rPr>
                        <a:t>⬤</a:t>
                      </a:r>
                      <a:endParaRPr sz="800" u="none" cap="none" strike="noStrike">
                        <a:solidFill>
                          <a:schemeClr val="accent2"/>
                        </a:solidFill>
                        <a:latin typeface="Verizon NHG TX"/>
                        <a:ea typeface="Verizon NHG TX"/>
                        <a:cs typeface="Verizon NHG TX"/>
                        <a:sym typeface="Verizon NHG TX"/>
                      </a:endParaRPr>
                    </a:p>
                  </a:txBody>
                  <a:tcPr marT="19050" marB="19050" marR="28575" marL="28575" anchor="ctr">
                    <a:lnL cap="flat" cmpd="sng" w="9525">
                      <a:solidFill>
                        <a:srgbClr val="D8D8D8"/>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273050" lvl="0" marL="457200" marR="0" rtl="0" algn="l">
                        <a:lnSpc>
                          <a:spcPct val="100000"/>
                        </a:lnSpc>
                        <a:spcBef>
                          <a:spcPts val="0"/>
                        </a:spcBef>
                        <a:spcAft>
                          <a:spcPts val="0"/>
                        </a:spcAft>
                        <a:buClr>
                          <a:schemeClr val="dk1"/>
                        </a:buClr>
                        <a:buSzPts val="700"/>
                        <a:buFont typeface="Verizon NHG DS"/>
                        <a:buChar char="●"/>
                      </a:pPr>
                      <a:r>
                        <a:t/>
                      </a:r>
                      <a:endParaRPr sz="700" u="none" cap="none" strike="noStrike">
                        <a:solidFill>
                          <a:schemeClr val="dk1"/>
                        </a:solidFill>
                        <a:latin typeface="Verizon NHG DS"/>
                        <a:ea typeface="Verizon NHG DS"/>
                        <a:cs typeface="Verizon NHG DS"/>
                        <a:sym typeface="Verizon NHG DS"/>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18275" marL="1827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r>
              <a:tr h="361050">
                <a:tc vMerge="1"/>
                <a:tc>
                  <a:txBody>
                    <a:bodyPr/>
                    <a:lstStyle/>
                    <a:p>
                      <a:pPr indent="0" lvl="0" marL="0" marR="0" rtl="0" algn="l">
                        <a:lnSpc>
                          <a:spcPct val="100000"/>
                        </a:lnSpc>
                        <a:spcBef>
                          <a:spcPts val="0"/>
                        </a:spcBef>
                        <a:spcAft>
                          <a:spcPts val="0"/>
                        </a:spcAft>
                        <a:buClr>
                          <a:srgbClr val="000000"/>
                        </a:buClr>
                        <a:buSzPts val="700"/>
                        <a:buFont typeface="Arial"/>
                        <a:buNone/>
                      </a:pPr>
                      <a:r>
                        <a:rPr lang="en" sz="700" u="none" cap="none" strike="noStrike">
                          <a:latin typeface="Verizon NHG TX"/>
                          <a:ea typeface="Verizon NHG TX"/>
                          <a:cs typeface="Verizon NHG TX"/>
                          <a:sym typeface="Verizon NHG TX"/>
                        </a:rPr>
                        <a:t>Elysium</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chemeClr val="accent2"/>
                          </a:solidFill>
                          <a:latin typeface="Verizon NHG TX"/>
                          <a:ea typeface="Verizon NHG TX"/>
                          <a:cs typeface="Verizon NHG TX"/>
                          <a:sym typeface="Verizon NHG TX"/>
                        </a:rPr>
                        <a:t>⬤</a:t>
                      </a:r>
                      <a:endParaRPr sz="800" u="none" cap="none" strike="noStrike">
                        <a:solidFill>
                          <a:schemeClr val="accent2"/>
                        </a:solidFill>
                        <a:latin typeface="Verizon NHG TX"/>
                        <a:ea typeface="Verizon NHG TX"/>
                        <a:cs typeface="Verizon NHG TX"/>
                        <a:sym typeface="Verizon NHG TX"/>
                      </a:endParaRPr>
                    </a:p>
                  </a:txBody>
                  <a:tcPr marT="19050" marB="19050" marR="28575" marL="28575" anchor="ctr">
                    <a:lnL cap="flat" cmpd="sng" w="9525">
                      <a:solidFill>
                        <a:srgbClr val="D8D8D8"/>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57150" lvl="0" marL="114300" marR="0" rtl="0" algn="l">
                        <a:lnSpc>
                          <a:spcPct val="100000"/>
                        </a:lnSpc>
                        <a:spcBef>
                          <a:spcPts val="0"/>
                        </a:spcBef>
                        <a:spcAft>
                          <a:spcPts val="0"/>
                        </a:spcAft>
                        <a:buClr>
                          <a:srgbClr val="000000"/>
                        </a:buClr>
                        <a:buSzPts val="700"/>
                        <a:buFont typeface="Verizon NHG DS"/>
                        <a:buNone/>
                      </a:pPr>
                      <a:r>
                        <a:t/>
                      </a:r>
                      <a:endParaRPr sz="700" u="none" cap="none" strike="noStrike">
                        <a:latin typeface="Verizon NHG DS"/>
                        <a:ea typeface="Verizon NHG DS"/>
                        <a:cs typeface="Verizon NHG DS"/>
                        <a:sym typeface="Verizon NHG DS"/>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18275" marL="1827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r>
              <a:tr h="288850">
                <a:tc vMerge="1"/>
                <a:tc>
                  <a:txBody>
                    <a:bodyPr/>
                    <a:lstStyle/>
                    <a:p>
                      <a:pPr indent="0" lvl="0" marL="0" marR="0" rtl="0" algn="l">
                        <a:lnSpc>
                          <a:spcPct val="100000"/>
                        </a:lnSpc>
                        <a:spcBef>
                          <a:spcPts val="0"/>
                        </a:spcBef>
                        <a:spcAft>
                          <a:spcPts val="0"/>
                        </a:spcAft>
                        <a:buClr>
                          <a:srgbClr val="000000"/>
                        </a:buClr>
                        <a:buSzPts val="700"/>
                        <a:buFont typeface="Arial"/>
                        <a:buNone/>
                      </a:pPr>
                      <a:r>
                        <a:rPr lang="en" sz="700" u="none" cap="none" strike="noStrike">
                          <a:latin typeface="Verizon NHG TX"/>
                          <a:ea typeface="Verizon NHG TX"/>
                          <a:cs typeface="Verizon NHG TX"/>
                          <a:sym typeface="Verizon NHG TX"/>
                        </a:rPr>
                        <a:t>Individual Profile</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 sz="800" u="none" cap="none" strike="noStrike">
                          <a:solidFill>
                            <a:schemeClr val="accent2"/>
                          </a:solidFill>
                          <a:latin typeface="Verizon NHG TX"/>
                          <a:ea typeface="Verizon NHG TX"/>
                          <a:cs typeface="Verizon NHG TX"/>
                          <a:sym typeface="Verizon NHG TX"/>
                        </a:rPr>
                        <a:t>⬤</a:t>
                      </a:r>
                      <a:endParaRPr sz="800" u="none" cap="none" strike="noStrike">
                        <a:solidFill>
                          <a:schemeClr val="accent2"/>
                        </a:solidFill>
                        <a:latin typeface="Verizon NHG TX"/>
                        <a:ea typeface="Verizon NHG TX"/>
                        <a:cs typeface="Verizon NHG TX"/>
                        <a:sym typeface="Verizon NHG TX"/>
                      </a:endParaRPr>
                    </a:p>
                  </a:txBody>
                  <a:tcPr marT="19050" marB="19050" marR="28575" marL="28575" anchor="ctr">
                    <a:lnL cap="flat" cmpd="sng" w="9525">
                      <a:solidFill>
                        <a:srgbClr val="D8D8D8"/>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57150" lvl="0" marL="114300" marR="0" rtl="0" algn="l">
                        <a:lnSpc>
                          <a:spcPct val="100000"/>
                        </a:lnSpc>
                        <a:spcBef>
                          <a:spcPts val="0"/>
                        </a:spcBef>
                        <a:spcAft>
                          <a:spcPts val="0"/>
                        </a:spcAft>
                        <a:buClr>
                          <a:srgbClr val="000000"/>
                        </a:buClr>
                        <a:buSzPts val="700"/>
                        <a:buFont typeface="Verizon NHG DS"/>
                        <a:buNone/>
                      </a:pPr>
                      <a:r>
                        <a:t/>
                      </a:r>
                      <a:endParaRPr sz="700" u="none" cap="none" strike="noStrike">
                        <a:latin typeface="Verizon NHG DS"/>
                        <a:ea typeface="Verizon NHG DS"/>
                        <a:cs typeface="Verizon NHG DS"/>
                        <a:sym typeface="Verizon NHG DS"/>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18275" marL="1827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r>
              <a:tr h="361050">
                <a:tc vMerge="1"/>
                <a:tc>
                  <a:txBody>
                    <a:bodyPr/>
                    <a:lstStyle/>
                    <a:p>
                      <a:pPr indent="0" lvl="0" marL="0" marR="0" rtl="0" algn="l">
                        <a:lnSpc>
                          <a:spcPct val="100000"/>
                        </a:lnSpc>
                        <a:spcBef>
                          <a:spcPts val="0"/>
                        </a:spcBef>
                        <a:spcAft>
                          <a:spcPts val="0"/>
                        </a:spcAft>
                        <a:buClr>
                          <a:srgbClr val="000000"/>
                        </a:buClr>
                        <a:buSzPts val="700"/>
                        <a:buFont typeface="Arial"/>
                        <a:buNone/>
                      </a:pPr>
                      <a:r>
                        <a:rPr lang="en" sz="700" u="none" cap="none" strike="noStrike">
                          <a:latin typeface="Verizon NHG TX"/>
                          <a:ea typeface="Verizon NHG TX"/>
                          <a:cs typeface="Verizon NHG TX"/>
                          <a:sym typeface="Verizon NHG TX"/>
                        </a:rPr>
                        <a:t>Next Gen Assisted</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chemeClr val="accent2"/>
                          </a:solidFill>
                          <a:latin typeface="Verizon NHG TX"/>
                          <a:ea typeface="Verizon NHG TX"/>
                          <a:cs typeface="Verizon NHG TX"/>
                          <a:sym typeface="Verizon NHG TX"/>
                        </a:rPr>
                        <a:t>⬤</a:t>
                      </a:r>
                      <a:endParaRPr sz="800" u="none" cap="none" strike="noStrike">
                        <a:solidFill>
                          <a:schemeClr val="accent2"/>
                        </a:solidFill>
                        <a:latin typeface="Verizon NHG TX"/>
                        <a:ea typeface="Verizon NHG TX"/>
                        <a:cs typeface="Verizon NHG TX"/>
                        <a:sym typeface="Verizon NHG TX"/>
                      </a:endParaRPr>
                    </a:p>
                  </a:txBody>
                  <a:tcPr marT="19050" marB="19050" marR="28575" marL="28575" anchor="ctr">
                    <a:lnL cap="flat" cmpd="sng" w="9525">
                      <a:solidFill>
                        <a:srgbClr val="D8D8D8"/>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57150" lvl="0" marL="114300" marR="0" rtl="0" algn="l">
                        <a:lnSpc>
                          <a:spcPct val="100000"/>
                        </a:lnSpc>
                        <a:spcBef>
                          <a:spcPts val="0"/>
                        </a:spcBef>
                        <a:spcAft>
                          <a:spcPts val="0"/>
                        </a:spcAft>
                        <a:buClr>
                          <a:srgbClr val="000000"/>
                        </a:buClr>
                        <a:buSzPts val="700"/>
                        <a:buFont typeface="Verizon NHG DS"/>
                        <a:buNone/>
                      </a:pPr>
                      <a:r>
                        <a:t/>
                      </a:r>
                      <a:endParaRPr sz="700" u="none" cap="none" strike="noStrike">
                        <a:latin typeface="Verizon NHG DS"/>
                        <a:ea typeface="Verizon NHG DS"/>
                        <a:cs typeface="Verizon NHG DS"/>
                        <a:sym typeface="Verizon NHG DS"/>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18275" marL="1827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r>
              <a:tr h="288850">
                <a:tc vMerge="1"/>
                <a:tc>
                  <a:txBody>
                    <a:bodyPr/>
                    <a:lstStyle/>
                    <a:p>
                      <a:pPr indent="0" lvl="0" marL="0" marR="0" rtl="0" algn="l">
                        <a:lnSpc>
                          <a:spcPct val="100000"/>
                        </a:lnSpc>
                        <a:spcBef>
                          <a:spcPts val="0"/>
                        </a:spcBef>
                        <a:spcAft>
                          <a:spcPts val="0"/>
                        </a:spcAft>
                        <a:buClr>
                          <a:srgbClr val="000000"/>
                        </a:buClr>
                        <a:buSzPts val="700"/>
                        <a:buFont typeface="Arial"/>
                        <a:buNone/>
                      </a:pPr>
                      <a:r>
                        <a:rPr lang="en" sz="700" u="none" cap="none" strike="noStrike">
                          <a:latin typeface="Verizon NHG TX"/>
                          <a:ea typeface="Verizon NHG TX"/>
                          <a:cs typeface="Verizon NHG TX"/>
                          <a:sym typeface="Verizon NHG TX"/>
                        </a:rPr>
                        <a:t>Onboarding</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chemeClr val="accent2"/>
                          </a:solidFill>
                          <a:latin typeface="Verizon NHG TX"/>
                          <a:ea typeface="Verizon NHG TX"/>
                          <a:cs typeface="Verizon NHG TX"/>
                          <a:sym typeface="Verizon NHG TX"/>
                        </a:rPr>
                        <a:t>⬤</a:t>
                      </a:r>
                      <a:endParaRPr sz="800" u="none" cap="none" strike="noStrike">
                        <a:solidFill>
                          <a:schemeClr val="accent2"/>
                        </a:solidFill>
                        <a:latin typeface="Verizon NHG TX"/>
                        <a:ea typeface="Verizon NHG TX"/>
                        <a:cs typeface="Verizon NHG TX"/>
                        <a:sym typeface="Verizon NHG TX"/>
                      </a:endParaRPr>
                    </a:p>
                  </a:txBody>
                  <a:tcPr marT="19050" marB="19050" marR="28575" marL="28575" anchor="ctr">
                    <a:lnL cap="flat" cmpd="sng" w="9525">
                      <a:solidFill>
                        <a:srgbClr val="D8D8D8"/>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57150" lvl="0" marL="114300" marR="0" rtl="0" algn="l">
                        <a:lnSpc>
                          <a:spcPct val="100000"/>
                        </a:lnSpc>
                        <a:spcBef>
                          <a:spcPts val="0"/>
                        </a:spcBef>
                        <a:spcAft>
                          <a:spcPts val="0"/>
                        </a:spcAft>
                        <a:buClr>
                          <a:srgbClr val="000000"/>
                        </a:buClr>
                        <a:buSzPts val="700"/>
                        <a:buFont typeface="Verizon NHG DS"/>
                        <a:buNone/>
                      </a:pPr>
                      <a:r>
                        <a:t/>
                      </a:r>
                      <a:endParaRPr sz="700" u="none" cap="none" strike="noStrike">
                        <a:latin typeface="Verizon NHG DS"/>
                        <a:ea typeface="Verizon NHG DS"/>
                        <a:cs typeface="Verizon NHG DS"/>
                        <a:sym typeface="Verizon NHG DS"/>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18275" marL="1827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r>
              <a:tr h="337225">
                <a:tc rowSpan="5">
                  <a:txBody>
                    <a:bodyPr/>
                    <a:lstStyle/>
                    <a:p>
                      <a:pPr indent="0" lvl="0" marL="0" marR="0" rtl="0" algn="l">
                        <a:lnSpc>
                          <a:spcPct val="100000"/>
                        </a:lnSpc>
                        <a:spcBef>
                          <a:spcPts val="0"/>
                        </a:spcBef>
                        <a:spcAft>
                          <a:spcPts val="0"/>
                        </a:spcAft>
                        <a:buClr>
                          <a:srgbClr val="000000"/>
                        </a:buClr>
                        <a:buSzPts val="700"/>
                        <a:buFont typeface="Arial"/>
                        <a:buNone/>
                      </a:pPr>
                      <a:r>
                        <a:rPr lang="en" sz="700" u="none" cap="none" strike="noStrike">
                          <a:latin typeface="Verizon NHG TX"/>
                          <a:ea typeface="Verizon NHG TX"/>
                          <a:cs typeface="Verizon NHG TX"/>
                          <a:sym typeface="Verizon NHG TX"/>
                        </a:rPr>
                        <a:t>VDS</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700"/>
                        <a:buFont typeface="Arial"/>
                        <a:buNone/>
                      </a:pPr>
                      <a:r>
                        <a:rPr lang="en" sz="700" u="none" cap="none" strike="noStrike">
                          <a:latin typeface="Verizon NHG TX"/>
                          <a:ea typeface="Verizon NHG TX"/>
                          <a:cs typeface="Verizon NHG TX"/>
                          <a:sym typeface="Verizon NHG TX"/>
                        </a:rPr>
                        <a:t>Enablement,</a:t>
                      </a:r>
                      <a:br>
                        <a:rPr lang="en" sz="700" u="none" cap="none" strike="noStrike">
                          <a:latin typeface="Verizon NHG TX"/>
                          <a:ea typeface="Verizon NHG TX"/>
                          <a:cs typeface="Verizon NHG TX"/>
                          <a:sym typeface="Verizon NHG TX"/>
                        </a:rPr>
                      </a:br>
                      <a:r>
                        <a:rPr lang="en" sz="700" u="none" cap="none" strike="noStrike">
                          <a:latin typeface="Verizon NHG TX"/>
                          <a:ea typeface="Verizon NHG TX"/>
                          <a:cs typeface="Verizon NHG TX"/>
                          <a:sym typeface="Verizon NHG TX"/>
                        </a:rPr>
                        <a:t>Retention </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chemeClr val="accent2"/>
                          </a:solidFill>
                          <a:latin typeface="Verizon NHG TX"/>
                          <a:ea typeface="Verizon NHG TX"/>
                          <a:cs typeface="Verizon NHG TX"/>
                          <a:sym typeface="Verizon NHG TX"/>
                        </a:rPr>
                        <a:t>⬤</a:t>
                      </a:r>
                      <a:endParaRPr sz="800" u="none" cap="none" strike="noStrike">
                        <a:solidFill>
                          <a:schemeClr val="accent2"/>
                        </a:solidFill>
                        <a:latin typeface="Verizon NHG TX"/>
                        <a:ea typeface="Verizon NHG TX"/>
                        <a:cs typeface="Verizon NHG TX"/>
                        <a:sym typeface="Verizon NHG TX"/>
                      </a:endParaRPr>
                    </a:p>
                    <a:p>
                      <a:pPr indent="0" lvl="0" marL="0" marR="0" rtl="0" algn="ctr">
                        <a:lnSpc>
                          <a:spcPct val="100000"/>
                        </a:lnSpc>
                        <a:spcBef>
                          <a:spcPts val="0"/>
                        </a:spcBef>
                        <a:spcAft>
                          <a:spcPts val="0"/>
                        </a:spcAft>
                        <a:buClr>
                          <a:srgbClr val="000000"/>
                        </a:buClr>
                        <a:buSzPts val="800"/>
                        <a:buFont typeface="Arial"/>
                        <a:buNone/>
                      </a:pPr>
                      <a:r>
                        <a:t/>
                      </a:r>
                      <a:endParaRPr sz="800" u="none" cap="none" strike="noStrike">
                        <a:solidFill>
                          <a:schemeClr val="accent2"/>
                        </a:solidFill>
                        <a:latin typeface="Verizon NHG TX"/>
                        <a:ea typeface="Verizon NHG TX"/>
                        <a:cs typeface="Verizon NHG TX"/>
                        <a:sym typeface="Verizon NHG TX"/>
                      </a:endParaRPr>
                    </a:p>
                  </a:txBody>
                  <a:tcPr marT="19050" marB="19050" marR="28575" marL="28575" anchor="ctr">
                    <a:lnL cap="flat" cmpd="sng" w="9525">
                      <a:solidFill>
                        <a:srgbClr val="D8D8D8"/>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57150" lvl="0" marL="114300" marR="0" rtl="0" algn="l">
                        <a:lnSpc>
                          <a:spcPct val="100000"/>
                        </a:lnSpc>
                        <a:spcBef>
                          <a:spcPts val="0"/>
                        </a:spcBef>
                        <a:spcAft>
                          <a:spcPts val="0"/>
                        </a:spcAft>
                        <a:buClr>
                          <a:srgbClr val="000000"/>
                        </a:buClr>
                        <a:buSzPts val="700"/>
                        <a:buFont typeface="Arial"/>
                        <a:buNone/>
                      </a:pPr>
                      <a:r>
                        <a:t/>
                      </a:r>
                      <a:endParaRPr sz="700" u="none" cap="none" strike="noStrike">
                        <a:latin typeface="Verizon NHG DS"/>
                        <a:ea typeface="Verizon NHG DS"/>
                        <a:cs typeface="Verizon NHG DS"/>
                        <a:sym typeface="Verizon NHG DS"/>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18275" marL="1827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r>
              <a:tr h="337225">
                <a:tc vMerge="1"/>
                <a:tc>
                  <a:txBody>
                    <a:bodyPr/>
                    <a:lstStyle/>
                    <a:p>
                      <a:pPr indent="0" lvl="0" marL="0" marR="0" rtl="0" algn="l">
                        <a:lnSpc>
                          <a:spcPct val="100000"/>
                        </a:lnSpc>
                        <a:spcBef>
                          <a:spcPts val="0"/>
                        </a:spcBef>
                        <a:spcAft>
                          <a:spcPts val="0"/>
                        </a:spcAft>
                        <a:buClr>
                          <a:srgbClr val="000000"/>
                        </a:buClr>
                        <a:buSzPts val="700"/>
                        <a:buFont typeface="Arial"/>
                        <a:buNone/>
                      </a:pPr>
                      <a:r>
                        <a:rPr lang="en" sz="700" u="none" cap="none" strike="noStrike">
                          <a:latin typeface="Verizon NHG TX"/>
                          <a:ea typeface="Verizon NHG TX"/>
                          <a:cs typeface="Verizon NHG TX"/>
                          <a:sym typeface="Verizon NHG TX"/>
                        </a:rPr>
                        <a:t>Enablement,</a:t>
                      </a:r>
                      <a:br>
                        <a:rPr lang="en" sz="700" u="none" cap="none" strike="noStrike">
                          <a:latin typeface="Verizon NHG TX"/>
                          <a:ea typeface="Verizon NHG TX"/>
                          <a:cs typeface="Verizon NHG TX"/>
                          <a:sym typeface="Verizon NHG TX"/>
                        </a:rPr>
                      </a:br>
                      <a:r>
                        <a:rPr lang="en" sz="700" u="none" cap="none" strike="noStrike">
                          <a:latin typeface="Verizon NHG TX"/>
                          <a:ea typeface="Verizon NHG TX"/>
                          <a:cs typeface="Verizon NHG TX"/>
                          <a:sym typeface="Verizon NHG TX"/>
                        </a:rPr>
                        <a:t>Expansion</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chemeClr val="accent2"/>
                          </a:solidFill>
                          <a:latin typeface="Verizon NHG TX"/>
                          <a:ea typeface="Verizon NHG TX"/>
                          <a:cs typeface="Verizon NHG TX"/>
                          <a:sym typeface="Verizon NHG TX"/>
                        </a:rPr>
                        <a:t>⬤</a:t>
                      </a:r>
                      <a:endParaRPr sz="800" u="none" cap="none" strike="noStrike">
                        <a:solidFill>
                          <a:schemeClr val="accent2"/>
                        </a:solidFill>
                        <a:latin typeface="Verizon NHG TX"/>
                        <a:ea typeface="Verizon NHG TX"/>
                        <a:cs typeface="Verizon NHG TX"/>
                        <a:sym typeface="Verizon NHG TX"/>
                      </a:endParaRPr>
                    </a:p>
                    <a:p>
                      <a:pPr indent="0" lvl="0" marL="0" marR="0" rtl="0" algn="ctr">
                        <a:lnSpc>
                          <a:spcPct val="100000"/>
                        </a:lnSpc>
                        <a:spcBef>
                          <a:spcPts val="0"/>
                        </a:spcBef>
                        <a:spcAft>
                          <a:spcPts val="0"/>
                        </a:spcAft>
                        <a:buClr>
                          <a:srgbClr val="000000"/>
                        </a:buClr>
                        <a:buSzPts val="800"/>
                        <a:buFont typeface="Arial"/>
                        <a:buNone/>
                      </a:pPr>
                      <a:r>
                        <a:t/>
                      </a:r>
                      <a:endParaRPr sz="800" u="none" cap="none" strike="noStrike">
                        <a:solidFill>
                          <a:schemeClr val="accent2"/>
                        </a:solidFill>
                        <a:latin typeface="Verizon NHG TX"/>
                        <a:ea typeface="Verizon NHG TX"/>
                        <a:cs typeface="Verizon NHG TX"/>
                        <a:sym typeface="Verizon NHG TX"/>
                      </a:endParaRPr>
                    </a:p>
                  </a:txBody>
                  <a:tcPr marT="19050" marB="19050" marR="28575" marL="28575" anchor="ctr">
                    <a:lnL cap="flat" cmpd="sng" w="9525">
                      <a:solidFill>
                        <a:srgbClr val="D8D8D8"/>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57150" lvl="0" marL="114300" marR="0" rtl="0" algn="l">
                        <a:lnSpc>
                          <a:spcPct val="100000"/>
                        </a:lnSpc>
                        <a:spcBef>
                          <a:spcPts val="0"/>
                        </a:spcBef>
                        <a:spcAft>
                          <a:spcPts val="0"/>
                        </a:spcAft>
                        <a:buClr>
                          <a:srgbClr val="000000"/>
                        </a:buClr>
                        <a:buSzPts val="700"/>
                        <a:buFont typeface="Arial"/>
                        <a:buNone/>
                      </a:pPr>
                      <a:r>
                        <a:t/>
                      </a:r>
                      <a:endParaRPr sz="700" u="none" cap="none" strike="noStrike">
                        <a:latin typeface="Verizon NHG DS"/>
                        <a:ea typeface="Verizon NHG DS"/>
                        <a:cs typeface="Verizon NHG DS"/>
                        <a:sym typeface="Verizon NHG DS"/>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18275" marL="1827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r>
              <a:tr h="288850">
                <a:tc vMerge="1"/>
                <a:tc>
                  <a:txBody>
                    <a:bodyPr/>
                    <a:lstStyle/>
                    <a:p>
                      <a:pPr indent="0" lvl="0" marL="0" marR="0" rtl="0" algn="l">
                        <a:lnSpc>
                          <a:spcPct val="100000"/>
                        </a:lnSpc>
                        <a:spcBef>
                          <a:spcPts val="0"/>
                        </a:spcBef>
                        <a:spcAft>
                          <a:spcPts val="0"/>
                        </a:spcAft>
                        <a:buClr>
                          <a:srgbClr val="000000"/>
                        </a:buClr>
                        <a:buSzPts val="700"/>
                        <a:buFont typeface="Arial"/>
                        <a:buNone/>
                      </a:pPr>
                      <a:r>
                        <a:rPr lang="en" sz="700" u="none" cap="none" strike="noStrike">
                          <a:latin typeface="Verizon NHG TX"/>
                          <a:ea typeface="Verizon NHG TX"/>
                          <a:cs typeface="Verizon NHG TX"/>
                          <a:sym typeface="Verizon NHG TX"/>
                        </a:rPr>
                        <a:t>Awareness</a:t>
                      </a:r>
                      <a:endParaRPr b="1" sz="7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chemeClr val="accent2"/>
                          </a:solidFill>
                          <a:latin typeface="Verizon NHG TX"/>
                          <a:ea typeface="Verizon NHG TX"/>
                          <a:cs typeface="Verizon NHG TX"/>
                          <a:sym typeface="Verizon NHG TX"/>
                        </a:rPr>
                        <a:t>⬤</a:t>
                      </a:r>
                      <a:endParaRPr sz="800" u="none" cap="none" strike="noStrike">
                        <a:solidFill>
                          <a:schemeClr val="accent2"/>
                        </a:solidFill>
                        <a:latin typeface="Verizon NHG TX"/>
                        <a:ea typeface="Verizon NHG TX"/>
                        <a:cs typeface="Verizon NHG TX"/>
                        <a:sym typeface="Verizon NHG TX"/>
                      </a:endParaRPr>
                    </a:p>
                  </a:txBody>
                  <a:tcPr marT="19050" marB="19050" marR="28575" marL="28575" anchor="ctr">
                    <a:lnL cap="flat" cmpd="sng" w="9525">
                      <a:solidFill>
                        <a:srgbClr val="D8D8D8"/>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57150" lvl="0" marL="114300" marR="0" rtl="0" algn="l">
                        <a:lnSpc>
                          <a:spcPct val="100000"/>
                        </a:lnSpc>
                        <a:spcBef>
                          <a:spcPts val="0"/>
                        </a:spcBef>
                        <a:spcAft>
                          <a:spcPts val="0"/>
                        </a:spcAft>
                        <a:buClr>
                          <a:srgbClr val="000000"/>
                        </a:buClr>
                        <a:buSzPts val="700"/>
                        <a:buFont typeface="Arial"/>
                        <a:buNone/>
                      </a:pPr>
                      <a:r>
                        <a:t/>
                      </a:r>
                      <a:endParaRPr sz="700" u="none" cap="none" strike="noStrike">
                        <a:latin typeface="Verizon NHG DS"/>
                        <a:ea typeface="Verizon NHG DS"/>
                        <a:cs typeface="Verizon NHG DS"/>
                        <a:sym typeface="Verizon NHG DS"/>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18275" marL="1827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r>
              <a:tr h="288850">
                <a:tc vMerge="1"/>
                <a:tc>
                  <a:txBody>
                    <a:bodyPr/>
                    <a:lstStyle/>
                    <a:p>
                      <a:pPr indent="0" lvl="0" marL="0" marR="0" rtl="0" algn="l">
                        <a:lnSpc>
                          <a:spcPct val="100000"/>
                        </a:lnSpc>
                        <a:spcBef>
                          <a:spcPts val="0"/>
                        </a:spcBef>
                        <a:spcAft>
                          <a:spcPts val="0"/>
                        </a:spcAft>
                        <a:buClr>
                          <a:srgbClr val="000000"/>
                        </a:buClr>
                        <a:buSzPts val="700"/>
                        <a:buFont typeface="Arial"/>
                        <a:buNone/>
                      </a:pPr>
                      <a:r>
                        <a:rPr lang="en" sz="700" u="none" cap="none" strike="noStrike">
                          <a:latin typeface="Verizon NHG TX"/>
                          <a:ea typeface="Verizon NHG TX"/>
                          <a:cs typeface="Verizon NHG TX"/>
                          <a:sym typeface="Verizon NHG TX"/>
                        </a:rPr>
                        <a:t>Expansion</a:t>
                      </a:r>
                      <a:endParaRPr b="1" sz="7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chemeClr val="accent2"/>
                          </a:solidFill>
                          <a:latin typeface="Verizon NHG TX"/>
                          <a:ea typeface="Verizon NHG TX"/>
                          <a:cs typeface="Verizon NHG TX"/>
                          <a:sym typeface="Verizon NHG TX"/>
                        </a:rPr>
                        <a:t>⬤</a:t>
                      </a:r>
                      <a:endParaRPr sz="800" u="none" cap="none" strike="noStrike">
                        <a:solidFill>
                          <a:schemeClr val="accent2"/>
                        </a:solidFill>
                        <a:latin typeface="Verizon NHG TX"/>
                        <a:ea typeface="Verizon NHG TX"/>
                        <a:cs typeface="Verizon NHG TX"/>
                        <a:sym typeface="Verizon NHG TX"/>
                      </a:endParaRPr>
                    </a:p>
                  </a:txBody>
                  <a:tcPr marT="19050" marB="19050" marR="28575" marL="28575" anchor="ctr">
                    <a:lnL cap="flat" cmpd="sng" w="9525">
                      <a:solidFill>
                        <a:srgbClr val="D8D8D8"/>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57150" lvl="0" marL="114300" marR="0" rtl="0" algn="l">
                        <a:lnSpc>
                          <a:spcPct val="100000"/>
                        </a:lnSpc>
                        <a:spcBef>
                          <a:spcPts val="0"/>
                        </a:spcBef>
                        <a:spcAft>
                          <a:spcPts val="0"/>
                        </a:spcAft>
                        <a:buClr>
                          <a:srgbClr val="000000"/>
                        </a:buClr>
                        <a:buSzPts val="700"/>
                        <a:buFont typeface="Arial"/>
                        <a:buNone/>
                      </a:pPr>
                      <a:r>
                        <a:t/>
                      </a:r>
                      <a:endParaRPr sz="700" u="none" cap="none" strike="noStrike">
                        <a:latin typeface="Verizon NHG DS"/>
                        <a:ea typeface="Verizon NHG DS"/>
                        <a:cs typeface="Verizon NHG DS"/>
                        <a:sym typeface="Verizon NHG DS"/>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18275" marL="1827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r>
              <a:tr h="288850">
                <a:tc vMerge="1"/>
                <a:tc>
                  <a:txBody>
                    <a:bodyPr/>
                    <a:lstStyle/>
                    <a:p>
                      <a:pPr indent="0" lvl="0" marL="0" marR="0" rtl="0" algn="l">
                        <a:lnSpc>
                          <a:spcPct val="100000"/>
                        </a:lnSpc>
                        <a:spcBef>
                          <a:spcPts val="0"/>
                        </a:spcBef>
                        <a:spcAft>
                          <a:spcPts val="0"/>
                        </a:spcAft>
                        <a:buClr>
                          <a:srgbClr val="000000"/>
                        </a:buClr>
                        <a:buSzPts val="700"/>
                        <a:buFont typeface="Arial"/>
                        <a:buNone/>
                      </a:pPr>
                      <a:r>
                        <a:rPr lang="en" sz="700" u="none" cap="none" strike="noStrike">
                          <a:latin typeface="Verizon NHG TX"/>
                          <a:ea typeface="Verizon NHG TX"/>
                          <a:cs typeface="Verizon NHG TX"/>
                          <a:sym typeface="Verizon NHG TX"/>
                        </a:rPr>
                        <a:t>Retention</a:t>
                      </a:r>
                      <a:endParaRPr b="1" sz="7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chemeClr val="accent2"/>
                          </a:solidFill>
                          <a:latin typeface="Verizon NHG TX"/>
                          <a:ea typeface="Verizon NHG TX"/>
                          <a:cs typeface="Verizon NHG TX"/>
                          <a:sym typeface="Verizon NHG TX"/>
                        </a:rPr>
                        <a:t>⬤</a:t>
                      </a:r>
                      <a:endParaRPr sz="800" u="none" cap="none" strike="noStrike">
                        <a:solidFill>
                          <a:schemeClr val="accent2"/>
                        </a:solidFill>
                        <a:latin typeface="Verizon NHG TX"/>
                        <a:ea typeface="Verizon NHG TX"/>
                        <a:cs typeface="Verizon NHG TX"/>
                        <a:sym typeface="Verizon NHG TX"/>
                      </a:endParaRPr>
                    </a:p>
                  </a:txBody>
                  <a:tcPr marT="19050" marB="19050" marR="28575" marL="28575" anchor="ctr">
                    <a:lnL cap="flat" cmpd="sng" w="9525">
                      <a:solidFill>
                        <a:srgbClr val="D8D8D8"/>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57150" lvl="0" marL="114300" marR="0" rtl="0" algn="l">
                        <a:lnSpc>
                          <a:spcPct val="100000"/>
                        </a:lnSpc>
                        <a:spcBef>
                          <a:spcPts val="0"/>
                        </a:spcBef>
                        <a:spcAft>
                          <a:spcPts val="0"/>
                        </a:spcAft>
                        <a:buClr>
                          <a:srgbClr val="000000"/>
                        </a:buClr>
                        <a:buSzPts val="700"/>
                        <a:buFont typeface="Arial"/>
                        <a:buNone/>
                      </a:pPr>
                      <a:r>
                        <a:t/>
                      </a:r>
                      <a:endParaRPr sz="700" u="none" cap="none" strike="noStrike">
                        <a:latin typeface="Verizon NHG DS"/>
                        <a:ea typeface="Verizon NHG DS"/>
                        <a:cs typeface="Verizon NHG DS"/>
                        <a:sym typeface="Verizon NHG DS"/>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18275" marL="1827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r>
              <a:tr h="288850">
                <a:tc rowSpan="3">
                  <a:txBody>
                    <a:bodyPr/>
                    <a:lstStyle/>
                    <a:p>
                      <a:pPr indent="0" lvl="0" marL="0" marR="0" rtl="0" algn="l">
                        <a:lnSpc>
                          <a:spcPct val="100000"/>
                        </a:lnSpc>
                        <a:spcBef>
                          <a:spcPts val="0"/>
                        </a:spcBef>
                        <a:spcAft>
                          <a:spcPts val="0"/>
                        </a:spcAft>
                        <a:buClr>
                          <a:srgbClr val="000000"/>
                        </a:buClr>
                        <a:buSzPts val="700"/>
                        <a:buFont typeface="Arial"/>
                        <a:buNone/>
                      </a:pPr>
                      <a:r>
                        <a:rPr lang="en" sz="700" u="none" cap="none" strike="noStrike">
                          <a:latin typeface="Verizon NHG TX"/>
                          <a:ea typeface="Verizon NHG TX"/>
                          <a:cs typeface="Verizon NHG TX"/>
                          <a:sym typeface="Verizon NHG TX"/>
                        </a:rPr>
                        <a:t>Product</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lang="en" sz="700" u="none" cap="none" strike="noStrike">
                          <a:latin typeface="Verizon NHG TX"/>
                          <a:ea typeface="Verizon NHG TX"/>
                          <a:cs typeface="Verizon NHG TX"/>
                          <a:sym typeface="Verizon NHG TX"/>
                        </a:rPr>
                        <a:t>Home Products &amp; Experiences</a:t>
                      </a:r>
                      <a:endParaRPr b="1" sz="7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chemeClr val="accent2"/>
                          </a:solidFill>
                          <a:latin typeface="Verizon NHG TX"/>
                          <a:ea typeface="Verizon NHG TX"/>
                          <a:cs typeface="Verizon NHG TX"/>
                          <a:sym typeface="Verizon NHG TX"/>
                        </a:rPr>
                        <a:t>⬤</a:t>
                      </a:r>
                      <a:endParaRPr sz="800" u="none" cap="none" strike="noStrike">
                        <a:solidFill>
                          <a:schemeClr val="accent2"/>
                        </a:solidFill>
                        <a:latin typeface="Verizon NHG TX"/>
                        <a:ea typeface="Verizon NHG TX"/>
                        <a:cs typeface="Verizon NHG TX"/>
                        <a:sym typeface="Verizon NHG TX"/>
                      </a:endParaRPr>
                    </a:p>
                  </a:txBody>
                  <a:tcPr marT="19050" marB="19050" marR="28575" marL="28575" anchor="ctr">
                    <a:lnL cap="flat" cmpd="sng" w="9525">
                      <a:solidFill>
                        <a:srgbClr val="D8D8D8"/>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57150" lvl="0" marL="114300" marR="0" rtl="0" algn="l">
                        <a:lnSpc>
                          <a:spcPct val="100000"/>
                        </a:lnSpc>
                        <a:spcBef>
                          <a:spcPts val="0"/>
                        </a:spcBef>
                        <a:spcAft>
                          <a:spcPts val="0"/>
                        </a:spcAft>
                        <a:buClr>
                          <a:srgbClr val="000000"/>
                        </a:buClr>
                        <a:buSzPts val="700"/>
                        <a:buFont typeface="Arial"/>
                        <a:buNone/>
                      </a:pPr>
                      <a:r>
                        <a:t/>
                      </a:r>
                      <a:endParaRPr sz="700" u="none" cap="none" strike="noStrike">
                        <a:latin typeface="Verizon NHG DS"/>
                        <a:ea typeface="Verizon NHG DS"/>
                        <a:cs typeface="Verizon NHG DS"/>
                        <a:sym typeface="Verizon NHG DS"/>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18275" marL="1827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r>
              <a:tr h="288850">
                <a:tc vMerge="1"/>
                <a:tc>
                  <a:txBody>
                    <a:bodyPr/>
                    <a:lstStyle/>
                    <a:p>
                      <a:pPr indent="0" lvl="0" marL="0" marR="0" rtl="0" algn="l">
                        <a:lnSpc>
                          <a:spcPct val="100000"/>
                        </a:lnSpc>
                        <a:spcBef>
                          <a:spcPts val="0"/>
                        </a:spcBef>
                        <a:spcAft>
                          <a:spcPts val="0"/>
                        </a:spcAft>
                        <a:buClr>
                          <a:srgbClr val="000000"/>
                        </a:buClr>
                        <a:buSzPts val="700"/>
                        <a:buFont typeface="Arial"/>
                        <a:buNone/>
                      </a:pPr>
                      <a:r>
                        <a:rPr lang="en" sz="700" u="none" cap="none" strike="noStrike">
                          <a:latin typeface="Verizon NHG TX"/>
                          <a:ea typeface="Verizon NHG TX"/>
                          <a:cs typeface="Verizon NHG TX"/>
                          <a:sym typeface="Verizon NHG TX"/>
                        </a:rPr>
                        <a:t>Beyond Connectivity</a:t>
                      </a:r>
                      <a:endParaRPr b="1" sz="7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chemeClr val="accent2"/>
                          </a:solidFill>
                          <a:latin typeface="Verizon NHG TX"/>
                          <a:ea typeface="Verizon NHG TX"/>
                          <a:cs typeface="Verizon NHG TX"/>
                          <a:sym typeface="Verizon NHG TX"/>
                        </a:rPr>
                        <a:t>⬤</a:t>
                      </a:r>
                      <a:endParaRPr sz="800" u="none" cap="none" strike="noStrike">
                        <a:solidFill>
                          <a:schemeClr val="accent2"/>
                        </a:solidFill>
                        <a:latin typeface="Verizon NHG TX"/>
                        <a:ea typeface="Verizon NHG TX"/>
                        <a:cs typeface="Verizon NHG TX"/>
                        <a:sym typeface="Verizon NHG TX"/>
                      </a:endParaRPr>
                    </a:p>
                  </a:txBody>
                  <a:tcPr marT="19050" marB="19050" marR="28575" marL="28575" anchor="ctr">
                    <a:lnL cap="flat" cmpd="sng" w="9525">
                      <a:solidFill>
                        <a:srgbClr val="D8D8D8"/>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57150" lvl="0" marL="114300" marR="0" rtl="0" algn="l">
                        <a:lnSpc>
                          <a:spcPct val="100000"/>
                        </a:lnSpc>
                        <a:spcBef>
                          <a:spcPts val="0"/>
                        </a:spcBef>
                        <a:spcAft>
                          <a:spcPts val="0"/>
                        </a:spcAft>
                        <a:buClr>
                          <a:srgbClr val="000000"/>
                        </a:buClr>
                        <a:buSzPts val="700"/>
                        <a:buFont typeface="Arial"/>
                        <a:buNone/>
                      </a:pPr>
                      <a:r>
                        <a:t/>
                      </a:r>
                      <a:endParaRPr sz="700" u="none" cap="none" strike="noStrike">
                        <a:latin typeface="Verizon NHG DS"/>
                        <a:ea typeface="Verizon NHG DS"/>
                        <a:cs typeface="Verizon NHG DS"/>
                        <a:sym typeface="Verizon NHG DS"/>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18275" marL="1827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r>
              <a:tr h="288850">
                <a:tc vMerge="1"/>
                <a:tc>
                  <a:txBody>
                    <a:bodyPr/>
                    <a:lstStyle/>
                    <a:p>
                      <a:pPr indent="0" lvl="0" marL="0" marR="0" rtl="0" algn="l">
                        <a:lnSpc>
                          <a:spcPct val="100000"/>
                        </a:lnSpc>
                        <a:spcBef>
                          <a:spcPts val="0"/>
                        </a:spcBef>
                        <a:spcAft>
                          <a:spcPts val="0"/>
                        </a:spcAft>
                        <a:buClr>
                          <a:srgbClr val="000000"/>
                        </a:buClr>
                        <a:buSzPts val="700"/>
                        <a:buFont typeface="Arial"/>
                        <a:buNone/>
                      </a:pPr>
                      <a:r>
                        <a:rPr lang="en" sz="700" u="none" cap="none" strike="noStrike">
                          <a:latin typeface="Verizon NHG TX"/>
                          <a:ea typeface="Verizon NHG TX"/>
                          <a:cs typeface="Verizon NHG TX"/>
                          <a:sym typeface="Verizon NHG TX"/>
                        </a:rPr>
                        <a:t>Mobile Products &amp; Services</a:t>
                      </a:r>
                      <a:endParaRPr b="1" sz="7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chemeClr val="accent2"/>
                          </a:solidFill>
                          <a:latin typeface="Verizon NHG TX"/>
                          <a:ea typeface="Verizon NHG TX"/>
                          <a:cs typeface="Verizon NHG TX"/>
                          <a:sym typeface="Verizon NHG TX"/>
                        </a:rPr>
                        <a:t>⬤</a:t>
                      </a:r>
                      <a:endParaRPr sz="800" u="none" cap="none" strike="noStrike">
                        <a:solidFill>
                          <a:schemeClr val="accent2"/>
                        </a:solidFill>
                        <a:latin typeface="Verizon NHG TX"/>
                        <a:ea typeface="Verizon NHG TX"/>
                        <a:cs typeface="Verizon NHG TX"/>
                        <a:sym typeface="Verizon NHG TX"/>
                      </a:endParaRPr>
                    </a:p>
                  </a:txBody>
                  <a:tcPr marT="19050" marB="19050" marR="28575" marL="28575" anchor="ctr">
                    <a:lnL cap="flat" cmpd="sng" w="9525">
                      <a:solidFill>
                        <a:srgbClr val="D8D8D8"/>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57150" lvl="0" marL="114300" marR="0" rtl="0" algn="l">
                        <a:lnSpc>
                          <a:spcPct val="100000"/>
                        </a:lnSpc>
                        <a:spcBef>
                          <a:spcPts val="0"/>
                        </a:spcBef>
                        <a:spcAft>
                          <a:spcPts val="0"/>
                        </a:spcAft>
                        <a:buClr>
                          <a:srgbClr val="000000"/>
                        </a:buClr>
                        <a:buSzPts val="700"/>
                        <a:buFont typeface="Arial"/>
                        <a:buNone/>
                      </a:pPr>
                      <a:r>
                        <a:t/>
                      </a:r>
                      <a:endParaRPr sz="700" u="none" cap="none" strike="noStrike">
                        <a:latin typeface="Verizon NHG DS"/>
                        <a:ea typeface="Verizon NHG DS"/>
                        <a:cs typeface="Verizon NHG DS"/>
                        <a:sym typeface="Verizon NHG DS"/>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0" marB="0" marR="18275" marL="1827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0" name="Shape 2190"/>
        <p:cNvGrpSpPr/>
        <p:nvPr/>
      </p:nvGrpSpPr>
      <p:grpSpPr>
        <a:xfrm>
          <a:off x="0" y="0"/>
          <a:ext cx="0" cy="0"/>
          <a:chOff x="0" y="0"/>
          <a:chExt cx="0" cy="0"/>
        </a:xfrm>
      </p:grpSpPr>
      <p:sp>
        <p:nvSpPr>
          <p:cNvPr id="2191" name="Google Shape;2191;p326"/>
          <p:cNvSpPr txBox="1"/>
          <p:nvPr>
            <p:ph type="title"/>
          </p:nvPr>
        </p:nvSpPr>
        <p:spPr>
          <a:xfrm>
            <a:off x="473869" y="469107"/>
            <a:ext cx="6801000" cy="1325100"/>
          </a:xfrm>
          <a:prstGeom prst="rect">
            <a:avLst/>
          </a:prstGeom>
          <a:noFill/>
          <a:ln>
            <a:noFill/>
          </a:ln>
        </p:spPr>
        <p:txBody>
          <a:bodyPr anchorCtr="0" anchor="t" bIns="0" lIns="0" spcFirstLastPara="1" rIns="0" wrap="square" tIns="0">
            <a:normAutofit fontScale="90000"/>
          </a:bodyPr>
          <a:lstStyle/>
          <a:p>
            <a:pPr indent="0" lvl="0" marL="0" rtl="0" algn="l">
              <a:lnSpc>
                <a:spcPct val="90000"/>
              </a:lnSpc>
              <a:spcBef>
                <a:spcPts val="0"/>
              </a:spcBef>
              <a:spcAft>
                <a:spcPts val="0"/>
              </a:spcAft>
              <a:buSzPct val="113379"/>
              <a:buNone/>
            </a:pPr>
            <a:r>
              <a:rPr lang="en" sz="4900">
                <a:solidFill>
                  <a:schemeClr val="dk2"/>
                </a:solidFill>
              </a:rPr>
              <a:t>Experience Design</a:t>
            </a:r>
            <a:endParaRPr sz="4900">
              <a:solidFill>
                <a:schemeClr val="dk2"/>
              </a:solidFill>
            </a:endParaRPr>
          </a:p>
          <a:p>
            <a:pPr indent="0" lvl="0" marL="0" rtl="0" algn="l">
              <a:lnSpc>
                <a:spcPct val="90000"/>
              </a:lnSpc>
              <a:spcBef>
                <a:spcPts val="0"/>
              </a:spcBef>
              <a:spcAft>
                <a:spcPts val="0"/>
              </a:spcAft>
              <a:buSzPct val="113379"/>
              <a:buNone/>
            </a:pPr>
            <a:r>
              <a:rPr lang="en" sz="4900">
                <a:solidFill>
                  <a:schemeClr val="dk2"/>
                </a:solidFill>
              </a:rPr>
              <a:t>Design Systems </a:t>
            </a:r>
            <a:endParaRPr sz="4900">
              <a:solidFill>
                <a:schemeClr val="dk2"/>
              </a:solidFill>
            </a:endParaRPr>
          </a:p>
          <a:p>
            <a:pPr indent="0" lvl="0" marL="0" rtl="0" algn="l">
              <a:lnSpc>
                <a:spcPct val="90000"/>
              </a:lnSpc>
              <a:spcBef>
                <a:spcPts val="0"/>
              </a:spcBef>
              <a:spcAft>
                <a:spcPts val="0"/>
              </a:spcAft>
              <a:buSzPct val="113379"/>
              <a:buNone/>
            </a:pPr>
            <a:r>
              <a:rPr lang="en" sz="4900">
                <a:solidFill>
                  <a:schemeClr val="dk2"/>
                </a:solidFill>
              </a:rPr>
              <a:t>(Andrew Pendleton)</a:t>
            </a:r>
            <a:endParaRPr sz="4900">
              <a:solidFill>
                <a:schemeClr val="dk2"/>
              </a:solidFill>
            </a:endParaRPr>
          </a:p>
          <a:p>
            <a:pPr indent="0" lvl="0" marL="0" rtl="0" algn="l">
              <a:lnSpc>
                <a:spcPct val="90000"/>
              </a:lnSpc>
              <a:spcBef>
                <a:spcPts val="0"/>
              </a:spcBef>
              <a:spcAft>
                <a:spcPts val="0"/>
              </a:spcAft>
              <a:buSzPct val="113379"/>
              <a:buNone/>
            </a:pPr>
            <a:r>
              <a:t/>
            </a:r>
            <a:endParaRPr sz="4900"/>
          </a:p>
          <a:p>
            <a:pPr indent="0" lvl="0" marL="0" rtl="0" algn="l">
              <a:lnSpc>
                <a:spcPct val="90000"/>
              </a:lnSpc>
              <a:spcBef>
                <a:spcPts val="0"/>
              </a:spcBef>
              <a:spcAft>
                <a:spcPts val="0"/>
              </a:spcAft>
              <a:buSzPct val="113379"/>
              <a:buNone/>
            </a:pPr>
            <a:r>
              <a:t/>
            </a:r>
            <a:endParaRPr sz="49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5" name="Shape 2195"/>
        <p:cNvGrpSpPr/>
        <p:nvPr/>
      </p:nvGrpSpPr>
      <p:grpSpPr>
        <a:xfrm>
          <a:off x="0" y="0"/>
          <a:ext cx="0" cy="0"/>
          <a:chOff x="0" y="0"/>
          <a:chExt cx="0" cy="0"/>
        </a:xfrm>
      </p:grpSpPr>
      <p:sp>
        <p:nvSpPr>
          <p:cNvPr id="2196" name="Google Shape;2196;p327"/>
          <p:cNvSpPr txBox="1"/>
          <p:nvPr>
            <p:ph idx="3" type="body"/>
          </p:nvPr>
        </p:nvSpPr>
        <p:spPr>
          <a:xfrm>
            <a:off x="476251" y="469106"/>
            <a:ext cx="2071800" cy="136500"/>
          </a:xfrm>
          <a:prstGeom prst="rect">
            <a:avLst/>
          </a:prstGeom>
          <a:noFill/>
          <a:ln>
            <a:noFill/>
          </a:ln>
        </p:spPr>
        <p:txBody>
          <a:bodyPr anchorCtr="0" anchor="t" bIns="0" lIns="0" spcFirstLastPara="1" rIns="0" wrap="square" tIns="0">
            <a:normAutofit fontScale="85000"/>
          </a:bodyPr>
          <a:lstStyle/>
          <a:p>
            <a:pPr indent="0" lvl="0" marL="0" rtl="0" algn="l">
              <a:lnSpc>
                <a:spcPct val="100000"/>
              </a:lnSpc>
              <a:spcBef>
                <a:spcPts val="0"/>
              </a:spcBef>
              <a:spcAft>
                <a:spcPts val="0"/>
              </a:spcAft>
              <a:buClr>
                <a:schemeClr val="dk1"/>
              </a:buClr>
              <a:buSzPct val="100000"/>
              <a:buNone/>
            </a:pPr>
            <a:r>
              <a:rPr lang="en"/>
              <a:t>CXO | Customer Experience: Experience Design</a:t>
            </a:r>
            <a:endParaRPr/>
          </a:p>
        </p:txBody>
      </p:sp>
      <p:sp>
        <p:nvSpPr>
          <p:cNvPr id="2197" name="Google Shape;2197;p327"/>
          <p:cNvSpPr txBox="1"/>
          <p:nvPr>
            <p:ph type="title"/>
          </p:nvPr>
        </p:nvSpPr>
        <p:spPr>
          <a:xfrm>
            <a:off x="473869" y="619856"/>
            <a:ext cx="7969800" cy="426600"/>
          </a:xfrm>
          <a:prstGeom prst="rect">
            <a:avLst/>
          </a:prstGeom>
          <a:noFill/>
          <a:ln>
            <a:noFill/>
          </a:ln>
        </p:spPr>
        <p:txBody>
          <a:bodyPr anchorCtr="0" anchor="t" bIns="0" lIns="0" spcFirstLastPara="1" rIns="0" wrap="square" tIns="0">
            <a:normAutofit/>
          </a:bodyPr>
          <a:lstStyle/>
          <a:p>
            <a:pPr indent="0" lvl="0" marL="0" rtl="0" algn="l">
              <a:lnSpc>
                <a:spcPct val="90000"/>
              </a:lnSpc>
              <a:spcBef>
                <a:spcPts val="0"/>
              </a:spcBef>
              <a:spcAft>
                <a:spcPts val="0"/>
              </a:spcAft>
              <a:buClr>
                <a:schemeClr val="dk1"/>
              </a:buClr>
              <a:buSzPts val="2100"/>
              <a:buFont typeface="Arial"/>
              <a:buNone/>
            </a:pPr>
            <a:r>
              <a:rPr lang="en"/>
              <a:t>Team Level Performance Agreement Template</a:t>
            </a:r>
            <a:endParaRPr b="0" i="1" sz="1400"/>
          </a:p>
        </p:txBody>
      </p:sp>
      <p:graphicFrame>
        <p:nvGraphicFramePr>
          <p:cNvPr id="2198" name="Google Shape;2198;p327"/>
          <p:cNvGraphicFramePr/>
          <p:nvPr/>
        </p:nvGraphicFramePr>
        <p:xfrm>
          <a:off x="441081" y="1102263"/>
          <a:ext cx="3000000" cy="3000000"/>
        </p:xfrm>
        <a:graphic>
          <a:graphicData uri="http://schemas.openxmlformats.org/drawingml/2006/table">
            <a:tbl>
              <a:tblPr>
                <a:noFill/>
                <a:tableStyleId>{6A162CF1-3AEC-4ED0-B689-3D35A367426C}</a:tableStyleId>
              </a:tblPr>
              <a:tblGrid>
                <a:gridCol w="1730150"/>
                <a:gridCol w="3297650"/>
                <a:gridCol w="3131675"/>
              </a:tblGrid>
              <a:tr h="160175">
                <a:tc>
                  <a:txBody>
                    <a:bodyPr/>
                    <a:lstStyle/>
                    <a:p>
                      <a:pPr indent="0" lvl="0" marL="0" marR="0" rtl="0" algn="l">
                        <a:lnSpc>
                          <a:spcPct val="100000"/>
                        </a:lnSpc>
                        <a:spcBef>
                          <a:spcPts val="0"/>
                        </a:spcBef>
                        <a:spcAft>
                          <a:spcPts val="0"/>
                        </a:spcAft>
                        <a:buClr>
                          <a:srgbClr val="000000"/>
                        </a:buClr>
                        <a:buSzPts val="500"/>
                        <a:buFont typeface="Arial"/>
                        <a:buNone/>
                      </a:pPr>
                      <a:r>
                        <a:rPr b="1" lang="en" sz="500" u="none" cap="none" strike="noStrike">
                          <a:latin typeface="Verizon NHG TX"/>
                          <a:ea typeface="Verizon NHG TX"/>
                          <a:cs typeface="Verizon NHG TX"/>
                          <a:sym typeface="Verizon NHG TX"/>
                        </a:rPr>
                        <a:t>Goal</a:t>
                      </a:r>
                      <a:endParaRPr b="1" sz="500" u="none" cap="none" strike="noStrike">
                        <a:latin typeface="Verizon NHG TX"/>
                        <a:ea typeface="Verizon NHG TX"/>
                        <a:cs typeface="Verizon NHG TX"/>
                        <a:sym typeface="Verizon NHG TX"/>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500"/>
                        <a:buFont typeface="Arial"/>
                        <a:buNone/>
                      </a:pPr>
                      <a:r>
                        <a:rPr b="1" lang="en" sz="500" u="none" cap="none" strike="noStrike">
                          <a:latin typeface="Verizon NHG TX"/>
                          <a:ea typeface="Verizon NHG TX"/>
                          <a:cs typeface="Verizon NHG TX"/>
                          <a:sym typeface="Verizon NHG TX"/>
                        </a:rPr>
                        <a:t>Description</a:t>
                      </a:r>
                      <a:endParaRPr b="1" sz="500" u="none" cap="none" strike="noStrike">
                        <a:latin typeface="Verizon NHG TX"/>
                        <a:ea typeface="Verizon NHG TX"/>
                        <a:cs typeface="Verizon NHG TX"/>
                        <a:sym typeface="Verizon NHG TX"/>
                      </a:endParaRPr>
                    </a:p>
                  </a:txBody>
                  <a:tcPr marT="0" marB="0" marR="0" marL="20575" anchor="ctr">
                    <a:lnL cap="flat" cmpd="sng" w="9525">
                      <a:solidFill>
                        <a:srgbClr val="9E9E9E">
                          <a:alpha val="0"/>
                        </a:srgbClr>
                      </a:solidFill>
                      <a:prstDash val="solid"/>
                      <a:round/>
                      <a:headEnd len="sm" w="sm" type="none"/>
                      <a:tailEnd len="sm" w="sm" type="none"/>
                    </a:lnL>
                    <a:lnR cap="flat" cmpd="sng" w="9525">
                      <a:solidFill>
                        <a:srgbClr val="D8D8D8">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500"/>
                        <a:buFont typeface="Arial"/>
                        <a:buNone/>
                      </a:pPr>
                      <a:r>
                        <a:rPr b="1" lang="en" sz="500" u="none" cap="none" strike="noStrike">
                          <a:latin typeface="Verizon NHG TX"/>
                          <a:ea typeface="Verizon NHG TX"/>
                          <a:cs typeface="Verizon NHG TX"/>
                          <a:sym typeface="Verizon NHG TX"/>
                        </a:rPr>
                        <a:t>Actions</a:t>
                      </a:r>
                      <a:endParaRPr b="1" sz="500" u="none" cap="none" strike="noStrike">
                        <a:latin typeface="Verizon NHG TX"/>
                        <a:ea typeface="Verizon NHG TX"/>
                        <a:cs typeface="Verizon NHG TX"/>
                        <a:sym typeface="Verizon NHG TX"/>
                      </a:endParaRPr>
                    </a:p>
                  </a:txBody>
                  <a:tcPr marT="0" marB="0" marR="0" marL="20575" anchor="ctr">
                    <a:lnL cap="flat" cmpd="sng" w="9525">
                      <a:solidFill>
                        <a:srgbClr val="D8D8D8">
                          <a:alpha val="0"/>
                        </a:srgbClr>
                      </a:solidFill>
                      <a:prstDash val="solid"/>
                      <a:round/>
                      <a:headEnd len="sm" w="sm" type="none"/>
                      <a:tailEnd len="sm" w="sm" type="none"/>
                    </a:lnL>
                    <a:lnR cap="flat" cmpd="sng" w="9525">
                      <a:solidFill>
                        <a:srgbClr val="D8D8D8">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60175">
                <a:tc rowSpan="4">
                  <a:txBody>
                    <a:bodyPr/>
                    <a:lstStyle/>
                    <a:p>
                      <a:pPr indent="0" lvl="0" marL="0" marR="0" rtl="0" algn="l">
                        <a:lnSpc>
                          <a:spcPct val="100000"/>
                        </a:lnSpc>
                        <a:spcBef>
                          <a:spcPts val="0"/>
                        </a:spcBef>
                        <a:spcAft>
                          <a:spcPts val="0"/>
                        </a:spcAft>
                        <a:buClr>
                          <a:srgbClr val="000000"/>
                        </a:buClr>
                        <a:buSzPts val="600"/>
                        <a:buFont typeface="Arial"/>
                        <a:buNone/>
                      </a:pPr>
                      <a:r>
                        <a:t/>
                      </a:r>
                      <a:endParaRPr b="1" sz="600" u="none" cap="none" strike="noStrike">
                        <a:latin typeface="Verizon NHG TX"/>
                        <a:ea typeface="Verizon NHG TX"/>
                        <a:cs typeface="Verizon NHG TX"/>
                        <a:sym typeface="Verizon NHG TX"/>
                      </a:endParaRPr>
                    </a:p>
                  </a:txBody>
                  <a:tcPr marT="0" marB="0" marR="13700" marL="0" anchor="ctr">
                    <a:lnL cap="flat" cmpd="sng" w="9525">
                      <a:solidFill>
                        <a:srgbClr val="9E9E9E">
                          <a:alpha val="0"/>
                        </a:srgbClr>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rowSpan="4">
                  <a:txBody>
                    <a:bodyPr/>
                    <a:lstStyle/>
                    <a:p>
                      <a:pPr indent="0" lvl="0" marL="0" marR="0" rtl="0" algn="l">
                        <a:lnSpc>
                          <a:spcPct val="100000"/>
                        </a:lnSpc>
                        <a:spcBef>
                          <a:spcPts val="0"/>
                        </a:spcBef>
                        <a:spcAft>
                          <a:spcPts val="0"/>
                        </a:spcAft>
                        <a:buClr>
                          <a:srgbClr val="000000"/>
                        </a:buClr>
                        <a:buSzPts val="600"/>
                        <a:buFont typeface="Arial"/>
                        <a:buNone/>
                      </a:pPr>
                      <a:r>
                        <a:t/>
                      </a:r>
                      <a:endParaRPr sz="600" u="none" cap="none" strike="noStrike">
                        <a:latin typeface="Verizon NHG TX"/>
                        <a:ea typeface="Verizon NHG TX"/>
                        <a:cs typeface="Verizon NHG TX"/>
                        <a:sym typeface="Verizon NHG TX"/>
                      </a:endParaRPr>
                    </a:p>
                  </a:txBody>
                  <a:tcPr marT="0" marB="0" marR="0" marL="20575" anchor="ctr">
                    <a:lnL cap="flat" cmpd="sng" w="9525">
                      <a:solidFill>
                        <a:srgbClr val="D9D9D9"/>
                      </a:solidFill>
                      <a:prstDash val="solid"/>
                      <a:round/>
                      <a:headEnd len="sm" w="sm" type="none"/>
                      <a:tailEnd len="sm" w="sm" type="none"/>
                    </a:lnL>
                    <a:lnR cap="flat" cmpd="sng" w="9525">
                      <a:solidFill>
                        <a:srgbClr val="D8D8D8">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Verizon NHG TX"/>
                        <a:ea typeface="Verizon NHG TX"/>
                        <a:cs typeface="Verizon NHG TX"/>
                        <a:sym typeface="Verizon NHG TX"/>
                      </a:endParaRPr>
                    </a:p>
                  </a:txBody>
                  <a:tcPr marT="0" marB="0" marR="0" marL="20575" anchor="ctr">
                    <a:lnL cap="flat" cmpd="sng" w="9525">
                      <a:solidFill>
                        <a:srgbClr val="D8D8D8">
                          <a:alpha val="0"/>
                        </a:srgbClr>
                      </a:solidFill>
                      <a:prstDash val="solid"/>
                      <a:round/>
                      <a:headEnd len="sm" w="sm" type="none"/>
                      <a:tailEnd len="sm" w="sm" type="none"/>
                    </a:lnL>
                    <a:lnR cap="flat" cmpd="sng" w="9525">
                      <a:solidFill>
                        <a:srgbClr val="D8D8D8">
                          <a:alpha val="0"/>
                        </a:srgbClr>
                      </a:solidFill>
                      <a:prstDash val="solid"/>
                      <a:round/>
                      <a:headEnd len="sm" w="sm" type="none"/>
                      <a:tailEnd len="sm" w="sm" type="none"/>
                    </a:lnR>
                    <a:lnT cap="flat" cmpd="sng" w="9525">
                      <a:solidFill>
                        <a:schemeClr val="dk1"/>
                      </a:solidFill>
                      <a:prstDash val="solid"/>
                      <a:round/>
                      <a:headEnd len="sm" w="sm" type="none"/>
                      <a:tailEnd len="sm" w="sm" type="none"/>
                    </a:lnT>
                  </a:tcPr>
                </a:tc>
              </a:tr>
              <a:tr h="160175">
                <a:tc vMerge="1"/>
                <a:tc vMerge="1"/>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Verizon NHG TX"/>
                        <a:ea typeface="Verizon NHG TX"/>
                        <a:cs typeface="Verizon NHG TX"/>
                        <a:sym typeface="Verizon NHG TX"/>
                      </a:endParaRPr>
                    </a:p>
                  </a:txBody>
                  <a:tcPr marT="0" marB="0" marR="0" marL="20575" anchor="ctr">
                    <a:lnL cap="flat" cmpd="sng" w="9525">
                      <a:solidFill>
                        <a:srgbClr val="D8D8D8">
                          <a:alpha val="0"/>
                        </a:srgbClr>
                      </a:solidFill>
                      <a:prstDash val="solid"/>
                      <a:round/>
                      <a:headEnd len="sm" w="sm" type="none"/>
                      <a:tailEnd len="sm" w="sm" type="none"/>
                    </a:lnL>
                    <a:lnR cap="flat" cmpd="sng" w="9525">
                      <a:solidFill>
                        <a:srgbClr val="D8D8D8">
                          <a:alpha val="0"/>
                        </a:srgbClr>
                      </a:solidFill>
                      <a:prstDash val="solid"/>
                      <a:round/>
                      <a:headEnd len="sm" w="sm" type="none"/>
                      <a:tailEnd len="sm" w="sm" type="none"/>
                    </a:lnR>
                  </a:tcPr>
                </a:tc>
              </a:tr>
              <a:tr h="160175">
                <a:tc vMerge="1"/>
                <a:tc vMerge="1"/>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Verizon NHG TX"/>
                        <a:ea typeface="Verizon NHG TX"/>
                        <a:cs typeface="Verizon NHG TX"/>
                        <a:sym typeface="Verizon NHG TX"/>
                      </a:endParaRPr>
                    </a:p>
                  </a:txBody>
                  <a:tcPr marT="0" marB="0" marR="0" marL="20575" anchor="ctr">
                    <a:lnL cap="flat" cmpd="sng" w="9525">
                      <a:solidFill>
                        <a:srgbClr val="D8D8D8">
                          <a:alpha val="0"/>
                        </a:srgbClr>
                      </a:solidFill>
                      <a:prstDash val="solid"/>
                      <a:round/>
                      <a:headEnd len="sm" w="sm" type="none"/>
                      <a:tailEnd len="sm" w="sm" type="none"/>
                    </a:lnL>
                    <a:lnR cap="flat" cmpd="sng" w="9525">
                      <a:solidFill>
                        <a:srgbClr val="D8D8D8">
                          <a:alpha val="0"/>
                        </a:srgbClr>
                      </a:solidFill>
                      <a:prstDash val="solid"/>
                      <a:round/>
                      <a:headEnd len="sm" w="sm" type="none"/>
                      <a:tailEnd len="sm" w="sm" type="none"/>
                    </a:lnR>
                  </a:tcPr>
                </a:tc>
              </a:tr>
              <a:tr h="160175">
                <a:tc vMerge="1"/>
                <a:tc vMerge="1"/>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Verizon NHG TX"/>
                        <a:ea typeface="Verizon NHG TX"/>
                        <a:cs typeface="Verizon NHG TX"/>
                        <a:sym typeface="Verizon NHG TX"/>
                      </a:endParaRPr>
                    </a:p>
                  </a:txBody>
                  <a:tcPr marT="0" marB="0" marR="0" marL="20575" anchor="ctr">
                    <a:lnL cap="flat" cmpd="sng" w="9525">
                      <a:solidFill>
                        <a:srgbClr val="D8D8D8">
                          <a:alpha val="0"/>
                        </a:srgbClr>
                      </a:solidFill>
                      <a:prstDash val="solid"/>
                      <a:round/>
                      <a:headEnd len="sm" w="sm" type="none"/>
                      <a:tailEnd len="sm" w="sm" type="none"/>
                    </a:lnL>
                    <a:lnR cap="flat" cmpd="sng" w="9525">
                      <a:solidFill>
                        <a:srgbClr val="D8D8D8">
                          <a:alpha val="0"/>
                        </a:srgbClr>
                      </a:solidFill>
                      <a:prstDash val="solid"/>
                      <a:round/>
                      <a:headEnd len="sm" w="sm" type="none"/>
                      <a:tailEnd len="sm" w="sm" type="none"/>
                    </a:lnR>
                    <a:lnB cap="flat" cmpd="sng" w="9525">
                      <a:solidFill>
                        <a:schemeClr val="dk1"/>
                      </a:solidFill>
                      <a:prstDash val="solid"/>
                      <a:round/>
                      <a:headEnd len="sm" w="sm" type="none"/>
                      <a:tailEnd len="sm" w="sm" type="none"/>
                    </a:lnB>
                  </a:tcPr>
                </a:tc>
              </a:tr>
              <a:tr h="160175">
                <a:tc rowSpan="4">
                  <a:txBody>
                    <a:bodyPr/>
                    <a:lstStyle/>
                    <a:p>
                      <a:pPr indent="0" lvl="0" marL="0" marR="0" rtl="0" algn="l">
                        <a:lnSpc>
                          <a:spcPct val="100000"/>
                        </a:lnSpc>
                        <a:spcBef>
                          <a:spcPts val="0"/>
                        </a:spcBef>
                        <a:spcAft>
                          <a:spcPts val="0"/>
                        </a:spcAft>
                        <a:buClr>
                          <a:srgbClr val="000000"/>
                        </a:buClr>
                        <a:buSzPts val="600"/>
                        <a:buFont typeface="Arial"/>
                        <a:buNone/>
                      </a:pPr>
                      <a:r>
                        <a:t/>
                      </a:r>
                      <a:endParaRPr b="1" sz="600" u="none" cap="none" strike="noStrike">
                        <a:latin typeface="Verizon NHG TX"/>
                        <a:ea typeface="Verizon NHG TX"/>
                        <a:cs typeface="Verizon NHG TX"/>
                        <a:sym typeface="Verizon NHG TX"/>
                      </a:endParaRPr>
                    </a:p>
                  </a:txBody>
                  <a:tcPr marT="0" marB="0" marR="13700" marL="0" anchor="ctr">
                    <a:lnL cap="flat" cmpd="sng" w="9525">
                      <a:solidFill>
                        <a:srgbClr val="9E9E9E">
                          <a:alpha val="0"/>
                        </a:srgbClr>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rowSpan="4">
                  <a:txBody>
                    <a:bodyPr/>
                    <a:lstStyle/>
                    <a:p>
                      <a:pPr indent="0" lvl="0" marL="0" marR="0" rtl="0" algn="l">
                        <a:lnSpc>
                          <a:spcPct val="100000"/>
                        </a:lnSpc>
                        <a:spcBef>
                          <a:spcPts val="0"/>
                        </a:spcBef>
                        <a:spcAft>
                          <a:spcPts val="0"/>
                        </a:spcAft>
                        <a:buClr>
                          <a:srgbClr val="000000"/>
                        </a:buClr>
                        <a:buSzPts val="600"/>
                        <a:buFont typeface="Arial"/>
                        <a:buNone/>
                      </a:pPr>
                      <a:r>
                        <a:t/>
                      </a:r>
                      <a:endParaRPr sz="600" u="none" cap="none" strike="noStrike">
                        <a:latin typeface="Verizon NHG TX"/>
                        <a:ea typeface="Verizon NHG TX"/>
                        <a:cs typeface="Verizon NHG TX"/>
                        <a:sym typeface="Verizon NHG TX"/>
                      </a:endParaRPr>
                    </a:p>
                  </a:txBody>
                  <a:tcPr marT="0" marB="0" marR="0" marL="20575" anchor="ctr">
                    <a:lnL cap="flat" cmpd="sng" w="9525">
                      <a:solidFill>
                        <a:srgbClr val="D9D9D9"/>
                      </a:solidFill>
                      <a:prstDash val="solid"/>
                      <a:round/>
                      <a:headEnd len="sm" w="sm" type="none"/>
                      <a:tailEnd len="sm" w="sm" type="none"/>
                    </a:lnL>
                    <a:lnR cap="flat" cmpd="sng" w="9525">
                      <a:solidFill>
                        <a:srgbClr val="D8D8D8">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Verizon NHG TX"/>
                        <a:ea typeface="Verizon NHG TX"/>
                        <a:cs typeface="Verizon NHG TX"/>
                        <a:sym typeface="Verizon NHG TX"/>
                      </a:endParaRPr>
                    </a:p>
                  </a:txBody>
                  <a:tcPr marT="0" marB="0" marR="0" marL="20575" anchor="ctr">
                    <a:lnL cap="flat" cmpd="sng" w="9525">
                      <a:solidFill>
                        <a:srgbClr val="D8D8D8">
                          <a:alpha val="0"/>
                        </a:srgbClr>
                      </a:solidFill>
                      <a:prstDash val="solid"/>
                      <a:round/>
                      <a:headEnd len="sm" w="sm" type="none"/>
                      <a:tailEnd len="sm" w="sm" type="none"/>
                    </a:lnL>
                    <a:lnR cap="flat" cmpd="sng" w="9525">
                      <a:solidFill>
                        <a:srgbClr val="D8D8D8">
                          <a:alpha val="0"/>
                        </a:srgbClr>
                      </a:solidFill>
                      <a:prstDash val="solid"/>
                      <a:round/>
                      <a:headEnd len="sm" w="sm" type="none"/>
                      <a:tailEnd len="sm" w="sm" type="none"/>
                    </a:lnR>
                    <a:lnT cap="flat" cmpd="sng" w="9525">
                      <a:solidFill>
                        <a:schemeClr val="dk1"/>
                      </a:solidFill>
                      <a:prstDash val="solid"/>
                      <a:round/>
                      <a:headEnd len="sm" w="sm" type="none"/>
                      <a:tailEnd len="sm" w="sm" type="none"/>
                    </a:lnT>
                  </a:tcPr>
                </a:tc>
              </a:tr>
              <a:tr h="160175">
                <a:tc vMerge="1"/>
                <a:tc vMerge="1"/>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Verizon NHG TX"/>
                        <a:ea typeface="Verizon NHG TX"/>
                        <a:cs typeface="Verizon NHG TX"/>
                        <a:sym typeface="Verizon NHG TX"/>
                      </a:endParaRPr>
                    </a:p>
                  </a:txBody>
                  <a:tcPr marT="0" marB="0" marR="0" marL="20575" anchor="ctr">
                    <a:lnL cap="flat" cmpd="sng" w="9525">
                      <a:solidFill>
                        <a:srgbClr val="D8D8D8">
                          <a:alpha val="0"/>
                        </a:srgbClr>
                      </a:solidFill>
                      <a:prstDash val="solid"/>
                      <a:round/>
                      <a:headEnd len="sm" w="sm" type="none"/>
                      <a:tailEnd len="sm" w="sm" type="none"/>
                    </a:lnL>
                    <a:lnR cap="flat" cmpd="sng" w="9525">
                      <a:solidFill>
                        <a:srgbClr val="D8D8D8">
                          <a:alpha val="0"/>
                        </a:srgbClr>
                      </a:solidFill>
                      <a:prstDash val="solid"/>
                      <a:round/>
                      <a:headEnd len="sm" w="sm" type="none"/>
                      <a:tailEnd len="sm" w="sm" type="none"/>
                    </a:lnR>
                  </a:tcPr>
                </a:tc>
              </a:tr>
              <a:tr h="160175">
                <a:tc vMerge="1"/>
                <a:tc vMerge="1"/>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Verizon NHG TX"/>
                        <a:ea typeface="Verizon NHG TX"/>
                        <a:cs typeface="Verizon NHG TX"/>
                        <a:sym typeface="Verizon NHG TX"/>
                      </a:endParaRPr>
                    </a:p>
                  </a:txBody>
                  <a:tcPr marT="0" marB="0" marR="0" marL="20575" anchor="ctr">
                    <a:lnL cap="flat" cmpd="sng" w="9525">
                      <a:solidFill>
                        <a:srgbClr val="D8D8D8">
                          <a:alpha val="0"/>
                        </a:srgbClr>
                      </a:solidFill>
                      <a:prstDash val="solid"/>
                      <a:round/>
                      <a:headEnd len="sm" w="sm" type="none"/>
                      <a:tailEnd len="sm" w="sm" type="none"/>
                    </a:lnL>
                    <a:lnR cap="flat" cmpd="sng" w="9525">
                      <a:solidFill>
                        <a:srgbClr val="D8D8D8">
                          <a:alpha val="0"/>
                        </a:srgbClr>
                      </a:solidFill>
                      <a:prstDash val="solid"/>
                      <a:round/>
                      <a:headEnd len="sm" w="sm" type="none"/>
                      <a:tailEnd len="sm" w="sm" type="none"/>
                    </a:lnR>
                  </a:tcPr>
                </a:tc>
              </a:tr>
              <a:tr h="160175">
                <a:tc vMerge="1"/>
                <a:tc vMerge="1"/>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Verizon NHG TX"/>
                        <a:ea typeface="Verizon NHG TX"/>
                        <a:cs typeface="Verizon NHG TX"/>
                        <a:sym typeface="Verizon NHG TX"/>
                      </a:endParaRPr>
                    </a:p>
                  </a:txBody>
                  <a:tcPr marT="0" marB="0" marR="0" marL="20575" anchor="ctr">
                    <a:lnL cap="flat" cmpd="sng" w="9525">
                      <a:solidFill>
                        <a:srgbClr val="D8D8D8">
                          <a:alpha val="0"/>
                        </a:srgbClr>
                      </a:solidFill>
                      <a:prstDash val="solid"/>
                      <a:round/>
                      <a:headEnd len="sm" w="sm" type="none"/>
                      <a:tailEnd len="sm" w="sm" type="none"/>
                    </a:lnL>
                    <a:lnR cap="flat" cmpd="sng" w="9525">
                      <a:solidFill>
                        <a:srgbClr val="D8D8D8">
                          <a:alpha val="0"/>
                        </a:srgbClr>
                      </a:solidFill>
                      <a:prstDash val="solid"/>
                      <a:round/>
                      <a:headEnd len="sm" w="sm" type="none"/>
                      <a:tailEnd len="sm" w="sm" type="none"/>
                    </a:lnR>
                    <a:lnB cap="flat" cmpd="sng" w="9525">
                      <a:solidFill>
                        <a:schemeClr val="dk1"/>
                      </a:solidFill>
                      <a:prstDash val="solid"/>
                      <a:round/>
                      <a:headEnd len="sm" w="sm" type="none"/>
                      <a:tailEnd len="sm" w="sm" type="none"/>
                    </a:lnB>
                  </a:tcPr>
                </a:tc>
              </a:tr>
              <a:tr h="160175">
                <a:tc rowSpan="4">
                  <a:txBody>
                    <a:bodyPr/>
                    <a:lstStyle/>
                    <a:p>
                      <a:pPr indent="0" lvl="0" marL="0" marR="0" rtl="0" algn="l">
                        <a:lnSpc>
                          <a:spcPct val="100000"/>
                        </a:lnSpc>
                        <a:spcBef>
                          <a:spcPts val="0"/>
                        </a:spcBef>
                        <a:spcAft>
                          <a:spcPts val="0"/>
                        </a:spcAft>
                        <a:buClr>
                          <a:srgbClr val="000000"/>
                        </a:buClr>
                        <a:buSzPts val="600"/>
                        <a:buFont typeface="Arial"/>
                        <a:buNone/>
                      </a:pPr>
                      <a:r>
                        <a:t/>
                      </a:r>
                      <a:endParaRPr b="1" sz="600" u="none" cap="none" strike="noStrike">
                        <a:latin typeface="Verizon NHG TX"/>
                        <a:ea typeface="Verizon NHG TX"/>
                        <a:cs typeface="Verizon NHG TX"/>
                        <a:sym typeface="Verizon NHG TX"/>
                      </a:endParaRPr>
                    </a:p>
                  </a:txBody>
                  <a:tcPr marT="0" marB="0" marR="13700" marL="0" anchor="ctr">
                    <a:lnL cap="flat" cmpd="sng" w="9525">
                      <a:solidFill>
                        <a:srgbClr val="9E9E9E">
                          <a:alpha val="0"/>
                        </a:srgbClr>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rowSpan="4">
                  <a:txBody>
                    <a:bodyPr/>
                    <a:lstStyle/>
                    <a:p>
                      <a:pPr indent="0" lvl="0" marL="0" marR="0" rtl="0" algn="l">
                        <a:lnSpc>
                          <a:spcPct val="100000"/>
                        </a:lnSpc>
                        <a:spcBef>
                          <a:spcPts val="0"/>
                        </a:spcBef>
                        <a:spcAft>
                          <a:spcPts val="0"/>
                        </a:spcAft>
                        <a:buClr>
                          <a:srgbClr val="000000"/>
                        </a:buClr>
                        <a:buSzPts val="600"/>
                        <a:buFont typeface="Arial"/>
                        <a:buNone/>
                      </a:pPr>
                      <a:r>
                        <a:t/>
                      </a:r>
                      <a:endParaRPr sz="600" u="none" cap="none" strike="noStrike">
                        <a:latin typeface="Verizon NHG TX"/>
                        <a:ea typeface="Verizon NHG TX"/>
                        <a:cs typeface="Verizon NHG TX"/>
                        <a:sym typeface="Verizon NHG TX"/>
                      </a:endParaRPr>
                    </a:p>
                  </a:txBody>
                  <a:tcPr marT="0" marB="0" marR="0" marL="20575" anchor="ctr">
                    <a:lnL cap="flat" cmpd="sng" w="9525">
                      <a:solidFill>
                        <a:srgbClr val="D9D9D9"/>
                      </a:solidFill>
                      <a:prstDash val="solid"/>
                      <a:round/>
                      <a:headEnd len="sm" w="sm" type="none"/>
                      <a:tailEnd len="sm" w="sm" type="none"/>
                    </a:lnL>
                    <a:lnR cap="flat" cmpd="sng" w="9525">
                      <a:solidFill>
                        <a:srgbClr val="D8D8D8">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Verizon NHG TX"/>
                        <a:ea typeface="Verizon NHG TX"/>
                        <a:cs typeface="Verizon NHG TX"/>
                        <a:sym typeface="Verizon NHG TX"/>
                      </a:endParaRPr>
                    </a:p>
                  </a:txBody>
                  <a:tcPr marT="0" marB="0" marR="0" marL="20575" anchor="ctr">
                    <a:lnL cap="flat" cmpd="sng" w="9525">
                      <a:solidFill>
                        <a:srgbClr val="D8D8D8">
                          <a:alpha val="0"/>
                        </a:srgbClr>
                      </a:solidFill>
                      <a:prstDash val="solid"/>
                      <a:round/>
                      <a:headEnd len="sm" w="sm" type="none"/>
                      <a:tailEnd len="sm" w="sm" type="none"/>
                    </a:lnL>
                    <a:lnR cap="flat" cmpd="sng" w="9525">
                      <a:solidFill>
                        <a:srgbClr val="D8D8D8">
                          <a:alpha val="0"/>
                        </a:srgbClr>
                      </a:solidFill>
                      <a:prstDash val="solid"/>
                      <a:round/>
                      <a:headEnd len="sm" w="sm" type="none"/>
                      <a:tailEnd len="sm" w="sm" type="none"/>
                    </a:lnR>
                    <a:lnT cap="flat" cmpd="sng" w="9525">
                      <a:solidFill>
                        <a:schemeClr val="dk1"/>
                      </a:solidFill>
                      <a:prstDash val="solid"/>
                      <a:round/>
                      <a:headEnd len="sm" w="sm" type="none"/>
                      <a:tailEnd len="sm" w="sm" type="none"/>
                    </a:lnT>
                  </a:tcPr>
                </a:tc>
              </a:tr>
              <a:tr h="160175">
                <a:tc vMerge="1"/>
                <a:tc vMerge="1"/>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Verizon NHG TX"/>
                        <a:ea typeface="Verizon NHG TX"/>
                        <a:cs typeface="Verizon NHG TX"/>
                        <a:sym typeface="Verizon NHG TX"/>
                      </a:endParaRPr>
                    </a:p>
                  </a:txBody>
                  <a:tcPr marT="0" marB="0" marR="0" marL="20575" anchor="ctr">
                    <a:lnL cap="flat" cmpd="sng" w="9525">
                      <a:solidFill>
                        <a:srgbClr val="D8D8D8">
                          <a:alpha val="0"/>
                        </a:srgbClr>
                      </a:solidFill>
                      <a:prstDash val="solid"/>
                      <a:round/>
                      <a:headEnd len="sm" w="sm" type="none"/>
                      <a:tailEnd len="sm" w="sm" type="none"/>
                    </a:lnL>
                    <a:lnR cap="flat" cmpd="sng" w="9525">
                      <a:solidFill>
                        <a:srgbClr val="D8D8D8">
                          <a:alpha val="0"/>
                        </a:srgbClr>
                      </a:solidFill>
                      <a:prstDash val="solid"/>
                      <a:round/>
                      <a:headEnd len="sm" w="sm" type="none"/>
                      <a:tailEnd len="sm" w="sm" type="none"/>
                    </a:lnR>
                  </a:tcPr>
                </a:tc>
              </a:tr>
              <a:tr h="160175">
                <a:tc vMerge="1"/>
                <a:tc vMerge="1"/>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Verizon NHG TX"/>
                        <a:ea typeface="Verizon NHG TX"/>
                        <a:cs typeface="Verizon NHG TX"/>
                        <a:sym typeface="Verizon NHG TX"/>
                      </a:endParaRPr>
                    </a:p>
                  </a:txBody>
                  <a:tcPr marT="0" marB="0" marR="0" marL="20575" anchor="ctr">
                    <a:lnL cap="flat" cmpd="sng" w="9525">
                      <a:solidFill>
                        <a:srgbClr val="D8D8D8">
                          <a:alpha val="0"/>
                        </a:srgbClr>
                      </a:solidFill>
                      <a:prstDash val="solid"/>
                      <a:round/>
                      <a:headEnd len="sm" w="sm" type="none"/>
                      <a:tailEnd len="sm" w="sm" type="none"/>
                    </a:lnL>
                    <a:lnR cap="flat" cmpd="sng" w="9525">
                      <a:solidFill>
                        <a:srgbClr val="D8D8D8">
                          <a:alpha val="0"/>
                        </a:srgbClr>
                      </a:solidFill>
                      <a:prstDash val="solid"/>
                      <a:round/>
                      <a:headEnd len="sm" w="sm" type="none"/>
                      <a:tailEnd len="sm" w="sm" type="none"/>
                    </a:lnR>
                  </a:tcPr>
                </a:tc>
              </a:tr>
              <a:tr h="160175">
                <a:tc vMerge="1"/>
                <a:tc vMerge="1"/>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Verizon NHG TX"/>
                        <a:ea typeface="Verizon NHG TX"/>
                        <a:cs typeface="Verizon NHG TX"/>
                        <a:sym typeface="Verizon NHG TX"/>
                      </a:endParaRPr>
                    </a:p>
                  </a:txBody>
                  <a:tcPr marT="0" marB="0" marR="0" marL="20575" anchor="ctr">
                    <a:lnL cap="flat" cmpd="sng" w="9525">
                      <a:solidFill>
                        <a:srgbClr val="D8D8D8">
                          <a:alpha val="0"/>
                        </a:srgbClr>
                      </a:solidFill>
                      <a:prstDash val="solid"/>
                      <a:round/>
                      <a:headEnd len="sm" w="sm" type="none"/>
                      <a:tailEnd len="sm" w="sm" type="none"/>
                    </a:lnL>
                    <a:lnR cap="flat" cmpd="sng" w="9525">
                      <a:solidFill>
                        <a:srgbClr val="D8D8D8">
                          <a:alpha val="0"/>
                        </a:srgbClr>
                      </a:solidFill>
                      <a:prstDash val="solid"/>
                      <a:round/>
                      <a:headEnd len="sm" w="sm" type="none"/>
                      <a:tailEnd len="sm" w="sm" type="none"/>
                    </a:lnR>
                    <a:lnB cap="flat" cmpd="sng" w="9525">
                      <a:solidFill>
                        <a:schemeClr val="dk1"/>
                      </a:solidFill>
                      <a:prstDash val="solid"/>
                      <a:round/>
                      <a:headEnd len="sm" w="sm" type="none"/>
                      <a:tailEnd len="sm" w="sm" type="none"/>
                    </a:lnB>
                  </a:tcPr>
                </a:tc>
              </a:tr>
              <a:tr h="160175">
                <a:tc rowSpan="4">
                  <a:txBody>
                    <a:bodyPr/>
                    <a:lstStyle/>
                    <a:p>
                      <a:pPr indent="0" lvl="0" marL="0" marR="0" rtl="0" algn="l">
                        <a:lnSpc>
                          <a:spcPct val="100000"/>
                        </a:lnSpc>
                        <a:spcBef>
                          <a:spcPts val="0"/>
                        </a:spcBef>
                        <a:spcAft>
                          <a:spcPts val="0"/>
                        </a:spcAft>
                        <a:buClr>
                          <a:srgbClr val="000000"/>
                        </a:buClr>
                        <a:buSzPts val="600"/>
                        <a:buFont typeface="Arial"/>
                        <a:buNone/>
                      </a:pPr>
                      <a:r>
                        <a:t/>
                      </a:r>
                      <a:endParaRPr b="1" sz="600" u="none" cap="none" strike="noStrike">
                        <a:latin typeface="Verizon NHG TX"/>
                        <a:ea typeface="Verizon NHG TX"/>
                        <a:cs typeface="Verizon NHG TX"/>
                        <a:sym typeface="Verizon NHG TX"/>
                      </a:endParaRPr>
                    </a:p>
                  </a:txBody>
                  <a:tcPr marT="0" marB="0" marR="13700" marL="0" anchor="ctr">
                    <a:lnL cap="flat" cmpd="sng" w="9525">
                      <a:solidFill>
                        <a:srgbClr val="9E9E9E">
                          <a:alpha val="0"/>
                        </a:srgbClr>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rowSpan="4">
                  <a:txBody>
                    <a:bodyPr/>
                    <a:lstStyle/>
                    <a:p>
                      <a:pPr indent="0" lvl="0" marL="0" marR="0" rtl="0" algn="l">
                        <a:lnSpc>
                          <a:spcPct val="100000"/>
                        </a:lnSpc>
                        <a:spcBef>
                          <a:spcPts val="0"/>
                        </a:spcBef>
                        <a:spcAft>
                          <a:spcPts val="0"/>
                        </a:spcAft>
                        <a:buClr>
                          <a:srgbClr val="000000"/>
                        </a:buClr>
                        <a:buSzPts val="600"/>
                        <a:buFont typeface="Arial"/>
                        <a:buNone/>
                      </a:pPr>
                      <a:r>
                        <a:t/>
                      </a:r>
                      <a:endParaRPr sz="600" u="none" cap="none" strike="noStrike">
                        <a:latin typeface="Verizon NHG TX"/>
                        <a:ea typeface="Verizon NHG TX"/>
                        <a:cs typeface="Verizon NHG TX"/>
                        <a:sym typeface="Verizon NHG TX"/>
                      </a:endParaRPr>
                    </a:p>
                  </a:txBody>
                  <a:tcPr marT="0" marB="0" marR="0" marL="20575" anchor="ctr">
                    <a:lnL cap="flat" cmpd="sng" w="9525">
                      <a:solidFill>
                        <a:srgbClr val="D9D9D9"/>
                      </a:solidFill>
                      <a:prstDash val="solid"/>
                      <a:round/>
                      <a:headEnd len="sm" w="sm" type="none"/>
                      <a:tailEnd len="sm" w="sm" type="none"/>
                    </a:lnL>
                    <a:lnR cap="flat" cmpd="sng" w="9525">
                      <a:solidFill>
                        <a:srgbClr val="D8D8D8">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Verizon NHG TX"/>
                        <a:ea typeface="Verizon NHG TX"/>
                        <a:cs typeface="Verizon NHG TX"/>
                        <a:sym typeface="Verizon NHG TX"/>
                      </a:endParaRPr>
                    </a:p>
                  </a:txBody>
                  <a:tcPr marT="0" marB="0" marR="0" marL="20575" anchor="ctr">
                    <a:lnL cap="flat" cmpd="sng" w="9525">
                      <a:solidFill>
                        <a:srgbClr val="D8D8D8">
                          <a:alpha val="0"/>
                        </a:srgbClr>
                      </a:solidFill>
                      <a:prstDash val="solid"/>
                      <a:round/>
                      <a:headEnd len="sm" w="sm" type="none"/>
                      <a:tailEnd len="sm" w="sm" type="none"/>
                    </a:lnL>
                    <a:lnR cap="flat" cmpd="sng" w="9525">
                      <a:solidFill>
                        <a:srgbClr val="D8D8D8">
                          <a:alpha val="0"/>
                        </a:srgbClr>
                      </a:solidFill>
                      <a:prstDash val="solid"/>
                      <a:round/>
                      <a:headEnd len="sm" w="sm" type="none"/>
                      <a:tailEnd len="sm" w="sm" type="none"/>
                    </a:lnR>
                    <a:lnT cap="flat" cmpd="sng" w="9525">
                      <a:solidFill>
                        <a:schemeClr val="dk1"/>
                      </a:solidFill>
                      <a:prstDash val="solid"/>
                      <a:round/>
                      <a:headEnd len="sm" w="sm" type="none"/>
                      <a:tailEnd len="sm" w="sm" type="none"/>
                    </a:lnT>
                  </a:tcPr>
                </a:tc>
              </a:tr>
              <a:tr h="160175">
                <a:tc vMerge="1"/>
                <a:tc vMerge="1"/>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Verizon NHG TX"/>
                        <a:ea typeface="Verizon NHG TX"/>
                        <a:cs typeface="Verizon NHG TX"/>
                        <a:sym typeface="Verizon NHG TX"/>
                      </a:endParaRPr>
                    </a:p>
                  </a:txBody>
                  <a:tcPr marT="0" marB="0" marR="0" marL="20575" anchor="ctr">
                    <a:lnL cap="flat" cmpd="sng" w="9525">
                      <a:solidFill>
                        <a:srgbClr val="D8D8D8">
                          <a:alpha val="0"/>
                        </a:srgbClr>
                      </a:solidFill>
                      <a:prstDash val="solid"/>
                      <a:round/>
                      <a:headEnd len="sm" w="sm" type="none"/>
                      <a:tailEnd len="sm" w="sm" type="none"/>
                    </a:lnL>
                    <a:lnR cap="flat" cmpd="sng" w="9525">
                      <a:solidFill>
                        <a:srgbClr val="D8D8D8">
                          <a:alpha val="0"/>
                        </a:srgbClr>
                      </a:solidFill>
                      <a:prstDash val="solid"/>
                      <a:round/>
                      <a:headEnd len="sm" w="sm" type="none"/>
                      <a:tailEnd len="sm" w="sm" type="none"/>
                    </a:lnR>
                  </a:tcPr>
                </a:tc>
              </a:tr>
              <a:tr h="160175">
                <a:tc vMerge="1"/>
                <a:tc vMerge="1"/>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Verizon NHG TX"/>
                        <a:ea typeface="Verizon NHG TX"/>
                        <a:cs typeface="Verizon NHG TX"/>
                        <a:sym typeface="Verizon NHG TX"/>
                      </a:endParaRPr>
                    </a:p>
                  </a:txBody>
                  <a:tcPr marT="0" marB="0" marR="0" marL="20575" anchor="ctr">
                    <a:lnL cap="flat" cmpd="sng" w="9525">
                      <a:solidFill>
                        <a:srgbClr val="D8D8D8">
                          <a:alpha val="0"/>
                        </a:srgbClr>
                      </a:solidFill>
                      <a:prstDash val="solid"/>
                      <a:round/>
                      <a:headEnd len="sm" w="sm" type="none"/>
                      <a:tailEnd len="sm" w="sm" type="none"/>
                    </a:lnL>
                    <a:lnR cap="flat" cmpd="sng" w="9525">
                      <a:solidFill>
                        <a:srgbClr val="D8D8D8">
                          <a:alpha val="0"/>
                        </a:srgbClr>
                      </a:solidFill>
                      <a:prstDash val="solid"/>
                      <a:round/>
                      <a:headEnd len="sm" w="sm" type="none"/>
                      <a:tailEnd len="sm" w="sm" type="none"/>
                    </a:lnR>
                  </a:tcPr>
                </a:tc>
              </a:tr>
              <a:tr h="160175">
                <a:tc vMerge="1"/>
                <a:tc vMerge="1"/>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Verizon NHG TX"/>
                        <a:ea typeface="Verizon NHG TX"/>
                        <a:cs typeface="Verizon NHG TX"/>
                        <a:sym typeface="Verizon NHG TX"/>
                      </a:endParaRPr>
                    </a:p>
                  </a:txBody>
                  <a:tcPr marT="0" marB="0" marR="0" marL="20575" anchor="ctr">
                    <a:lnL cap="flat" cmpd="sng" w="9525">
                      <a:solidFill>
                        <a:srgbClr val="D8D8D8">
                          <a:alpha val="0"/>
                        </a:srgbClr>
                      </a:solidFill>
                      <a:prstDash val="solid"/>
                      <a:round/>
                      <a:headEnd len="sm" w="sm" type="none"/>
                      <a:tailEnd len="sm" w="sm" type="none"/>
                    </a:lnL>
                    <a:lnR cap="flat" cmpd="sng" w="9525">
                      <a:solidFill>
                        <a:srgbClr val="D8D8D8">
                          <a:alpha val="0"/>
                        </a:srgbClr>
                      </a:solidFill>
                      <a:prstDash val="solid"/>
                      <a:round/>
                      <a:headEnd len="sm" w="sm" type="none"/>
                      <a:tailEnd len="sm" w="sm" type="none"/>
                    </a:lnR>
                    <a:lnB cap="flat" cmpd="sng" w="9525">
                      <a:solidFill>
                        <a:schemeClr val="dk1"/>
                      </a:solidFill>
                      <a:prstDash val="solid"/>
                      <a:round/>
                      <a:headEnd len="sm" w="sm" type="none"/>
                      <a:tailEnd len="sm" w="sm" type="none"/>
                    </a:lnB>
                  </a:tcPr>
                </a:tc>
              </a:tr>
              <a:tr h="160175">
                <a:tc rowSpan="4">
                  <a:txBody>
                    <a:bodyPr/>
                    <a:lstStyle/>
                    <a:p>
                      <a:pPr indent="0" lvl="0" marL="0" marR="0" rtl="0" algn="l">
                        <a:lnSpc>
                          <a:spcPct val="100000"/>
                        </a:lnSpc>
                        <a:spcBef>
                          <a:spcPts val="0"/>
                        </a:spcBef>
                        <a:spcAft>
                          <a:spcPts val="0"/>
                        </a:spcAft>
                        <a:buClr>
                          <a:srgbClr val="000000"/>
                        </a:buClr>
                        <a:buSzPts val="600"/>
                        <a:buFont typeface="Arial"/>
                        <a:buNone/>
                      </a:pPr>
                      <a:r>
                        <a:t/>
                      </a:r>
                      <a:endParaRPr b="1" sz="600" u="none" cap="none" strike="noStrike">
                        <a:latin typeface="Verizon NHG TX"/>
                        <a:ea typeface="Verizon NHG TX"/>
                        <a:cs typeface="Verizon NHG TX"/>
                        <a:sym typeface="Verizon NHG TX"/>
                      </a:endParaRPr>
                    </a:p>
                  </a:txBody>
                  <a:tcPr marT="0" marB="0" marR="13700" marL="0" anchor="ctr">
                    <a:lnL cap="flat" cmpd="sng" w="9525">
                      <a:solidFill>
                        <a:srgbClr val="9E9E9E">
                          <a:alpha val="0"/>
                        </a:srgbClr>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rowSpan="4">
                  <a:txBody>
                    <a:bodyPr/>
                    <a:lstStyle/>
                    <a:p>
                      <a:pPr indent="0" lvl="0" marL="0" marR="0" rtl="0" algn="l">
                        <a:lnSpc>
                          <a:spcPct val="100000"/>
                        </a:lnSpc>
                        <a:spcBef>
                          <a:spcPts val="0"/>
                        </a:spcBef>
                        <a:spcAft>
                          <a:spcPts val="0"/>
                        </a:spcAft>
                        <a:buClr>
                          <a:srgbClr val="000000"/>
                        </a:buClr>
                        <a:buSzPts val="600"/>
                        <a:buFont typeface="Arial"/>
                        <a:buNone/>
                      </a:pPr>
                      <a:r>
                        <a:t/>
                      </a:r>
                      <a:endParaRPr sz="600" u="none" cap="none" strike="noStrike">
                        <a:latin typeface="Verizon NHG TX"/>
                        <a:ea typeface="Verizon NHG TX"/>
                        <a:cs typeface="Verizon NHG TX"/>
                        <a:sym typeface="Verizon NHG TX"/>
                      </a:endParaRPr>
                    </a:p>
                  </a:txBody>
                  <a:tcPr marT="0" marB="0" marR="0" marL="20575" anchor="ctr">
                    <a:lnL cap="flat" cmpd="sng" w="9525">
                      <a:solidFill>
                        <a:srgbClr val="D9D9D9"/>
                      </a:solidFill>
                      <a:prstDash val="solid"/>
                      <a:round/>
                      <a:headEnd len="sm" w="sm" type="none"/>
                      <a:tailEnd len="sm" w="sm" type="none"/>
                    </a:lnL>
                    <a:lnR cap="flat" cmpd="sng" w="9525">
                      <a:solidFill>
                        <a:srgbClr val="D8D8D8">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Verizon NHG TX"/>
                        <a:ea typeface="Verizon NHG TX"/>
                        <a:cs typeface="Verizon NHG TX"/>
                        <a:sym typeface="Verizon NHG TX"/>
                      </a:endParaRPr>
                    </a:p>
                  </a:txBody>
                  <a:tcPr marT="0" marB="0" marR="0" marL="20575" anchor="ctr">
                    <a:lnL cap="flat" cmpd="sng" w="9525">
                      <a:solidFill>
                        <a:srgbClr val="D8D8D8">
                          <a:alpha val="0"/>
                        </a:srgbClr>
                      </a:solidFill>
                      <a:prstDash val="solid"/>
                      <a:round/>
                      <a:headEnd len="sm" w="sm" type="none"/>
                      <a:tailEnd len="sm" w="sm" type="none"/>
                    </a:lnL>
                    <a:lnR cap="flat" cmpd="sng" w="9525">
                      <a:solidFill>
                        <a:srgbClr val="D8D8D8">
                          <a:alpha val="0"/>
                        </a:srgbClr>
                      </a:solidFill>
                      <a:prstDash val="solid"/>
                      <a:round/>
                      <a:headEnd len="sm" w="sm" type="none"/>
                      <a:tailEnd len="sm" w="sm" type="none"/>
                    </a:lnR>
                    <a:lnT cap="flat" cmpd="sng" w="9525">
                      <a:solidFill>
                        <a:schemeClr val="dk1"/>
                      </a:solidFill>
                      <a:prstDash val="solid"/>
                      <a:round/>
                      <a:headEnd len="sm" w="sm" type="none"/>
                      <a:tailEnd len="sm" w="sm" type="none"/>
                    </a:lnT>
                  </a:tcPr>
                </a:tc>
              </a:tr>
              <a:tr h="160175">
                <a:tc vMerge="1"/>
                <a:tc vMerge="1"/>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Verizon NHG TX"/>
                        <a:ea typeface="Verizon NHG TX"/>
                        <a:cs typeface="Verizon NHG TX"/>
                        <a:sym typeface="Verizon NHG TX"/>
                      </a:endParaRPr>
                    </a:p>
                  </a:txBody>
                  <a:tcPr marT="0" marB="0" marR="0" marL="20575" anchor="ctr">
                    <a:lnL cap="flat" cmpd="sng" w="9525">
                      <a:solidFill>
                        <a:srgbClr val="D8D8D8">
                          <a:alpha val="0"/>
                        </a:srgbClr>
                      </a:solidFill>
                      <a:prstDash val="solid"/>
                      <a:round/>
                      <a:headEnd len="sm" w="sm" type="none"/>
                      <a:tailEnd len="sm" w="sm" type="none"/>
                    </a:lnL>
                    <a:lnR cap="flat" cmpd="sng" w="9525">
                      <a:solidFill>
                        <a:srgbClr val="D8D8D8">
                          <a:alpha val="0"/>
                        </a:srgbClr>
                      </a:solidFill>
                      <a:prstDash val="solid"/>
                      <a:round/>
                      <a:headEnd len="sm" w="sm" type="none"/>
                      <a:tailEnd len="sm" w="sm" type="none"/>
                    </a:lnR>
                  </a:tcPr>
                </a:tc>
              </a:tr>
              <a:tr h="160175">
                <a:tc vMerge="1"/>
                <a:tc vMerge="1"/>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Verizon NHG TX"/>
                        <a:ea typeface="Verizon NHG TX"/>
                        <a:cs typeface="Verizon NHG TX"/>
                        <a:sym typeface="Verizon NHG TX"/>
                      </a:endParaRPr>
                    </a:p>
                  </a:txBody>
                  <a:tcPr marT="0" marB="0" marR="0" marL="20575" anchor="ctr">
                    <a:lnL cap="flat" cmpd="sng" w="9525">
                      <a:solidFill>
                        <a:srgbClr val="D8D8D8">
                          <a:alpha val="0"/>
                        </a:srgbClr>
                      </a:solidFill>
                      <a:prstDash val="solid"/>
                      <a:round/>
                      <a:headEnd len="sm" w="sm" type="none"/>
                      <a:tailEnd len="sm" w="sm" type="none"/>
                    </a:lnL>
                    <a:lnR cap="flat" cmpd="sng" w="9525">
                      <a:solidFill>
                        <a:srgbClr val="D8D8D8">
                          <a:alpha val="0"/>
                        </a:srgbClr>
                      </a:solidFill>
                      <a:prstDash val="solid"/>
                      <a:round/>
                      <a:headEnd len="sm" w="sm" type="none"/>
                      <a:tailEnd len="sm" w="sm" type="none"/>
                    </a:lnR>
                  </a:tcPr>
                </a:tc>
              </a:tr>
              <a:tr h="160175">
                <a:tc vMerge="1"/>
                <a:tc vMerge="1"/>
                <a:tc>
                  <a:txBody>
                    <a:bodyPr/>
                    <a:lstStyle/>
                    <a:p>
                      <a:pPr indent="0" lvl="0" marL="0" marR="0" rtl="0" algn="l">
                        <a:lnSpc>
                          <a:spcPct val="100000"/>
                        </a:lnSpc>
                        <a:spcBef>
                          <a:spcPts val="0"/>
                        </a:spcBef>
                        <a:spcAft>
                          <a:spcPts val="0"/>
                        </a:spcAft>
                        <a:buClr>
                          <a:srgbClr val="000000"/>
                        </a:buClr>
                        <a:buSzPts val="500"/>
                        <a:buFont typeface="Arial"/>
                        <a:buNone/>
                      </a:pPr>
                      <a:r>
                        <a:t/>
                      </a:r>
                      <a:endParaRPr sz="500" u="none" cap="none" strike="noStrike">
                        <a:latin typeface="Verizon NHG TX"/>
                        <a:ea typeface="Verizon NHG TX"/>
                        <a:cs typeface="Verizon NHG TX"/>
                        <a:sym typeface="Verizon NHG TX"/>
                      </a:endParaRPr>
                    </a:p>
                  </a:txBody>
                  <a:tcPr marT="0" marB="0" marR="0" marL="20575" anchor="ctr">
                    <a:lnL cap="flat" cmpd="sng" w="9525">
                      <a:solidFill>
                        <a:srgbClr val="D8D8D8">
                          <a:alpha val="0"/>
                        </a:srgbClr>
                      </a:solidFill>
                      <a:prstDash val="solid"/>
                      <a:round/>
                      <a:headEnd len="sm" w="sm" type="none"/>
                      <a:tailEnd len="sm" w="sm" type="none"/>
                    </a:lnL>
                    <a:lnR cap="flat" cmpd="sng" w="9525">
                      <a:solidFill>
                        <a:srgbClr val="D8D8D8">
                          <a:alpha val="0"/>
                        </a:srgbClr>
                      </a:solidFill>
                      <a:prstDash val="solid"/>
                      <a:round/>
                      <a:headEnd len="sm" w="sm" type="none"/>
                      <a:tailEnd len="sm" w="sm" type="none"/>
                    </a:lnR>
                    <a:lnB cap="flat" cmpd="sng" w="9525">
                      <a:solidFill>
                        <a:schemeClr val="dk1"/>
                      </a:solidFill>
                      <a:prstDash val="solid"/>
                      <a:round/>
                      <a:headEnd len="sm" w="sm" type="none"/>
                      <a:tailEnd len="sm" w="sm" type="none"/>
                    </a:lnB>
                  </a:tcPr>
                </a:tc>
              </a:tr>
            </a:tbl>
          </a:graphicData>
        </a:graphic>
      </p:graphicFrame>
      <p:sp>
        <p:nvSpPr>
          <p:cNvPr id="2199" name="Google Shape;2199;p327"/>
          <p:cNvSpPr/>
          <p:nvPr/>
        </p:nvSpPr>
        <p:spPr>
          <a:xfrm>
            <a:off x="8383294" y="0"/>
            <a:ext cx="738492" cy="706044"/>
          </a:xfrm>
          <a:custGeom>
            <a:rect b="b" l="l" r="r" t="t"/>
            <a:pathLst>
              <a:path extrusionOk="0" h="675640" w="693420">
                <a:moveTo>
                  <a:pt x="14097" y="0"/>
                </a:moveTo>
                <a:lnTo>
                  <a:pt x="693420" y="675132"/>
                </a:lnTo>
                <a:lnTo>
                  <a:pt x="654438" y="642298"/>
                </a:lnTo>
                <a:lnTo>
                  <a:pt x="615299" y="615398"/>
                </a:lnTo>
                <a:lnTo>
                  <a:pt x="575912" y="593706"/>
                </a:lnTo>
                <a:lnTo>
                  <a:pt x="536186" y="576498"/>
                </a:lnTo>
                <a:lnTo>
                  <a:pt x="496031" y="563049"/>
                </a:lnTo>
                <a:lnTo>
                  <a:pt x="455355" y="552632"/>
                </a:lnTo>
                <a:lnTo>
                  <a:pt x="414068" y="544522"/>
                </a:lnTo>
                <a:lnTo>
                  <a:pt x="372079" y="537995"/>
                </a:lnTo>
                <a:lnTo>
                  <a:pt x="329298" y="532325"/>
                </a:lnTo>
                <a:lnTo>
                  <a:pt x="285632" y="526787"/>
                </a:lnTo>
                <a:lnTo>
                  <a:pt x="240993" y="520656"/>
                </a:lnTo>
                <a:lnTo>
                  <a:pt x="195288" y="513206"/>
                </a:lnTo>
                <a:lnTo>
                  <a:pt x="148427" y="503712"/>
                </a:lnTo>
                <a:lnTo>
                  <a:pt x="100319" y="491449"/>
                </a:lnTo>
                <a:lnTo>
                  <a:pt x="50873" y="475691"/>
                </a:lnTo>
                <a:lnTo>
                  <a:pt x="0" y="455714"/>
                </a:lnTo>
                <a:lnTo>
                  <a:pt x="34192" y="410099"/>
                </a:lnTo>
                <a:lnTo>
                  <a:pt x="61079" y="363649"/>
                </a:lnTo>
                <a:lnTo>
                  <a:pt x="80900" y="316920"/>
                </a:lnTo>
                <a:lnTo>
                  <a:pt x="93897" y="270470"/>
                </a:lnTo>
                <a:lnTo>
                  <a:pt x="100312" y="224857"/>
                </a:lnTo>
                <a:lnTo>
                  <a:pt x="100386" y="180639"/>
                </a:lnTo>
                <a:lnTo>
                  <a:pt x="94361" y="138374"/>
                </a:lnTo>
                <a:lnTo>
                  <a:pt x="82478" y="98620"/>
                </a:lnTo>
                <a:lnTo>
                  <a:pt x="64978" y="61934"/>
                </a:lnTo>
                <a:lnTo>
                  <a:pt x="42104" y="28875"/>
                </a:lnTo>
                <a:lnTo>
                  <a:pt x="14097" y="0"/>
                </a:lnTo>
                <a:close/>
              </a:path>
            </a:pathLst>
          </a:custGeom>
          <a:solidFill>
            <a:schemeClr val="dk2"/>
          </a:solidFill>
          <a:ln cap="flat" cmpd="sng" w="9525">
            <a:solidFill>
              <a:srgbClr val="F1F1F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200" name="Google Shape;2200;p327"/>
          <p:cNvSpPr/>
          <p:nvPr/>
        </p:nvSpPr>
        <p:spPr>
          <a:xfrm rot="10800000">
            <a:off x="8400300" y="1950"/>
            <a:ext cx="743700" cy="711600"/>
          </a:xfrm>
          <a:prstGeom prst="rtTriangle">
            <a:avLst/>
          </a:prstGeom>
          <a:solidFill>
            <a:schemeClr val="accent4"/>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Verizon NHG TX"/>
              <a:ea typeface="Verizon NHG TX"/>
              <a:cs typeface="Verizon NHG TX"/>
              <a:sym typeface="Verizon NHG TX"/>
            </a:endParaRPr>
          </a:p>
        </p:txBody>
      </p:sp>
      <p:sp>
        <p:nvSpPr>
          <p:cNvPr id="2201" name="Google Shape;2201;p327"/>
          <p:cNvSpPr txBox="1"/>
          <p:nvPr>
            <p:ph idx="3" type="body"/>
          </p:nvPr>
        </p:nvSpPr>
        <p:spPr>
          <a:xfrm rot="2646499">
            <a:off x="8490329" y="214995"/>
            <a:ext cx="654294" cy="137061"/>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Clr>
                <a:schemeClr val="dk1"/>
              </a:buClr>
              <a:buSzPts val="800"/>
              <a:buNone/>
            </a:pPr>
            <a:r>
              <a:rPr b="1" lang="en" sz="900"/>
              <a:t>DRAFT</a:t>
            </a:r>
            <a:endParaRPr b="1" sz="9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5" name="Shape 2205"/>
        <p:cNvGrpSpPr/>
        <p:nvPr/>
      </p:nvGrpSpPr>
      <p:grpSpPr>
        <a:xfrm>
          <a:off x="0" y="0"/>
          <a:ext cx="0" cy="0"/>
          <a:chOff x="0" y="0"/>
          <a:chExt cx="0" cy="0"/>
        </a:xfrm>
      </p:grpSpPr>
      <p:sp>
        <p:nvSpPr>
          <p:cNvPr id="2206" name="Google Shape;2206;p328"/>
          <p:cNvSpPr txBox="1"/>
          <p:nvPr>
            <p:ph type="title"/>
          </p:nvPr>
        </p:nvSpPr>
        <p:spPr>
          <a:xfrm>
            <a:off x="457200" y="247650"/>
            <a:ext cx="8533500" cy="342900"/>
          </a:xfrm>
          <a:prstGeom prst="rect">
            <a:avLst/>
          </a:prstGeom>
          <a:noFill/>
          <a:ln>
            <a:noFill/>
          </a:ln>
        </p:spPr>
        <p:txBody>
          <a:bodyPr anchorCtr="0" anchor="t" bIns="0" lIns="0" spcFirstLastPara="1" rIns="0" wrap="square" tIns="0">
            <a:normAutofit fontScale="90000"/>
          </a:bodyPr>
          <a:lstStyle/>
          <a:p>
            <a:pPr indent="0" lvl="0" marL="0" rtl="0" algn="l">
              <a:lnSpc>
                <a:spcPct val="80000"/>
              </a:lnSpc>
              <a:spcBef>
                <a:spcPts val="0"/>
              </a:spcBef>
              <a:spcAft>
                <a:spcPts val="0"/>
              </a:spcAft>
              <a:buClr>
                <a:schemeClr val="dk1"/>
              </a:buClr>
              <a:buSzPct val="136686"/>
              <a:buFont typeface="Arial"/>
              <a:buNone/>
            </a:pPr>
            <a:r>
              <a:rPr lang="en"/>
              <a:t>Design Systems | Quarterly Update - 1st Qtr </a:t>
            </a:r>
            <a:r>
              <a:rPr b="0" lang="en" sz="1300"/>
              <a:t>(Mar 2025)</a:t>
            </a:r>
            <a:endParaRPr b="0" sz="1300"/>
          </a:p>
          <a:p>
            <a:pPr indent="0" lvl="0" marL="0" rtl="0" algn="l">
              <a:lnSpc>
                <a:spcPct val="80000"/>
              </a:lnSpc>
              <a:spcBef>
                <a:spcPts val="0"/>
              </a:spcBef>
              <a:spcAft>
                <a:spcPts val="0"/>
              </a:spcAft>
              <a:buClr>
                <a:schemeClr val="dk1"/>
              </a:buClr>
              <a:buSzPct val="52380"/>
              <a:buFont typeface="Arial"/>
              <a:buNone/>
            </a:pPr>
            <a:r>
              <a:t/>
            </a:r>
            <a:endParaRPr/>
          </a:p>
          <a:p>
            <a:pPr indent="0" lvl="0" marL="0" rtl="0" algn="l">
              <a:lnSpc>
                <a:spcPct val="80000"/>
              </a:lnSpc>
              <a:spcBef>
                <a:spcPts val="0"/>
              </a:spcBef>
              <a:spcAft>
                <a:spcPts val="0"/>
              </a:spcAft>
              <a:buClr>
                <a:schemeClr val="dk1"/>
              </a:buClr>
              <a:buSzPct val="52380"/>
              <a:buFont typeface="Arial"/>
              <a:buNone/>
            </a:pPr>
            <a:r>
              <a:t/>
            </a:r>
            <a:endParaRPr/>
          </a:p>
          <a:p>
            <a:pPr indent="0" lvl="0" marL="0" rtl="0" algn="l">
              <a:lnSpc>
                <a:spcPct val="80000"/>
              </a:lnSpc>
              <a:spcBef>
                <a:spcPts val="0"/>
              </a:spcBef>
              <a:spcAft>
                <a:spcPts val="0"/>
              </a:spcAft>
              <a:buSzPct val="95238"/>
              <a:buNone/>
            </a:pPr>
            <a:r>
              <a:t/>
            </a:r>
            <a:endParaRPr/>
          </a:p>
        </p:txBody>
      </p:sp>
      <p:graphicFrame>
        <p:nvGraphicFramePr>
          <p:cNvPr id="2207" name="Google Shape;2207;p328"/>
          <p:cNvGraphicFramePr/>
          <p:nvPr/>
        </p:nvGraphicFramePr>
        <p:xfrm>
          <a:off x="452638" y="649741"/>
          <a:ext cx="3000000" cy="3000000"/>
        </p:xfrm>
        <a:graphic>
          <a:graphicData uri="http://schemas.openxmlformats.org/drawingml/2006/table">
            <a:tbl>
              <a:tblPr>
                <a:noFill/>
                <a:tableStyleId>{6A162CF1-3AEC-4ED0-B689-3D35A367426C}</a:tableStyleId>
              </a:tblPr>
              <a:tblGrid>
                <a:gridCol w="1315825"/>
                <a:gridCol w="457000"/>
                <a:gridCol w="2519900"/>
                <a:gridCol w="2570950"/>
                <a:gridCol w="1467850"/>
              </a:tblGrid>
              <a:tr h="228775">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latin typeface="Verizon NHG TX"/>
                          <a:ea typeface="Verizon NHG TX"/>
                          <a:cs typeface="Verizon NHG TX"/>
                          <a:sym typeface="Verizon NHG TX"/>
                        </a:rPr>
                        <a:t>Program</a:t>
                      </a:r>
                      <a:endParaRPr b="1" sz="800" u="none" cap="none" strike="noStrike">
                        <a:latin typeface="Verizon NHG TX"/>
                        <a:ea typeface="Verizon NHG TX"/>
                        <a:cs typeface="Verizon NHG TX"/>
                        <a:sym typeface="Verizon NHG TX"/>
                      </a:endParaRPr>
                    </a:p>
                  </a:txBody>
                  <a:tcPr marT="36575" marB="36575" marR="91425" marL="91425" anchor="b">
                    <a:lnL cap="flat" cmpd="sng" w="9525">
                      <a:solidFill>
                        <a:srgbClr val="D8D8D8">
                          <a:alpha val="0"/>
                        </a:srgbClr>
                      </a:solidFill>
                      <a:prstDash val="solid"/>
                      <a:round/>
                      <a:headEnd len="sm" w="sm" type="none"/>
                      <a:tailEnd len="sm" w="sm" type="none"/>
                    </a:lnL>
                    <a:lnR cap="flat" cmpd="sng" w="9525">
                      <a:solidFill>
                        <a:srgbClr val="D8D8D8"/>
                      </a:solidFill>
                      <a:prstDash val="dash"/>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D8D8D8"/>
                      </a:solidFill>
                      <a:prstDash val="solid"/>
                      <a:round/>
                      <a:headEnd len="sm" w="sm" type="none"/>
                      <a:tailEnd len="sm" w="sm" type="none"/>
                    </a:lnB>
                    <a:solidFill>
                      <a:srgbClr val="EFEFE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latin typeface="Verizon NHG TX"/>
                          <a:ea typeface="Verizon NHG TX"/>
                          <a:cs typeface="Verizon NHG TX"/>
                          <a:sym typeface="Verizon NHG TX"/>
                        </a:rPr>
                        <a:t>Overall</a:t>
                      </a:r>
                      <a:endParaRPr b="1" sz="800" u="none" cap="none" strike="noStrike">
                        <a:latin typeface="Verizon NHG TX"/>
                        <a:ea typeface="Verizon NHG TX"/>
                        <a:cs typeface="Verizon NHG TX"/>
                        <a:sym typeface="Verizon NHG TX"/>
                      </a:endParaRPr>
                    </a:p>
                    <a:p>
                      <a:pPr indent="0" lvl="0" marL="0" marR="0" rtl="0" algn="ctr">
                        <a:lnSpc>
                          <a:spcPct val="100000"/>
                        </a:lnSpc>
                        <a:spcBef>
                          <a:spcPts val="0"/>
                        </a:spcBef>
                        <a:spcAft>
                          <a:spcPts val="0"/>
                        </a:spcAft>
                        <a:buClr>
                          <a:srgbClr val="000000"/>
                        </a:buClr>
                        <a:buSzPts val="800"/>
                        <a:buFont typeface="Arial"/>
                        <a:buNone/>
                      </a:pPr>
                      <a:r>
                        <a:rPr b="1" lang="en" sz="800" u="none" cap="none" strike="noStrike">
                          <a:latin typeface="Verizon NHG TX"/>
                          <a:ea typeface="Verizon NHG TX"/>
                          <a:cs typeface="Verizon NHG TX"/>
                          <a:sym typeface="Verizon NHG TX"/>
                        </a:rPr>
                        <a:t>Status</a:t>
                      </a:r>
                      <a:endParaRPr sz="800" u="none" cap="none" strike="noStrike">
                        <a:latin typeface="Verizon NHG TX"/>
                        <a:ea typeface="Verizon NHG TX"/>
                        <a:cs typeface="Verizon NHG TX"/>
                        <a:sym typeface="Verizon NHG TX"/>
                      </a:endParaRPr>
                    </a:p>
                  </a:txBody>
                  <a:tcPr marT="0" marB="0" marR="0" marL="0" anchor="b">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CCCCCC"/>
                      </a:solidFill>
                      <a:prstDash val="solid"/>
                      <a:round/>
                      <a:headEnd len="sm" w="sm" type="none"/>
                      <a:tailEnd len="sm" w="sm" type="none"/>
                    </a:lnB>
                    <a:solidFill>
                      <a:srgbClr val="EFEFE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latin typeface="Verizon NHG TX"/>
                          <a:ea typeface="Verizon NHG TX"/>
                          <a:cs typeface="Verizon NHG TX"/>
                          <a:sym typeface="Verizon NHG TX"/>
                        </a:rPr>
                        <a:t>Q1 </a:t>
                      </a:r>
                      <a:r>
                        <a:rPr b="1" lang="en" sz="800" u="none" cap="none" strike="noStrike">
                          <a:solidFill>
                            <a:srgbClr val="000000"/>
                          </a:solidFill>
                          <a:latin typeface="Verizon NHG TX"/>
                          <a:ea typeface="Verizon NHG TX"/>
                          <a:cs typeface="Verizon NHG TX"/>
                          <a:sym typeface="Verizon NHG TX"/>
                        </a:rPr>
                        <a:t>Accomplishments</a:t>
                      </a:r>
                      <a:endParaRPr b="1" sz="800" u="none" cap="none" strike="noStrike">
                        <a:latin typeface="Verizon NHG TX"/>
                        <a:ea typeface="Verizon NHG TX"/>
                        <a:cs typeface="Verizon NHG TX"/>
                        <a:sym typeface="Verizon NHG TX"/>
                      </a:endParaRPr>
                    </a:p>
                  </a:txBody>
                  <a:tcPr marT="36575" marB="36575" marR="91425" marL="91425" anchor="b">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D8D8D8"/>
                      </a:solidFill>
                      <a:prstDash val="solid"/>
                      <a:round/>
                      <a:headEnd len="sm" w="sm" type="none"/>
                      <a:tailEnd len="sm" w="sm" type="none"/>
                    </a:lnB>
                    <a:solidFill>
                      <a:srgbClr val="EFEFE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latin typeface="Verizon NHG TX"/>
                          <a:ea typeface="Verizon NHG TX"/>
                          <a:cs typeface="Verizon NHG TX"/>
                          <a:sym typeface="Verizon NHG TX"/>
                        </a:rPr>
                        <a:t>Q2 Milestones</a:t>
                      </a:r>
                      <a:endParaRPr b="1" sz="800" u="none" cap="none" strike="noStrike">
                        <a:latin typeface="Verizon NHG TX"/>
                        <a:ea typeface="Verizon NHG TX"/>
                        <a:cs typeface="Verizon NHG TX"/>
                        <a:sym typeface="Verizon NHG TX"/>
                      </a:endParaRPr>
                    </a:p>
                  </a:txBody>
                  <a:tcPr marT="36575" marB="36575" marR="91425" marL="91425" anchor="b">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D8D8D8"/>
                      </a:solidFill>
                      <a:prstDash val="solid"/>
                      <a:round/>
                      <a:headEnd len="sm" w="sm" type="none"/>
                      <a:tailEnd len="sm" w="sm" type="none"/>
                    </a:lnB>
                    <a:solidFill>
                      <a:srgbClr val="EFEFE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latin typeface="Verizon NHG TX"/>
                          <a:ea typeface="Verizon NHG TX"/>
                          <a:cs typeface="Verizon NHG TX"/>
                          <a:sym typeface="Verizon NHG TX"/>
                        </a:rPr>
                        <a:t>Success Metric</a:t>
                      </a:r>
                      <a:endParaRPr b="1" sz="800" u="none" cap="none" strike="noStrike">
                        <a:latin typeface="Verizon NHG TX"/>
                        <a:ea typeface="Verizon NHG TX"/>
                        <a:cs typeface="Verizon NHG TX"/>
                        <a:sym typeface="Verizon NHG TX"/>
                      </a:endParaRPr>
                    </a:p>
                  </a:txBody>
                  <a:tcPr marT="36575" marB="36575" marR="91425" marL="91425" anchor="b">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D8D8D8"/>
                      </a:solidFill>
                      <a:prstDash val="solid"/>
                      <a:round/>
                      <a:headEnd len="sm" w="sm" type="none"/>
                      <a:tailEnd len="sm" w="sm" type="none"/>
                    </a:lnB>
                    <a:solidFill>
                      <a:srgbClr val="EFEFEF"/>
                    </a:solidFill>
                  </a:tcPr>
                </a:tc>
              </a:tr>
              <a:tr h="411825">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solid"/>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100"/>
                        <a:buFont typeface="Arial"/>
                        <a:buNone/>
                      </a:pPr>
                      <a:r>
                        <a:rPr lang="en" sz="800" u="none" cap="none" strike="noStrike">
                          <a:solidFill>
                            <a:schemeClr val="accent2"/>
                          </a:solidFill>
                          <a:latin typeface="Verizon NHG TX"/>
                          <a:ea typeface="Verizon NHG TX"/>
                          <a:cs typeface="Verizon NHG TX"/>
                          <a:sym typeface="Verizon NHG TX"/>
                        </a:rPr>
                        <a:t>⬤</a:t>
                      </a:r>
                      <a:endParaRPr sz="800" u="none" cap="none" strike="noStrike">
                        <a:solidFill>
                          <a:schemeClr val="accent2"/>
                        </a:solidFill>
                        <a:latin typeface="Verizon NHG TX"/>
                        <a:ea typeface="Verizon NHG TX"/>
                        <a:cs typeface="Verizon NHG TX"/>
                        <a:sym typeface="Verizon NHG TX"/>
                      </a:endParaRPr>
                    </a:p>
                  </a:txBody>
                  <a:tcPr marT="19050" marB="19050" marR="28575" marL="28575" anchor="ctr">
                    <a:lnL cap="flat" cmpd="sng" w="9525">
                      <a:solidFill>
                        <a:srgbClr val="D8D8D8"/>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273050" lvl="0" marL="457200" marR="0" rtl="0" algn="l">
                        <a:lnSpc>
                          <a:spcPct val="100000"/>
                        </a:lnSpc>
                        <a:spcBef>
                          <a:spcPts val="0"/>
                        </a:spcBef>
                        <a:spcAft>
                          <a:spcPts val="0"/>
                        </a:spcAft>
                        <a:buClr>
                          <a:schemeClr val="dk1"/>
                        </a:buClr>
                        <a:buSzPts val="700"/>
                        <a:buFont typeface="Verizon NHG TX"/>
                        <a:buChar char="●"/>
                      </a:pPr>
                      <a:r>
                        <a:t/>
                      </a:r>
                      <a:endParaRPr sz="700" u="none" cap="none" strike="noStrike">
                        <a:solidFill>
                          <a:schemeClr val="dk1"/>
                        </a:solidFill>
                        <a:latin typeface="Verizon NHG TX"/>
                        <a:ea typeface="Verizon NHG TX"/>
                        <a:cs typeface="Verizon NHG TX"/>
                        <a:sym typeface="Verizon NHG TX"/>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Verizon NHG TX"/>
                        <a:ea typeface="Verizon NHG TX"/>
                        <a:cs typeface="Verizon NHG TX"/>
                        <a:sym typeface="Verizon NHG TX"/>
                      </a:endParaRPr>
                    </a:p>
                  </a:txBody>
                  <a:tcPr marT="0" marB="0" marR="18275" marL="1827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r>
              <a:tr h="500475">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solid"/>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chemeClr val="accent2"/>
                          </a:solidFill>
                          <a:latin typeface="Verizon NHG TX"/>
                          <a:ea typeface="Verizon NHG TX"/>
                          <a:cs typeface="Verizon NHG TX"/>
                          <a:sym typeface="Verizon NHG TX"/>
                        </a:rPr>
                        <a:t>⬤</a:t>
                      </a:r>
                      <a:endParaRPr sz="800" u="none" cap="none" strike="noStrike">
                        <a:solidFill>
                          <a:schemeClr val="accent2"/>
                        </a:solidFill>
                        <a:latin typeface="Verizon NHG TX"/>
                        <a:ea typeface="Verizon NHG TX"/>
                        <a:cs typeface="Verizon NHG TX"/>
                        <a:sym typeface="Verizon NHG TX"/>
                      </a:endParaRPr>
                    </a:p>
                  </a:txBody>
                  <a:tcPr marT="19050" marB="19050" marR="28575" marL="28575" anchor="ctr">
                    <a:lnL cap="flat" cmpd="sng" w="9525">
                      <a:solidFill>
                        <a:srgbClr val="D8D8D8"/>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57150" lvl="0" marL="114300" marR="0" rtl="0" algn="l">
                        <a:lnSpc>
                          <a:spcPct val="100000"/>
                        </a:lnSpc>
                        <a:spcBef>
                          <a:spcPts val="0"/>
                        </a:spcBef>
                        <a:spcAft>
                          <a:spcPts val="0"/>
                        </a:spcAft>
                        <a:buClr>
                          <a:srgbClr val="000000"/>
                        </a:buClr>
                        <a:buSzPts val="700"/>
                        <a:buFont typeface="Verizon NHG DS"/>
                        <a:buNone/>
                      </a:pPr>
                      <a:r>
                        <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Verizon NHG TX"/>
                        <a:ea typeface="Verizon NHG TX"/>
                        <a:cs typeface="Verizon NHG TX"/>
                        <a:sym typeface="Verizon NHG TX"/>
                      </a:endParaRPr>
                    </a:p>
                  </a:txBody>
                  <a:tcPr marT="0" marB="0" marR="18275" marL="1827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r>
              <a:tr h="400375">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solid"/>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 sz="800" u="none" cap="none" strike="noStrike">
                          <a:solidFill>
                            <a:schemeClr val="accent2"/>
                          </a:solidFill>
                          <a:latin typeface="Verizon NHG TX"/>
                          <a:ea typeface="Verizon NHG TX"/>
                          <a:cs typeface="Verizon NHG TX"/>
                          <a:sym typeface="Verizon NHG TX"/>
                        </a:rPr>
                        <a:t>⬤</a:t>
                      </a:r>
                      <a:endParaRPr sz="800" u="none" cap="none" strike="noStrike">
                        <a:solidFill>
                          <a:schemeClr val="accent2"/>
                        </a:solidFill>
                        <a:latin typeface="Verizon NHG TX"/>
                        <a:ea typeface="Verizon NHG TX"/>
                        <a:cs typeface="Verizon NHG TX"/>
                        <a:sym typeface="Verizon NHG TX"/>
                      </a:endParaRPr>
                    </a:p>
                  </a:txBody>
                  <a:tcPr marT="19050" marB="19050" marR="28575" marL="28575" anchor="ctr">
                    <a:lnL cap="flat" cmpd="sng" w="9525">
                      <a:solidFill>
                        <a:srgbClr val="D8D8D8"/>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57150" lvl="0" marL="114300" marR="0" rtl="0" algn="l">
                        <a:lnSpc>
                          <a:spcPct val="100000"/>
                        </a:lnSpc>
                        <a:spcBef>
                          <a:spcPts val="0"/>
                        </a:spcBef>
                        <a:spcAft>
                          <a:spcPts val="0"/>
                        </a:spcAft>
                        <a:buClr>
                          <a:srgbClr val="000000"/>
                        </a:buClr>
                        <a:buSzPts val="700"/>
                        <a:buFont typeface="Verizon NHG DS"/>
                        <a:buNone/>
                      </a:pPr>
                      <a:r>
                        <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Verizon NHG TX"/>
                        <a:ea typeface="Verizon NHG TX"/>
                        <a:cs typeface="Verizon NHG TX"/>
                        <a:sym typeface="Verizon NHG TX"/>
                      </a:endParaRPr>
                    </a:p>
                  </a:txBody>
                  <a:tcPr marT="0" marB="0" marR="18275" marL="1827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r>
              <a:tr h="500475">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solid"/>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chemeClr val="accent2"/>
                          </a:solidFill>
                          <a:latin typeface="Verizon NHG TX"/>
                          <a:ea typeface="Verizon NHG TX"/>
                          <a:cs typeface="Verizon NHG TX"/>
                          <a:sym typeface="Verizon NHG TX"/>
                        </a:rPr>
                        <a:t>⬤</a:t>
                      </a:r>
                      <a:endParaRPr sz="800" u="none" cap="none" strike="noStrike">
                        <a:solidFill>
                          <a:schemeClr val="accent2"/>
                        </a:solidFill>
                        <a:latin typeface="Verizon NHG TX"/>
                        <a:ea typeface="Verizon NHG TX"/>
                        <a:cs typeface="Verizon NHG TX"/>
                        <a:sym typeface="Verizon NHG TX"/>
                      </a:endParaRPr>
                    </a:p>
                  </a:txBody>
                  <a:tcPr marT="19050" marB="19050" marR="28575" marL="28575" anchor="ctr">
                    <a:lnL cap="flat" cmpd="sng" w="9525">
                      <a:solidFill>
                        <a:srgbClr val="D8D8D8"/>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57150" lvl="0" marL="114300" marR="0" rtl="0" algn="l">
                        <a:lnSpc>
                          <a:spcPct val="100000"/>
                        </a:lnSpc>
                        <a:spcBef>
                          <a:spcPts val="0"/>
                        </a:spcBef>
                        <a:spcAft>
                          <a:spcPts val="0"/>
                        </a:spcAft>
                        <a:buClr>
                          <a:srgbClr val="000000"/>
                        </a:buClr>
                        <a:buSzPts val="700"/>
                        <a:buFont typeface="Verizon NHG DS"/>
                        <a:buNone/>
                      </a:pPr>
                      <a:r>
                        <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Verizon NHG TX"/>
                        <a:ea typeface="Verizon NHG TX"/>
                        <a:cs typeface="Verizon NHG TX"/>
                        <a:sym typeface="Verizon NHG TX"/>
                      </a:endParaRPr>
                    </a:p>
                  </a:txBody>
                  <a:tcPr marT="0" marB="0" marR="18275" marL="1827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r>
              <a:tr h="400375">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solid"/>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chemeClr val="accent2"/>
                          </a:solidFill>
                          <a:latin typeface="Verizon NHG TX"/>
                          <a:ea typeface="Verizon NHG TX"/>
                          <a:cs typeface="Verizon NHG TX"/>
                          <a:sym typeface="Verizon NHG TX"/>
                        </a:rPr>
                        <a:t>⬤</a:t>
                      </a:r>
                      <a:endParaRPr sz="800" u="none" cap="none" strike="noStrike">
                        <a:solidFill>
                          <a:schemeClr val="accent2"/>
                        </a:solidFill>
                        <a:latin typeface="Verizon NHG TX"/>
                        <a:ea typeface="Verizon NHG TX"/>
                        <a:cs typeface="Verizon NHG TX"/>
                        <a:sym typeface="Verizon NHG TX"/>
                      </a:endParaRPr>
                    </a:p>
                  </a:txBody>
                  <a:tcPr marT="19050" marB="19050" marR="28575" marL="28575" anchor="ctr">
                    <a:lnL cap="flat" cmpd="sng" w="9525">
                      <a:solidFill>
                        <a:srgbClr val="D8D8D8"/>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57150" lvl="0" marL="114300" marR="0" rtl="0" algn="l">
                        <a:lnSpc>
                          <a:spcPct val="100000"/>
                        </a:lnSpc>
                        <a:spcBef>
                          <a:spcPts val="0"/>
                        </a:spcBef>
                        <a:spcAft>
                          <a:spcPts val="0"/>
                        </a:spcAft>
                        <a:buClr>
                          <a:srgbClr val="000000"/>
                        </a:buClr>
                        <a:buSzPts val="700"/>
                        <a:buFont typeface="Verizon NHG DS"/>
                        <a:buNone/>
                      </a:pPr>
                      <a:r>
                        <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Verizon NHG TX"/>
                        <a:ea typeface="Verizon NHG TX"/>
                        <a:cs typeface="Verizon NHG TX"/>
                        <a:sym typeface="Verizon NHG TX"/>
                      </a:endParaRPr>
                    </a:p>
                  </a:txBody>
                  <a:tcPr marT="0" marB="0" marR="18275" marL="1827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r>
              <a:tr h="400375">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solid"/>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chemeClr val="accent2"/>
                          </a:solidFill>
                          <a:latin typeface="Verizon NHG TX"/>
                          <a:ea typeface="Verizon NHG TX"/>
                          <a:cs typeface="Verizon NHG TX"/>
                          <a:sym typeface="Verizon NHG TX"/>
                        </a:rPr>
                        <a:t>⬤</a:t>
                      </a:r>
                      <a:endParaRPr sz="800" u="none" cap="none" strike="noStrike">
                        <a:solidFill>
                          <a:schemeClr val="accent2"/>
                        </a:solidFill>
                        <a:latin typeface="Verizon NHG TX"/>
                        <a:ea typeface="Verizon NHG TX"/>
                        <a:cs typeface="Verizon NHG TX"/>
                        <a:sym typeface="Verizon NHG TX"/>
                      </a:endParaRPr>
                    </a:p>
                    <a:p>
                      <a:pPr indent="0" lvl="0" marL="0" marR="0" rtl="0" algn="ctr">
                        <a:lnSpc>
                          <a:spcPct val="100000"/>
                        </a:lnSpc>
                        <a:spcBef>
                          <a:spcPts val="0"/>
                        </a:spcBef>
                        <a:spcAft>
                          <a:spcPts val="0"/>
                        </a:spcAft>
                        <a:buClr>
                          <a:srgbClr val="000000"/>
                        </a:buClr>
                        <a:buSzPts val="800"/>
                        <a:buFont typeface="Arial"/>
                        <a:buNone/>
                      </a:pPr>
                      <a:r>
                        <a:t/>
                      </a:r>
                      <a:endParaRPr sz="800" u="none" cap="none" strike="noStrike">
                        <a:solidFill>
                          <a:schemeClr val="accent2"/>
                        </a:solidFill>
                        <a:latin typeface="Verizon NHG TX"/>
                        <a:ea typeface="Verizon NHG TX"/>
                        <a:cs typeface="Verizon NHG TX"/>
                        <a:sym typeface="Verizon NHG TX"/>
                      </a:endParaRPr>
                    </a:p>
                  </a:txBody>
                  <a:tcPr marT="19050" marB="19050" marR="28575" marL="28575" anchor="ctr">
                    <a:lnL cap="flat" cmpd="sng" w="9525">
                      <a:solidFill>
                        <a:srgbClr val="D8D8D8"/>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57150" lvl="0" marL="114300" marR="0" rtl="0" algn="l">
                        <a:lnSpc>
                          <a:spcPct val="100000"/>
                        </a:lnSpc>
                        <a:spcBef>
                          <a:spcPts val="0"/>
                        </a:spcBef>
                        <a:spcAft>
                          <a:spcPts val="0"/>
                        </a:spcAft>
                        <a:buClr>
                          <a:srgbClr val="000000"/>
                        </a:buClr>
                        <a:buSzPts val="700"/>
                        <a:buFont typeface="Arial"/>
                        <a:buNone/>
                      </a:pPr>
                      <a:r>
                        <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Verizon NHG TX"/>
                        <a:ea typeface="Verizon NHG TX"/>
                        <a:cs typeface="Verizon NHG TX"/>
                        <a:sym typeface="Verizon NHG TX"/>
                      </a:endParaRPr>
                    </a:p>
                  </a:txBody>
                  <a:tcPr marT="0" marB="0" marR="18275" marL="1827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r>
              <a:tr h="400375">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solid"/>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chemeClr val="accent2"/>
                          </a:solidFill>
                          <a:latin typeface="Verizon NHG TX"/>
                          <a:ea typeface="Verizon NHG TX"/>
                          <a:cs typeface="Verizon NHG TX"/>
                          <a:sym typeface="Verizon NHG TX"/>
                        </a:rPr>
                        <a:t>⬤</a:t>
                      </a:r>
                      <a:endParaRPr sz="800" u="none" cap="none" strike="noStrike">
                        <a:solidFill>
                          <a:schemeClr val="accent2"/>
                        </a:solidFill>
                        <a:latin typeface="Verizon NHG TX"/>
                        <a:ea typeface="Verizon NHG TX"/>
                        <a:cs typeface="Verizon NHG TX"/>
                        <a:sym typeface="Verizon NHG TX"/>
                      </a:endParaRPr>
                    </a:p>
                    <a:p>
                      <a:pPr indent="0" lvl="0" marL="0" marR="0" rtl="0" algn="ctr">
                        <a:lnSpc>
                          <a:spcPct val="100000"/>
                        </a:lnSpc>
                        <a:spcBef>
                          <a:spcPts val="0"/>
                        </a:spcBef>
                        <a:spcAft>
                          <a:spcPts val="0"/>
                        </a:spcAft>
                        <a:buClr>
                          <a:srgbClr val="000000"/>
                        </a:buClr>
                        <a:buSzPts val="800"/>
                        <a:buFont typeface="Arial"/>
                        <a:buNone/>
                      </a:pPr>
                      <a:r>
                        <a:t/>
                      </a:r>
                      <a:endParaRPr sz="800" u="none" cap="none" strike="noStrike">
                        <a:solidFill>
                          <a:schemeClr val="accent2"/>
                        </a:solidFill>
                        <a:latin typeface="Verizon NHG TX"/>
                        <a:ea typeface="Verizon NHG TX"/>
                        <a:cs typeface="Verizon NHG TX"/>
                        <a:sym typeface="Verizon NHG TX"/>
                      </a:endParaRPr>
                    </a:p>
                  </a:txBody>
                  <a:tcPr marT="19050" marB="19050" marR="28575" marL="28575" anchor="ctr">
                    <a:lnL cap="flat" cmpd="sng" w="9525">
                      <a:solidFill>
                        <a:srgbClr val="D8D8D8"/>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57150" lvl="0" marL="114300" marR="0" rtl="0" algn="l">
                        <a:lnSpc>
                          <a:spcPct val="100000"/>
                        </a:lnSpc>
                        <a:spcBef>
                          <a:spcPts val="0"/>
                        </a:spcBef>
                        <a:spcAft>
                          <a:spcPts val="0"/>
                        </a:spcAft>
                        <a:buClr>
                          <a:srgbClr val="000000"/>
                        </a:buClr>
                        <a:buSzPts val="700"/>
                        <a:buFont typeface="Arial"/>
                        <a:buNone/>
                      </a:pPr>
                      <a:r>
                        <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Verizon NHG TX"/>
                        <a:ea typeface="Verizon NHG TX"/>
                        <a:cs typeface="Verizon NHG TX"/>
                        <a:sym typeface="Verizon NHG TX"/>
                      </a:endParaRPr>
                    </a:p>
                  </a:txBody>
                  <a:tcPr marT="0" marB="0" marR="18275" marL="1827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1" name="Shape 2211"/>
        <p:cNvGrpSpPr/>
        <p:nvPr/>
      </p:nvGrpSpPr>
      <p:grpSpPr>
        <a:xfrm>
          <a:off x="0" y="0"/>
          <a:ext cx="0" cy="0"/>
          <a:chOff x="0" y="0"/>
          <a:chExt cx="0" cy="0"/>
        </a:xfrm>
      </p:grpSpPr>
      <p:sp>
        <p:nvSpPr>
          <p:cNvPr id="2212" name="Google Shape;2212;p329"/>
          <p:cNvSpPr txBox="1"/>
          <p:nvPr>
            <p:ph type="title"/>
          </p:nvPr>
        </p:nvSpPr>
        <p:spPr>
          <a:xfrm>
            <a:off x="457200" y="247650"/>
            <a:ext cx="8533500" cy="342900"/>
          </a:xfrm>
          <a:prstGeom prst="rect">
            <a:avLst/>
          </a:prstGeom>
          <a:noFill/>
          <a:ln>
            <a:noFill/>
          </a:ln>
        </p:spPr>
        <p:txBody>
          <a:bodyPr anchorCtr="0" anchor="t" bIns="0" lIns="0" spcFirstLastPara="1" rIns="0" wrap="square" tIns="0">
            <a:normAutofit fontScale="90000"/>
          </a:bodyPr>
          <a:lstStyle/>
          <a:p>
            <a:pPr indent="0" lvl="0" marL="0" rtl="0" algn="l">
              <a:lnSpc>
                <a:spcPct val="80000"/>
              </a:lnSpc>
              <a:spcBef>
                <a:spcPts val="0"/>
              </a:spcBef>
              <a:spcAft>
                <a:spcPts val="0"/>
              </a:spcAft>
              <a:buClr>
                <a:schemeClr val="dk1"/>
              </a:buClr>
              <a:buSzPct val="136686"/>
              <a:buFont typeface="Arial"/>
              <a:buNone/>
            </a:pPr>
            <a:r>
              <a:rPr lang="en"/>
              <a:t>Design Systems | Quarterly Update - 2nd Qtr </a:t>
            </a:r>
            <a:r>
              <a:rPr b="0" lang="en" sz="1300"/>
              <a:t>(Jun 2025)</a:t>
            </a:r>
            <a:endParaRPr b="0" sz="1300"/>
          </a:p>
          <a:p>
            <a:pPr indent="0" lvl="0" marL="0" rtl="0" algn="l">
              <a:lnSpc>
                <a:spcPct val="80000"/>
              </a:lnSpc>
              <a:spcBef>
                <a:spcPts val="0"/>
              </a:spcBef>
              <a:spcAft>
                <a:spcPts val="0"/>
              </a:spcAft>
              <a:buClr>
                <a:schemeClr val="dk1"/>
              </a:buClr>
              <a:buSzPct val="52380"/>
              <a:buFont typeface="Arial"/>
              <a:buNone/>
            </a:pPr>
            <a:r>
              <a:t/>
            </a:r>
            <a:endParaRPr/>
          </a:p>
          <a:p>
            <a:pPr indent="0" lvl="0" marL="0" rtl="0" algn="l">
              <a:lnSpc>
                <a:spcPct val="80000"/>
              </a:lnSpc>
              <a:spcBef>
                <a:spcPts val="0"/>
              </a:spcBef>
              <a:spcAft>
                <a:spcPts val="0"/>
              </a:spcAft>
              <a:buClr>
                <a:schemeClr val="dk1"/>
              </a:buClr>
              <a:buSzPct val="52380"/>
              <a:buFont typeface="Arial"/>
              <a:buNone/>
            </a:pPr>
            <a:r>
              <a:t/>
            </a:r>
            <a:endParaRPr/>
          </a:p>
          <a:p>
            <a:pPr indent="0" lvl="0" marL="0" rtl="0" algn="l">
              <a:lnSpc>
                <a:spcPct val="80000"/>
              </a:lnSpc>
              <a:spcBef>
                <a:spcPts val="0"/>
              </a:spcBef>
              <a:spcAft>
                <a:spcPts val="0"/>
              </a:spcAft>
              <a:buSzPct val="95238"/>
              <a:buNone/>
            </a:pPr>
            <a:r>
              <a:t/>
            </a:r>
            <a:endParaRPr/>
          </a:p>
        </p:txBody>
      </p:sp>
      <p:graphicFrame>
        <p:nvGraphicFramePr>
          <p:cNvPr id="2213" name="Google Shape;2213;p329"/>
          <p:cNvGraphicFramePr/>
          <p:nvPr/>
        </p:nvGraphicFramePr>
        <p:xfrm>
          <a:off x="452638" y="649741"/>
          <a:ext cx="3000000" cy="3000000"/>
        </p:xfrm>
        <a:graphic>
          <a:graphicData uri="http://schemas.openxmlformats.org/drawingml/2006/table">
            <a:tbl>
              <a:tblPr>
                <a:noFill/>
                <a:tableStyleId>{6A162CF1-3AEC-4ED0-B689-3D35A367426C}</a:tableStyleId>
              </a:tblPr>
              <a:tblGrid>
                <a:gridCol w="1315825"/>
                <a:gridCol w="457000"/>
                <a:gridCol w="2519900"/>
                <a:gridCol w="2570950"/>
                <a:gridCol w="1467850"/>
              </a:tblGrid>
              <a:tr h="228775">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latin typeface="Verizon NHG TX"/>
                          <a:ea typeface="Verizon NHG TX"/>
                          <a:cs typeface="Verizon NHG TX"/>
                          <a:sym typeface="Verizon NHG TX"/>
                        </a:rPr>
                        <a:t>Program</a:t>
                      </a:r>
                      <a:endParaRPr b="1" sz="800" u="none" cap="none" strike="noStrike">
                        <a:latin typeface="Verizon NHG TX"/>
                        <a:ea typeface="Verizon NHG TX"/>
                        <a:cs typeface="Verizon NHG TX"/>
                        <a:sym typeface="Verizon NHG TX"/>
                      </a:endParaRPr>
                    </a:p>
                  </a:txBody>
                  <a:tcPr marT="36575" marB="36575" marR="91425" marL="91425" anchor="b">
                    <a:lnL cap="flat" cmpd="sng" w="9525">
                      <a:solidFill>
                        <a:srgbClr val="D8D8D8">
                          <a:alpha val="0"/>
                        </a:srgbClr>
                      </a:solidFill>
                      <a:prstDash val="solid"/>
                      <a:round/>
                      <a:headEnd len="sm" w="sm" type="none"/>
                      <a:tailEnd len="sm" w="sm" type="none"/>
                    </a:lnL>
                    <a:lnR cap="flat" cmpd="sng" w="9525">
                      <a:solidFill>
                        <a:srgbClr val="D8D8D8"/>
                      </a:solidFill>
                      <a:prstDash val="dash"/>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D8D8D8"/>
                      </a:solidFill>
                      <a:prstDash val="solid"/>
                      <a:round/>
                      <a:headEnd len="sm" w="sm" type="none"/>
                      <a:tailEnd len="sm" w="sm" type="none"/>
                    </a:lnB>
                    <a:solidFill>
                      <a:srgbClr val="EFEFE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latin typeface="Verizon NHG TX"/>
                          <a:ea typeface="Verizon NHG TX"/>
                          <a:cs typeface="Verizon NHG TX"/>
                          <a:sym typeface="Verizon NHG TX"/>
                        </a:rPr>
                        <a:t>Overall</a:t>
                      </a:r>
                      <a:endParaRPr b="1" sz="800" u="none" cap="none" strike="noStrike">
                        <a:latin typeface="Verizon NHG TX"/>
                        <a:ea typeface="Verizon NHG TX"/>
                        <a:cs typeface="Verizon NHG TX"/>
                        <a:sym typeface="Verizon NHG TX"/>
                      </a:endParaRPr>
                    </a:p>
                    <a:p>
                      <a:pPr indent="0" lvl="0" marL="0" marR="0" rtl="0" algn="ctr">
                        <a:lnSpc>
                          <a:spcPct val="100000"/>
                        </a:lnSpc>
                        <a:spcBef>
                          <a:spcPts val="0"/>
                        </a:spcBef>
                        <a:spcAft>
                          <a:spcPts val="0"/>
                        </a:spcAft>
                        <a:buClr>
                          <a:srgbClr val="000000"/>
                        </a:buClr>
                        <a:buSzPts val="800"/>
                        <a:buFont typeface="Arial"/>
                        <a:buNone/>
                      </a:pPr>
                      <a:r>
                        <a:rPr b="1" lang="en" sz="800" u="none" cap="none" strike="noStrike">
                          <a:latin typeface="Verizon NHG TX"/>
                          <a:ea typeface="Verizon NHG TX"/>
                          <a:cs typeface="Verizon NHG TX"/>
                          <a:sym typeface="Verizon NHG TX"/>
                        </a:rPr>
                        <a:t>Status</a:t>
                      </a:r>
                      <a:endParaRPr sz="800" u="none" cap="none" strike="noStrike">
                        <a:latin typeface="Verizon NHG TX"/>
                        <a:ea typeface="Verizon NHG TX"/>
                        <a:cs typeface="Verizon NHG TX"/>
                        <a:sym typeface="Verizon NHG TX"/>
                      </a:endParaRPr>
                    </a:p>
                  </a:txBody>
                  <a:tcPr marT="0" marB="0" marR="0" marL="0" anchor="b">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CCCCCC"/>
                      </a:solidFill>
                      <a:prstDash val="solid"/>
                      <a:round/>
                      <a:headEnd len="sm" w="sm" type="none"/>
                      <a:tailEnd len="sm" w="sm" type="none"/>
                    </a:lnB>
                    <a:solidFill>
                      <a:srgbClr val="EFEFE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latin typeface="Verizon NHG TX"/>
                          <a:ea typeface="Verizon NHG TX"/>
                          <a:cs typeface="Verizon NHG TX"/>
                          <a:sym typeface="Verizon NHG TX"/>
                        </a:rPr>
                        <a:t>Q2 </a:t>
                      </a:r>
                      <a:r>
                        <a:rPr b="1" lang="en" sz="800" u="none" cap="none" strike="noStrike">
                          <a:solidFill>
                            <a:srgbClr val="000000"/>
                          </a:solidFill>
                          <a:latin typeface="Verizon NHG TX"/>
                          <a:ea typeface="Verizon NHG TX"/>
                          <a:cs typeface="Verizon NHG TX"/>
                          <a:sym typeface="Verizon NHG TX"/>
                        </a:rPr>
                        <a:t>Accomplishments</a:t>
                      </a:r>
                      <a:endParaRPr b="1" sz="800" u="none" cap="none" strike="noStrike">
                        <a:latin typeface="Verizon NHG TX"/>
                        <a:ea typeface="Verizon NHG TX"/>
                        <a:cs typeface="Verizon NHG TX"/>
                        <a:sym typeface="Verizon NHG TX"/>
                      </a:endParaRPr>
                    </a:p>
                  </a:txBody>
                  <a:tcPr marT="36575" marB="36575" marR="91425" marL="91425" anchor="b">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D8D8D8"/>
                      </a:solidFill>
                      <a:prstDash val="solid"/>
                      <a:round/>
                      <a:headEnd len="sm" w="sm" type="none"/>
                      <a:tailEnd len="sm" w="sm" type="none"/>
                    </a:lnB>
                    <a:solidFill>
                      <a:srgbClr val="EFEFE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latin typeface="Verizon NHG TX"/>
                          <a:ea typeface="Verizon NHG TX"/>
                          <a:cs typeface="Verizon NHG TX"/>
                          <a:sym typeface="Verizon NHG TX"/>
                        </a:rPr>
                        <a:t>Q3 Milestones</a:t>
                      </a:r>
                      <a:endParaRPr b="1" sz="800" u="none" cap="none" strike="noStrike">
                        <a:latin typeface="Verizon NHG TX"/>
                        <a:ea typeface="Verizon NHG TX"/>
                        <a:cs typeface="Verizon NHG TX"/>
                        <a:sym typeface="Verizon NHG TX"/>
                      </a:endParaRPr>
                    </a:p>
                  </a:txBody>
                  <a:tcPr marT="36575" marB="36575" marR="91425" marL="91425" anchor="b">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D8D8D8"/>
                      </a:solidFill>
                      <a:prstDash val="solid"/>
                      <a:round/>
                      <a:headEnd len="sm" w="sm" type="none"/>
                      <a:tailEnd len="sm" w="sm" type="none"/>
                    </a:lnB>
                    <a:solidFill>
                      <a:srgbClr val="EFEFE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latin typeface="Verizon NHG TX"/>
                          <a:ea typeface="Verizon NHG TX"/>
                          <a:cs typeface="Verizon NHG TX"/>
                          <a:sym typeface="Verizon NHG TX"/>
                        </a:rPr>
                        <a:t>Success Metric</a:t>
                      </a:r>
                      <a:endParaRPr b="1" sz="800" u="none" cap="none" strike="noStrike">
                        <a:latin typeface="Verizon NHG TX"/>
                        <a:ea typeface="Verizon NHG TX"/>
                        <a:cs typeface="Verizon NHG TX"/>
                        <a:sym typeface="Verizon NHG TX"/>
                      </a:endParaRPr>
                    </a:p>
                  </a:txBody>
                  <a:tcPr marT="36575" marB="36575" marR="91425" marL="91425" anchor="b">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D8D8D8"/>
                      </a:solidFill>
                      <a:prstDash val="solid"/>
                      <a:round/>
                      <a:headEnd len="sm" w="sm" type="none"/>
                      <a:tailEnd len="sm" w="sm" type="none"/>
                    </a:lnB>
                    <a:solidFill>
                      <a:srgbClr val="EFEFEF"/>
                    </a:solidFill>
                  </a:tcPr>
                </a:tc>
              </a:tr>
              <a:tr h="411825">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solid"/>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100"/>
                        <a:buFont typeface="Arial"/>
                        <a:buNone/>
                      </a:pPr>
                      <a:r>
                        <a:rPr lang="en" sz="800" u="none" cap="none" strike="noStrike">
                          <a:solidFill>
                            <a:schemeClr val="accent2"/>
                          </a:solidFill>
                          <a:latin typeface="Verizon NHG TX"/>
                          <a:ea typeface="Verizon NHG TX"/>
                          <a:cs typeface="Verizon NHG TX"/>
                          <a:sym typeface="Verizon NHG TX"/>
                        </a:rPr>
                        <a:t>⬤</a:t>
                      </a:r>
                      <a:endParaRPr sz="800" u="none" cap="none" strike="noStrike">
                        <a:solidFill>
                          <a:schemeClr val="accent2"/>
                        </a:solidFill>
                        <a:latin typeface="Verizon NHG TX"/>
                        <a:ea typeface="Verizon NHG TX"/>
                        <a:cs typeface="Verizon NHG TX"/>
                        <a:sym typeface="Verizon NHG TX"/>
                      </a:endParaRPr>
                    </a:p>
                  </a:txBody>
                  <a:tcPr marT="19050" marB="19050" marR="28575" marL="28575" anchor="ctr">
                    <a:lnL cap="flat" cmpd="sng" w="9525">
                      <a:solidFill>
                        <a:srgbClr val="D8D8D8"/>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273050" lvl="0" marL="457200" marR="0" rtl="0" algn="l">
                        <a:lnSpc>
                          <a:spcPct val="100000"/>
                        </a:lnSpc>
                        <a:spcBef>
                          <a:spcPts val="0"/>
                        </a:spcBef>
                        <a:spcAft>
                          <a:spcPts val="0"/>
                        </a:spcAft>
                        <a:buClr>
                          <a:schemeClr val="dk1"/>
                        </a:buClr>
                        <a:buSzPts val="700"/>
                        <a:buFont typeface="Verizon NHG TX"/>
                        <a:buChar char="●"/>
                      </a:pPr>
                      <a:r>
                        <a:t/>
                      </a:r>
                      <a:endParaRPr sz="700" u="none" cap="none" strike="noStrike">
                        <a:solidFill>
                          <a:schemeClr val="dk1"/>
                        </a:solidFill>
                        <a:latin typeface="Verizon NHG TX"/>
                        <a:ea typeface="Verizon NHG TX"/>
                        <a:cs typeface="Verizon NHG TX"/>
                        <a:sym typeface="Verizon NHG TX"/>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Verizon NHG TX"/>
                        <a:ea typeface="Verizon NHG TX"/>
                        <a:cs typeface="Verizon NHG TX"/>
                        <a:sym typeface="Verizon NHG TX"/>
                      </a:endParaRPr>
                    </a:p>
                  </a:txBody>
                  <a:tcPr marT="0" marB="0" marR="18275" marL="1827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r>
              <a:tr h="500475">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solid"/>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chemeClr val="accent2"/>
                          </a:solidFill>
                          <a:latin typeface="Verizon NHG TX"/>
                          <a:ea typeface="Verizon NHG TX"/>
                          <a:cs typeface="Verizon NHG TX"/>
                          <a:sym typeface="Verizon NHG TX"/>
                        </a:rPr>
                        <a:t>⬤</a:t>
                      </a:r>
                      <a:endParaRPr sz="800" u="none" cap="none" strike="noStrike">
                        <a:solidFill>
                          <a:schemeClr val="accent2"/>
                        </a:solidFill>
                        <a:latin typeface="Verizon NHG TX"/>
                        <a:ea typeface="Verizon NHG TX"/>
                        <a:cs typeface="Verizon NHG TX"/>
                        <a:sym typeface="Verizon NHG TX"/>
                      </a:endParaRPr>
                    </a:p>
                  </a:txBody>
                  <a:tcPr marT="19050" marB="19050" marR="28575" marL="28575" anchor="ctr">
                    <a:lnL cap="flat" cmpd="sng" w="9525">
                      <a:solidFill>
                        <a:srgbClr val="D8D8D8"/>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57150" lvl="0" marL="114300" marR="0" rtl="0" algn="l">
                        <a:lnSpc>
                          <a:spcPct val="100000"/>
                        </a:lnSpc>
                        <a:spcBef>
                          <a:spcPts val="0"/>
                        </a:spcBef>
                        <a:spcAft>
                          <a:spcPts val="0"/>
                        </a:spcAft>
                        <a:buClr>
                          <a:srgbClr val="000000"/>
                        </a:buClr>
                        <a:buSzPts val="700"/>
                        <a:buFont typeface="Verizon NHG DS"/>
                        <a:buNone/>
                      </a:pPr>
                      <a:r>
                        <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Verizon NHG TX"/>
                        <a:ea typeface="Verizon NHG TX"/>
                        <a:cs typeface="Verizon NHG TX"/>
                        <a:sym typeface="Verizon NHG TX"/>
                      </a:endParaRPr>
                    </a:p>
                  </a:txBody>
                  <a:tcPr marT="0" marB="0" marR="18275" marL="1827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r>
              <a:tr h="400375">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solid"/>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 sz="800" u="none" cap="none" strike="noStrike">
                          <a:solidFill>
                            <a:schemeClr val="accent2"/>
                          </a:solidFill>
                          <a:latin typeface="Verizon NHG TX"/>
                          <a:ea typeface="Verizon NHG TX"/>
                          <a:cs typeface="Verizon NHG TX"/>
                          <a:sym typeface="Verizon NHG TX"/>
                        </a:rPr>
                        <a:t>⬤</a:t>
                      </a:r>
                      <a:endParaRPr sz="800" u="none" cap="none" strike="noStrike">
                        <a:solidFill>
                          <a:schemeClr val="accent2"/>
                        </a:solidFill>
                        <a:latin typeface="Verizon NHG TX"/>
                        <a:ea typeface="Verizon NHG TX"/>
                        <a:cs typeface="Verizon NHG TX"/>
                        <a:sym typeface="Verizon NHG TX"/>
                      </a:endParaRPr>
                    </a:p>
                  </a:txBody>
                  <a:tcPr marT="19050" marB="19050" marR="28575" marL="28575" anchor="ctr">
                    <a:lnL cap="flat" cmpd="sng" w="9525">
                      <a:solidFill>
                        <a:srgbClr val="D8D8D8"/>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57150" lvl="0" marL="114300" marR="0" rtl="0" algn="l">
                        <a:lnSpc>
                          <a:spcPct val="100000"/>
                        </a:lnSpc>
                        <a:spcBef>
                          <a:spcPts val="0"/>
                        </a:spcBef>
                        <a:spcAft>
                          <a:spcPts val="0"/>
                        </a:spcAft>
                        <a:buClr>
                          <a:srgbClr val="000000"/>
                        </a:buClr>
                        <a:buSzPts val="700"/>
                        <a:buFont typeface="Verizon NHG DS"/>
                        <a:buNone/>
                      </a:pPr>
                      <a:r>
                        <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Verizon NHG TX"/>
                        <a:ea typeface="Verizon NHG TX"/>
                        <a:cs typeface="Verizon NHG TX"/>
                        <a:sym typeface="Verizon NHG TX"/>
                      </a:endParaRPr>
                    </a:p>
                  </a:txBody>
                  <a:tcPr marT="0" marB="0" marR="18275" marL="1827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r>
              <a:tr h="500475">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solid"/>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chemeClr val="accent2"/>
                          </a:solidFill>
                          <a:latin typeface="Verizon NHG TX"/>
                          <a:ea typeface="Verizon NHG TX"/>
                          <a:cs typeface="Verizon NHG TX"/>
                          <a:sym typeface="Verizon NHG TX"/>
                        </a:rPr>
                        <a:t>⬤</a:t>
                      </a:r>
                      <a:endParaRPr sz="800" u="none" cap="none" strike="noStrike">
                        <a:solidFill>
                          <a:schemeClr val="accent2"/>
                        </a:solidFill>
                        <a:latin typeface="Verizon NHG TX"/>
                        <a:ea typeface="Verizon NHG TX"/>
                        <a:cs typeface="Verizon NHG TX"/>
                        <a:sym typeface="Verizon NHG TX"/>
                      </a:endParaRPr>
                    </a:p>
                  </a:txBody>
                  <a:tcPr marT="19050" marB="19050" marR="28575" marL="28575" anchor="ctr">
                    <a:lnL cap="flat" cmpd="sng" w="9525">
                      <a:solidFill>
                        <a:srgbClr val="D8D8D8"/>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57150" lvl="0" marL="114300" marR="0" rtl="0" algn="l">
                        <a:lnSpc>
                          <a:spcPct val="100000"/>
                        </a:lnSpc>
                        <a:spcBef>
                          <a:spcPts val="0"/>
                        </a:spcBef>
                        <a:spcAft>
                          <a:spcPts val="0"/>
                        </a:spcAft>
                        <a:buClr>
                          <a:srgbClr val="000000"/>
                        </a:buClr>
                        <a:buSzPts val="700"/>
                        <a:buFont typeface="Verizon NHG DS"/>
                        <a:buNone/>
                      </a:pPr>
                      <a:r>
                        <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Verizon NHG TX"/>
                        <a:ea typeface="Verizon NHG TX"/>
                        <a:cs typeface="Verizon NHG TX"/>
                        <a:sym typeface="Verizon NHG TX"/>
                      </a:endParaRPr>
                    </a:p>
                  </a:txBody>
                  <a:tcPr marT="0" marB="0" marR="18275" marL="1827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r>
              <a:tr h="400375">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solid"/>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chemeClr val="accent2"/>
                          </a:solidFill>
                          <a:latin typeface="Verizon NHG TX"/>
                          <a:ea typeface="Verizon NHG TX"/>
                          <a:cs typeface="Verizon NHG TX"/>
                          <a:sym typeface="Verizon NHG TX"/>
                        </a:rPr>
                        <a:t>⬤</a:t>
                      </a:r>
                      <a:endParaRPr sz="800" u="none" cap="none" strike="noStrike">
                        <a:solidFill>
                          <a:schemeClr val="accent2"/>
                        </a:solidFill>
                        <a:latin typeface="Verizon NHG TX"/>
                        <a:ea typeface="Verizon NHG TX"/>
                        <a:cs typeface="Verizon NHG TX"/>
                        <a:sym typeface="Verizon NHG TX"/>
                      </a:endParaRPr>
                    </a:p>
                  </a:txBody>
                  <a:tcPr marT="19050" marB="19050" marR="28575" marL="28575" anchor="ctr">
                    <a:lnL cap="flat" cmpd="sng" w="9525">
                      <a:solidFill>
                        <a:srgbClr val="D8D8D8"/>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57150" lvl="0" marL="114300" marR="0" rtl="0" algn="l">
                        <a:lnSpc>
                          <a:spcPct val="100000"/>
                        </a:lnSpc>
                        <a:spcBef>
                          <a:spcPts val="0"/>
                        </a:spcBef>
                        <a:spcAft>
                          <a:spcPts val="0"/>
                        </a:spcAft>
                        <a:buClr>
                          <a:srgbClr val="000000"/>
                        </a:buClr>
                        <a:buSzPts val="700"/>
                        <a:buFont typeface="Verizon NHG DS"/>
                        <a:buNone/>
                      </a:pPr>
                      <a:r>
                        <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Verizon NHG TX"/>
                        <a:ea typeface="Verizon NHG TX"/>
                        <a:cs typeface="Verizon NHG TX"/>
                        <a:sym typeface="Verizon NHG TX"/>
                      </a:endParaRPr>
                    </a:p>
                  </a:txBody>
                  <a:tcPr marT="0" marB="0" marR="18275" marL="1827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r>
              <a:tr h="400375">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solid"/>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chemeClr val="accent2"/>
                          </a:solidFill>
                          <a:latin typeface="Verizon NHG TX"/>
                          <a:ea typeface="Verizon NHG TX"/>
                          <a:cs typeface="Verizon NHG TX"/>
                          <a:sym typeface="Verizon NHG TX"/>
                        </a:rPr>
                        <a:t>⬤</a:t>
                      </a:r>
                      <a:endParaRPr sz="800" u="none" cap="none" strike="noStrike">
                        <a:solidFill>
                          <a:schemeClr val="accent2"/>
                        </a:solidFill>
                        <a:latin typeface="Verizon NHG TX"/>
                        <a:ea typeface="Verizon NHG TX"/>
                        <a:cs typeface="Verizon NHG TX"/>
                        <a:sym typeface="Verizon NHG TX"/>
                      </a:endParaRPr>
                    </a:p>
                    <a:p>
                      <a:pPr indent="0" lvl="0" marL="0" marR="0" rtl="0" algn="ctr">
                        <a:lnSpc>
                          <a:spcPct val="100000"/>
                        </a:lnSpc>
                        <a:spcBef>
                          <a:spcPts val="0"/>
                        </a:spcBef>
                        <a:spcAft>
                          <a:spcPts val="0"/>
                        </a:spcAft>
                        <a:buClr>
                          <a:srgbClr val="000000"/>
                        </a:buClr>
                        <a:buSzPts val="800"/>
                        <a:buFont typeface="Arial"/>
                        <a:buNone/>
                      </a:pPr>
                      <a:r>
                        <a:t/>
                      </a:r>
                      <a:endParaRPr sz="800" u="none" cap="none" strike="noStrike">
                        <a:solidFill>
                          <a:schemeClr val="accent2"/>
                        </a:solidFill>
                        <a:latin typeface="Verizon NHG TX"/>
                        <a:ea typeface="Verizon NHG TX"/>
                        <a:cs typeface="Verizon NHG TX"/>
                        <a:sym typeface="Verizon NHG TX"/>
                      </a:endParaRPr>
                    </a:p>
                  </a:txBody>
                  <a:tcPr marT="19050" marB="19050" marR="28575" marL="28575" anchor="ctr">
                    <a:lnL cap="flat" cmpd="sng" w="9525">
                      <a:solidFill>
                        <a:srgbClr val="D8D8D8"/>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57150" lvl="0" marL="114300" marR="0" rtl="0" algn="l">
                        <a:lnSpc>
                          <a:spcPct val="100000"/>
                        </a:lnSpc>
                        <a:spcBef>
                          <a:spcPts val="0"/>
                        </a:spcBef>
                        <a:spcAft>
                          <a:spcPts val="0"/>
                        </a:spcAft>
                        <a:buClr>
                          <a:srgbClr val="000000"/>
                        </a:buClr>
                        <a:buSzPts val="700"/>
                        <a:buFont typeface="Arial"/>
                        <a:buNone/>
                      </a:pPr>
                      <a:r>
                        <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Verizon NHG TX"/>
                        <a:ea typeface="Verizon NHG TX"/>
                        <a:cs typeface="Verizon NHG TX"/>
                        <a:sym typeface="Verizon NHG TX"/>
                      </a:endParaRPr>
                    </a:p>
                  </a:txBody>
                  <a:tcPr marT="0" marB="0" marR="18275" marL="1827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r>
              <a:tr h="400375">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solid"/>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chemeClr val="accent2"/>
                          </a:solidFill>
                          <a:latin typeface="Verizon NHG TX"/>
                          <a:ea typeface="Verizon NHG TX"/>
                          <a:cs typeface="Verizon NHG TX"/>
                          <a:sym typeface="Verizon NHG TX"/>
                        </a:rPr>
                        <a:t>⬤</a:t>
                      </a:r>
                      <a:endParaRPr sz="800" u="none" cap="none" strike="noStrike">
                        <a:solidFill>
                          <a:schemeClr val="accent2"/>
                        </a:solidFill>
                        <a:latin typeface="Verizon NHG TX"/>
                        <a:ea typeface="Verizon NHG TX"/>
                        <a:cs typeface="Verizon NHG TX"/>
                        <a:sym typeface="Verizon NHG TX"/>
                      </a:endParaRPr>
                    </a:p>
                    <a:p>
                      <a:pPr indent="0" lvl="0" marL="0" marR="0" rtl="0" algn="ctr">
                        <a:lnSpc>
                          <a:spcPct val="100000"/>
                        </a:lnSpc>
                        <a:spcBef>
                          <a:spcPts val="0"/>
                        </a:spcBef>
                        <a:spcAft>
                          <a:spcPts val="0"/>
                        </a:spcAft>
                        <a:buClr>
                          <a:srgbClr val="000000"/>
                        </a:buClr>
                        <a:buSzPts val="800"/>
                        <a:buFont typeface="Arial"/>
                        <a:buNone/>
                      </a:pPr>
                      <a:r>
                        <a:t/>
                      </a:r>
                      <a:endParaRPr sz="800" u="none" cap="none" strike="noStrike">
                        <a:solidFill>
                          <a:schemeClr val="accent2"/>
                        </a:solidFill>
                        <a:latin typeface="Verizon NHG TX"/>
                        <a:ea typeface="Verizon NHG TX"/>
                        <a:cs typeface="Verizon NHG TX"/>
                        <a:sym typeface="Verizon NHG TX"/>
                      </a:endParaRPr>
                    </a:p>
                  </a:txBody>
                  <a:tcPr marT="19050" marB="19050" marR="28575" marL="28575" anchor="ctr">
                    <a:lnL cap="flat" cmpd="sng" w="9525">
                      <a:solidFill>
                        <a:srgbClr val="D8D8D8"/>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57150" lvl="0" marL="114300" marR="0" rtl="0" algn="l">
                        <a:lnSpc>
                          <a:spcPct val="100000"/>
                        </a:lnSpc>
                        <a:spcBef>
                          <a:spcPts val="0"/>
                        </a:spcBef>
                        <a:spcAft>
                          <a:spcPts val="0"/>
                        </a:spcAft>
                        <a:buClr>
                          <a:srgbClr val="000000"/>
                        </a:buClr>
                        <a:buSzPts val="700"/>
                        <a:buFont typeface="Arial"/>
                        <a:buNone/>
                      </a:pPr>
                      <a:r>
                        <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Verizon NHG TX"/>
                        <a:ea typeface="Verizon NHG TX"/>
                        <a:cs typeface="Verizon NHG TX"/>
                        <a:sym typeface="Verizon NHG TX"/>
                      </a:endParaRPr>
                    </a:p>
                  </a:txBody>
                  <a:tcPr marT="0" marB="0" marR="18275" marL="1827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7" name="Shape 2217"/>
        <p:cNvGrpSpPr/>
        <p:nvPr/>
      </p:nvGrpSpPr>
      <p:grpSpPr>
        <a:xfrm>
          <a:off x="0" y="0"/>
          <a:ext cx="0" cy="0"/>
          <a:chOff x="0" y="0"/>
          <a:chExt cx="0" cy="0"/>
        </a:xfrm>
      </p:grpSpPr>
      <p:sp>
        <p:nvSpPr>
          <p:cNvPr id="2218" name="Google Shape;2218;p330"/>
          <p:cNvSpPr txBox="1"/>
          <p:nvPr>
            <p:ph type="title"/>
          </p:nvPr>
        </p:nvSpPr>
        <p:spPr>
          <a:xfrm>
            <a:off x="457200" y="247650"/>
            <a:ext cx="8533500" cy="342900"/>
          </a:xfrm>
          <a:prstGeom prst="rect">
            <a:avLst/>
          </a:prstGeom>
          <a:noFill/>
          <a:ln>
            <a:noFill/>
          </a:ln>
        </p:spPr>
        <p:txBody>
          <a:bodyPr anchorCtr="0" anchor="t" bIns="0" lIns="0" spcFirstLastPara="1" rIns="0" wrap="square" tIns="0">
            <a:normAutofit fontScale="90000"/>
          </a:bodyPr>
          <a:lstStyle/>
          <a:p>
            <a:pPr indent="0" lvl="0" marL="0" rtl="0" algn="l">
              <a:lnSpc>
                <a:spcPct val="80000"/>
              </a:lnSpc>
              <a:spcBef>
                <a:spcPts val="0"/>
              </a:spcBef>
              <a:spcAft>
                <a:spcPts val="0"/>
              </a:spcAft>
              <a:buClr>
                <a:schemeClr val="dk1"/>
              </a:buClr>
              <a:buSzPct val="136686"/>
              <a:buFont typeface="Arial"/>
              <a:buNone/>
            </a:pPr>
            <a:r>
              <a:rPr lang="en"/>
              <a:t>Design Systems | Quarterly Update - 3rd Qtr </a:t>
            </a:r>
            <a:r>
              <a:rPr b="0" lang="en" sz="1300"/>
              <a:t>(Sept 2025)</a:t>
            </a:r>
            <a:endParaRPr b="0" sz="1300"/>
          </a:p>
          <a:p>
            <a:pPr indent="0" lvl="0" marL="0" rtl="0" algn="l">
              <a:lnSpc>
                <a:spcPct val="80000"/>
              </a:lnSpc>
              <a:spcBef>
                <a:spcPts val="0"/>
              </a:spcBef>
              <a:spcAft>
                <a:spcPts val="0"/>
              </a:spcAft>
              <a:buClr>
                <a:schemeClr val="dk1"/>
              </a:buClr>
              <a:buSzPct val="52380"/>
              <a:buFont typeface="Arial"/>
              <a:buNone/>
            </a:pPr>
            <a:r>
              <a:t/>
            </a:r>
            <a:endParaRPr/>
          </a:p>
          <a:p>
            <a:pPr indent="0" lvl="0" marL="0" rtl="0" algn="l">
              <a:lnSpc>
                <a:spcPct val="80000"/>
              </a:lnSpc>
              <a:spcBef>
                <a:spcPts val="0"/>
              </a:spcBef>
              <a:spcAft>
                <a:spcPts val="0"/>
              </a:spcAft>
              <a:buClr>
                <a:schemeClr val="dk1"/>
              </a:buClr>
              <a:buSzPct val="52380"/>
              <a:buFont typeface="Arial"/>
              <a:buNone/>
            </a:pPr>
            <a:r>
              <a:t/>
            </a:r>
            <a:endParaRPr/>
          </a:p>
          <a:p>
            <a:pPr indent="0" lvl="0" marL="0" rtl="0" algn="l">
              <a:lnSpc>
                <a:spcPct val="80000"/>
              </a:lnSpc>
              <a:spcBef>
                <a:spcPts val="0"/>
              </a:spcBef>
              <a:spcAft>
                <a:spcPts val="0"/>
              </a:spcAft>
              <a:buSzPct val="95238"/>
              <a:buNone/>
            </a:pPr>
            <a:r>
              <a:t/>
            </a:r>
            <a:endParaRPr/>
          </a:p>
        </p:txBody>
      </p:sp>
      <p:graphicFrame>
        <p:nvGraphicFramePr>
          <p:cNvPr id="2219" name="Google Shape;2219;p330"/>
          <p:cNvGraphicFramePr/>
          <p:nvPr/>
        </p:nvGraphicFramePr>
        <p:xfrm>
          <a:off x="452638" y="649741"/>
          <a:ext cx="3000000" cy="3000000"/>
        </p:xfrm>
        <a:graphic>
          <a:graphicData uri="http://schemas.openxmlformats.org/drawingml/2006/table">
            <a:tbl>
              <a:tblPr>
                <a:noFill/>
                <a:tableStyleId>{6A162CF1-3AEC-4ED0-B689-3D35A367426C}</a:tableStyleId>
              </a:tblPr>
              <a:tblGrid>
                <a:gridCol w="1315825"/>
                <a:gridCol w="457000"/>
                <a:gridCol w="2519900"/>
                <a:gridCol w="2570950"/>
                <a:gridCol w="1467850"/>
              </a:tblGrid>
              <a:tr h="228775">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latin typeface="Verizon NHG TX"/>
                          <a:ea typeface="Verizon NHG TX"/>
                          <a:cs typeface="Verizon NHG TX"/>
                          <a:sym typeface="Verizon NHG TX"/>
                        </a:rPr>
                        <a:t>Program</a:t>
                      </a:r>
                      <a:endParaRPr b="1" sz="800" u="none" cap="none" strike="noStrike">
                        <a:latin typeface="Verizon NHG TX"/>
                        <a:ea typeface="Verizon NHG TX"/>
                        <a:cs typeface="Verizon NHG TX"/>
                        <a:sym typeface="Verizon NHG TX"/>
                      </a:endParaRPr>
                    </a:p>
                  </a:txBody>
                  <a:tcPr marT="36575" marB="36575" marR="91425" marL="91425" anchor="b">
                    <a:lnL cap="flat" cmpd="sng" w="9525">
                      <a:solidFill>
                        <a:srgbClr val="D8D8D8">
                          <a:alpha val="0"/>
                        </a:srgbClr>
                      </a:solidFill>
                      <a:prstDash val="solid"/>
                      <a:round/>
                      <a:headEnd len="sm" w="sm" type="none"/>
                      <a:tailEnd len="sm" w="sm" type="none"/>
                    </a:lnL>
                    <a:lnR cap="flat" cmpd="sng" w="9525">
                      <a:solidFill>
                        <a:srgbClr val="D8D8D8"/>
                      </a:solidFill>
                      <a:prstDash val="dash"/>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D8D8D8"/>
                      </a:solidFill>
                      <a:prstDash val="solid"/>
                      <a:round/>
                      <a:headEnd len="sm" w="sm" type="none"/>
                      <a:tailEnd len="sm" w="sm" type="none"/>
                    </a:lnB>
                    <a:solidFill>
                      <a:srgbClr val="EFEFE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latin typeface="Verizon NHG TX"/>
                          <a:ea typeface="Verizon NHG TX"/>
                          <a:cs typeface="Verizon NHG TX"/>
                          <a:sym typeface="Verizon NHG TX"/>
                        </a:rPr>
                        <a:t>Overall</a:t>
                      </a:r>
                      <a:endParaRPr b="1" sz="800" u="none" cap="none" strike="noStrike">
                        <a:latin typeface="Verizon NHG TX"/>
                        <a:ea typeface="Verizon NHG TX"/>
                        <a:cs typeface="Verizon NHG TX"/>
                        <a:sym typeface="Verizon NHG TX"/>
                      </a:endParaRPr>
                    </a:p>
                    <a:p>
                      <a:pPr indent="0" lvl="0" marL="0" marR="0" rtl="0" algn="ctr">
                        <a:lnSpc>
                          <a:spcPct val="100000"/>
                        </a:lnSpc>
                        <a:spcBef>
                          <a:spcPts val="0"/>
                        </a:spcBef>
                        <a:spcAft>
                          <a:spcPts val="0"/>
                        </a:spcAft>
                        <a:buClr>
                          <a:srgbClr val="000000"/>
                        </a:buClr>
                        <a:buSzPts val="800"/>
                        <a:buFont typeface="Arial"/>
                        <a:buNone/>
                      </a:pPr>
                      <a:r>
                        <a:rPr b="1" lang="en" sz="800" u="none" cap="none" strike="noStrike">
                          <a:latin typeface="Verizon NHG TX"/>
                          <a:ea typeface="Verizon NHG TX"/>
                          <a:cs typeface="Verizon NHG TX"/>
                          <a:sym typeface="Verizon NHG TX"/>
                        </a:rPr>
                        <a:t>Status</a:t>
                      </a:r>
                      <a:endParaRPr sz="800" u="none" cap="none" strike="noStrike">
                        <a:latin typeface="Verizon NHG TX"/>
                        <a:ea typeface="Verizon NHG TX"/>
                        <a:cs typeface="Verizon NHG TX"/>
                        <a:sym typeface="Verizon NHG TX"/>
                      </a:endParaRPr>
                    </a:p>
                  </a:txBody>
                  <a:tcPr marT="0" marB="0" marR="0" marL="0" anchor="b">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CCCCCC"/>
                      </a:solidFill>
                      <a:prstDash val="solid"/>
                      <a:round/>
                      <a:headEnd len="sm" w="sm" type="none"/>
                      <a:tailEnd len="sm" w="sm" type="none"/>
                    </a:lnB>
                    <a:solidFill>
                      <a:srgbClr val="EFEFE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latin typeface="Verizon NHG TX"/>
                          <a:ea typeface="Verizon NHG TX"/>
                          <a:cs typeface="Verizon NHG TX"/>
                          <a:sym typeface="Verizon NHG TX"/>
                        </a:rPr>
                        <a:t>Q3 </a:t>
                      </a:r>
                      <a:r>
                        <a:rPr b="1" lang="en" sz="800" u="none" cap="none" strike="noStrike">
                          <a:solidFill>
                            <a:srgbClr val="000000"/>
                          </a:solidFill>
                          <a:latin typeface="Verizon NHG TX"/>
                          <a:ea typeface="Verizon NHG TX"/>
                          <a:cs typeface="Verizon NHG TX"/>
                          <a:sym typeface="Verizon NHG TX"/>
                        </a:rPr>
                        <a:t>Accomplishments</a:t>
                      </a:r>
                      <a:endParaRPr b="1" sz="800" u="none" cap="none" strike="noStrike">
                        <a:latin typeface="Verizon NHG TX"/>
                        <a:ea typeface="Verizon NHG TX"/>
                        <a:cs typeface="Verizon NHG TX"/>
                        <a:sym typeface="Verizon NHG TX"/>
                      </a:endParaRPr>
                    </a:p>
                  </a:txBody>
                  <a:tcPr marT="36575" marB="36575" marR="91425" marL="91425" anchor="b">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D8D8D8"/>
                      </a:solidFill>
                      <a:prstDash val="solid"/>
                      <a:round/>
                      <a:headEnd len="sm" w="sm" type="none"/>
                      <a:tailEnd len="sm" w="sm" type="none"/>
                    </a:lnB>
                    <a:solidFill>
                      <a:srgbClr val="EFEFE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latin typeface="Verizon NHG TX"/>
                          <a:ea typeface="Verizon NHG TX"/>
                          <a:cs typeface="Verizon NHG TX"/>
                          <a:sym typeface="Verizon NHG TX"/>
                        </a:rPr>
                        <a:t>Q4 Milestones</a:t>
                      </a:r>
                      <a:endParaRPr b="1" sz="800" u="none" cap="none" strike="noStrike">
                        <a:latin typeface="Verizon NHG TX"/>
                        <a:ea typeface="Verizon NHG TX"/>
                        <a:cs typeface="Verizon NHG TX"/>
                        <a:sym typeface="Verizon NHG TX"/>
                      </a:endParaRPr>
                    </a:p>
                  </a:txBody>
                  <a:tcPr marT="36575" marB="36575" marR="91425" marL="91425" anchor="b">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D8D8D8"/>
                      </a:solidFill>
                      <a:prstDash val="solid"/>
                      <a:round/>
                      <a:headEnd len="sm" w="sm" type="none"/>
                      <a:tailEnd len="sm" w="sm" type="none"/>
                    </a:lnB>
                    <a:solidFill>
                      <a:srgbClr val="EFEFE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latin typeface="Verizon NHG TX"/>
                          <a:ea typeface="Verizon NHG TX"/>
                          <a:cs typeface="Verizon NHG TX"/>
                          <a:sym typeface="Verizon NHG TX"/>
                        </a:rPr>
                        <a:t>Success Metric</a:t>
                      </a:r>
                      <a:endParaRPr b="1" sz="800" u="none" cap="none" strike="noStrike">
                        <a:latin typeface="Verizon NHG TX"/>
                        <a:ea typeface="Verizon NHG TX"/>
                        <a:cs typeface="Verizon NHG TX"/>
                        <a:sym typeface="Verizon NHG TX"/>
                      </a:endParaRPr>
                    </a:p>
                  </a:txBody>
                  <a:tcPr marT="36575" marB="36575" marR="91425" marL="91425" anchor="b">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D8D8D8"/>
                      </a:solidFill>
                      <a:prstDash val="solid"/>
                      <a:round/>
                      <a:headEnd len="sm" w="sm" type="none"/>
                      <a:tailEnd len="sm" w="sm" type="none"/>
                    </a:lnB>
                    <a:solidFill>
                      <a:srgbClr val="EFEFEF"/>
                    </a:solidFill>
                  </a:tcPr>
                </a:tc>
              </a:tr>
              <a:tr h="411825">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solid"/>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100"/>
                        <a:buFont typeface="Arial"/>
                        <a:buNone/>
                      </a:pPr>
                      <a:r>
                        <a:rPr lang="en" sz="800" u="none" cap="none" strike="noStrike">
                          <a:solidFill>
                            <a:schemeClr val="accent2"/>
                          </a:solidFill>
                          <a:latin typeface="Verizon NHG TX"/>
                          <a:ea typeface="Verizon NHG TX"/>
                          <a:cs typeface="Verizon NHG TX"/>
                          <a:sym typeface="Verizon NHG TX"/>
                        </a:rPr>
                        <a:t>⬤</a:t>
                      </a:r>
                      <a:endParaRPr sz="800" u="none" cap="none" strike="noStrike">
                        <a:solidFill>
                          <a:schemeClr val="accent2"/>
                        </a:solidFill>
                        <a:latin typeface="Verizon NHG TX"/>
                        <a:ea typeface="Verizon NHG TX"/>
                        <a:cs typeface="Verizon NHG TX"/>
                        <a:sym typeface="Verizon NHG TX"/>
                      </a:endParaRPr>
                    </a:p>
                  </a:txBody>
                  <a:tcPr marT="19050" marB="19050" marR="28575" marL="28575" anchor="ctr">
                    <a:lnL cap="flat" cmpd="sng" w="9525">
                      <a:solidFill>
                        <a:srgbClr val="D8D8D8"/>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273050" lvl="0" marL="457200" marR="0" rtl="0" algn="l">
                        <a:lnSpc>
                          <a:spcPct val="100000"/>
                        </a:lnSpc>
                        <a:spcBef>
                          <a:spcPts val="0"/>
                        </a:spcBef>
                        <a:spcAft>
                          <a:spcPts val="0"/>
                        </a:spcAft>
                        <a:buClr>
                          <a:schemeClr val="dk1"/>
                        </a:buClr>
                        <a:buSzPts val="700"/>
                        <a:buFont typeface="Verizon NHG TX"/>
                        <a:buChar char="●"/>
                      </a:pPr>
                      <a:r>
                        <a:t/>
                      </a:r>
                      <a:endParaRPr sz="700" u="none" cap="none" strike="noStrike">
                        <a:solidFill>
                          <a:schemeClr val="dk1"/>
                        </a:solidFill>
                        <a:latin typeface="Verizon NHG TX"/>
                        <a:ea typeface="Verizon NHG TX"/>
                        <a:cs typeface="Verizon NHG TX"/>
                        <a:sym typeface="Verizon NHG TX"/>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Verizon NHG TX"/>
                        <a:ea typeface="Verizon NHG TX"/>
                        <a:cs typeface="Verizon NHG TX"/>
                        <a:sym typeface="Verizon NHG TX"/>
                      </a:endParaRPr>
                    </a:p>
                  </a:txBody>
                  <a:tcPr marT="0" marB="0" marR="18275" marL="1827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r>
              <a:tr h="500475">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solid"/>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chemeClr val="accent2"/>
                          </a:solidFill>
                          <a:latin typeface="Verizon NHG TX"/>
                          <a:ea typeface="Verizon NHG TX"/>
                          <a:cs typeface="Verizon NHG TX"/>
                          <a:sym typeface="Verizon NHG TX"/>
                        </a:rPr>
                        <a:t>⬤</a:t>
                      </a:r>
                      <a:endParaRPr sz="800" u="none" cap="none" strike="noStrike">
                        <a:solidFill>
                          <a:schemeClr val="accent2"/>
                        </a:solidFill>
                        <a:latin typeface="Verizon NHG TX"/>
                        <a:ea typeface="Verizon NHG TX"/>
                        <a:cs typeface="Verizon NHG TX"/>
                        <a:sym typeface="Verizon NHG TX"/>
                      </a:endParaRPr>
                    </a:p>
                  </a:txBody>
                  <a:tcPr marT="19050" marB="19050" marR="28575" marL="28575" anchor="ctr">
                    <a:lnL cap="flat" cmpd="sng" w="9525">
                      <a:solidFill>
                        <a:srgbClr val="D8D8D8"/>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57150" lvl="0" marL="114300" marR="0" rtl="0" algn="l">
                        <a:lnSpc>
                          <a:spcPct val="100000"/>
                        </a:lnSpc>
                        <a:spcBef>
                          <a:spcPts val="0"/>
                        </a:spcBef>
                        <a:spcAft>
                          <a:spcPts val="0"/>
                        </a:spcAft>
                        <a:buClr>
                          <a:srgbClr val="000000"/>
                        </a:buClr>
                        <a:buSzPts val="700"/>
                        <a:buFont typeface="Verizon NHG DS"/>
                        <a:buNone/>
                      </a:pPr>
                      <a:r>
                        <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Verizon NHG TX"/>
                        <a:ea typeface="Verizon NHG TX"/>
                        <a:cs typeface="Verizon NHG TX"/>
                        <a:sym typeface="Verizon NHG TX"/>
                      </a:endParaRPr>
                    </a:p>
                  </a:txBody>
                  <a:tcPr marT="0" marB="0" marR="18275" marL="1827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r>
              <a:tr h="400375">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solid"/>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 sz="800" u="none" cap="none" strike="noStrike">
                          <a:solidFill>
                            <a:schemeClr val="accent2"/>
                          </a:solidFill>
                          <a:latin typeface="Verizon NHG TX"/>
                          <a:ea typeface="Verizon NHG TX"/>
                          <a:cs typeface="Verizon NHG TX"/>
                          <a:sym typeface="Verizon NHG TX"/>
                        </a:rPr>
                        <a:t>⬤</a:t>
                      </a:r>
                      <a:endParaRPr sz="800" u="none" cap="none" strike="noStrike">
                        <a:solidFill>
                          <a:schemeClr val="accent2"/>
                        </a:solidFill>
                        <a:latin typeface="Verizon NHG TX"/>
                        <a:ea typeface="Verizon NHG TX"/>
                        <a:cs typeface="Verizon NHG TX"/>
                        <a:sym typeface="Verizon NHG TX"/>
                      </a:endParaRPr>
                    </a:p>
                  </a:txBody>
                  <a:tcPr marT="19050" marB="19050" marR="28575" marL="28575" anchor="ctr">
                    <a:lnL cap="flat" cmpd="sng" w="9525">
                      <a:solidFill>
                        <a:srgbClr val="D8D8D8"/>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57150" lvl="0" marL="114300" marR="0" rtl="0" algn="l">
                        <a:lnSpc>
                          <a:spcPct val="100000"/>
                        </a:lnSpc>
                        <a:spcBef>
                          <a:spcPts val="0"/>
                        </a:spcBef>
                        <a:spcAft>
                          <a:spcPts val="0"/>
                        </a:spcAft>
                        <a:buClr>
                          <a:srgbClr val="000000"/>
                        </a:buClr>
                        <a:buSzPts val="700"/>
                        <a:buFont typeface="Verizon NHG DS"/>
                        <a:buNone/>
                      </a:pPr>
                      <a:r>
                        <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Verizon NHG TX"/>
                        <a:ea typeface="Verizon NHG TX"/>
                        <a:cs typeface="Verizon NHG TX"/>
                        <a:sym typeface="Verizon NHG TX"/>
                      </a:endParaRPr>
                    </a:p>
                  </a:txBody>
                  <a:tcPr marT="0" marB="0" marR="18275" marL="1827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r>
              <a:tr h="500475">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solid"/>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chemeClr val="accent2"/>
                          </a:solidFill>
                          <a:latin typeface="Verizon NHG TX"/>
                          <a:ea typeface="Verizon NHG TX"/>
                          <a:cs typeface="Verizon NHG TX"/>
                          <a:sym typeface="Verizon NHG TX"/>
                        </a:rPr>
                        <a:t>⬤</a:t>
                      </a:r>
                      <a:endParaRPr sz="800" u="none" cap="none" strike="noStrike">
                        <a:solidFill>
                          <a:schemeClr val="accent2"/>
                        </a:solidFill>
                        <a:latin typeface="Verizon NHG TX"/>
                        <a:ea typeface="Verizon NHG TX"/>
                        <a:cs typeface="Verizon NHG TX"/>
                        <a:sym typeface="Verizon NHG TX"/>
                      </a:endParaRPr>
                    </a:p>
                  </a:txBody>
                  <a:tcPr marT="19050" marB="19050" marR="28575" marL="28575" anchor="ctr">
                    <a:lnL cap="flat" cmpd="sng" w="9525">
                      <a:solidFill>
                        <a:srgbClr val="D8D8D8"/>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57150" lvl="0" marL="114300" marR="0" rtl="0" algn="l">
                        <a:lnSpc>
                          <a:spcPct val="100000"/>
                        </a:lnSpc>
                        <a:spcBef>
                          <a:spcPts val="0"/>
                        </a:spcBef>
                        <a:spcAft>
                          <a:spcPts val="0"/>
                        </a:spcAft>
                        <a:buClr>
                          <a:srgbClr val="000000"/>
                        </a:buClr>
                        <a:buSzPts val="700"/>
                        <a:buFont typeface="Verizon NHG DS"/>
                        <a:buNone/>
                      </a:pPr>
                      <a:r>
                        <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Verizon NHG TX"/>
                        <a:ea typeface="Verizon NHG TX"/>
                        <a:cs typeface="Verizon NHG TX"/>
                        <a:sym typeface="Verizon NHG TX"/>
                      </a:endParaRPr>
                    </a:p>
                  </a:txBody>
                  <a:tcPr marT="0" marB="0" marR="18275" marL="1827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r>
              <a:tr h="400375">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solid"/>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chemeClr val="accent2"/>
                          </a:solidFill>
                          <a:latin typeface="Verizon NHG TX"/>
                          <a:ea typeface="Verizon NHG TX"/>
                          <a:cs typeface="Verizon NHG TX"/>
                          <a:sym typeface="Verizon NHG TX"/>
                        </a:rPr>
                        <a:t>⬤</a:t>
                      </a:r>
                      <a:endParaRPr sz="800" u="none" cap="none" strike="noStrike">
                        <a:solidFill>
                          <a:schemeClr val="accent2"/>
                        </a:solidFill>
                        <a:latin typeface="Verizon NHG TX"/>
                        <a:ea typeface="Verizon NHG TX"/>
                        <a:cs typeface="Verizon NHG TX"/>
                        <a:sym typeface="Verizon NHG TX"/>
                      </a:endParaRPr>
                    </a:p>
                  </a:txBody>
                  <a:tcPr marT="19050" marB="19050" marR="28575" marL="28575" anchor="ctr">
                    <a:lnL cap="flat" cmpd="sng" w="9525">
                      <a:solidFill>
                        <a:srgbClr val="D8D8D8"/>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57150" lvl="0" marL="114300" marR="0" rtl="0" algn="l">
                        <a:lnSpc>
                          <a:spcPct val="100000"/>
                        </a:lnSpc>
                        <a:spcBef>
                          <a:spcPts val="0"/>
                        </a:spcBef>
                        <a:spcAft>
                          <a:spcPts val="0"/>
                        </a:spcAft>
                        <a:buClr>
                          <a:srgbClr val="000000"/>
                        </a:buClr>
                        <a:buSzPts val="700"/>
                        <a:buFont typeface="Verizon NHG DS"/>
                        <a:buNone/>
                      </a:pPr>
                      <a:r>
                        <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Verizon NHG TX"/>
                        <a:ea typeface="Verizon NHG TX"/>
                        <a:cs typeface="Verizon NHG TX"/>
                        <a:sym typeface="Verizon NHG TX"/>
                      </a:endParaRPr>
                    </a:p>
                  </a:txBody>
                  <a:tcPr marT="0" marB="0" marR="18275" marL="1827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r>
              <a:tr h="400375">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solid"/>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chemeClr val="accent2"/>
                          </a:solidFill>
                          <a:latin typeface="Verizon NHG TX"/>
                          <a:ea typeface="Verizon NHG TX"/>
                          <a:cs typeface="Verizon NHG TX"/>
                          <a:sym typeface="Verizon NHG TX"/>
                        </a:rPr>
                        <a:t>⬤</a:t>
                      </a:r>
                      <a:endParaRPr sz="800" u="none" cap="none" strike="noStrike">
                        <a:solidFill>
                          <a:schemeClr val="accent2"/>
                        </a:solidFill>
                        <a:latin typeface="Verizon NHG TX"/>
                        <a:ea typeface="Verizon NHG TX"/>
                        <a:cs typeface="Verizon NHG TX"/>
                        <a:sym typeface="Verizon NHG TX"/>
                      </a:endParaRPr>
                    </a:p>
                    <a:p>
                      <a:pPr indent="0" lvl="0" marL="0" marR="0" rtl="0" algn="ctr">
                        <a:lnSpc>
                          <a:spcPct val="100000"/>
                        </a:lnSpc>
                        <a:spcBef>
                          <a:spcPts val="0"/>
                        </a:spcBef>
                        <a:spcAft>
                          <a:spcPts val="0"/>
                        </a:spcAft>
                        <a:buClr>
                          <a:srgbClr val="000000"/>
                        </a:buClr>
                        <a:buSzPts val="800"/>
                        <a:buFont typeface="Arial"/>
                        <a:buNone/>
                      </a:pPr>
                      <a:r>
                        <a:t/>
                      </a:r>
                      <a:endParaRPr sz="800" u="none" cap="none" strike="noStrike">
                        <a:solidFill>
                          <a:schemeClr val="accent2"/>
                        </a:solidFill>
                        <a:latin typeface="Verizon NHG TX"/>
                        <a:ea typeface="Verizon NHG TX"/>
                        <a:cs typeface="Verizon NHG TX"/>
                        <a:sym typeface="Verizon NHG TX"/>
                      </a:endParaRPr>
                    </a:p>
                  </a:txBody>
                  <a:tcPr marT="19050" marB="19050" marR="28575" marL="28575" anchor="ctr">
                    <a:lnL cap="flat" cmpd="sng" w="9525">
                      <a:solidFill>
                        <a:srgbClr val="D8D8D8"/>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57150" lvl="0" marL="114300" marR="0" rtl="0" algn="l">
                        <a:lnSpc>
                          <a:spcPct val="100000"/>
                        </a:lnSpc>
                        <a:spcBef>
                          <a:spcPts val="0"/>
                        </a:spcBef>
                        <a:spcAft>
                          <a:spcPts val="0"/>
                        </a:spcAft>
                        <a:buClr>
                          <a:srgbClr val="000000"/>
                        </a:buClr>
                        <a:buSzPts val="700"/>
                        <a:buFont typeface="Arial"/>
                        <a:buNone/>
                      </a:pPr>
                      <a:r>
                        <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Verizon NHG TX"/>
                        <a:ea typeface="Verizon NHG TX"/>
                        <a:cs typeface="Verizon NHG TX"/>
                        <a:sym typeface="Verizon NHG TX"/>
                      </a:endParaRPr>
                    </a:p>
                  </a:txBody>
                  <a:tcPr marT="0" marB="0" marR="18275" marL="1827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r>
              <a:tr h="400375">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solid"/>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chemeClr val="accent2"/>
                          </a:solidFill>
                          <a:latin typeface="Verizon NHG TX"/>
                          <a:ea typeface="Verizon NHG TX"/>
                          <a:cs typeface="Verizon NHG TX"/>
                          <a:sym typeface="Verizon NHG TX"/>
                        </a:rPr>
                        <a:t>⬤</a:t>
                      </a:r>
                      <a:endParaRPr sz="800" u="none" cap="none" strike="noStrike">
                        <a:solidFill>
                          <a:schemeClr val="accent2"/>
                        </a:solidFill>
                        <a:latin typeface="Verizon NHG TX"/>
                        <a:ea typeface="Verizon NHG TX"/>
                        <a:cs typeface="Verizon NHG TX"/>
                        <a:sym typeface="Verizon NHG TX"/>
                      </a:endParaRPr>
                    </a:p>
                    <a:p>
                      <a:pPr indent="0" lvl="0" marL="0" marR="0" rtl="0" algn="ctr">
                        <a:lnSpc>
                          <a:spcPct val="100000"/>
                        </a:lnSpc>
                        <a:spcBef>
                          <a:spcPts val="0"/>
                        </a:spcBef>
                        <a:spcAft>
                          <a:spcPts val="0"/>
                        </a:spcAft>
                        <a:buClr>
                          <a:srgbClr val="000000"/>
                        </a:buClr>
                        <a:buSzPts val="800"/>
                        <a:buFont typeface="Arial"/>
                        <a:buNone/>
                      </a:pPr>
                      <a:r>
                        <a:t/>
                      </a:r>
                      <a:endParaRPr sz="800" u="none" cap="none" strike="noStrike">
                        <a:solidFill>
                          <a:schemeClr val="accent2"/>
                        </a:solidFill>
                        <a:latin typeface="Verizon NHG TX"/>
                        <a:ea typeface="Verizon NHG TX"/>
                        <a:cs typeface="Verizon NHG TX"/>
                        <a:sym typeface="Verizon NHG TX"/>
                      </a:endParaRPr>
                    </a:p>
                  </a:txBody>
                  <a:tcPr marT="19050" marB="19050" marR="28575" marL="28575" anchor="ctr">
                    <a:lnL cap="flat" cmpd="sng" w="9525">
                      <a:solidFill>
                        <a:srgbClr val="D8D8D8"/>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57150" lvl="0" marL="114300" marR="0" rtl="0" algn="l">
                        <a:lnSpc>
                          <a:spcPct val="100000"/>
                        </a:lnSpc>
                        <a:spcBef>
                          <a:spcPts val="0"/>
                        </a:spcBef>
                        <a:spcAft>
                          <a:spcPts val="0"/>
                        </a:spcAft>
                        <a:buClr>
                          <a:srgbClr val="000000"/>
                        </a:buClr>
                        <a:buSzPts val="700"/>
                        <a:buFont typeface="Arial"/>
                        <a:buNone/>
                      </a:pPr>
                      <a:r>
                        <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Verizon NHG TX"/>
                        <a:ea typeface="Verizon NHG TX"/>
                        <a:cs typeface="Verizon NHG TX"/>
                        <a:sym typeface="Verizon NHG TX"/>
                      </a:endParaRPr>
                    </a:p>
                  </a:txBody>
                  <a:tcPr marT="0" marB="0" marR="18275" marL="1827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3" name="Shape 2223"/>
        <p:cNvGrpSpPr/>
        <p:nvPr/>
      </p:nvGrpSpPr>
      <p:grpSpPr>
        <a:xfrm>
          <a:off x="0" y="0"/>
          <a:ext cx="0" cy="0"/>
          <a:chOff x="0" y="0"/>
          <a:chExt cx="0" cy="0"/>
        </a:xfrm>
      </p:grpSpPr>
      <p:sp>
        <p:nvSpPr>
          <p:cNvPr id="2224" name="Google Shape;2224;p331"/>
          <p:cNvSpPr txBox="1"/>
          <p:nvPr>
            <p:ph type="title"/>
          </p:nvPr>
        </p:nvSpPr>
        <p:spPr>
          <a:xfrm>
            <a:off x="457200" y="247650"/>
            <a:ext cx="8533500" cy="342900"/>
          </a:xfrm>
          <a:prstGeom prst="rect">
            <a:avLst/>
          </a:prstGeom>
          <a:noFill/>
          <a:ln>
            <a:noFill/>
          </a:ln>
        </p:spPr>
        <p:txBody>
          <a:bodyPr anchorCtr="0" anchor="t" bIns="0" lIns="0" spcFirstLastPara="1" rIns="0" wrap="square" tIns="0">
            <a:normAutofit fontScale="90000"/>
          </a:bodyPr>
          <a:lstStyle/>
          <a:p>
            <a:pPr indent="0" lvl="0" marL="0" rtl="0" algn="l">
              <a:lnSpc>
                <a:spcPct val="80000"/>
              </a:lnSpc>
              <a:spcBef>
                <a:spcPts val="0"/>
              </a:spcBef>
              <a:spcAft>
                <a:spcPts val="0"/>
              </a:spcAft>
              <a:buClr>
                <a:schemeClr val="dk1"/>
              </a:buClr>
              <a:buSzPct val="136686"/>
              <a:buFont typeface="Arial"/>
              <a:buNone/>
            </a:pPr>
            <a:r>
              <a:rPr lang="en"/>
              <a:t>Design Systems | Quarterly Update - 4th Qtr </a:t>
            </a:r>
            <a:r>
              <a:rPr b="0" lang="en" sz="1300"/>
              <a:t>(Nov 2025)</a:t>
            </a:r>
            <a:endParaRPr b="0" sz="1300"/>
          </a:p>
          <a:p>
            <a:pPr indent="0" lvl="0" marL="0" rtl="0" algn="l">
              <a:lnSpc>
                <a:spcPct val="80000"/>
              </a:lnSpc>
              <a:spcBef>
                <a:spcPts val="0"/>
              </a:spcBef>
              <a:spcAft>
                <a:spcPts val="0"/>
              </a:spcAft>
              <a:buClr>
                <a:schemeClr val="dk1"/>
              </a:buClr>
              <a:buSzPct val="52380"/>
              <a:buFont typeface="Arial"/>
              <a:buNone/>
            </a:pPr>
            <a:r>
              <a:t/>
            </a:r>
            <a:endParaRPr/>
          </a:p>
          <a:p>
            <a:pPr indent="0" lvl="0" marL="0" rtl="0" algn="l">
              <a:lnSpc>
                <a:spcPct val="80000"/>
              </a:lnSpc>
              <a:spcBef>
                <a:spcPts val="0"/>
              </a:spcBef>
              <a:spcAft>
                <a:spcPts val="0"/>
              </a:spcAft>
              <a:buClr>
                <a:schemeClr val="dk1"/>
              </a:buClr>
              <a:buSzPct val="52380"/>
              <a:buFont typeface="Arial"/>
              <a:buNone/>
            </a:pPr>
            <a:r>
              <a:t/>
            </a:r>
            <a:endParaRPr/>
          </a:p>
          <a:p>
            <a:pPr indent="0" lvl="0" marL="0" rtl="0" algn="l">
              <a:lnSpc>
                <a:spcPct val="80000"/>
              </a:lnSpc>
              <a:spcBef>
                <a:spcPts val="0"/>
              </a:spcBef>
              <a:spcAft>
                <a:spcPts val="0"/>
              </a:spcAft>
              <a:buSzPct val="95238"/>
              <a:buNone/>
            </a:pPr>
            <a:r>
              <a:t/>
            </a:r>
            <a:endParaRPr/>
          </a:p>
        </p:txBody>
      </p:sp>
      <p:graphicFrame>
        <p:nvGraphicFramePr>
          <p:cNvPr id="2225" name="Google Shape;2225;p331"/>
          <p:cNvGraphicFramePr/>
          <p:nvPr/>
        </p:nvGraphicFramePr>
        <p:xfrm>
          <a:off x="452638" y="649741"/>
          <a:ext cx="3000000" cy="3000000"/>
        </p:xfrm>
        <a:graphic>
          <a:graphicData uri="http://schemas.openxmlformats.org/drawingml/2006/table">
            <a:tbl>
              <a:tblPr>
                <a:noFill/>
                <a:tableStyleId>{6A162CF1-3AEC-4ED0-B689-3D35A367426C}</a:tableStyleId>
              </a:tblPr>
              <a:tblGrid>
                <a:gridCol w="1315825"/>
                <a:gridCol w="457000"/>
                <a:gridCol w="2519900"/>
                <a:gridCol w="2570950"/>
                <a:gridCol w="1467850"/>
              </a:tblGrid>
              <a:tr h="228775">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latin typeface="Verizon NHG TX"/>
                          <a:ea typeface="Verizon NHG TX"/>
                          <a:cs typeface="Verizon NHG TX"/>
                          <a:sym typeface="Verizon NHG TX"/>
                        </a:rPr>
                        <a:t>Program</a:t>
                      </a:r>
                      <a:endParaRPr b="1" sz="800" u="none" cap="none" strike="noStrike">
                        <a:latin typeface="Verizon NHG TX"/>
                        <a:ea typeface="Verizon NHG TX"/>
                        <a:cs typeface="Verizon NHG TX"/>
                        <a:sym typeface="Verizon NHG TX"/>
                      </a:endParaRPr>
                    </a:p>
                  </a:txBody>
                  <a:tcPr marT="36575" marB="36575" marR="91425" marL="91425" anchor="b">
                    <a:lnL cap="flat" cmpd="sng" w="9525">
                      <a:solidFill>
                        <a:srgbClr val="D8D8D8">
                          <a:alpha val="0"/>
                        </a:srgbClr>
                      </a:solidFill>
                      <a:prstDash val="solid"/>
                      <a:round/>
                      <a:headEnd len="sm" w="sm" type="none"/>
                      <a:tailEnd len="sm" w="sm" type="none"/>
                    </a:lnL>
                    <a:lnR cap="flat" cmpd="sng" w="9525">
                      <a:solidFill>
                        <a:srgbClr val="D8D8D8"/>
                      </a:solidFill>
                      <a:prstDash val="dash"/>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D8D8D8"/>
                      </a:solidFill>
                      <a:prstDash val="solid"/>
                      <a:round/>
                      <a:headEnd len="sm" w="sm" type="none"/>
                      <a:tailEnd len="sm" w="sm" type="none"/>
                    </a:lnB>
                    <a:solidFill>
                      <a:srgbClr val="EFEFE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latin typeface="Verizon NHG TX"/>
                          <a:ea typeface="Verizon NHG TX"/>
                          <a:cs typeface="Verizon NHG TX"/>
                          <a:sym typeface="Verizon NHG TX"/>
                        </a:rPr>
                        <a:t>Overall</a:t>
                      </a:r>
                      <a:endParaRPr b="1" sz="800" u="none" cap="none" strike="noStrike">
                        <a:latin typeface="Verizon NHG TX"/>
                        <a:ea typeface="Verizon NHG TX"/>
                        <a:cs typeface="Verizon NHG TX"/>
                        <a:sym typeface="Verizon NHG TX"/>
                      </a:endParaRPr>
                    </a:p>
                    <a:p>
                      <a:pPr indent="0" lvl="0" marL="0" marR="0" rtl="0" algn="ctr">
                        <a:lnSpc>
                          <a:spcPct val="100000"/>
                        </a:lnSpc>
                        <a:spcBef>
                          <a:spcPts val="0"/>
                        </a:spcBef>
                        <a:spcAft>
                          <a:spcPts val="0"/>
                        </a:spcAft>
                        <a:buClr>
                          <a:srgbClr val="000000"/>
                        </a:buClr>
                        <a:buSzPts val="800"/>
                        <a:buFont typeface="Arial"/>
                        <a:buNone/>
                      </a:pPr>
                      <a:r>
                        <a:rPr b="1" lang="en" sz="800" u="none" cap="none" strike="noStrike">
                          <a:latin typeface="Verizon NHG TX"/>
                          <a:ea typeface="Verizon NHG TX"/>
                          <a:cs typeface="Verizon NHG TX"/>
                          <a:sym typeface="Verizon NHG TX"/>
                        </a:rPr>
                        <a:t>Status</a:t>
                      </a:r>
                      <a:endParaRPr sz="800" u="none" cap="none" strike="noStrike">
                        <a:latin typeface="Verizon NHG TX"/>
                        <a:ea typeface="Verizon NHG TX"/>
                        <a:cs typeface="Verizon NHG TX"/>
                        <a:sym typeface="Verizon NHG TX"/>
                      </a:endParaRPr>
                    </a:p>
                  </a:txBody>
                  <a:tcPr marT="0" marB="0" marR="0" marL="0" anchor="b">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CCCCCC"/>
                      </a:solidFill>
                      <a:prstDash val="solid"/>
                      <a:round/>
                      <a:headEnd len="sm" w="sm" type="none"/>
                      <a:tailEnd len="sm" w="sm" type="none"/>
                    </a:lnB>
                    <a:solidFill>
                      <a:srgbClr val="EFEFE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latin typeface="Verizon NHG TX"/>
                          <a:ea typeface="Verizon NHG TX"/>
                          <a:cs typeface="Verizon NHG TX"/>
                          <a:sym typeface="Verizon NHG TX"/>
                        </a:rPr>
                        <a:t>Q4 </a:t>
                      </a:r>
                      <a:r>
                        <a:rPr b="1" lang="en" sz="800" u="none" cap="none" strike="noStrike">
                          <a:solidFill>
                            <a:srgbClr val="000000"/>
                          </a:solidFill>
                          <a:latin typeface="Verizon NHG TX"/>
                          <a:ea typeface="Verizon NHG TX"/>
                          <a:cs typeface="Verizon NHG TX"/>
                          <a:sym typeface="Verizon NHG TX"/>
                        </a:rPr>
                        <a:t>Accomplishments</a:t>
                      </a:r>
                      <a:endParaRPr b="1" sz="800" u="none" cap="none" strike="noStrike">
                        <a:latin typeface="Verizon NHG TX"/>
                        <a:ea typeface="Verizon NHG TX"/>
                        <a:cs typeface="Verizon NHG TX"/>
                        <a:sym typeface="Verizon NHG TX"/>
                      </a:endParaRPr>
                    </a:p>
                  </a:txBody>
                  <a:tcPr marT="36575" marB="36575" marR="91425" marL="91425" anchor="b">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D8D8D8"/>
                      </a:solidFill>
                      <a:prstDash val="solid"/>
                      <a:round/>
                      <a:headEnd len="sm" w="sm" type="none"/>
                      <a:tailEnd len="sm" w="sm" type="none"/>
                    </a:lnB>
                    <a:solidFill>
                      <a:srgbClr val="EFEFE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latin typeface="Verizon NHG TX"/>
                          <a:ea typeface="Verizon NHG TX"/>
                          <a:cs typeface="Verizon NHG TX"/>
                          <a:sym typeface="Verizon NHG TX"/>
                        </a:rPr>
                        <a:t>Q1 2026 Milestones</a:t>
                      </a:r>
                      <a:endParaRPr b="1" sz="800" u="none" cap="none" strike="noStrike">
                        <a:latin typeface="Verizon NHG TX"/>
                        <a:ea typeface="Verizon NHG TX"/>
                        <a:cs typeface="Verizon NHG TX"/>
                        <a:sym typeface="Verizon NHG TX"/>
                      </a:endParaRPr>
                    </a:p>
                  </a:txBody>
                  <a:tcPr marT="36575" marB="36575" marR="91425" marL="91425" anchor="b">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D8D8D8"/>
                      </a:solidFill>
                      <a:prstDash val="solid"/>
                      <a:round/>
                      <a:headEnd len="sm" w="sm" type="none"/>
                      <a:tailEnd len="sm" w="sm" type="none"/>
                    </a:lnB>
                    <a:solidFill>
                      <a:srgbClr val="EFEFE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latin typeface="Verizon NHG TX"/>
                          <a:ea typeface="Verizon NHG TX"/>
                          <a:cs typeface="Verizon NHG TX"/>
                          <a:sym typeface="Verizon NHG TX"/>
                        </a:rPr>
                        <a:t>Success Metric</a:t>
                      </a:r>
                      <a:endParaRPr b="1" sz="800" u="none" cap="none" strike="noStrike">
                        <a:latin typeface="Verizon NHG TX"/>
                        <a:ea typeface="Verizon NHG TX"/>
                        <a:cs typeface="Verizon NHG TX"/>
                        <a:sym typeface="Verizon NHG TX"/>
                      </a:endParaRPr>
                    </a:p>
                  </a:txBody>
                  <a:tcPr marT="36575" marB="36575" marR="91425" marL="91425" anchor="b">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D8D8D8"/>
                      </a:solidFill>
                      <a:prstDash val="solid"/>
                      <a:round/>
                      <a:headEnd len="sm" w="sm" type="none"/>
                      <a:tailEnd len="sm" w="sm" type="none"/>
                    </a:lnB>
                    <a:solidFill>
                      <a:srgbClr val="EFEFEF"/>
                    </a:solidFill>
                  </a:tcPr>
                </a:tc>
              </a:tr>
              <a:tr h="411825">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solid"/>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100"/>
                        <a:buFont typeface="Arial"/>
                        <a:buNone/>
                      </a:pPr>
                      <a:r>
                        <a:rPr lang="en" sz="800" u="none" cap="none" strike="noStrike">
                          <a:solidFill>
                            <a:schemeClr val="accent2"/>
                          </a:solidFill>
                          <a:latin typeface="Verizon NHG TX"/>
                          <a:ea typeface="Verizon NHG TX"/>
                          <a:cs typeface="Verizon NHG TX"/>
                          <a:sym typeface="Verizon NHG TX"/>
                        </a:rPr>
                        <a:t>⬤</a:t>
                      </a:r>
                      <a:endParaRPr sz="800" u="none" cap="none" strike="noStrike">
                        <a:solidFill>
                          <a:schemeClr val="accent2"/>
                        </a:solidFill>
                        <a:latin typeface="Verizon NHG TX"/>
                        <a:ea typeface="Verizon NHG TX"/>
                        <a:cs typeface="Verizon NHG TX"/>
                        <a:sym typeface="Verizon NHG TX"/>
                      </a:endParaRPr>
                    </a:p>
                  </a:txBody>
                  <a:tcPr marT="19050" marB="19050" marR="28575" marL="28575" anchor="ctr">
                    <a:lnL cap="flat" cmpd="sng" w="9525">
                      <a:solidFill>
                        <a:srgbClr val="D8D8D8"/>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273050" lvl="0" marL="457200" marR="0" rtl="0" algn="l">
                        <a:lnSpc>
                          <a:spcPct val="100000"/>
                        </a:lnSpc>
                        <a:spcBef>
                          <a:spcPts val="0"/>
                        </a:spcBef>
                        <a:spcAft>
                          <a:spcPts val="0"/>
                        </a:spcAft>
                        <a:buClr>
                          <a:schemeClr val="dk1"/>
                        </a:buClr>
                        <a:buSzPts val="700"/>
                        <a:buFont typeface="Verizon NHG TX"/>
                        <a:buChar char="●"/>
                      </a:pPr>
                      <a:r>
                        <a:t/>
                      </a:r>
                      <a:endParaRPr sz="700" u="none" cap="none" strike="noStrike">
                        <a:solidFill>
                          <a:schemeClr val="dk1"/>
                        </a:solidFill>
                        <a:latin typeface="Verizon NHG TX"/>
                        <a:ea typeface="Verizon NHG TX"/>
                        <a:cs typeface="Verizon NHG TX"/>
                        <a:sym typeface="Verizon NHG TX"/>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Verizon NHG TX"/>
                        <a:ea typeface="Verizon NHG TX"/>
                        <a:cs typeface="Verizon NHG TX"/>
                        <a:sym typeface="Verizon NHG TX"/>
                      </a:endParaRPr>
                    </a:p>
                  </a:txBody>
                  <a:tcPr marT="0" marB="0" marR="18275" marL="1827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r>
              <a:tr h="500475">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solid"/>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chemeClr val="accent2"/>
                          </a:solidFill>
                          <a:latin typeface="Verizon NHG TX"/>
                          <a:ea typeface="Verizon NHG TX"/>
                          <a:cs typeface="Verizon NHG TX"/>
                          <a:sym typeface="Verizon NHG TX"/>
                        </a:rPr>
                        <a:t>⬤</a:t>
                      </a:r>
                      <a:endParaRPr sz="800" u="none" cap="none" strike="noStrike">
                        <a:solidFill>
                          <a:schemeClr val="accent2"/>
                        </a:solidFill>
                        <a:latin typeface="Verizon NHG TX"/>
                        <a:ea typeface="Verizon NHG TX"/>
                        <a:cs typeface="Verizon NHG TX"/>
                        <a:sym typeface="Verizon NHG TX"/>
                      </a:endParaRPr>
                    </a:p>
                  </a:txBody>
                  <a:tcPr marT="19050" marB="19050" marR="28575" marL="28575" anchor="ctr">
                    <a:lnL cap="flat" cmpd="sng" w="9525">
                      <a:solidFill>
                        <a:srgbClr val="D8D8D8"/>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57150" lvl="0" marL="114300" marR="0" rtl="0" algn="l">
                        <a:lnSpc>
                          <a:spcPct val="100000"/>
                        </a:lnSpc>
                        <a:spcBef>
                          <a:spcPts val="0"/>
                        </a:spcBef>
                        <a:spcAft>
                          <a:spcPts val="0"/>
                        </a:spcAft>
                        <a:buClr>
                          <a:srgbClr val="000000"/>
                        </a:buClr>
                        <a:buSzPts val="700"/>
                        <a:buFont typeface="Verizon NHG DS"/>
                        <a:buNone/>
                      </a:pPr>
                      <a:r>
                        <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Verizon NHG TX"/>
                        <a:ea typeface="Verizon NHG TX"/>
                        <a:cs typeface="Verizon NHG TX"/>
                        <a:sym typeface="Verizon NHG TX"/>
                      </a:endParaRPr>
                    </a:p>
                  </a:txBody>
                  <a:tcPr marT="0" marB="0" marR="18275" marL="1827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r>
              <a:tr h="400375">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solid"/>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 sz="800" u="none" cap="none" strike="noStrike">
                          <a:solidFill>
                            <a:schemeClr val="accent2"/>
                          </a:solidFill>
                          <a:latin typeface="Verizon NHG TX"/>
                          <a:ea typeface="Verizon NHG TX"/>
                          <a:cs typeface="Verizon NHG TX"/>
                          <a:sym typeface="Verizon NHG TX"/>
                        </a:rPr>
                        <a:t>⬤</a:t>
                      </a:r>
                      <a:endParaRPr sz="800" u="none" cap="none" strike="noStrike">
                        <a:solidFill>
                          <a:schemeClr val="accent2"/>
                        </a:solidFill>
                        <a:latin typeface="Verizon NHG TX"/>
                        <a:ea typeface="Verizon NHG TX"/>
                        <a:cs typeface="Verizon NHG TX"/>
                        <a:sym typeface="Verizon NHG TX"/>
                      </a:endParaRPr>
                    </a:p>
                  </a:txBody>
                  <a:tcPr marT="19050" marB="19050" marR="28575" marL="28575" anchor="ctr">
                    <a:lnL cap="flat" cmpd="sng" w="9525">
                      <a:solidFill>
                        <a:srgbClr val="D8D8D8"/>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57150" lvl="0" marL="114300" marR="0" rtl="0" algn="l">
                        <a:lnSpc>
                          <a:spcPct val="100000"/>
                        </a:lnSpc>
                        <a:spcBef>
                          <a:spcPts val="0"/>
                        </a:spcBef>
                        <a:spcAft>
                          <a:spcPts val="0"/>
                        </a:spcAft>
                        <a:buClr>
                          <a:srgbClr val="000000"/>
                        </a:buClr>
                        <a:buSzPts val="700"/>
                        <a:buFont typeface="Verizon NHG DS"/>
                        <a:buNone/>
                      </a:pPr>
                      <a:r>
                        <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Verizon NHG TX"/>
                        <a:ea typeface="Verizon NHG TX"/>
                        <a:cs typeface="Verizon NHG TX"/>
                        <a:sym typeface="Verizon NHG TX"/>
                      </a:endParaRPr>
                    </a:p>
                  </a:txBody>
                  <a:tcPr marT="0" marB="0" marR="18275" marL="1827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r>
              <a:tr h="500475">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solid"/>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chemeClr val="accent2"/>
                          </a:solidFill>
                          <a:latin typeface="Verizon NHG TX"/>
                          <a:ea typeface="Verizon NHG TX"/>
                          <a:cs typeface="Verizon NHG TX"/>
                          <a:sym typeface="Verizon NHG TX"/>
                        </a:rPr>
                        <a:t>⬤</a:t>
                      </a:r>
                      <a:endParaRPr sz="800" u="none" cap="none" strike="noStrike">
                        <a:solidFill>
                          <a:schemeClr val="accent2"/>
                        </a:solidFill>
                        <a:latin typeface="Verizon NHG TX"/>
                        <a:ea typeface="Verizon NHG TX"/>
                        <a:cs typeface="Verizon NHG TX"/>
                        <a:sym typeface="Verizon NHG TX"/>
                      </a:endParaRPr>
                    </a:p>
                  </a:txBody>
                  <a:tcPr marT="19050" marB="19050" marR="28575" marL="28575" anchor="ctr">
                    <a:lnL cap="flat" cmpd="sng" w="9525">
                      <a:solidFill>
                        <a:srgbClr val="D8D8D8"/>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57150" lvl="0" marL="114300" marR="0" rtl="0" algn="l">
                        <a:lnSpc>
                          <a:spcPct val="100000"/>
                        </a:lnSpc>
                        <a:spcBef>
                          <a:spcPts val="0"/>
                        </a:spcBef>
                        <a:spcAft>
                          <a:spcPts val="0"/>
                        </a:spcAft>
                        <a:buClr>
                          <a:srgbClr val="000000"/>
                        </a:buClr>
                        <a:buSzPts val="700"/>
                        <a:buFont typeface="Verizon NHG DS"/>
                        <a:buNone/>
                      </a:pPr>
                      <a:r>
                        <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Verizon NHG TX"/>
                        <a:ea typeface="Verizon NHG TX"/>
                        <a:cs typeface="Verizon NHG TX"/>
                        <a:sym typeface="Verizon NHG TX"/>
                      </a:endParaRPr>
                    </a:p>
                  </a:txBody>
                  <a:tcPr marT="0" marB="0" marR="18275" marL="1827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r>
              <a:tr h="400375">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solid"/>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chemeClr val="accent2"/>
                          </a:solidFill>
                          <a:latin typeface="Verizon NHG TX"/>
                          <a:ea typeface="Verizon NHG TX"/>
                          <a:cs typeface="Verizon NHG TX"/>
                          <a:sym typeface="Verizon NHG TX"/>
                        </a:rPr>
                        <a:t>⬤</a:t>
                      </a:r>
                      <a:endParaRPr sz="800" u="none" cap="none" strike="noStrike">
                        <a:solidFill>
                          <a:schemeClr val="accent2"/>
                        </a:solidFill>
                        <a:latin typeface="Verizon NHG TX"/>
                        <a:ea typeface="Verizon NHG TX"/>
                        <a:cs typeface="Verizon NHG TX"/>
                        <a:sym typeface="Verizon NHG TX"/>
                      </a:endParaRPr>
                    </a:p>
                  </a:txBody>
                  <a:tcPr marT="19050" marB="19050" marR="28575" marL="28575" anchor="ctr">
                    <a:lnL cap="flat" cmpd="sng" w="9525">
                      <a:solidFill>
                        <a:srgbClr val="D8D8D8"/>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57150" lvl="0" marL="114300" marR="0" rtl="0" algn="l">
                        <a:lnSpc>
                          <a:spcPct val="100000"/>
                        </a:lnSpc>
                        <a:spcBef>
                          <a:spcPts val="0"/>
                        </a:spcBef>
                        <a:spcAft>
                          <a:spcPts val="0"/>
                        </a:spcAft>
                        <a:buClr>
                          <a:srgbClr val="000000"/>
                        </a:buClr>
                        <a:buSzPts val="700"/>
                        <a:buFont typeface="Verizon NHG DS"/>
                        <a:buNone/>
                      </a:pPr>
                      <a:r>
                        <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Verizon NHG TX"/>
                        <a:ea typeface="Verizon NHG TX"/>
                        <a:cs typeface="Verizon NHG TX"/>
                        <a:sym typeface="Verizon NHG TX"/>
                      </a:endParaRPr>
                    </a:p>
                  </a:txBody>
                  <a:tcPr marT="0" marB="0" marR="18275" marL="1827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r>
              <a:tr h="400375">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solid"/>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chemeClr val="accent2"/>
                          </a:solidFill>
                          <a:latin typeface="Verizon NHG TX"/>
                          <a:ea typeface="Verizon NHG TX"/>
                          <a:cs typeface="Verizon NHG TX"/>
                          <a:sym typeface="Verizon NHG TX"/>
                        </a:rPr>
                        <a:t>⬤</a:t>
                      </a:r>
                      <a:endParaRPr sz="800" u="none" cap="none" strike="noStrike">
                        <a:solidFill>
                          <a:schemeClr val="accent2"/>
                        </a:solidFill>
                        <a:latin typeface="Verizon NHG TX"/>
                        <a:ea typeface="Verizon NHG TX"/>
                        <a:cs typeface="Verizon NHG TX"/>
                        <a:sym typeface="Verizon NHG TX"/>
                      </a:endParaRPr>
                    </a:p>
                    <a:p>
                      <a:pPr indent="0" lvl="0" marL="0" marR="0" rtl="0" algn="ctr">
                        <a:lnSpc>
                          <a:spcPct val="100000"/>
                        </a:lnSpc>
                        <a:spcBef>
                          <a:spcPts val="0"/>
                        </a:spcBef>
                        <a:spcAft>
                          <a:spcPts val="0"/>
                        </a:spcAft>
                        <a:buClr>
                          <a:srgbClr val="000000"/>
                        </a:buClr>
                        <a:buSzPts val="800"/>
                        <a:buFont typeface="Arial"/>
                        <a:buNone/>
                      </a:pPr>
                      <a:r>
                        <a:t/>
                      </a:r>
                      <a:endParaRPr sz="800" u="none" cap="none" strike="noStrike">
                        <a:solidFill>
                          <a:schemeClr val="accent2"/>
                        </a:solidFill>
                        <a:latin typeface="Verizon NHG TX"/>
                        <a:ea typeface="Verizon NHG TX"/>
                        <a:cs typeface="Verizon NHG TX"/>
                        <a:sym typeface="Verizon NHG TX"/>
                      </a:endParaRPr>
                    </a:p>
                  </a:txBody>
                  <a:tcPr marT="19050" marB="19050" marR="28575" marL="28575" anchor="ctr">
                    <a:lnL cap="flat" cmpd="sng" w="9525">
                      <a:solidFill>
                        <a:srgbClr val="D8D8D8"/>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57150" lvl="0" marL="114300" marR="0" rtl="0" algn="l">
                        <a:lnSpc>
                          <a:spcPct val="100000"/>
                        </a:lnSpc>
                        <a:spcBef>
                          <a:spcPts val="0"/>
                        </a:spcBef>
                        <a:spcAft>
                          <a:spcPts val="0"/>
                        </a:spcAft>
                        <a:buClr>
                          <a:srgbClr val="000000"/>
                        </a:buClr>
                        <a:buSzPts val="700"/>
                        <a:buFont typeface="Arial"/>
                        <a:buNone/>
                      </a:pPr>
                      <a:r>
                        <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Verizon NHG TX"/>
                        <a:ea typeface="Verizon NHG TX"/>
                        <a:cs typeface="Verizon NHG TX"/>
                        <a:sym typeface="Verizon NHG TX"/>
                      </a:endParaRPr>
                    </a:p>
                  </a:txBody>
                  <a:tcPr marT="0" marB="0" marR="18275" marL="1827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r>
              <a:tr h="400375">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solid"/>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chemeClr val="accent2"/>
                          </a:solidFill>
                          <a:latin typeface="Verizon NHG TX"/>
                          <a:ea typeface="Verizon NHG TX"/>
                          <a:cs typeface="Verizon NHG TX"/>
                          <a:sym typeface="Verizon NHG TX"/>
                        </a:rPr>
                        <a:t>⬤</a:t>
                      </a:r>
                      <a:endParaRPr sz="800" u="none" cap="none" strike="noStrike">
                        <a:solidFill>
                          <a:schemeClr val="accent2"/>
                        </a:solidFill>
                        <a:latin typeface="Verizon NHG TX"/>
                        <a:ea typeface="Verizon NHG TX"/>
                        <a:cs typeface="Verizon NHG TX"/>
                        <a:sym typeface="Verizon NHG TX"/>
                      </a:endParaRPr>
                    </a:p>
                    <a:p>
                      <a:pPr indent="0" lvl="0" marL="0" marR="0" rtl="0" algn="ctr">
                        <a:lnSpc>
                          <a:spcPct val="100000"/>
                        </a:lnSpc>
                        <a:spcBef>
                          <a:spcPts val="0"/>
                        </a:spcBef>
                        <a:spcAft>
                          <a:spcPts val="0"/>
                        </a:spcAft>
                        <a:buClr>
                          <a:srgbClr val="000000"/>
                        </a:buClr>
                        <a:buSzPts val="800"/>
                        <a:buFont typeface="Arial"/>
                        <a:buNone/>
                      </a:pPr>
                      <a:r>
                        <a:t/>
                      </a:r>
                      <a:endParaRPr sz="800" u="none" cap="none" strike="noStrike">
                        <a:solidFill>
                          <a:schemeClr val="accent2"/>
                        </a:solidFill>
                        <a:latin typeface="Verizon NHG TX"/>
                        <a:ea typeface="Verizon NHG TX"/>
                        <a:cs typeface="Verizon NHG TX"/>
                        <a:sym typeface="Verizon NHG TX"/>
                      </a:endParaRPr>
                    </a:p>
                  </a:txBody>
                  <a:tcPr marT="19050" marB="19050" marR="28575" marL="28575" anchor="ctr">
                    <a:lnL cap="flat" cmpd="sng" w="9525">
                      <a:solidFill>
                        <a:srgbClr val="D8D8D8"/>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c>
                  <a:txBody>
                    <a:bodyPr/>
                    <a:lstStyle/>
                    <a:p>
                      <a:pPr indent="-57150" lvl="0" marL="114300" marR="0" rtl="0" algn="l">
                        <a:lnSpc>
                          <a:spcPct val="100000"/>
                        </a:lnSpc>
                        <a:spcBef>
                          <a:spcPts val="0"/>
                        </a:spcBef>
                        <a:spcAft>
                          <a:spcPts val="0"/>
                        </a:spcAft>
                        <a:buClr>
                          <a:srgbClr val="000000"/>
                        </a:buClr>
                        <a:buSzPts val="700"/>
                        <a:buFont typeface="Arial"/>
                        <a:buNone/>
                      </a:pPr>
                      <a:r>
                        <a:t/>
                      </a:r>
                      <a:endParaRPr sz="700" u="none" cap="none" strike="noStrike">
                        <a:latin typeface="Verizon NHG TX"/>
                        <a:ea typeface="Verizon NHG TX"/>
                        <a:cs typeface="Verizon NHG TX"/>
                        <a:sym typeface="Verizon NHG TX"/>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latin typeface="Verizon NHG TX"/>
                        <a:ea typeface="Verizon NHG TX"/>
                        <a:cs typeface="Verizon NHG TX"/>
                        <a:sym typeface="Verizon NHG TX"/>
                      </a:endParaRPr>
                    </a:p>
                  </a:txBody>
                  <a:tcPr marT="0" marB="0" marR="18275" marL="1827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230" name="Shape 2230"/>
        <p:cNvGrpSpPr/>
        <p:nvPr/>
      </p:nvGrpSpPr>
      <p:grpSpPr>
        <a:xfrm>
          <a:off x="0" y="0"/>
          <a:ext cx="0" cy="0"/>
          <a:chOff x="0" y="0"/>
          <a:chExt cx="0" cy="0"/>
        </a:xfrm>
      </p:grpSpPr>
      <p:sp>
        <p:nvSpPr>
          <p:cNvPr id="2231" name="Google Shape;2231;p332"/>
          <p:cNvSpPr txBox="1"/>
          <p:nvPr>
            <p:ph type="title"/>
          </p:nvPr>
        </p:nvSpPr>
        <p:spPr>
          <a:xfrm>
            <a:off x="355399" y="1431425"/>
            <a:ext cx="4216500" cy="454500"/>
          </a:xfrm>
          <a:prstGeom prst="rect">
            <a:avLst/>
          </a:prstGeom>
          <a:noFill/>
          <a:ln>
            <a:noFill/>
          </a:ln>
        </p:spPr>
        <p:txBody>
          <a:bodyPr anchorCtr="0" anchor="t" bIns="0" lIns="0" spcFirstLastPara="1" rIns="0" wrap="square" tIns="0">
            <a:normAutofit fontScale="90000"/>
          </a:bodyPr>
          <a:lstStyle/>
          <a:p>
            <a:pPr indent="0" lvl="0" marL="0" rtl="0" algn="l">
              <a:lnSpc>
                <a:spcPct val="90000"/>
              </a:lnSpc>
              <a:spcBef>
                <a:spcPts val="0"/>
              </a:spcBef>
              <a:spcAft>
                <a:spcPts val="0"/>
              </a:spcAft>
              <a:buSzPct val="111111"/>
              <a:buNone/>
            </a:pPr>
            <a:r>
              <a:rPr lang="en">
                <a:solidFill>
                  <a:schemeClr val="lt1"/>
                </a:solidFill>
              </a:rPr>
              <a:t>Supporting Slides from December 2024 CX F2F </a:t>
            </a:r>
            <a:endParaRPr>
              <a:solidFill>
                <a:schemeClr val="lt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6" name="Shape 2236"/>
        <p:cNvGrpSpPr/>
        <p:nvPr/>
      </p:nvGrpSpPr>
      <p:grpSpPr>
        <a:xfrm>
          <a:off x="0" y="0"/>
          <a:ext cx="0" cy="0"/>
          <a:chOff x="0" y="0"/>
          <a:chExt cx="0" cy="0"/>
        </a:xfrm>
      </p:grpSpPr>
      <p:sp>
        <p:nvSpPr>
          <p:cNvPr id="2237" name="Google Shape;2237;p333"/>
          <p:cNvSpPr txBox="1"/>
          <p:nvPr>
            <p:ph idx="1" type="body"/>
          </p:nvPr>
        </p:nvSpPr>
        <p:spPr>
          <a:xfrm>
            <a:off x="4874363" y="119625"/>
            <a:ext cx="4038600" cy="4859400"/>
          </a:xfrm>
          <a:prstGeom prst="rect">
            <a:avLst/>
          </a:prstGeom>
          <a:noFill/>
          <a:ln>
            <a:noFill/>
          </a:ln>
        </p:spPr>
        <p:txBody>
          <a:bodyPr anchorCtr="0" anchor="t" bIns="68575" lIns="68575" spcFirstLastPara="1" rIns="68575" wrap="square" tIns="68575">
            <a:noAutofit/>
          </a:bodyPr>
          <a:lstStyle/>
          <a:p>
            <a:pPr indent="-311150" lvl="0" marL="342900" rtl="0" algn="l">
              <a:lnSpc>
                <a:spcPct val="98125"/>
              </a:lnSpc>
              <a:spcBef>
                <a:spcPts val="0"/>
              </a:spcBef>
              <a:spcAft>
                <a:spcPts val="0"/>
              </a:spcAft>
              <a:buSzPts val="2300"/>
              <a:buAutoNum type="arabicPeriod"/>
            </a:pPr>
            <a:r>
              <a:rPr lang="en" sz="2300"/>
              <a:t>Breakout into Teams</a:t>
            </a:r>
            <a:endParaRPr sz="2300"/>
          </a:p>
          <a:p>
            <a:pPr indent="-254000" lvl="1" marL="685800" rtl="0" algn="l">
              <a:lnSpc>
                <a:spcPct val="100000"/>
              </a:lnSpc>
              <a:spcBef>
                <a:spcPts val="0"/>
              </a:spcBef>
              <a:spcAft>
                <a:spcPts val="0"/>
              </a:spcAft>
              <a:buSzPts val="1400"/>
              <a:buAutoNum type="alphaLcPeriod"/>
            </a:pPr>
            <a:r>
              <a:rPr lang="en" sz="1400"/>
              <a:t>Experience Design</a:t>
            </a:r>
            <a:endParaRPr sz="1400"/>
          </a:p>
          <a:p>
            <a:pPr indent="-254000" lvl="1" marL="685800" rtl="0" algn="l">
              <a:lnSpc>
                <a:spcPct val="100000"/>
              </a:lnSpc>
              <a:spcBef>
                <a:spcPts val="0"/>
              </a:spcBef>
              <a:spcAft>
                <a:spcPts val="0"/>
              </a:spcAft>
              <a:buSzPts val="1400"/>
              <a:buAutoNum type="alphaLcPeriod"/>
            </a:pPr>
            <a:r>
              <a:rPr lang="en" sz="1400"/>
              <a:t>Experience Management</a:t>
            </a:r>
            <a:endParaRPr sz="1400"/>
          </a:p>
          <a:p>
            <a:pPr indent="-254000" lvl="1" marL="685800" rtl="0" algn="l">
              <a:lnSpc>
                <a:spcPct val="100000"/>
              </a:lnSpc>
              <a:spcBef>
                <a:spcPts val="0"/>
              </a:spcBef>
              <a:spcAft>
                <a:spcPts val="0"/>
              </a:spcAft>
              <a:buSzPts val="1400"/>
              <a:buAutoNum type="alphaLcPeriod"/>
            </a:pPr>
            <a:r>
              <a:rPr lang="en" sz="1400"/>
              <a:t>CX Strategy</a:t>
            </a:r>
            <a:endParaRPr sz="1400"/>
          </a:p>
          <a:p>
            <a:pPr indent="-311150" lvl="0" marL="342900" rtl="0" algn="l">
              <a:lnSpc>
                <a:spcPct val="98000"/>
              </a:lnSpc>
              <a:spcBef>
                <a:spcPts val="1500"/>
              </a:spcBef>
              <a:spcAft>
                <a:spcPts val="0"/>
              </a:spcAft>
              <a:buSzPts val="2300"/>
              <a:buAutoNum type="arabicPeriod"/>
            </a:pPr>
            <a:r>
              <a:rPr lang="en" sz="2300"/>
              <a:t>Detail Team Top XXXX</a:t>
            </a:r>
            <a:endParaRPr sz="2300"/>
          </a:p>
          <a:p>
            <a:pPr indent="-311150" lvl="0" marL="342900" rtl="0" algn="l">
              <a:lnSpc>
                <a:spcPct val="98000"/>
              </a:lnSpc>
              <a:spcBef>
                <a:spcPts val="1500"/>
              </a:spcBef>
              <a:spcAft>
                <a:spcPts val="0"/>
              </a:spcAft>
              <a:buSzPts val="2300"/>
              <a:buAutoNum type="arabicPeriod"/>
            </a:pPr>
            <a:r>
              <a:rPr lang="en" sz="2300"/>
              <a:t>Define in words where the top XXXX started (date??)</a:t>
            </a:r>
            <a:endParaRPr sz="2300"/>
          </a:p>
          <a:p>
            <a:pPr indent="-311150" lvl="0" marL="342900" rtl="0" algn="l">
              <a:lnSpc>
                <a:spcPct val="98000"/>
              </a:lnSpc>
              <a:spcBef>
                <a:spcPts val="1500"/>
              </a:spcBef>
              <a:spcAft>
                <a:spcPts val="0"/>
              </a:spcAft>
              <a:buSzPts val="2300"/>
              <a:buAutoNum type="arabicPeriod"/>
            </a:pPr>
            <a:r>
              <a:rPr lang="en" sz="2300"/>
              <a:t>Define in words where teh top xxxx needs to be (date???)</a:t>
            </a:r>
            <a:endParaRPr sz="2300"/>
          </a:p>
          <a:p>
            <a:pPr indent="-311150" lvl="0" marL="342900" rtl="0" algn="l">
              <a:lnSpc>
                <a:spcPct val="98000"/>
              </a:lnSpc>
              <a:spcBef>
                <a:spcPts val="1500"/>
              </a:spcBef>
              <a:spcAft>
                <a:spcPts val="0"/>
              </a:spcAft>
              <a:buSzPts val="2300"/>
              <a:buAutoNum type="arabicPeriod"/>
            </a:pPr>
            <a:r>
              <a:rPr lang="en" sz="2300"/>
              <a:t>Define where your team currently stands</a:t>
            </a:r>
            <a:endParaRPr sz="1400"/>
          </a:p>
          <a:p>
            <a:pPr indent="0" lvl="0" marL="0" rtl="0" algn="l">
              <a:lnSpc>
                <a:spcPct val="98125"/>
              </a:lnSpc>
              <a:spcBef>
                <a:spcPts val="0"/>
              </a:spcBef>
              <a:spcAft>
                <a:spcPts val="0"/>
              </a:spcAft>
              <a:buSzPts val="2400"/>
              <a:buNone/>
            </a:pPr>
            <a:r>
              <a:t/>
            </a:r>
            <a:endParaRPr sz="1400"/>
          </a:p>
        </p:txBody>
      </p:sp>
      <p:sp>
        <p:nvSpPr>
          <p:cNvPr id="2238" name="Google Shape;2238;p333"/>
          <p:cNvSpPr txBox="1"/>
          <p:nvPr>
            <p:ph type="title"/>
          </p:nvPr>
        </p:nvSpPr>
        <p:spPr>
          <a:xfrm>
            <a:off x="473869" y="469106"/>
            <a:ext cx="3571800" cy="3893700"/>
          </a:xfrm>
          <a:prstGeom prst="rect">
            <a:avLst/>
          </a:prstGeom>
          <a:noFill/>
          <a:ln>
            <a:noFill/>
          </a:ln>
        </p:spPr>
        <p:txBody>
          <a:bodyPr anchorCtr="0" anchor="t" bIns="0" lIns="0" spcFirstLastPara="1" rIns="0" wrap="square" tIns="0">
            <a:normAutofit/>
          </a:bodyPr>
          <a:lstStyle/>
          <a:p>
            <a:pPr indent="0" lvl="0" marL="0" rtl="0" algn="l">
              <a:lnSpc>
                <a:spcPct val="90000"/>
              </a:lnSpc>
              <a:spcBef>
                <a:spcPts val="0"/>
              </a:spcBef>
              <a:spcAft>
                <a:spcPts val="0"/>
              </a:spcAft>
              <a:buSzPts val="3600"/>
              <a:buNone/>
            </a:pPr>
            <a:r>
              <a:rPr lang="en"/>
              <a:t>Instructions</a:t>
            </a:r>
            <a:endParaRPr/>
          </a:p>
        </p:txBody>
      </p:sp>
      <p:sp>
        <p:nvSpPr>
          <p:cNvPr id="2239" name="Google Shape;2239;p333"/>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rgbClr val="000000"/>
              </a:buClr>
              <a:buSzPts val="1100"/>
              <a:buFont typeface="Arial"/>
              <a:buNone/>
            </a:pPr>
            <a:fld id="{00000000-1234-1234-1234-123412341234}" type="slidenum">
              <a:rPr lang="en">
                <a:solidFill>
                  <a:schemeClr val="lt1"/>
                </a:solidFill>
              </a:rPr>
              <a:t>‹#›</a:t>
            </a:fld>
            <a:endParaRPr>
              <a:solidFill>
                <a:schemeClr val="lt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4" name="Shape 2244"/>
        <p:cNvGrpSpPr/>
        <p:nvPr/>
      </p:nvGrpSpPr>
      <p:grpSpPr>
        <a:xfrm>
          <a:off x="0" y="0"/>
          <a:ext cx="0" cy="0"/>
          <a:chOff x="0" y="0"/>
          <a:chExt cx="0" cy="0"/>
        </a:xfrm>
      </p:grpSpPr>
      <p:sp>
        <p:nvSpPr>
          <p:cNvPr id="2245" name="Google Shape;2245;p334"/>
          <p:cNvSpPr txBox="1"/>
          <p:nvPr>
            <p:ph idx="12" type="sldNum"/>
          </p:nvPr>
        </p:nvSpPr>
        <p:spPr>
          <a:xfrm>
            <a:off x="6238132" y="3544436"/>
            <a:ext cx="264300" cy="1692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rgbClr val="000000"/>
              </a:buClr>
              <a:buSzPts val="1100"/>
              <a:buFont typeface="Arial"/>
              <a:buNone/>
            </a:pPr>
            <a:fld id="{00000000-1234-1234-1234-123412341234}" type="slidenum">
              <a:rPr lang="en"/>
              <a:t>‹#›</a:t>
            </a:fld>
            <a:endParaRPr/>
          </a:p>
        </p:txBody>
      </p:sp>
      <p:sp>
        <p:nvSpPr>
          <p:cNvPr id="2246" name="Google Shape;2246;p334"/>
          <p:cNvSpPr txBox="1"/>
          <p:nvPr>
            <p:ph idx="1" type="body"/>
          </p:nvPr>
        </p:nvSpPr>
        <p:spPr>
          <a:xfrm>
            <a:off x="473868" y="1188244"/>
            <a:ext cx="3343200" cy="3446700"/>
          </a:xfrm>
          <a:prstGeom prst="rect">
            <a:avLst/>
          </a:prstGeom>
          <a:solidFill>
            <a:schemeClr val="accent5"/>
          </a:solidFill>
          <a:ln>
            <a:noFill/>
          </a:ln>
        </p:spPr>
        <p:txBody>
          <a:bodyPr anchorCtr="0" anchor="t" bIns="0" lIns="0" spcFirstLastPara="1" rIns="0" wrap="square" tIns="0">
            <a:normAutofit/>
          </a:bodyPr>
          <a:lstStyle/>
          <a:p>
            <a:pPr indent="0" lvl="0" marL="0" rtl="0" algn="ctr">
              <a:lnSpc>
                <a:spcPct val="100000"/>
              </a:lnSpc>
              <a:spcBef>
                <a:spcPts val="800"/>
              </a:spcBef>
              <a:spcAft>
                <a:spcPts val="0"/>
              </a:spcAft>
              <a:buSzPts val="900"/>
              <a:buNone/>
            </a:pPr>
            <a:r>
              <a:rPr lang="en" sz="1300"/>
              <a:t>3 Leader Top Priorities</a:t>
            </a:r>
            <a:endParaRPr sz="1300"/>
          </a:p>
          <a:p>
            <a:pPr indent="0" lvl="0" marL="0" rtl="0" algn="ctr">
              <a:lnSpc>
                <a:spcPct val="100000"/>
              </a:lnSpc>
              <a:spcBef>
                <a:spcPts val="800"/>
              </a:spcBef>
              <a:spcAft>
                <a:spcPts val="0"/>
              </a:spcAft>
              <a:buSzPts val="900"/>
              <a:buNone/>
            </a:pPr>
            <a:r>
              <a:rPr lang="en" sz="1300">
                <a:solidFill>
                  <a:schemeClr val="accent6"/>
                </a:solidFill>
              </a:rPr>
              <a:t>(Definition: Work that will be delivered)</a:t>
            </a:r>
            <a:endParaRPr sz="1300">
              <a:solidFill>
                <a:schemeClr val="accent6"/>
              </a:solidFill>
            </a:endParaRPr>
          </a:p>
          <a:p>
            <a:pPr indent="0" lvl="0" marL="0" rtl="0" algn="ctr">
              <a:lnSpc>
                <a:spcPct val="100000"/>
              </a:lnSpc>
              <a:spcBef>
                <a:spcPts val="800"/>
              </a:spcBef>
              <a:spcAft>
                <a:spcPts val="0"/>
              </a:spcAft>
              <a:buSzPts val="900"/>
              <a:buNone/>
            </a:pPr>
            <a:r>
              <a:t/>
            </a:r>
            <a:endParaRPr sz="1300"/>
          </a:p>
          <a:p>
            <a:pPr indent="-247650" lvl="0" marL="342900" rtl="0" algn="l">
              <a:lnSpc>
                <a:spcPct val="100000"/>
              </a:lnSpc>
              <a:spcBef>
                <a:spcPts val="800"/>
              </a:spcBef>
              <a:spcAft>
                <a:spcPts val="0"/>
              </a:spcAft>
              <a:buSzPts val="1300"/>
              <a:buAutoNum type="arabicPeriod"/>
            </a:pPr>
            <a:r>
              <a:rPr lang="en" sz="1300"/>
              <a:t>Making Verizon Lovable</a:t>
            </a:r>
            <a:br>
              <a:rPr lang="en" sz="1300"/>
            </a:br>
            <a:r>
              <a:rPr b="0" lang="en" sz="1300"/>
              <a:t>(Rebalance to “Use” focus)</a:t>
            </a:r>
            <a:endParaRPr b="0" sz="1300"/>
          </a:p>
          <a:p>
            <a:pPr indent="-247650" lvl="0" marL="342900" rtl="0" algn="l">
              <a:lnSpc>
                <a:spcPct val="100000"/>
              </a:lnSpc>
              <a:spcBef>
                <a:spcPts val="1800"/>
              </a:spcBef>
              <a:spcAft>
                <a:spcPts val="0"/>
              </a:spcAft>
              <a:buSzPts val="1300"/>
              <a:buAutoNum type="arabicPeriod"/>
            </a:pPr>
            <a:r>
              <a:rPr lang="en" sz="1300"/>
              <a:t>Customer-Centricity</a:t>
            </a:r>
            <a:br>
              <a:rPr lang="en" sz="1300"/>
            </a:br>
            <a:r>
              <a:rPr b="0" lang="en" sz="1300"/>
              <a:t>(Customer Activities, Project Indiana)</a:t>
            </a:r>
            <a:endParaRPr b="0" sz="1300"/>
          </a:p>
          <a:p>
            <a:pPr indent="-247650" lvl="0" marL="342900" rtl="0" algn="l">
              <a:lnSpc>
                <a:spcPct val="100000"/>
              </a:lnSpc>
              <a:spcBef>
                <a:spcPts val="1800"/>
              </a:spcBef>
              <a:spcAft>
                <a:spcPts val="1800"/>
              </a:spcAft>
              <a:buSzPts val="1300"/>
              <a:buAutoNum type="arabicPeriod"/>
            </a:pPr>
            <a:r>
              <a:rPr lang="en" sz="1300"/>
              <a:t>Labor Optimization</a:t>
            </a:r>
            <a:br>
              <a:rPr lang="en" sz="1300"/>
            </a:br>
            <a:r>
              <a:rPr b="0" lang="en" sz="1300"/>
              <a:t>(Business Case II, Capex reporting)</a:t>
            </a:r>
            <a:endParaRPr b="0" sz="1300"/>
          </a:p>
        </p:txBody>
      </p:sp>
      <p:sp>
        <p:nvSpPr>
          <p:cNvPr id="2247" name="Google Shape;2247;p334"/>
          <p:cNvSpPr txBox="1"/>
          <p:nvPr>
            <p:ph idx="1" type="body"/>
          </p:nvPr>
        </p:nvSpPr>
        <p:spPr>
          <a:xfrm>
            <a:off x="4923956" y="1188244"/>
            <a:ext cx="3343200" cy="3446700"/>
          </a:xfrm>
          <a:prstGeom prst="rect">
            <a:avLst/>
          </a:prstGeom>
          <a:solidFill>
            <a:schemeClr val="accent5"/>
          </a:solidFill>
          <a:ln>
            <a:noFill/>
          </a:ln>
        </p:spPr>
        <p:txBody>
          <a:bodyPr anchorCtr="0" anchor="t" bIns="0" lIns="0" spcFirstLastPara="1" rIns="0" wrap="square" tIns="0">
            <a:normAutofit/>
          </a:bodyPr>
          <a:lstStyle/>
          <a:p>
            <a:pPr indent="0" lvl="0" marL="0" rtl="0" algn="ctr">
              <a:lnSpc>
                <a:spcPct val="100000"/>
              </a:lnSpc>
              <a:spcBef>
                <a:spcPts val="800"/>
              </a:spcBef>
              <a:spcAft>
                <a:spcPts val="0"/>
              </a:spcAft>
              <a:buSzPts val="900"/>
              <a:buNone/>
            </a:pPr>
            <a:r>
              <a:rPr lang="en" sz="1300"/>
              <a:t>2 Team Top Priorities</a:t>
            </a:r>
            <a:endParaRPr sz="1300"/>
          </a:p>
          <a:p>
            <a:pPr indent="0" lvl="0" marL="0" rtl="0" algn="ctr">
              <a:lnSpc>
                <a:spcPct val="100000"/>
              </a:lnSpc>
              <a:spcBef>
                <a:spcPts val="800"/>
              </a:spcBef>
              <a:spcAft>
                <a:spcPts val="0"/>
              </a:spcAft>
              <a:buSzPts val="900"/>
              <a:buNone/>
            </a:pPr>
            <a:r>
              <a:rPr lang="en" sz="1300">
                <a:solidFill>
                  <a:schemeClr val="accent6"/>
                </a:solidFill>
              </a:rPr>
              <a:t>(Definition:  training skills, team culture)</a:t>
            </a:r>
            <a:endParaRPr sz="1300">
              <a:solidFill>
                <a:schemeClr val="accent6"/>
              </a:solidFill>
            </a:endParaRPr>
          </a:p>
          <a:p>
            <a:pPr indent="0" lvl="0" marL="0" rtl="0" algn="ctr">
              <a:lnSpc>
                <a:spcPct val="100000"/>
              </a:lnSpc>
              <a:spcBef>
                <a:spcPts val="800"/>
              </a:spcBef>
              <a:spcAft>
                <a:spcPts val="0"/>
              </a:spcAft>
              <a:buSzPts val="900"/>
              <a:buNone/>
            </a:pPr>
            <a:r>
              <a:t/>
            </a:r>
            <a:endParaRPr sz="1300">
              <a:solidFill>
                <a:schemeClr val="accent6"/>
              </a:solidFill>
            </a:endParaRPr>
          </a:p>
          <a:p>
            <a:pPr indent="-247650" lvl="0" marL="342900" rtl="0" algn="l">
              <a:lnSpc>
                <a:spcPct val="100000"/>
              </a:lnSpc>
              <a:spcBef>
                <a:spcPts val="0"/>
              </a:spcBef>
              <a:spcAft>
                <a:spcPts val="0"/>
              </a:spcAft>
              <a:buSzPts val="1300"/>
              <a:buAutoNum type="arabicPeriod"/>
            </a:pPr>
            <a:r>
              <a:rPr lang="en" sz="1300"/>
              <a:t>Global team integration </a:t>
            </a:r>
            <a:endParaRPr sz="1300"/>
          </a:p>
          <a:p>
            <a:pPr indent="0" lvl="0" marL="342900" rtl="0" algn="l">
              <a:lnSpc>
                <a:spcPct val="100000"/>
              </a:lnSpc>
              <a:spcBef>
                <a:spcPts val="0"/>
              </a:spcBef>
              <a:spcAft>
                <a:spcPts val="0"/>
              </a:spcAft>
              <a:buSzPts val="900"/>
              <a:buNone/>
            </a:pPr>
            <a:r>
              <a:rPr b="0" lang="en" sz="1100"/>
              <a:t>Integrating 2024 and 2025 new hires into the Design team culture, building a community of practice with increased engagement, recognition and cross-team sharing</a:t>
            </a:r>
            <a:endParaRPr b="0" sz="1100"/>
          </a:p>
          <a:p>
            <a:pPr indent="-247650" lvl="0" marL="342900" rtl="0" algn="l">
              <a:lnSpc>
                <a:spcPct val="100000"/>
              </a:lnSpc>
              <a:spcBef>
                <a:spcPts val="0"/>
              </a:spcBef>
              <a:spcAft>
                <a:spcPts val="0"/>
              </a:spcAft>
              <a:buSzPts val="1300"/>
              <a:buAutoNum type="arabicPeriod"/>
            </a:pPr>
            <a:r>
              <a:rPr lang="en" sz="1300"/>
              <a:t>Organizational amplification</a:t>
            </a:r>
            <a:endParaRPr sz="1300"/>
          </a:p>
          <a:p>
            <a:pPr indent="0" lvl="0" marL="342900" rtl="0" algn="l">
              <a:lnSpc>
                <a:spcPct val="100000"/>
              </a:lnSpc>
              <a:spcBef>
                <a:spcPts val="0"/>
              </a:spcBef>
              <a:spcAft>
                <a:spcPts val="0"/>
              </a:spcAft>
              <a:buSzPts val="900"/>
              <a:buNone/>
            </a:pPr>
            <a:r>
              <a:rPr b="0" lang="en" sz="1100"/>
              <a:t>Increase awareness of Design work and impact across VCG, CXO and the enterprise by promoting cross-departmental collaboration, and ensuring broader organizational alignment with goals and priorities.</a:t>
            </a:r>
            <a:endParaRPr sz="1300"/>
          </a:p>
          <a:p>
            <a:pPr indent="0" lvl="0" marL="342900" rtl="0" algn="l">
              <a:lnSpc>
                <a:spcPct val="100000"/>
              </a:lnSpc>
              <a:spcBef>
                <a:spcPts val="800"/>
              </a:spcBef>
              <a:spcAft>
                <a:spcPts val="1800"/>
              </a:spcAft>
              <a:buSzPts val="900"/>
              <a:buNone/>
            </a:pPr>
            <a:r>
              <a:t/>
            </a:r>
            <a:endParaRPr sz="1300"/>
          </a:p>
        </p:txBody>
      </p:sp>
      <p:sp>
        <p:nvSpPr>
          <p:cNvPr id="2248" name="Google Shape;2248;p334"/>
          <p:cNvSpPr txBox="1"/>
          <p:nvPr/>
        </p:nvSpPr>
        <p:spPr>
          <a:xfrm>
            <a:off x="314325" y="302981"/>
            <a:ext cx="1815600" cy="132900"/>
          </a:xfrm>
          <a:prstGeom prst="rect">
            <a:avLst/>
          </a:prstGeom>
          <a:noFill/>
          <a:ln>
            <a:noFill/>
          </a:ln>
        </p:spPr>
        <p:txBody>
          <a:bodyPr anchorCtr="0" anchor="t" bIns="0" lIns="0" spcFirstLastPara="1" rIns="0" wrap="square" tIns="9525">
            <a:spAutoFit/>
          </a:bodyPr>
          <a:lstStyle/>
          <a:p>
            <a:pPr indent="0" lvl="0" marL="12700" marR="0" rtl="0" algn="l">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Verizon NHG TX"/>
                <a:ea typeface="Verizon NHG TX"/>
                <a:cs typeface="Verizon NHG TX"/>
                <a:sym typeface="Verizon NHG TX"/>
              </a:rPr>
              <a:t>2025 | Richard </a:t>
            </a:r>
            <a:endParaRPr b="0" i="0" sz="800" u="none" cap="none" strike="noStrike">
              <a:solidFill>
                <a:srgbClr val="000000"/>
              </a:solidFill>
              <a:latin typeface="Verizon NHG TX"/>
              <a:ea typeface="Verizon NHG TX"/>
              <a:cs typeface="Verizon NHG TX"/>
              <a:sym typeface="Verizon NHG TX"/>
            </a:endParaRPr>
          </a:p>
        </p:txBody>
      </p:sp>
      <p:sp>
        <p:nvSpPr>
          <p:cNvPr id="2249" name="Google Shape;2249;p334"/>
          <p:cNvSpPr txBox="1"/>
          <p:nvPr>
            <p:ph type="title"/>
          </p:nvPr>
        </p:nvSpPr>
        <p:spPr>
          <a:xfrm>
            <a:off x="311944" y="421670"/>
            <a:ext cx="6207300" cy="333000"/>
          </a:xfrm>
          <a:prstGeom prst="rect">
            <a:avLst/>
          </a:prstGeom>
          <a:noFill/>
          <a:ln>
            <a:noFill/>
          </a:ln>
        </p:spPr>
        <p:txBody>
          <a:bodyPr anchorCtr="0" anchor="t" bIns="0" lIns="0" spcFirstLastPara="1" rIns="0" wrap="square" tIns="9525">
            <a:spAutoFit/>
          </a:bodyPr>
          <a:lstStyle/>
          <a:p>
            <a:pPr indent="0" lvl="0" marL="12700" rtl="0" algn="l">
              <a:lnSpc>
                <a:spcPct val="100000"/>
              </a:lnSpc>
              <a:spcBef>
                <a:spcPts val="0"/>
              </a:spcBef>
              <a:spcAft>
                <a:spcPts val="0"/>
              </a:spcAft>
              <a:buSzPts val="2100"/>
              <a:buNone/>
            </a:pPr>
            <a:r>
              <a:rPr lang="en"/>
              <a:t>What’s needed to be successful?</a:t>
            </a:r>
            <a:endParaRPr sz="2100"/>
          </a:p>
        </p:txBody>
      </p:sp>
      <p:sp>
        <p:nvSpPr>
          <p:cNvPr id="2250" name="Google Shape;2250;p334"/>
          <p:cNvSpPr txBox="1"/>
          <p:nvPr/>
        </p:nvSpPr>
        <p:spPr>
          <a:xfrm>
            <a:off x="4068225" y="88894"/>
            <a:ext cx="1007700" cy="332700"/>
          </a:xfrm>
          <a:prstGeom prst="rect">
            <a:avLst/>
          </a:prstGeom>
          <a:solidFill>
            <a:srgbClr val="F5FF1E"/>
          </a:solidFill>
          <a:ln>
            <a:noFill/>
          </a:ln>
        </p:spPr>
        <p:txBody>
          <a:bodyPr anchorCtr="0" anchor="t"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Verizon NHG TX"/>
                <a:ea typeface="Verizon NHG TX"/>
                <a:cs typeface="Verizon NHG TX"/>
                <a:sym typeface="Verizon NHG TX"/>
              </a:rPr>
              <a:t>WIP</a:t>
            </a:r>
            <a:endParaRPr b="0" i="0" sz="900" u="none" cap="none" strike="noStrike">
              <a:solidFill>
                <a:schemeClr val="dk1"/>
              </a:solidFill>
              <a:latin typeface="Verizon NHG TX"/>
              <a:ea typeface="Verizon NHG TX"/>
              <a:cs typeface="Verizon NHG TX"/>
              <a:sym typeface="Verizon NHG TX"/>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5" name="Shape 2255"/>
        <p:cNvGrpSpPr/>
        <p:nvPr/>
      </p:nvGrpSpPr>
      <p:grpSpPr>
        <a:xfrm>
          <a:off x="0" y="0"/>
          <a:ext cx="0" cy="0"/>
          <a:chOff x="0" y="0"/>
          <a:chExt cx="0" cy="0"/>
        </a:xfrm>
      </p:grpSpPr>
      <p:sp>
        <p:nvSpPr>
          <p:cNvPr id="2256" name="Google Shape;2256;p335"/>
          <p:cNvSpPr txBox="1"/>
          <p:nvPr>
            <p:ph idx="12" type="sldNum"/>
          </p:nvPr>
        </p:nvSpPr>
        <p:spPr>
          <a:xfrm>
            <a:off x="6238132" y="3544436"/>
            <a:ext cx="264300" cy="1692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rgbClr val="000000"/>
              </a:buClr>
              <a:buSzPts val="1100"/>
              <a:buFont typeface="Arial"/>
              <a:buNone/>
            </a:pPr>
            <a:fld id="{00000000-1234-1234-1234-123412341234}" type="slidenum">
              <a:rPr lang="en"/>
              <a:t>‹#›</a:t>
            </a:fld>
            <a:endParaRPr/>
          </a:p>
        </p:txBody>
      </p:sp>
      <p:sp>
        <p:nvSpPr>
          <p:cNvPr id="2257" name="Google Shape;2257;p335"/>
          <p:cNvSpPr txBox="1"/>
          <p:nvPr>
            <p:ph idx="1" type="body"/>
          </p:nvPr>
        </p:nvSpPr>
        <p:spPr>
          <a:xfrm>
            <a:off x="359569" y="988969"/>
            <a:ext cx="7925400" cy="3446700"/>
          </a:xfrm>
          <a:prstGeom prst="rect">
            <a:avLst/>
          </a:prstGeom>
          <a:solidFill>
            <a:schemeClr val="accent5"/>
          </a:solidFill>
          <a:ln>
            <a:noFill/>
          </a:ln>
        </p:spPr>
        <p:txBody>
          <a:bodyPr anchorCtr="0" anchor="t" bIns="0" lIns="0" spcFirstLastPara="1" rIns="0" wrap="square" tIns="0">
            <a:normAutofit/>
          </a:bodyPr>
          <a:lstStyle/>
          <a:p>
            <a:pPr indent="0" lvl="0" marL="0" rtl="0" algn="ctr">
              <a:lnSpc>
                <a:spcPct val="100000"/>
              </a:lnSpc>
              <a:spcBef>
                <a:spcPts val="800"/>
              </a:spcBef>
              <a:spcAft>
                <a:spcPts val="0"/>
              </a:spcAft>
              <a:buSzPts val="900"/>
              <a:buNone/>
            </a:pPr>
            <a:r>
              <a:t/>
            </a:r>
            <a:endParaRPr sz="1300"/>
          </a:p>
          <a:p>
            <a:pPr indent="-234950" lvl="0" marL="342900" rtl="0" algn="l">
              <a:lnSpc>
                <a:spcPct val="100000"/>
              </a:lnSpc>
              <a:spcBef>
                <a:spcPts val="800"/>
              </a:spcBef>
              <a:spcAft>
                <a:spcPts val="0"/>
              </a:spcAft>
              <a:buSzPts val="1100"/>
              <a:buAutoNum type="arabicPeriod"/>
            </a:pPr>
            <a:r>
              <a:rPr lang="en" sz="1100"/>
              <a:t>Agreement from Sampath and Directs that “making lovable products” should be a priority.</a:t>
            </a:r>
            <a:endParaRPr sz="1100"/>
          </a:p>
          <a:p>
            <a:pPr indent="-234950" lvl="0" marL="342900" rtl="0" algn="l">
              <a:lnSpc>
                <a:spcPct val="100000"/>
              </a:lnSpc>
              <a:spcBef>
                <a:spcPts val="1800"/>
              </a:spcBef>
              <a:spcAft>
                <a:spcPts val="0"/>
              </a:spcAft>
              <a:buSzPts val="1100"/>
              <a:buAutoNum type="arabicPeriod"/>
            </a:pPr>
            <a:r>
              <a:rPr lang="en" sz="1100"/>
              <a:t>Additional funding toward the Product organization.</a:t>
            </a:r>
            <a:endParaRPr sz="1100"/>
          </a:p>
          <a:p>
            <a:pPr indent="-234950" lvl="0" marL="342900" rtl="0" algn="l">
              <a:lnSpc>
                <a:spcPct val="100000"/>
              </a:lnSpc>
              <a:spcBef>
                <a:spcPts val="1800"/>
              </a:spcBef>
              <a:spcAft>
                <a:spcPts val="0"/>
              </a:spcAft>
              <a:buSzPts val="1100"/>
              <a:buAutoNum type="arabicPeriod"/>
            </a:pPr>
            <a:r>
              <a:rPr lang="en" sz="1100"/>
              <a:t>Adoption of Customer Activities with the CXO.</a:t>
            </a:r>
            <a:endParaRPr sz="1100"/>
          </a:p>
          <a:p>
            <a:pPr indent="-234950" lvl="0" marL="342900" rtl="0" algn="l">
              <a:lnSpc>
                <a:spcPct val="100000"/>
              </a:lnSpc>
              <a:spcBef>
                <a:spcPts val="1800"/>
              </a:spcBef>
              <a:spcAft>
                <a:spcPts val="0"/>
              </a:spcAft>
              <a:buSzPts val="1100"/>
              <a:buAutoNum type="arabicPeriod"/>
            </a:pPr>
            <a:r>
              <a:rPr lang="en" sz="1100"/>
              <a:t>Customer-Centric measures and DRIs being held accountable to them.</a:t>
            </a:r>
            <a:endParaRPr sz="1100"/>
          </a:p>
          <a:p>
            <a:pPr indent="-234950" lvl="0" marL="342900" rtl="0" algn="l">
              <a:lnSpc>
                <a:spcPct val="100000"/>
              </a:lnSpc>
              <a:spcBef>
                <a:spcPts val="1800"/>
              </a:spcBef>
              <a:spcAft>
                <a:spcPts val="1800"/>
              </a:spcAft>
              <a:buSzPts val="1100"/>
              <a:buAutoNum type="arabicPeriod"/>
            </a:pPr>
            <a:r>
              <a:rPr lang="en" sz="1100"/>
              <a:t>Empowerment to manage the department by dollars not headcount.</a:t>
            </a:r>
            <a:endParaRPr sz="1300"/>
          </a:p>
        </p:txBody>
      </p:sp>
      <p:sp>
        <p:nvSpPr>
          <p:cNvPr id="2258" name="Google Shape;2258;p335"/>
          <p:cNvSpPr txBox="1"/>
          <p:nvPr/>
        </p:nvSpPr>
        <p:spPr>
          <a:xfrm>
            <a:off x="314325" y="302981"/>
            <a:ext cx="1717500" cy="132900"/>
          </a:xfrm>
          <a:prstGeom prst="rect">
            <a:avLst/>
          </a:prstGeom>
          <a:noFill/>
          <a:ln>
            <a:noFill/>
          </a:ln>
        </p:spPr>
        <p:txBody>
          <a:bodyPr anchorCtr="0" anchor="t" bIns="0" lIns="0" spcFirstLastPara="1" rIns="0" wrap="square" tIns="9525">
            <a:spAutoFit/>
          </a:bodyPr>
          <a:lstStyle/>
          <a:p>
            <a:pPr indent="0" lvl="0" marL="12700" marR="0" rtl="0" algn="l">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Verizon NHG TX"/>
                <a:ea typeface="Verizon NHG TX"/>
                <a:cs typeface="Verizon NHG TX"/>
                <a:sym typeface="Verizon NHG TX"/>
              </a:rPr>
              <a:t>2025 | Richard</a:t>
            </a:r>
            <a:endParaRPr b="0" i="0" sz="800" u="none" cap="none" strike="noStrike">
              <a:solidFill>
                <a:srgbClr val="000000"/>
              </a:solidFill>
              <a:latin typeface="Verizon NHG TX"/>
              <a:ea typeface="Verizon NHG TX"/>
              <a:cs typeface="Verizon NHG TX"/>
              <a:sym typeface="Verizon NHG TX"/>
            </a:endParaRPr>
          </a:p>
        </p:txBody>
      </p:sp>
      <p:sp>
        <p:nvSpPr>
          <p:cNvPr id="2259" name="Google Shape;2259;p335"/>
          <p:cNvSpPr txBox="1"/>
          <p:nvPr>
            <p:ph type="title"/>
          </p:nvPr>
        </p:nvSpPr>
        <p:spPr>
          <a:xfrm>
            <a:off x="311944" y="421670"/>
            <a:ext cx="6207300" cy="333000"/>
          </a:xfrm>
          <a:prstGeom prst="rect">
            <a:avLst/>
          </a:prstGeom>
          <a:noFill/>
          <a:ln>
            <a:noFill/>
          </a:ln>
        </p:spPr>
        <p:txBody>
          <a:bodyPr anchorCtr="0" anchor="t" bIns="0" lIns="0" spcFirstLastPara="1" rIns="0" wrap="square" tIns="9525">
            <a:spAutoFit/>
          </a:bodyPr>
          <a:lstStyle/>
          <a:p>
            <a:pPr indent="0" lvl="0" marL="12700" rtl="0" algn="l">
              <a:lnSpc>
                <a:spcPct val="100000"/>
              </a:lnSpc>
              <a:spcBef>
                <a:spcPts val="0"/>
              </a:spcBef>
              <a:spcAft>
                <a:spcPts val="0"/>
              </a:spcAft>
              <a:buSzPts val="2100"/>
              <a:buNone/>
            </a:pPr>
            <a:r>
              <a:rPr lang="en"/>
              <a:t>What’s needed to be successful?</a:t>
            </a:r>
            <a:endParaRPr sz="21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4" name="Shape 2264"/>
        <p:cNvGrpSpPr/>
        <p:nvPr/>
      </p:nvGrpSpPr>
      <p:grpSpPr>
        <a:xfrm>
          <a:off x="0" y="0"/>
          <a:ext cx="0" cy="0"/>
          <a:chOff x="0" y="0"/>
          <a:chExt cx="0" cy="0"/>
        </a:xfrm>
      </p:grpSpPr>
      <p:sp>
        <p:nvSpPr>
          <p:cNvPr id="2265" name="Google Shape;2265;p336"/>
          <p:cNvSpPr txBox="1"/>
          <p:nvPr>
            <p:ph idx="12" type="sldNum"/>
          </p:nvPr>
        </p:nvSpPr>
        <p:spPr>
          <a:xfrm>
            <a:off x="6238132" y="3544436"/>
            <a:ext cx="264300" cy="1692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rgbClr val="000000"/>
              </a:buClr>
              <a:buSzPts val="1100"/>
              <a:buFont typeface="Arial"/>
              <a:buNone/>
            </a:pPr>
            <a:fld id="{00000000-1234-1234-1234-123412341234}" type="slidenum">
              <a:rPr lang="en"/>
              <a:t>‹#›</a:t>
            </a:fld>
            <a:endParaRPr/>
          </a:p>
        </p:txBody>
      </p:sp>
      <p:sp>
        <p:nvSpPr>
          <p:cNvPr id="2266" name="Google Shape;2266;p336"/>
          <p:cNvSpPr txBox="1"/>
          <p:nvPr>
            <p:ph idx="1" type="body"/>
          </p:nvPr>
        </p:nvSpPr>
        <p:spPr>
          <a:xfrm>
            <a:off x="311944" y="905513"/>
            <a:ext cx="4199700" cy="4238100"/>
          </a:xfrm>
          <a:prstGeom prst="rect">
            <a:avLst/>
          </a:prstGeom>
          <a:solidFill>
            <a:schemeClr val="accent5"/>
          </a:solidFill>
          <a:ln>
            <a:noFill/>
          </a:ln>
        </p:spPr>
        <p:txBody>
          <a:bodyPr anchorCtr="0" anchor="t" bIns="137150" lIns="137150" spcFirstLastPara="1" rIns="137150" wrap="square" tIns="137150">
            <a:normAutofit/>
          </a:bodyPr>
          <a:lstStyle/>
          <a:p>
            <a:pPr indent="0" lvl="0" marL="0" rtl="0" algn="l">
              <a:lnSpc>
                <a:spcPct val="100000"/>
              </a:lnSpc>
              <a:spcBef>
                <a:spcPts val="800"/>
              </a:spcBef>
              <a:spcAft>
                <a:spcPts val="0"/>
              </a:spcAft>
              <a:buSzPts val="900"/>
              <a:buNone/>
            </a:pPr>
            <a:r>
              <a:rPr lang="en" sz="1300"/>
              <a:t>3 Leader Top Priorities</a:t>
            </a:r>
            <a:endParaRPr sz="1300"/>
          </a:p>
          <a:p>
            <a:pPr indent="0" lvl="0" marL="0" rtl="0" algn="l">
              <a:lnSpc>
                <a:spcPct val="100000"/>
              </a:lnSpc>
              <a:spcBef>
                <a:spcPts val="800"/>
              </a:spcBef>
              <a:spcAft>
                <a:spcPts val="0"/>
              </a:spcAft>
              <a:buSzPts val="900"/>
              <a:buNone/>
            </a:pPr>
            <a:r>
              <a:rPr lang="en" sz="1300">
                <a:solidFill>
                  <a:schemeClr val="accent6"/>
                </a:solidFill>
              </a:rPr>
              <a:t>(Definition: Work that will be delivered)</a:t>
            </a:r>
            <a:endParaRPr sz="1300">
              <a:solidFill>
                <a:schemeClr val="accent6"/>
              </a:solidFill>
            </a:endParaRPr>
          </a:p>
          <a:p>
            <a:pPr indent="0" lvl="0" marL="177800" rtl="0" algn="l">
              <a:lnSpc>
                <a:spcPct val="100000"/>
              </a:lnSpc>
              <a:spcBef>
                <a:spcPts val="800"/>
              </a:spcBef>
              <a:spcAft>
                <a:spcPts val="0"/>
              </a:spcAft>
              <a:buSzPts val="900"/>
              <a:buNone/>
            </a:pPr>
            <a:r>
              <a:t/>
            </a:r>
            <a:endParaRPr sz="1300"/>
          </a:p>
          <a:p>
            <a:pPr indent="-82550" lvl="0" marL="177800" rtl="0" algn="l">
              <a:lnSpc>
                <a:spcPct val="100000"/>
              </a:lnSpc>
              <a:spcBef>
                <a:spcPts val="200"/>
              </a:spcBef>
              <a:spcAft>
                <a:spcPts val="0"/>
              </a:spcAft>
              <a:buSzPts val="1300"/>
              <a:buAutoNum type="arabicPeriod"/>
            </a:pPr>
            <a:r>
              <a:rPr lang="en" sz="1300"/>
              <a:t>Enable key initiatives through VDS</a:t>
            </a:r>
            <a:endParaRPr sz="1300"/>
          </a:p>
          <a:p>
            <a:pPr indent="-82550" lvl="1" marL="177800" rtl="0" algn="l">
              <a:lnSpc>
                <a:spcPct val="100000"/>
              </a:lnSpc>
              <a:spcBef>
                <a:spcPts val="200"/>
              </a:spcBef>
              <a:spcAft>
                <a:spcPts val="0"/>
              </a:spcAft>
              <a:buSzPts val="1300"/>
              <a:buChar char="○"/>
            </a:pPr>
            <a:r>
              <a:rPr lang="en" sz="1300"/>
              <a:t>VDS Monarch</a:t>
            </a:r>
            <a:endParaRPr sz="1300"/>
          </a:p>
          <a:p>
            <a:pPr indent="-82550" lvl="1" marL="177800" rtl="0" algn="l">
              <a:lnSpc>
                <a:spcPct val="100000"/>
              </a:lnSpc>
              <a:spcBef>
                <a:spcPts val="200"/>
              </a:spcBef>
              <a:spcAft>
                <a:spcPts val="0"/>
              </a:spcAft>
              <a:buSzPts val="1300"/>
              <a:buChar char="○"/>
            </a:pPr>
            <a:r>
              <a:rPr lang="en" sz="1300"/>
              <a:t>Expanded NGD optimization</a:t>
            </a:r>
            <a:br>
              <a:rPr lang="en" sz="1300"/>
            </a:br>
            <a:endParaRPr sz="1300"/>
          </a:p>
          <a:p>
            <a:pPr indent="-82550" lvl="0" marL="177800" rtl="0" algn="l">
              <a:lnSpc>
                <a:spcPct val="100000"/>
              </a:lnSpc>
              <a:spcBef>
                <a:spcPts val="200"/>
              </a:spcBef>
              <a:spcAft>
                <a:spcPts val="0"/>
              </a:spcAft>
              <a:buSzPts val="1300"/>
              <a:buAutoNum type="arabicPeriod"/>
            </a:pPr>
            <a:r>
              <a:rPr lang="en" sz="1300"/>
              <a:t>Expand VDS capabilities</a:t>
            </a:r>
            <a:endParaRPr sz="1300"/>
          </a:p>
          <a:p>
            <a:pPr indent="-82550" lvl="1" marL="177800" rtl="0" algn="l">
              <a:lnSpc>
                <a:spcPct val="100000"/>
              </a:lnSpc>
              <a:spcBef>
                <a:spcPts val="200"/>
              </a:spcBef>
              <a:spcAft>
                <a:spcPts val="0"/>
              </a:spcAft>
              <a:buSzPts val="1300"/>
              <a:buChar char="○"/>
            </a:pPr>
            <a:r>
              <a:rPr lang="en" sz="1300"/>
              <a:t>Expansion support for Retail</a:t>
            </a:r>
            <a:endParaRPr sz="1300"/>
          </a:p>
          <a:p>
            <a:pPr indent="-82550" lvl="1" marL="177800" rtl="0" algn="l">
              <a:lnSpc>
                <a:spcPct val="100000"/>
              </a:lnSpc>
              <a:spcBef>
                <a:spcPts val="200"/>
              </a:spcBef>
              <a:spcAft>
                <a:spcPts val="0"/>
              </a:spcAft>
              <a:buSzPts val="1300"/>
              <a:buChar char="○"/>
            </a:pPr>
            <a:r>
              <a:rPr lang="en" sz="1300"/>
              <a:t>Expand Native Component library</a:t>
            </a:r>
            <a:endParaRPr sz="1300"/>
          </a:p>
          <a:p>
            <a:pPr indent="-82550" lvl="1" marL="177800" rtl="0" algn="l">
              <a:lnSpc>
                <a:spcPct val="100000"/>
              </a:lnSpc>
              <a:spcBef>
                <a:spcPts val="200"/>
              </a:spcBef>
              <a:spcAft>
                <a:spcPts val="0"/>
              </a:spcAft>
              <a:buSzPts val="1300"/>
              <a:buChar char="○"/>
            </a:pPr>
            <a:r>
              <a:rPr lang="en" sz="1300"/>
              <a:t>AI enhancements</a:t>
            </a:r>
            <a:br>
              <a:rPr lang="en" sz="1300"/>
            </a:br>
            <a:endParaRPr sz="1300"/>
          </a:p>
          <a:p>
            <a:pPr indent="-82550" lvl="0" marL="177800" rtl="0" algn="l">
              <a:lnSpc>
                <a:spcPct val="100000"/>
              </a:lnSpc>
              <a:spcBef>
                <a:spcPts val="200"/>
              </a:spcBef>
              <a:spcAft>
                <a:spcPts val="0"/>
              </a:spcAft>
              <a:buSzPts val="1300"/>
              <a:buAutoNum type="arabicPeriod"/>
            </a:pPr>
            <a:r>
              <a:rPr lang="en" sz="1300"/>
              <a:t>Raise awareness of VDS</a:t>
            </a:r>
            <a:endParaRPr sz="1300"/>
          </a:p>
          <a:p>
            <a:pPr indent="-82550" lvl="1" marL="177800" rtl="0" algn="l">
              <a:lnSpc>
                <a:spcPct val="100000"/>
              </a:lnSpc>
              <a:spcBef>
                <a:spcPts val="200"/>
              </a:spcBef>
              <a:spcAft>
                <a:spcPts val="200"/>
              </a:spcAft>
              <a:buSzPts val="1300"/>
              <a:buChar char="○"/>
            </a:pPr>
            <a:r>
              <a:rPr lang="en" sz="1300"/>
              <a:t>Launch more training and onboarding courses</a:t>
            </a:r>
            <a:endParaRPr sz="1300"/>
          </a:p>
        </p:txBody>
      </p:sp>
      <p:sp>
        <p:nvSpPr>
          <p:cNvPr id="2267" name="Google Shape;2267;p336"/>
          <p:cNvSpPr txBox="1"/>
          <p:nvPr>
            <p:ph idx="1" type="body"/>
          </p:nvPr>
        </p:nvSpPr>
        <p:spPr>
          <a:xfrm>
            <a:off x="4598794" y="905513"/>
            <a:ext cx="4199700" cy="4238100"/>
          </a:xfrm>
          <a:prstGeom prst="rect">
            <a:avLst/>
          </a:prstGeom>
          <a:solidFill>
            <a:schemeClr val="accent5"/>
          </a:solidFill>
          <a:ln>
            <a:noFill/>
          </a:ln>
        </p:spPr>
        <p:txBody>
          <a:bodyPr anchorCtr="0" anchor="t" bIns="137150" lIns="137150" spcFirstLastPara="1" rIns="137150" wrap="square" tIns="137150">
            <a:normAutofit/>
          </a:bodyPr>
          <a:lstStyle/>
          <a:p>
            <a:pPr indent="0" lvl="0" marL="0" rtl="0" algn="l">
              <a:lnSpc>
                <a:spcPct val="100000"/>
              </a:lnSpc>
              <a:spcBef>
                <a:spcPts val="800"/>
              </a:spcBef>
              <a:spcAft>
                <a:spcPts val="0"/>
              </a:spcAft>
              <a:buSzPts val="900"/>
              <a:buNone/>
            </a:pPr>
            <a:r>
              <a:rPr lang="en" sz="1300"/>
              <a:t>2 Team Top Priorities</a:t>
            </a:r>
            <a:endParaRPr sz="1300"/>
          </a:p>
          <a:p>
            <a:pPr indent="0" lvl="0" marL="0" rtl="0" algn="l">
              <a:lnSpc>
                <a:spcPct val="100000"/>
              </a:lnSpc>
              <a:spcBef>
                <a:spcPts val="800"/>
              </a:spcBef>
              <a:spcAft>
                <a:spcPts val="0"/>
              </a:spcAft>
              <a:buSzPts val="900"/>
              <a:buNone/>
            </a:pPr>
            <a:r>
              <a:rPr lang="en" sz="1300">
                <a:solidFill>
                  <a:schemeClr val="accent6"/>
                </a:solidFill>
              </a:rPr>
              <a:t>(Definition:  training skills, team culture)</a:t>
            </a:r>
            <a:endParaRPr sz="1300">
              <a:solidFill>
                <a:schemeClr val="accent6"/>
              </a:solidFill>
            </a:endParaRPr>
          </a:p>
          <a:p>
            <a:pPr indent="-247650" lvl="0" marL="342900" rtl="0" algn="l">
              <a:lnSpc>
                <a:spcPct val="100000"/>
              </a:lnSpc>
              <a:spcBef>
                <a:spcPts val="800"/>
              </a:spcBef>
              <a:spcAft>
                <a:spcPts val="0"/>
              </a:spcAft>
              <a:buSzPts val="1300"/>
              <a:buAutoNum type="arabicPeriod"/>
            </a:pPr>
            <a:r>
              <a:rPr lang="en" sz="1300"/>
              <a:t>Greater transparency and communication on what the team is working on, when it will be delivered, and how teams can utilize it.</a:t>
            </a:r>
            <a:endParaRPr sz="1300"/>
          </a:p>
          <a:p>
            <a:pPr indent="-247650" lvl="0" marL="342900" rtl="0" algn="l">
              <a:lnSpc>
                <a:spcPct val="100000"/>
              </a:lnSpc>
              <a:spcBef>
                <a:spcPts val="1800"/>
              </a:spcBef>
              <a:spcAft>
                <a:spcPts val="1800"/>
              </a:spcAft>
              <a:buSzPts val="1300"/>
              <a:buAutoNum type="arabicPeriod"/>
            </a:pPr>
            <a:r>
              <a:rPr lang="en" sz="1300"/>
              <a:t>More recognition and team celebration</a:t>
            </a:r>
            <a:endParaRPr sz="1300"/>
          </a:p>
        </p:txBody>
      </p:sp>
      <p:sp>
        <p:nvSpPr>
          <p:cNvPr id="2268" name="Google Shape;2268;p336"/>
          <p:cNvSpPr txBox="1"/>
          <p:nvPr/>
        </p:nvSpPr>
        <p:spPr>
          <a:xfrm>
            <a:off x="314325" y="302981"/>
            <a:ext cx="1656900" cy="132900"/>
          </a:xfrm>
          <a:prstGeom prst="rect">
            <a:avLst/>
          </a:prstGeom>
          <a:noFill/>
          <a:ln>
            <a:noFill/>
          </a:ln>
        </p:spPr>
        <p:txBody>
          <a:bodyPr anchorCtr="0" anchor="t" bIns="0" lIns="0" spcFirstLastPara="1" rIns="0" wrap="square" tIns="9525">
            <a:spAutoFit/>
          </a:bodyPr>
          <a:lstStyle/>
          <a:p>
            <a:pPr indent="0" lvl="0" marL="12700" marR="0" rtl="0" algn="l">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Verizon NHG TX"/>
                <a:ea typeface="Verizon NHG TX"/>
                <a:cs typeface="Verizon NHG TX"/>
                <a:sym typeface="Verizon NHG TX"/>
              </a:rPr>
              <a:t>2025 | VDS (Andrew)</a:t>
            </a:r>
            <a:endParaRPr b="0" i="0" sz="800" u="none" cap="none" strike="noStrike">
              <a:solidFill>
                <a:srgbClr val="000000"/>
              </a:solidFill>
              <a:latin typeface="Verizon NHG TX"/>
              <a:ea typeface="Verizon NHG TX"/>
              <a:cs typeface="Verizon NHG TX"/>
              <a:sym typeface="Verizon NHG TX"/>
            </a:endParaRPr>
          </a:p>
        </p:txBody>
      </p:sp>
      <p:sp>
        <p:nvSpPr>
          <p:cNvPr id="2269" name="Google Shape;2269;p336"/>
          <p:cNvSpPr txBox="1"/>
          <p:nvPr>
            <p:ph type="title"/>
          </p:nvPr>
        </p:nvSpPr>
        <p:spPr>
          <a:xfrm>
            <a:off x="311944" y="421670"/>
            <a:ext cx="6207300" cy="333000"/>
          </a:xfrm>
          <a:prstGeom prst="rect">
            <a:avLst/>
          </a:prstGeom>
          <a:noFill/>
          <a:ln>
            <a:noFill/>
          </a:ln>
        </p:spPr>
        <p:txBody>
          <a:bodyPr anchorCtr="0" anchor="t" bIns="0" lIns="0" spcFirstLastPara="1" rIns="0" wrap="square" tIns="9525">
            <a:spAutoFit/>
          </a:bodyPr>
          <a:lstStyle/>
          <a:p>
            <a:pPr indent="0" lvl="0" marL="12700" rtl="0" algn="l">
              <a:lnSpc>
                <a:spcPct val="100000"/>
              </a:lnSpc>
              <a:spcBef>
                <a:spcPts val="0"/>
              </a:spcBef>
              <a:spcAft>
                <a:spcPts val="0"/>
              </a:spcAft>
              <a:buSzPts val="2100"/>
              <a:buNone/>
            </a:pPr>
            <a:r>
              <a:rPr lang="en"/>
              <a:t>Top Priorities</a:t>
            </a:r>
            <a:endParaRPr sz="2100"/>
          </a:p>
        </p:txBody>
      </p:sp>
      <p:sp>
        <p:nvSpPr>
          <p:cNvPr id="2270" name="Google Shape;2270;p336"/>
          <p:cNvSpPr txBox="1"/>
          <p:nvPr/>
        </p:nvSpPr>
        <p:spPr>
          <a:xfrm>
            <a:off x="4068225" y="88894"/>
            <a:ext cx="1007700" cy="332700"/>
          </a:xfrm>
          <a:prstGeom prst="rect">
            <a:avLst/>
          </a:prstGeom>
          <a:solidFill>
            <a:srgbClr val="F5FF1E"/>
          </a:solidFill>
          <a:ln>
            <a:noFill/>
          </a:ln>
        </p:spPr>
        <p:txBody>
          <a:bodyPr anchorCtr="0" anchor="t"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Verizon NHG TX"/>
                <a:ea typeface="Verizon NHG TX"/>
                <a:cs typeface="Verizon NHG TX"/>
                <a:sym typeface="Verizon NHG TX"/>
              </a:rPr>
              <a:t>WIP</a:t>
            </a:r>
            <a:endParaRPr b="0" i="0" sz="900" u="none" cap="none" strike="noStrike">
              <a:solidFill>
                <a:schemeClr val="dk1"/>
              </a:solidFill>
              <a:latin typeface="Verizon NHG TX"/>
              <a:ea typeface="Verizon NHG TX"/>
              <a:cs typeface="Verizon NHG TX"/>
              <a:sym typeface="Verizon NHG TX"/>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5" name="Shape 2275"/>
        <p:cNvGrpSpPr/>
        <p:nvPr/>
      </p:nvGrpSpPr>
      <p:grpSpPr>
        <a:xfrm>
          <a:off x="0" y="0"/>
          <a:ext cx="0" cy="0"/>
          <a:chOff x="0" y="0"/>
          <a:chExt cx="0" cy="0"/>
        </a:xfrm>
      </p:grpSpPr>
      <p:sp>
        <p:nvSpPr>
          <p:cNvPr id="2276" name="Google Shape;2276;p337"/>
          <p:cNvSpPr txBox="1"/>
          <p:nvPr>
            <p:ph idx="12" type="sldNum"/>
          </p:nvPr>
        </p:nvSpPr>
        <p:spPr>
          <a:xfrm>
            <a:off x="6238132" y="3544436"/>
            <a:ext cx="264300" cy="1692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rgbClr val="000000"/>
              </a:buClr>
              <a:buSzPts val="1100"/>
              <a:buFont typeface="Arial"/>
              <a:buNone/>
            </a:pPr>
            <a:fld id="{00000000-1234-1234-1234-123412341234}" type="slidenum">
              <a:rPr lang="en"/>
              <a:t>‹#›</a:t>
            </a:fld>
            <a:endParaRPr/>
          </a:p>
        </p:txBody>
      </p:sp>
      <p:sp>
        <p:nvSpPr>
          <p:cNvPr id="2277" name="Google Shape;2277;p337"/>
          <p:cNvSpPr txBox="1"/>
          <p:nvPr>
            <p:ph idx="1" type="body"/>
          </p:nvPr>
        </p:nvSpPr>
        <p:spPr>
          <a:xfrm>
            <a:off x="314325" y="852113"/>
            <a:ext cx="8412000" cy="4291500"/>
          </a:xfrm>
          <a:prstGeom prst="rect">
            <a:avLst/>
          </a:prstGeom>
          <a:solidFill>
            <a:schemeClr val="accent5"/>
          </a:solidFill>
          <a:ln>
            <a:noFill/>
          </a:ln>
        </p:spPr>
        <p:txBody>
          <a:bodyPr anchorCtr="0" anchor="t" bIns="205725" lIns="205725" spcFirstLastPara="1" rIns="205725" wrap="square" tIns="205725">
            <a:normAutofit/>
          </a:bodyPr>
          <a:lstStyle/>
          <a:p>
            <a:pPr indent="0" lvl="0" marL="0" rtl="0" algn="ctr">
              <a:lnSpc>
                <a:spcPct val="100000"/>
              </a:lnSpc>
              <a:spcBef>
                <a:spcPts val="800"/>
              </a:spcBef>
              <a:spcAft>
                <a:spcPts val="0"/>
              </a:spcAft>
              <a:buSzPts val="900"/>
              <a:buNone/>
            </a:pPr>
            <a:r>
              <a:t/>
            </a:r>
            <a:endParaRPr sz="1300"/>
          </a:p>
          <a:p>
            <a:pPr indent="-247650" lvl="0" marL="342900" rtl="0" algn="l">
              <a:lnSpc>
                <a:spcPct val="100000"/>
              </a:lnSpc>
              <a:spcBef>
                <a:spcPts val="800"/>
              </a:spcBef>
              <a:spcAft>
                <a:spcPts val="0"/>
              </a:spcAft>
              <a:buSzPts val="1300"/>
              <a:buAutoNum type="arabicPeriod"/>
            </a:pPr>
            <a:r>
              <a:rPr lang="en" sz="1300"/>
              <a:t>Aligned definition of success for VDS</a:t>
            </a:r>
            <a:endParaRPr sz="1300"/>
          </a:p>
          <a:p>
            <a:pPr indent="-247650" lvl="0" marL="342900" rtl="0" algn="l">
              <a:lnSpc>
                <a:spcPct val="100000"/>
              </a:lnSpc>
              <a:spcBef>
                <a:spcPts val="1800"/>
              </a:spcBef>
              <a:spcAft>
                <a:spcPts val="0"/>
              </a:spcAft>
              <a:buSzPts val="1300"/>
              <a:buAutoNum type="arabicPeriod"/>
            </a:pPr>
            <a:r>
              <a:rPr lang="en" sz="1300"/>
              <a:t>VDS to be considered as critical experiential infrastructure </a:t>
            </a:r>
            <a:endParaRPr sz="1300"/>
          </a:p>
          <a:p>
            <a:pPr indent="-247650" lvl="0" marL="342900" rtl="0" algn="l">
              <a:lnSpc>
                <a:spcPct val="100000"/>
              </a:lnSpc>
              <a:spcBef>
                <a:spcPts val="1800"/>
              </a:spcBef>
              <a:spcAft>
                <a:spcPts val="0"/>
              </a:spcAft>
              <a:buSzPts val="1300"/>
              <a:buAutoNum type="arabicPeriod"/>
            </a:pPr>
            <a:r>
              <a:rPr lang="en" sz="1300"/>
              <a:t>Greater standardization around design and engineering Ways of Working</a:t>
            </a:r>
            <a:endParaRPr sz="1300"/>
          </a:p>
          <a:p>
            <a:pPr indent="0" lvl="0" marL="342900" rtl="0" algn="l">
              <a:lnSpc>
                <a:spcPct val="100000"/>
              </a:lnSpc>
              <a:spcBef>
                <a:spcPts val="1800"/>
              </a:spcBef>
              <a:spcAft>
                <a:spcPts val="1800"/>
              </a:spcAft>
              <a:buSzPts val="900"/>
              <a:buNone/>
            </a:pPr>
            <a:r>
              <a:t/>
            </a:r>
            <a:endParaRPr sz="1300"/>
          </a:p>
        </p:txBody>
      </p:sp>
      <p:sp>
        <p:nvSpPr>
          <p:cNvPr id="2278" name="Google Shape;2278;p337"/>
          <p:cNvSpPr txBox="1"/>
          <p:nvPr/>
        </p:nvSpPr>
        <p:spPr>
          <a:xfrm>
            <a:off x="314325" y="302981"/>
            <a:ext cx="1656900" cy="132900"/>
          </a:xfrm>
          <a:prstGeom prst="rect">
            <a:avLst/>
          </a:prstGeom>
          <a:noFill/>
          <a:ln>
            <a:noFill/>
          </a:ln>
        </p:spPr>
        <p:txBody>
          <a:bodyPr anchorCtr="0" anchor="t" bIns="0" lIns="0" spcFirstLastPara="1" rIns="0" wrap="square" tIns="9525">
            <a:spAutoFit/>
          </a:bodyPr>
          <a:lstStyle/>
          <a:p>
            <a:pPr indent="0" lvl="0" marL="12700" marR="0" rtl="0" algn="l">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Verizon NHG TX"/>
                <a:ea typeface="Verizon NHG TX"/>
                <a:cs typeface="Verizon NHG TX"/>
                <a:sym typeface="Verizon NHG TX"/>
              </a:rPr>
              <a:t>2025 | VDS (Andrew)</a:t>
            </a:r>
            <a:endParaRPr b="0" i="0" sz="800" u="none" cap="none" strike="noStrike">
              <a:solidFill>
                <a:srgbClr val="000000"/>
              </a:solidFill>
              <a:latin typeface="Verizon NHG TX"/>
              <a:ea typeface="Verizon NHG TX"/>
              <a:cs typeface="Verizon NHG TX"/>
              <a:sym typeface="Verizon NHG TX"/>
            </a:endParaRPr>
          </a:p>
        </p:txBody>
      </p:sp>
      <p:sp>
        <p:nvSpPr>
          <p:cNvPr id="2279" name="Google Shape;2279;p337"/>
          <p:cNvSpPr txBox="1"/>
          <p:nvPr>
            <p:ph type="title"/>
          </p:nvPr>
        </p:nvSpPr>
        <p:spPr>
          <a:xfrm>
            <a:off x="311944" y="421670"/>
            <a:ext cx="6207300" cy="333000"/>
          </a:xfrm>
          <a:prstGeom prst="rect">
            <a:avLst/>
          </a:prstGeom>
          <a:noFill/>
          <a:ln>
            <a:noFill/>
          </a:ln>
        </p:spPr>
        <p:txBody>
          <a:bodyPr anchorCtr="0" anchor="t" bIns="0" lIns="0" spcFirstLastPara="1" rIns="0" wrap="square" tIns="9525">
            <a:spAutoFit/>
          </a:bodyPr>
          <a:lstStyle/>
          <a:p>
            <a:pPr indent="0" lvl="0" marL="12700" rtl="0" algn="l">
              <a:lnSpc>
                <a:spcPct val="100000"/>
              </a:lnSpc>
              <a:spcBef>
                <a:spcPts val="0"/>
              </a:spcBef>
              <a:spcAft>
                <a:spcPts val="0"/>
              </a:spcAft>
              <a:buSzPts val="2100"/>
              <a:buNone/>
            </a:pPr>
            <a:r>
              <a:rPr lang="en"/>
              <a:t>What is needed to be successful?</a:t>
            </a:r>
            <a:endParaRPr sz="21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4" name="Shape 2284"/>
        <p:cNvGrpSpPr/>
        <p:nvPr/>
      </p:nvGrpSpPr>
      <p:grpSpPr>
        <a:xfrm>
          <a:off x="0" y="0"/>
          <a:ext cx="0" cy="0"/>
          <a:chOff x="0" y="0"/>
          <a:chExt cx="0" cy="0"/>
        </a:xfrm>
      </p:grpSpPr>
      <p:grpSp>
        <p:nvGrpSpPr>
          <p:cNvPr id="2285" name="Google Shape;2285;p338"/>
          <p:cNvGrpSpPr/>
          <p:nvPr/>
        </p:nvGrpSpPr>
        <p:grpSpPr>
          <a:xfrm>
            <a:off x="5204664" y="220975"/>
            <a:ext cx="3634639" cy="107709"/>
            <a:chOff x="4807664" y="631900"/>
            <a:chExt cx="3634639" cy="107709"/>
          </a:xfrm>
        </p:grpSpPr>
        <p:sp>
          <p:nvSpPr>
            <p:cNvPr id="2286" name="Google Shape;2286;p338"/>
            <p:cNvSpPr txBox="1"/>
            <p:nvPr/>
          </p:nvSpPr>
          <p:spPr>
            <a:xfrm>
              <a:off x="6340486" y="631909"/>
              <a:ext cx="84600" cy="1077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100"/>
                <a:buFont typeface="Arial"/>
                <a:buNone/>
              </a:pPr>
              <a:r>
                <a:rPr b="0" i="0" lang="en" sz="700" u="none" cap="none" strike="noStrike">
                  <a:solidFill>
                    <a:srgbClr val="FF0000"/>
                  </a:solidFill>
                  <a:latin typeface="Verizon NHG DS"/>
                  <a:ea typeface="Verizon NHG DS"/>
                  <a:cs typeface="Verizon NHG DS"/>
                  <a:sym typeface="Verizon NHG DS"/>
                </a:rPr>
                <a:t>⬤</a:t>
              </a:r>
              <a:endParaRPr b="0" i="0" sz="700" u="none" cap="none" strike="noStrike">
                <a:solidFill>
                  <a:srgbClr val="FF0000"/>
                </a:solidFill>
                <a:highlight>
                  <a:srgbClr val="FFFFFF"/>
                </a:highlight>
                <a:latin typeface="Verizon NHG DS"/>
                <a:ea typeface="Verizon NHG DS"/>
                <a:cs typeface="Verizon NHG DS"/>
                <a:sym typeface="Verizon NHG DS"/>
              </a:endParaRPr>
            </a:p>
          </p:txBody>
        </p:sp>
        <p:sp>
          <p:nvSpPr>
            <p:cNvPr id="2287" name="Google Shape;2287;p338"/>
            <p:cNvSpPr txBox="1"/>
            <p:nvPr/>
          </p:nvSpPr>
          <p:spPr>
            <a:xfrm>
              <a:off x="6463476" y="631909"/>
              <a:ext cx="471000" cy="107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highlight>
                    <a:srgbClr val="FFFFFF"/>
                  </a:highlight>
                  <a:latin typeface="Verizon NHG DS"/>
                  <a:ea typeface="Verizon NHG DS"/>
                  <a:cs typeface="Verizon NHG DS"/>
                  <a:sym typeface="Verizon NHG DS"/>
                </a:rPr>
                <a:t>off  track</a:t>
              </a:r>
              <a:endParaRPr b="0" i="0" sz="700" u="none" cap="none" strike="noStrike">
                <a:solidFill>
                  <a:srgbClr val="000000"/>
                </a:solidFill>
                <a:highlight>
                  <a:srgbClr val="FFFFFF"/>
                </a:highlight>
                <a:latin typeface="Verizon NHG DS"/>
                <a:ea typeface="Verizon NHG DS"/>
                <a:cs typeface="Verizon NHG DS"/>
                <a:sym typeface="Verizon NHG DS"/>
              </a:endParaRPr>
            </a:p>
          </p:txBody>
        </p:sp>
        <p:sp>
          <p:nvSpPr>
            <p:cNvPr id="2288" name="Google Shape;2288;p338"/>
            <p:cNvSpPr txBox="1"/>
            <p:nvPr/>
          </p:nvSpPr>
          <p:spPr>
            <a:xfrm>
              <a:off x="6020804" y="631909"/>
              <a:ext cx="246000" cy="107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highlight>
                    <a:srgbClr val="FFFFFF"/>
                  </a:highlight>
                  <a:latin typeface="Verizon NHG DS"/>
                  <a:ea typeface="Verizon NHG DS"/>
                  <a:cs typeface="Verizon NHG DS"/>
                  <a:sym typeface="Verizon NHG DS"/>
                </a:rPr>
                <a:t>at risk</a:t>
              </a:r>
              <a:endParaRPr b="0" i="0" sz="700" u="none" cap="none" strike="noStrike">
                <a:solidFill>
                  <a:srgbClr val="000000"/>
                </a:solidFill>
                <a:highlight>
                  <a:srgbClr val="FFFFFF"/>
                </a:highlight>
                <a:latin typeface="Verizon NHG DS"/>
                <a:ea typeface="Verizon NHG DS"/>
                <a:cs typeface="Verizon NHG DS"/>
                <a:sym typeface="Verizon NHG DS"/>
              </a:endParaRPr>
            </a:p>
          </p:txBody>
        </p:sp>
        <p:sp>
          <p:nvSpPr>
            <p:cNvPr id="2289" name="Google Shape;2289;p338"/>
            <p:cNvSpPr txBox="1"/>
            <p:nvPr/>
          </p:nvSpPr>
          <p:spPr>
            <a:xfrm>
              <a:off x="5897930" y="631909"/>
              <a:ext cx="84600" cy="1077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FFBC3D"/>
                  </a:solidFill>
                  <a:latin typeface="Verizon NHG DS"/>
                  <a:ea typeface="Verizon NHG DS"/>
                  <a:cs typeface="Verizon NHG DS"/>
                  <a:sym typeface="Verizon NHG DS"/>
                </a:rPr>
                <a:t>⬤</a:t>
              </a:r>
              <a:endParaRPr b="0" i="0" sz="700" u="none" cap="none" strike="noStrike">
                <a:solidFill>
                  <a:srgbClr val="FFBC3D"/>
                </a:solidFill>
                <a:highlight>
                  <a:srgbClr val="FFFFFF"/>
                </a:highlight>
                <a:latin typeface="Verizon NHG DS"/>
                <a:ea typeface="Verizon NHG DS"/>
                <a:cs typeface="Verizon NHG DS"/>
                <a:sym typeface="Verizon NHG DS"/>
              </a:endParaRPr>
            </a:p>
          </p:txBody>
        </p:sp>
        <p:sp>
          <p:nvSpPr>
            <p:cNvPr id="2290" name="Google Shape;2290;p338"/>
            <p:cNvSpPr txBox="1"/>
            <p:nvPr/>
          </p:nvSpPr>
          <p:spPr>
            <a:xfrm>
              <a:off x="5516448" y="631909"/>
              <a:ext cx="307800" cy="107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highlight>
                    <a:srgbClr val="FFFFFF"/>
                  </a:highlight>
                  <a:latin typeface="Verizon NHG DS"/>
                  <a:ea typeface="Verizon NHG DS"/>
                  <a:cs typeface="Verizon NHG DS"/>
                  <a:sym typeface="Verizon NHG DS"/>
                </a:rPr>
                <a:t>on track</a:t>
              </a:r>
              <a:endParaRPr b="0" i="0" sz="700" u="none" cap="none" strike="noStrike">
                <a:solidFill>
                  <a:srgbClr val="000000"/>
                </a:solidFill>
                <a:highlight>
                  <a:srgbClr val="FFFFFF"/>
                </a:highlight>
                <a:latin typeface="Verizon NHG DS"/>
                <a:ea typeface="Verizon NHG DS"/>
                <a:cs typeface="Verizon NHG DS"/>
                <a:sym typeface="Verizon NHG DS"/>
              </a:endParaRPr>
            </a:p>
          </p:txBody>
        </p:sp>
        <p:sp>
          <p:nvSpPr>
            <p:cNvPr id="2291" name="Google Shape;2291;p338"/>
            <p:cNvSpPr txBox="1"/>
            <p:nvPr/>
          </p:nvSpPr>
          <p:spPr>
            <a:xfrm>
              <a:off x="5398970" y="631909"/>
              <a:ext cx="84600" cy="1077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AC3E"/>
                  </a:solidFill>
                  <a:latin typeface="Verizon NHG DS"/>
                  <a:ea typeface="Verizon NHG DS"/>
                  <a:cs typeface="Verizon NHG DS"/>
                  <a:sym typeface="Verizon NHG DS"/>
                </a:rPr>
                <a:t>⬤</a:t>
              </a:r>
              <a:endParaRPr b="0" i="0" sz="700" u="none" cap="none" strike="noStrike">
                <a:solidFill>
                  <a:srgbClr val="00AC3E"/>
                </a:solidFill>
                <a:highlight>
                  <a:srgbClr val="FFFFFF"/>
                </a:highlight>
                <a:latin typeface="Verizon NHG DS"/>
                <a:ea typeface="Verizon NHG DS"/>
                <a:cs typeface="Verizon NHG DS"/>
                <a:sym typeface="Verizon NHG DS"/>
              </a:endParaRPr>
            </a:p>
          </p:txBody>
        </p:sp>
        <p:sp>
          <p:nvSpPr>
            <p:cNvPr id="2292" name="Google Shape;2292;p338"/>
            <p:cNvSpPr txBox="1"/>
            <p:nvPr/>
          </p:nvSpPr>
          <p:spPr>
            <a:xfrm>
              <a:off x="4932001" y="631900"/>
              <a:ext cx="419700" cy="107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highlight>
                    <a:srgbClr val="FFFFFF"/>
                  </a:highlight>
                  <a:latin typeface="Verizon NHG DS"/>
                  <a:ea typeface="Verizon NHG DS"/>
                  <a:cs typeface="Verizon NHG DS"/>
                  <a:sym typeface="Verizon NHG DS"/>
                </a:rPr>
                <a:t>completed</a:t>
              </a:r>
              <a:endParaRPr b="0" i="0" sz="700" u="none" cap="none" strike="noStrike">
                <a:solidFill>
                  <a:srgbClr val="000000"/>
                </a:solidFill>
                <a:highlight>
                  <a:srgbClr val="FFFFFF"/>
                </a:highlight>
                <a:latin typeface="Verizon NHG DS"/>
                <a:ea typeface="Verizon NHG DS"/>
                <a:cs typeface="Verizon NHG DS"/>
                <a:sym typeface="Verizon NHG DS"/>
              </a:endParaRPr>
            </a:p>
          </p:txBody>
        </p:sp>
        <p:sp>
          <p:nvSpPr>
            <p:cNvPr id="2293" name="Google Shape;2293;p338"/>
            <p:cNvSpPr txBox="1"/>
            <p:nvPr/>
          </p:nvSpPr>
          <p:spPr>
            <a:xfrm>
              <a:off x="4807664" y="631909"/>
              <a:ext cx="84600" cy="1077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88CE"/>
                  </a:solidFill>
                  <a:latin typeface="Verizon NHG DS"/>
                  <a:ea typeface="Verizon NHG DS"/>
                  <a:cs typeface="Verizon NHG DS"/>
                  <a:sym typeface="Verizon NHG DS"/>
                </a:rPr>
                <a:t>⬤</a:t>
              </a:r>
              <a:endParaRPr b="0" i="0" sz="700" u="none" cap="none" strike="noStrike">
                <a:solidFill>
                  <a:srgbClr val="0088CE"/>
                </a:solidFill>
                <a:highlight>
                  <a:srgbClr val="FFFFFF"/>
                </a:highlight>
                <a:latin typeface="Verizon NHG DS"/>
                <a:ea typeface="Verizon NHG DS"/>
                <a:cs typeface="Verizon NHG DS"/>
                <a:sym typeface="Verizon NHG DS"/>
              </a:endParaRPr>
            </a:p>
          </p:txBody>
        </p:sp>
        <p:sp>
          <p:nvSpPr>
            <p:cNvPr id="2294" name="Google Shape;2294;p338"/>
            <p:cNvSpPr txBox="1"/>
            <p:nvPr/>
          </p:nvSpPr>
          <p:spPr>
            <a:xfrm>
              <a:off x="6966308" y="631909"/>
              <a:ext cx="806100" cy="107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highlight>
                    <a:srgbClr val="FFFFFF"/>
                  </a:highlight>
                  <a:latin typeface="Verizon NHG DS"/>
                  <a:ea typeface="Verizon NHG DS"/>
                  <a:cs typeface="Verizon NHG DS"/>
                  <a:sym typeface="Verizon NHG DS"/>
                </a:rPr>
                <a:t> planning / evaluating</a:t>
              </a:r>
              <a:endParaRPr b="0" i="0" sz="700" u="none" cap="none" strike="noStrike">
                <a:solidFill>
                  <a:srgbClr val="000000"/>
                </a:solidFill>
                <a:highlight>
                  <a:srgbClr val="FFFFFF"/>
                </a:highlight>
                <a:latin typeface="Verizon NHG DS"/>
                <a:ea typeface="Verizon NHG DS"/>
                <a:cs typeface="Verizon NHG DS"/>
                <a:sym typeface="Verizon NHG DS"/>
              </a:endParaRPr>
            </a:p>
          </p:txBody>
        </p:sp>
        <p:sp>
          <p:nvSpPr>
            <p:cNvPr id="2295" name="Google Shape;2295;p338"/>
            <p:cNvSpPr txBox="1"/>
            <p:nvPr/>
          </p:nvSpPr>
          <p:spPr>
            <a:xfrm>
              <a:off x="6855758" y="631909"/>
              <a:ext cx="84600" cy="1077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999999"/>
                  </a:solidFill>
                  <a:latin typeface="Verizon NHG DS"/>
                  <a:ea typeface="Verizon NHG DS"/>
                  <a:cs typeface="Verizon NHG DS"/>
                  <a:sym typeface="Verizon NHG DS"/>
                </a:rPr>
                <a:t>⬤</a:t>
              </a:r>
              <a:endParaRPr b="0" i="0" sz="700" u="none" cap="none" strike="noStrike">
                <a:solidFill>
                  <a:srgbClr val="999999"/>
                </a:solidFill>
                <a:highlight>
                  <a:srgbClr val="FFFFFF"/>
                </a:highlight>
                <a:latin typeface="Verizon NHG DS"/>
                <a:ea typeface="Verizon NHG DS"/>
                <a:cs typeface="Verizon NHG DS"/>
                <a:sym typeface="Verizon NHG DS"/>
              </a:endParaRPr>
            </a:p>
          </p:txBody>
        </p:sp>
        <p:sp>
          <p:nvSpPr>
            <p:cNvPr id="2296" name="Google Shape;2296;p338"/>
            <p:cNvSpPr txBox="1"/>
            <p:nvPr/>
          </p:nvSpPr>
          <p:spPr>
            <a:xfrm>
              <a:off x="7908903" y="631900"/>
              <a:ext cx="533400" cy="107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highlight>
                    <a:srgbClr val="FFFFFF"/>
                  </a:highlight>
                  <a:latin typeface="Verizon NHG DS"/>
                  <a:ea typeface="Verizon NHG DS"/>
                  <a:cs typeface="Verizon NHG DS"/>
                  <a:sym typeface="Verizon NHG DS"/>
                </a:rPr>
                <a:t>on-hold</a:t>
              </a:r>
              <a:endParaRPr b="0" i="0" sz="700" u="none" cap="none" strike="noStrike">
                <a:solidFill>
                  <a:srgbClr val="000000"/>
                </a:solidFill>
                <a:highlight>
                  <a:srgbClr val="FFFFFF"/>
                </a:highlight>
                <a:latin typeface="Verizon NHG DS"/>
                <a:ea typeface="Verizon NHG DS"/>
                <a:cs typeface="Verizon NHG DS"/>
                <a:sym typeface="Verizon NHG DS"/>
              </a:endParaRPr>
            </a:p>
          </p:txBody>
        </p:sp>
        <p:sp>
          <p:nvSpPr>
            <p:cNvPr id="2297" name="Google Shape;2297;p338"/>
            <p:cNvSpPr txBox="1"/>
            <p:nvPr/>
          </p:nvSpPr>
          <p:spPr>
            <a:xfrm>
              <a:off x="7798358" y="631909"/>
              <a:ext cx="84600" cy="1077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chemeClr val="accent4"/>
                  </a:solidFill>
                  <a:latin typeface="Verizon NHG DS"/>
                  <a:ea typeface="Verizon NHG DS"/>
                  <a:cs typeface="Verizon NHG DS"/>
                  <a:sym typeface="Verizon NHG DS"/>
                </a:rPr>
                <a:t>⬤</a:t>
              </a:r>
              <a:endParaRPr b="0" i="0" sz="700" u="none" cap="none" strike="noStrike">
                <a:solidFill>
                  <a:schemeClr val="accent4"/>
                </a:solidFill>
                <a:highlight>
                  <a:srgbClr val="FFFFFF"/>
                </a:highlight>
                <a:latin typeface="Verizon NHG DS"/>
                <a:ea typeface="Verizon NHG DS"/>
                <a:cs typeface="Verizon NHG DS"/>
                <a:sym typeface="Verizon NHG DS"/>
              </a:endParaRPr>
            </a:p>
          </p:txBody>
        </p:sp>
      </p:grpSp>
      <p:sp>
        <p:nvSpPr>
          <p:cNvPr id="2298" name="Google Shape;2298;p338"/>
          <p:cNvSpPr txBox="1"/>
          <p:nvPr/>
        </p:nvSpPr>
        <p:spPr>
          <a:xfrm>
            <a:off x="142825" y="4587300"/>
            <a:ext cx="7884600" cy="464700"/>
          </a:xfrm>
          <a:prstGeom prst="rect">
            <a:avLst/>
          </a:prstGeom>
          <a:solidFill>
            <a:schemeClr val="lt1"/>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Verizon NHG TX"/>
              <a:ea typeface="Verizon NHG TX"/>
              <a:cs typeface="Verizon NHG TX"/>
              <a:sym typeface="Verizon NHG TX"/>
            </a:endParaRPr>
          </a:p>
        </p:txBody>
      </p:sp>
      <p:graphicFrame>
        <p:nvGraphicFramePr>
          <p:cNvPr id="2299" name="Google Shape;2299;p338"/>
          <p:cNvGraphicFramePr/>
          <p:nvPr/>
        </p:nvGraphicFramePr>
        <p:xfrm>
          <a:off x="223763" y="946466"/>
          <a:ext cx="3000000" cy="3000000"/>
        </p:xfrm>
        <a:graphic>
          <a:graphicData uri="http://schemas.openxmlformats.org/drawingml/2006/table">
            <a:tbl>
              <a:tblPr>
                <a:noFill/>
                <a:tableStyleId>{6A162CF1-3AEC-4ED0-B689-3D35A367426C}</a:tableStyleId>
              </a:tblPr>
              <a:tblGrid>
                <a:gridCol w="911750"/>
                <a:gridCol w="1612900"/>
                <a:gridCol w="1772400"/>
                <a:gridCol w="1619425"/>
                <a:gridCol w="1887175"/>
                <a:gridCol w="954375"/>
              </a:tblGrid>
              <a:tr h="245975">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solidFill>
                            <a:schemeClr val="dk1"/>
                          </a:solidFill>
                          <a:latin typeface="Verizon NHG TX"/>
                          <a:ea typeface="Verizon NHG TX"/>
                          <a:cs typeface="Verizon NHG TX"/>
                          <a:sym typeface="Verizon NHG TX"/>
                        </a:rPr>
                        <a:t>Workstream / Program </a:t>
                      </a:r>
                      <a:endParaRPr b="1" sz="800" u="none" cap="none" strike="noStrike">
                        <a:solidFill>
                          <a:schemeClr val="dk1"/>
                        </a:solidFill>
                        <a:latin typeface="Verizon NHG TX"/>
                        <a:ea typeface="Verizon NHG TX"/>
                        <a:cs typeface="Verizon NHG TX"/>
                        <a:sym typeface="Verizon NHG TX"/>
                      </a:endParaRPr>
                    </a:p>
                  </a:txBody>
                  <a:tcPr marT="36575" marB="36575" marR="91425" marL="91425" anchor="ctr">
                    <a:lnL cap="flat" cmpd="sng" w="9525">
                      <a:solidFill>
                        <a:srgbClr val="D8D8D8"/>
                      </a:solidFill>
                      <a:prstDash val="solid"/>
                      <a:round/>
                      <a:headEnd len="sm" w="sm" type="none"/>
                      <a:tailEnd len="sm" w="sm" type="none"/>
                    </a:lnL>
                    <a:lnR cap="flat" cmpd="sng" w="9525">
                      <a:solidFill>
                        <a:srgbClr val="D8D8D8"/>
                      </a:solidFill>
                      <a:prstDash val="dash"/>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D8D8D8"/>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latin typeface="Verizon NHG TX"/>
                          <a:ea typeface="Verizon NHG TX"/>
                          <a:cs typeface="Verizon NHG TX"/>
                          <a:sym typeface="Verizon NHG TX"/>
                        </a:rPr>
                        <a:t>Q1 Milestones </a:t>
                      </a:r>
                      <a:endParaRPr b="1" sz="800" u="none" cap="none" strike="noStrike">
                        <a:latin typeface="Verizon NHG TX"/>
                        <a:ea typeface="Verizon NHG TX"/>
                        <a:cs typeface="Verizon NHG TX"/>
                        <a:sym typeface="Verizon NHG TX"/>
                      </a:endParaRPr>
                    </a:p>
                  </a:txBody>
                  <a:tcPr marT="36575" marB="36575" marR="91425" marL="91425" anchor="ctr">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D8D8D8"/>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latin typeface="Verizon NHG TX"/>
                          <a:ea typeface="Verizon NHG TX"/>
                          <a:cs typeface="Verizon NHG TX"/>
                          <a:sym typeface="Verizon NHG TX"/>
                        </a:rPr>
                        <a:t>Q2</a:t>
                      </a:r>
                      <a:r>
                        <a:rPr b="1" lang="en" sz="800" u="none" cap="none" strike="noStrike">
                          <a:solidFill>
                            <a:schemeClr val="dk1"/>
                          </a:solidFill>
                          <a:latin typeface="Verizon NHG TX"/>
                          <a:ea typeface="Verizon NHG TX"/>
                          <a:cs typeface="Verizon NHG TX"/>
                          <a:sym typeface="Verizon NHG TX"/>
                        </a:rPr>
                        <a:t> Milestones</a:t>
                      </a:r>
                      <a:endParaRPr b="1" sz="800" u="none" cap="none" strike="noStrike">
                        <a:latin typeface="Verizon NHG TX"/>
                        <a:ea typeface="Verizon NHG TX"/>
                        <a:cs typeface="Verizon NHG TX"/>
                        <a:sym typeface="Verizon NHG TX"/>
                      </a:endParaRPr>
                    </a:p>
                  </a:txBody>
                  <a:tcPr marT="36575" marB="36575" marR="91425" marL="91425" anchor="ctr">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D8D8D8"/>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solidFill>
                            <a:schemeClr val="dk1"/>
                          </a:solidFill>
                          <a:latin typeface="Verizon NHG TX"/>
                          <a:ea typeface="Verizon NHG TX"/>
                          <a:cs typeface="Verizon NHG TX"/>
                          <a:sym typeface="Verizon NHG TX"/>
                        </a:rPr>
                        <a:t>Q3 Milestones</a:t>
                      </a:r>
                      <a:endParaRPr b="1" sz="800" u="none" cap="none" strike="noStrike">
                        <a:latin typeface="Verizon NHG TX"/>
                        <a:ea typeface="Verizon NHG TX"/>
                        <a:cs typeface="Verizon NHG TX"/>
                        <a:sym typeface="Verizon NHG TX"/>
                      </a:endParaRPr>
                    </a:p>
                  </a:txBody>
                  <a:tcPr marT="36575" marB="36575" marR="91425" marL="91425" anchor="ctr">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D8D8D8"/>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latin typeface="Verizon NHG TX"/>
                          <a:ea typeface="Verizon NHG TX"/>
                          <a:cs typeface="Verizon NHG TX"/>
                          <a:sym typeface="Verizon NHG TX"/>
                        </a:rPr>
                        <a:t>Q4 Milestones</a:t>
                      </a:r>
                      <a:endParaRPr b="1" sz="800" u="none" cap="none" strike="noStrike">
                        <a:latin typeface="Verizon NHG TX"/>
                        <a:ea typeface="Verizon NHG TX"/>
                        <a:cs typeface="Verizon NHG TX"/>
                        <a:sym typeface="Verizon NHG TX"/>
                      </a:endParaRPr>
                    </a:p>
                  </a:txBody>
                  <a:tcPr marT="36575" marB="36575" marR="91425" marL="91425" anchor="ctr">
                    <a:lnL cap="flat" cmpd="sng" w="9525">
                      <a:solidFill>
                        <a:srgbClr val="D8D8D8"/>
                      </a:solidFill>
                      <a:prstDash val="dash"/>
                      <a:round/>
                      <a:headEnd len="sm" w="sm" type="none"/>
                      <a:tailEnd len="sm" w="sm" type="none"/>
                    </a:lnL>
                    <a:lnR cap="flat" cmpd="sng" w="9525">
                      <a:solidFill>
                        <a:srgbClr val="D8D8D8"/>
                      </a:solidFill>
                      <a:prstDash val="dash"/>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D8D8D8"/>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b="1" lang="en" sz="800" u="none" cap="none" strike="noStrike">
                          <a:latin typeface="Verizon NHG TX"/>
                          <a:ea typeface="Verizon NHG TX"/>
                          <a:cs typeface="Verizon NHG TX"/>
                          <a:sym typeface="Verizon NHG TX"/>
                        </a:rPr>
                        <a:t>Success Metric</a:t>
                      </a:r>
                      <a:endParaRPr b="1" sz="800" u="none" cap="none" strike="noStrike">
                        <a:latin typeface="Verizon NHG TX"/>
                        <a:ea typeface="Verizon NHG TX"/>
                        <a:cs typeface="Verizon NHG TX"/>
                        <a:sym typeface="Verizon NHG TX"/>
                      </a:endParaRPr>
                    </a:p>
                  </a:txBody>
                  <a:tcPr marT="36575" marB="36575" marR="91425" marL="91425" anchor="ctr">
                    <a:lnL cap="flat" cmpd="sng" w="9525">
                      <a:solidFill>
                        <a:srgbClr val="D8D8D8"/>
                      </a:solidFill>
                      <a:prstDash val="dash"/>
                      <a:round/>
                      <a:headEnd len="sm" w="sm" type="none"/>
                      <a:tailEnd len="sm" w="sm" type="none"/>
                    </a:lnL>
                    <a:lnR cap="flat" cmpd="sng" w="9525">
                      <a:solidFill>
                        <a:srgbClr val="F0F0F0"/>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D8D8D8"/>
                      </a:solidFill>
                      <a:prstDash val="solid"/>
                      <a:round/>
                      <a:headEnd len="sm" w="sm" type="none"/>
                      <a:tailEnd len="sm" w="sm" type="none"/>
                    </a:lnB>
                    <a:solidFill>
                      <a:schemeClr val="dk2"/>
                    </a:solidFill>
                  </a:tcPr>
                </a:tc>
              </a:tr>
              <a:tr h="387125">
                <a:tc>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Enablement,</a:t>
                      </a:r>
                      <a:br>
                        <a:rPr lang="en" sz="800" u="none" cap="none" strike="noStrike">
                          <a:latin typeface="Verizon NHG TX"/>
                          <a:ea typeface="Verizon NHG TX"/>
                          <a:cs typeface="Verizon NHG TX"/>
                          <a:sym typeface="Verizon NHG TX"/>
                        </a:rPr>
                      </a:br>
                      <a:r>
                        <a:rPr lang="en" sz="800" u="none" cap="none" strike="noStrike">
                          <a:latin typeface="Verizon NHG TX"/>
                          <a:ea typeface="Verizon NHG TX"/>
                          <a:cs typeface="Verizon NHG TX"/>
                          <a:sym typeface="Verizon NHG TX"/>
                        </a:rPr>
                        <a:t>Retention </a:t>
                      </a:r>
                      <a:endParaRPr sz="8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solid"/>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Deliver VDS Monarch</a:t>
                      </a:r>
                      <a:endParaRPr sz="8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0" marB="0" marR="45700" marL="45700" anchor="ctr">
                    <a:lnL cap="flat" cmpd="sng" w="9525">
                      <a:solidFill>
                        <a:srgbClr val="CCCCCC"/>
                      </a:solidFill>
                      <a:prstDash val="dash"/>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rgbClr val="FFFFFF"/>
                    </a:solidFill>
                  </a:tcPr>
                </a:tc>
              </a:tr>
              <a:tr h="387125">
                <a:tc>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Enablement,</a:t>
                      </a:r>
                      <a:br>
                        <a:rPr lang="en" sz="800" u="none" cap="none" strike="noStrike">
                          <a:latin typeface="Verizon NHG TX"/>
                          <a:ea typeface="Verizon NHG TX"/>
                          <a:cs typeface="Verizon NHG TX"/>
                          <a:sym typeface="Verizon NHG TX"/>
                        </a:rPr>
                      </a:br>
                      <a:r>
                        <a:rPr lang="en" sz="800" u="none" cap="none" strike="noStrike">
                          <a:latin typeface="Verizon NHG TX"/>
                          <a:ea typeface="Verizon NHG TX"/>
                          <a:cs typeface="Verizon NHG TX"/>
                          <a:sym typeface="Verizon NHG TX"/>
                        </a:rPr>
                        <a:t>Expansion</a:t>
                      </a:r>
                      <a:endParaRPr sz="8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solid"/>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Expanded Native Component library</a:t>
                      </a:r>
                      <a:endParaRPr sz="800" u="none" cap="none" strike="noStrike">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Retail VDS Theme</a:t>
                      </a:r>
                      <a:endParaRPr sz="800" u="none" cap="none" strike="noStrike">
                        <a:latin typeface="Verizon NHG TX"/>
                        <a:ea typeface="Verizon NHG TX"/>
                        <a:cs typeface="Verizon NHG TX"/>
                        <a:sym typeface="Verizon NHG TX"/>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rgbClr val="FFFFFF"/>
                    </a:solidFill>
                  </a:tcPr>
                </a:tc>
                <a:tc>
                  <a:txBody>
                    <a:bodyPr/>
                    <a:lstStyle/>
                    <a:p>
                      <a:pPr indent="-50800" lvl="0" marL="8890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0" marB="0" marR="45700" marL="45700" anchor="ctr">
                    <a:lnL cap="flat" cmpd="sng" w="9525">
                      <a:solidFill>
                        <a:srgbClr val="CCCCCC"/>
                      </a:solidFill>
                      <a:prstDash val="dash"/>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rgbClr val="FFFFFF"/>
                    </a:solidFill>
                  </a:tcPr>
                </a:tc>
              </a:tr>
              <a:tr h="387125">
                <a:tc>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Awareness</a:t>
                      </a:r>
                      <a:endParaRPr sz="8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solid"/>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VDS 102 Course</a:t>
                      </a:r>
                      <a:endParaRPr sz="8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VDS 103 Course</a:t>
                      </a:r>
                      <a:br>
                        <a:rPr lang="en" sz="800" u="none" cap="none" strike="noStrike">
                          <a:latin typeface="Verizon NHG TX"/>
                          <a:ea typeface="Verizon NHG TX"/>
                          <a:cs typeface="Verizon NHG TX"/>
                          <a:sym typeface="Verizon NHG TX"/>
                        </a:rPr>
                      </a:br>
                      <a:r>
                        <a:rPr lang="en" sz="800" u="none" cap="none" strike="noStrike">
                          <a:latin typeface="Verizon NHG TX"/>
                          <a:ea typeface="Verizon NHG TX"/>
                          <a:cs typeface="Verizon NHG TX"/>
                          <a:sym typeface="Verizon NHG TX"/>
                        </a:rPr>
                        <a:t>VDS 201 Course</a:t>
                      </a:r>
                      <a:endParaRPr sz="800" u="none" cap="none" strike="noStrike">
                        <a:latin typeface="Verizon NHG TX"/>
                        <a:ea typeface="Verizon NHG TX"/>
                        <a:cs typeface="Verizon NHG TX"/>
                        <a:sym typeface="Verizon NHG TX"/>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rgbClr val="FFFFFF"/>
                    </a:solidFill>
                  </a:tcPr>
                </a:tc>
                <a:tc>
                  <a:txBody>
                    <a:bodyPr/>
                    <a:lstStyle/>
                    <a:p>
                      <a:pPr indent="-50800" lvl="0" marL="8890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0" marB="0" marR="45700" marL="45700" anchor="ctr">
                    <a:lnL cap="flat" cmpd="sng" w="9525">
                      <a:solidFill>
                        <a:srgbClr val="CCCCCC"/>
                      </a:solidFill>
                      <a:prstDash val="dash"/>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rgbClr val="FFFFFF"/>
                    </a:solidFill>
                  </a:tcPr>
                </a:tc>
              </a:tr>
              <a:tr h="387125">
                <a:tc>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Expansion</a:t>
                      </a:r>
                      <a:endParaRPr sz="8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solid"/>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AI (w/ VDS training) </a:t>
                      </a:r>
                      <a:br>
                        <a:rPr lang="en" sz="800" u="none" cap="none" strike="noStrike">
                          <a:latin typeface="Verizon NHG TX"/>
                          <a:ea typeface="Verizon NHG TX"/>
                          <a:cs typeface="Verizon NHG TX"/>
                          <a:sym typeface="Verizon NHG TX"/>
                        </a:rPr>
                      </a:br>
                      <a:r>
                        <a:rPr lang="en" sz="800" u="none" cap="none" strike="noStrike">
                          <a:latin typeface="Verizon NHG TX"/>
                          <a:ea typeface="Verizon NHG TX"/>
                          <a:cs typeface="Verizon NHG TX"/>
                          <a:sym typeface="Verizon NHG TX"/>
                        </a:rPr>
                        <a:t>Pair Programming</a:t>
                      </a:r>
                      <a:endParaRPr sz="800" u="none" cap="none" strike="noStrike">
                        <a:latin typeface="Verizon NHG TX"/>
                        <a:ea typeface="Verizon NHG TX"/>
                        <a:cs typeface="Verizon NHG TX"/>
                        <a:sym typeface="Verizon NHG TX"/>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rgbClr val="FFFFFF"/>
                    </a:solidFill>
                  </a:tcPr>
                </a:tc>
                <a:tc>
                  <a:txBody>
                    <a:bodyPr/>
                    <a:lstStyle/>
                    <a:p>
                      <a:pPr indent="-50800" lvl="0" marL="8890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0" marB="0" marR="45700" marL="45700" anchor="ctr">
                    <a:lnL cap="flat" cmpd="sng" w="9525">
                      <a:solidFill>
                        <a:srgbClr val="CCCCCC"/>
                      </a:solidFill>
                      <a:prstDash val="dash"/>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rgbClr val="FFFFFF"/>
                    </a:solidFill>
                  </a:tcPr>
                </a:tc>
              </a:tr>
              <a:tr h="387125">
                <a:tc>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Retention</a:t>
                      </a:r>
                      <a:endParaRPr sz="8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solid"/>
                      <a:round/>
                      <a:headEnd len="sm" w="sm" type="none"/>
                      <a:tailEnd len="sm" w="sm" type="none"/>
                    </a:lnL>
                    <a:lnR cap="flat" cmpd="sng" w="9525">
                      <a:solidFill>
                        <a:srgbClr val="D8D8D8"/>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0" marB="0" marR="91425" marL="91425" anchor="ctr">
                    <a:lnL cap="flat" cmpd="sng" w="9525">
                      <a:solidFill>
                        <a:srgbClr val="D8D8D8"/>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Unified VDS Doc Site</a:t>
                      </a:r>
                      <a:endParaRPr sz="800" u="none" cap="none" strike="noStrike">
                        <a:latin typeface="Verizon NHG TX"/>
                        <a:ea typeface="Verizon NHG TX"/>
                        <a:cs typeface="Verizon NHG TX"/>
                        <a:sym typeface="Verizon NHG TX"/>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0" marB="0" marR="91425" marL="91425" anchor="ctr">
                    <a:lnL cap="flat" cmpd="sng" w="9525">
                      <a:solidFill>
                        <a:srgbClr val="CCCCCC"/>
                      </a:solidFill>
                      <a:prstDash val="dash"/>
                      <a:round/>
                      <a:headEnd len="sm" w="sm" type="none"/>
                      <a:tailEnd len="sm" w="sm" type="none"/>
                    </a:lnL>
                    <a:lnR cap="flat" cmpd="sng" w="9525">
                      <a:solidFill>
                        <a:srgbClr val="CCCCCC"/>
                      </a:solidFill>
                      <a:prstDash val="dash"/>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0" marB="0" marR="45700" marL="45700" anchor="ctr">
                    <a:lnL cap="flat" cmpd="sng" w="9525">
                      <a:solidFill>
                        <a:srgbClr val="CCCCCC"/>
                      </a:solidFill>
                      <a:prstDash val="dash"/>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solidFill>
                      <a:srgbClr val="FFFFFF"/>
                    </a:solidFill>
                  </a:tcPr>
                </a:tc>
              </a:tr>
            </a:tbl>
          </a:graphicData>
        </a:graphic>
      </p:graphicFrame>
      <p:sp>
        <p:nvSpPr>
          <p:cNvPr id="2300" name="Google Shape;2300;p338"/>
          <p:cNvSpPr txBox="1"/>
          <p:nvPr>
            <p:ph idx="12" type="sldNum"/>
          </p:nvPr>
        </p:nvSpPr>
        <p:spPr>
          <a:xfrm>
            <a:off x="6238132" y="3544436"/>
            <a:ext cx="264300" cy="1692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rgbClr val="000000"/>
              </a:buClr>
              <a:buSzPts val="1100"/>
              <a:buFont typeface="Arial"/>
              <a:buNone/>
            </a:pPr>
            <a:fld id="{00000000-1234-1234-1234-123412341234}" type="slidenum">
              <a:rPr lang="en"/>
              <a:t>‹#›</a:t>
            </a:fld>
            <a:endParaRPr/>
          </a:p>
        </p:txBody>
      </p:sp>
      <p:sp>
        <p:nvSpPr>
          <p:cNvPr id="2301" name="Google Shape;2301;p338"/>
          <p:cNvSpPr/>
          <p:nvPr/>
        </p:nvSpPr>
        <p:spPr>
          <a:xfrm>
            <a:off x="2298169" y="88913"/>
            <a:ext cx="5239500" cy="380400"/>
          </a:xfrm>
          <a:prstGeom prst="rect">
            <a:avLst/>
          </a:prstGeom>
          <a:solidFill>
            <a:srgbClr val="F5FF1E"/>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Verizon NHG TX"/>
                <a:ea typeface="Verizon NHG TX"/>
                <a:cs typeface="Verizon NHG TX"/>
                <a:sym typeface="Verizon NHG TX"/>
              </a:rPr>
              <a:t>Milestones will be included in a single roll-up view for Design Q1 &amp; Q2 are Priorities.  If you have Q3 &amp; Q4, please include.</a:t>
            </a:r>
            <a:endParaRPr b="1" i="0" sz="1400" u="none" cap="none" strike="noStrike">
              <a:solidFill>
                <a:srgbClr val="000000"/>
              </a:solidFill>
              <a:latin typeface="Verizon NHG TX"/>
              <a:ea typeface="Verizon NHG TX"/>
              <a:cs typeface="Verizon NHG TX"/>
              <a:sym typeface="Verizon NHG TX"/>
            </a:endParaRPr>
          </a:p>
        </p:txBody>
      </p:sp>
      <p:sp>
        <p:nvSpPr>
          <p:cNvPr id="2302" name="Google Shape;2302;p338"/>
          <p:cNvSpPr txBox="1"/>
          <p:nvPr/>
        </p:nvSpPr>
        <p:spPr>
          <a:xfrm>
            <a:off x="314326" y="302989"/>
            <a:ext cx="1242600" cy="132900"/>
          </a:xfrm>
          <a:prstGeom prst="rect">
            <a:avLst/>
          </a:prstGeom>
          <a:noFill/>
          <a:ln>
            <a:noFill/>
          </a:ln>
        </p:spPr>
        <p:txBody>
          <a:bodyPr anchorCtr="0" anchor="t" bIns="0" lIns="0" spcFirstLastPara="1" rIns="0" wrap="square" tIns="9525">
            <a:spAutoFit/>
          </a:bodyPr>
          <a:lstStyle/>
          <a:p>
            <a:pPr indent="0" lvl="0" marL="12700" marR="0" rtl="0" algn="l">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Verizon NHG TX"/>
                <a:ea typeface="Verizon NHG TX"/>
                <a:cs typeface="Verizon NHG TX"/>
                <a:sym typeface="Verizon NHG TX"/>
              </a:rPr>
              <a:t>2025 | VDS</a:t>
            </a:r>
            <a:endParaRPr b="0" i="0" sz="800" u="none" cap="none" strike="noStrike">
              <a:solidFill>
                <a:srgbClr val="000000"/>
              </a:solidFill>
              <a:latin typeface="Verizon NHG TX"/>
              <a:ea typeface="Verizon NHG TX"/>
              <a:cs typeface="Verizon NHG TX"/>
              <a:sym typeface="Verizon NHG TX"/>
            </a:endParaRPr>
          </a:p>
        </p:txBody>
      </p:sp>
      <p:sp>
        <p:nvSpPr>
          <p:cNvPr id="2303" name="Google Shape;2303;p338"/>
          <p:cNvSpPr txBox="1"/>
          <p:nvPr>
            <p:ph type="title"/>
          </p:nvPr>
        </p:nvSpPr>
        <p:spPr>
          <a:xfrm>
            <a:off x="311944" y="421670"/>
            <a:ext cx="6207300" cy="623700"/>
          </a:xfrm>
          <a:prstGeom prst="rect">
            <a:avLst/>
          </a:prstGeom>
          <a:noFill/>
          <a:ln>
            <a:noFill/>
          </a:ln>
        </p:spPr>
        <p:txBody>
          <a:bodyPr anchorCtr="0" anchor="t" bIns="0" lIns="0" spcFirstLastPara="1" rIns="0" wrap="square" tIns="9525">
            <a:spAutoFit/>
          </a:bodyPr>
          <a:lstStyle/>
          <a:p>
            <a:pPr indent="0" lvl="0" marL="0" rtl="0" algn="l">
              <a:lnSpc>
                <a:spcPct val="90000"/>
              </a:lnSpc>
              <a:spcBef>
                <a:spcPts val="0"/>
              </a:spcBef>
              <a:spcAft>
                <a:spcPts val="0"/>
              </a:spcAft>
              <a:buSzPts val="800"/>
              <a:buNone/>
            </a:pPr>
            <a:r>
              <a:rPr lang="en">
                <a:solidFill>
                  <a:schemeClr val="accent6"/>
                </a:solidFill>
              </a:rPr>
              <a:t>2025 Quarterly Milestones</a:t>
            </a:r>
            <a:endParaRPr>
              <a:solidFill>
                <a:schemeClr val="accent6"/>
              </a:solidFill>
            </a:endParaRPr>
          </a:p>
          <a:p>
            <a:pPr indent="0" lvl="0" marL="0" rtl="0" algn="l">
              <a:lnSpc>
                <a:spcPct val="100000"/>
              </a:lnSpc>
              <a:spcBef>
                <a:spcPts val="0"/>
              </a:spcBef>
              <a:spcAft>
                <a:spcPts val="0"/>
              </a:spcAft>
              <a:buSzPts val="2100"/>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7" name="Shape 2307"/>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Custom 7">
      <a:dk1>
        <a:srgbClr val="000000"/>
      </a:dk1>
      <a:lt1>
        <a:srgbClr val="FFFFFF"/>
      </a:lt1>
      <a:dk2>
        <a:srgbClr val="F3EDE0"/>
      </a:dk2>
      <a:lt2>
        <a:srgbClr val="FFFFFF"/>
      </a:lt2>
      <a:accent1>
        <a:srgbClr val="0089EC"/>
      </a:accent1>
      <a:accent2>
        <a:srgbClr val="00B845"/>
      </a:accent2>
      <a:accent3>
        <a:srgbClr val="FF8027"/>
      </a:accent3>
      <a:accent4>
        <a:srgbClr val="FED60E"/>
      </a:accent4>
      <a:accent5>
        <a:srgbClr val="F3EDE0"/>
      </a:accent5>
      <a:accent6>
        <a:srgbClr val="F50A23"/>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Custom 7">
      <a:dk1>
        <a:srgbClr val="000000"/>
      </a:dk1>
      <a:lt1>
        <a:srgbClr val="FFFFFF"/>
      </a:lt1>
      <a:dk2>
        <a:srgbClr val="F3EDE0"/>
      </a:dk2>
      <a:lt2>
        <a:srgbClr val="FFFFFF"/>
      </a:lt2>
      <a:accent1>
        <a:srgbClr val="0089EC"/>
      </a:accent1>
      <a:accent2>
        <a:srgbClr val="00B845"/>
      </a:accent2>
      <a:accent3>
        <a:srgbClr val="FF8027"/>
      </a:accent3>
      <a:accent4>
        <a:srgbClr val="FED60E"/>
      </a:accent4>
      <a:accent5>
        <a:srgbClr val="F3EDE0"/>
      </a:accent5>
      <a:accent6>
        <a:srgbClr val="F50A23"/>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Custom 7">
      <a:dk1>
        <a:srgbClr val="000000"/>
      </a:dk1>
      <a:lt1>
        <a:srgbClr val="FFFFFF"/>
      </a:lt1>
      <a:dk2>
        <a:srgbClr val="F3EDE0"/>
      </a:dk2>
      <a:lt2>
        <a:srgbClr val="FFFFFF"/>
      </a:lt2>
      <a:accent1>
        <a:srgbClr val="0089EC"/>
      </a:accent1>
      <a:accent2>
        <a:srgbClr val="00B845"/>
      </a:accent2>
      <a:accent3>
        <a:srgbClr val="FF8027"/>
      </a:accent3>
      <a:accent4>
        <a:srgbClr val="FED60E"/>
      </a:accent4>
      <a:accent5>
        <a:srgbClr val="F3EDE0"/>
      </a:accent5>
      <a:accent6>
        <a:srgbClr val="F50A23"/>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Custom 7">
      <a:dk1>
        <a:srgbClr val="000000"/>
      </a:dk1>
      <a:lt1>
        <a:srgbClr val="FFFFFF"/>
      </a:lt1>
      <a:dk2>
        <a:srgbClr val="F3EDE0"/>
      </a:dk2>
      <a:lt2>
        <a:srgbClr val="FFFFFF"/>
      </a:lt2>
      <a:accent1>
        <a:srgbClr val="0089EC"/>
      </a:accent1>
      <a:accent2>
        <a:srgbClr val="00B845"/>
      </a:accent2>
      <a:accent3>
        <a:srgbClr val="FF8027"/>
      </a:accent3>
      <a:accent4>
        <a:srgbClr val="FED60E"/>
      </a:accent4>
      <a:accent5>
        <a:srgbClr val="F3EDE0"/>
      </a:accent5>
      <a:accent6>
        <a:srgbClr val="F50A23"/>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Monarch">
      <a:dk1>
        <a:srgbClr val="000000"/>
      </a:dk1>
      <a:lt1>
        <a:srgbClr val="FFFFFF"/>
      </a:lt1>
      <a:dk2>
        <a:srgbClr val="44546A"/>
      </a:dk2>
      <a:lt2>
        <a:srgbClr val="FFFFFF"/>
      </a:lt2>
      <a:accent1>
        <a:srgbClr val="F50A23"/>
      </a:accent1>
      <a:accent2>
        <a:srgbClr val="F3EDE0"/>
      </a:accent2>
      <a:accent3>
        <a:srgbClr val="F5FF1E"/>
      </a:accent3>
      <a:accent4>
        <a:srgbClr val="FF3C2C"/>
      </a:accent4>
      <a:accent5>
        <a:srgbClr val="000000"/>
      </a:accent5>
      <a:accent6>
        <a:srgbClr val="FFFFFF"/>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Custom 7">
      <a:dk1>
        <a:srgbClr val="000000"/>
      </a:dk1>
      <a:lt1>
        <a:srgbClr val="FFFFFF"/>
      </a:lt1>
      <a:dk2>
        <a:srgbClr val="F3EDE0"/>
      </a:dk2>
      <a:lt2>
        <a:srgbClr val="FFFFFF"/>
      </a:lt2>
      <a:accent1>
        <a:srgbClr val="0089EC"/>
      </a:accent1>
      <a:accent2>
        <a:srgbClr val="00B845"/>
      </a:accent2>
      <a:accent3>
        <a:srgbClr val="FF8027"/>
      </a:accent3>
      <a:accent4>
        <a:srgbClr val="FED60E"/>
      </a:accent4>
      <a:accent5>
        <a:srgbClr val="F3EDE0"/>
      </a:accent5>
      <a:accent6>
        <a:srgbClr val="F50A23"/>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