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35" r:id="rId4"/>
    <p:sldMasterId id="2147483736" r:id="rId5"/>
  </p:sldMasterIdLst>
  <p:notesMasterIdLst>
    <p:notesMasterId r:id="rId6"/>
  </p:notesMasterIdLst>
  <p:sldIdLst>
    <p:sldId id="256" r:id="rId7"/>
    <p:sldId id="257" r:id="rId8"/>
    <p:sldId id="258" r:id="rId9"/>
    <p:sldId id="259" r:id="rId10"/>
    <p:sldId id="260" r:id="rId11"/>
  </p:sldIdLst>
  <p:sldSz cy="5143500" cx="9144000"/>
  <p:notesSz cx="6858000" cy="9144000"/>
  <p:embeddedFontLst>
    <p:embeddedFont>
      <p:font typeface="Verizon NHG TX"/>
      <p:regular r:id="rId12"/>
      <p:bold r:id="rId13"/>
      <p:italic r:id="rId14"/>
      <p:boldItalic r:id="rId15"/>
    </p:embeddedFont>
    <p:embeddedFont>
      <p:font typeface="Verizon NHG DS"/>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VerizonNHGTX-bold.fntdata"/><Relationship Id="rId12" Type="http://schemas.openxmlformats.org/officeDocument/2006/relationships/font" Target="fonts/VerizonNHGTX-regular.fntdata"/><Relationship Id="rId15" Type="http://schemas.openxmlformats.org/officeDocument/2006/relationships/font" Target="fonts/VerizonNHGTX-boldItalic.fntdata"/><Relationship Id="rId14" Type="http://schemas.openxmlformats.org/officeDocument/2006/relationships/font" Target="fonts/VerizonNHGTX-italic.fntdata"/><Relationship Id="rId17" Type="http://schemas.openxmlformats.org/officeDocument/2006/relationships/font" Target="fonts/VerizonNHGDS-bold.fntdata"/><Relationship Id="rId16" Type="http://schemas.openxmlformats.org/officeDocument/2006/relationships/font" Target="fonts/VerizonNHGDS-regular.fntdata"/><Relationship Id="rId19" Type="http://schemas.openxmlformats.org/officeDocument/2006/relationships/font" Target="fonts/VerizonNHGDS-boldItalic.fntdata"/><Relationship Id="rId18" Type="http://schemas.openxmlformats.org/officeDocument/2006/relationships/font" Target="fonts/VerizonNHGDS-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3604fff63d_0_63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g33604fff63d_0_6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55b0922b8b_0_62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g355b0922b8b_0_6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55b0922b8b_0_63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g355b0922b8b_0_6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3604fff63d_0_33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g33604fff63d_0_3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547cdd61d5_0_0:notes"/>
          <p:cNvSpPr/>
          <p:nvPr>
            <p:ph idx="2" type="sldImg"/>
          </p:nvPr>
        </p:nvSpPr>
        <p:spPr>
          <a:xfrm>
            <a:off x="1714500" y="685800"/>
            <a:ext cx="3429000" cy="34287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3547cdd61d5_0_0:notes"/>
          <p:cNvSpPr txBox="1"/>
          <p:nvPr>
            <p:ph idx="1" type="body"/>
          </p:nvPr>
        </p:nvSpPr>
        <p:spPr>
          <a:xfrm>
            <a:off x="381000" y="4343400"/>
            <a:ext cx="60960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g3547cdd61d5_0_0:notes"/>
          <p:cNvSpPr txBox="1"/>
          <p:nvPr>
            <p:ph idx="12" type="sldNum"/>
          </p:nvPr>
        </p:nvSpPr>
        <p:spPr>
          <a:xfrm>
            <a:off x="3884613" y="8685214"/>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_Info Slide">
  <p:cSld name="Info Slide">
    <p:spTree>
      <p:nvGrpSpPr>
        <p:cNvPr id="11" name="Shape 11"/>
        <p:cNvGrpSpPr/>
        <p:nvPr/>
      </p:nvGrpSpPr>
      <p:grpSpPr>
        <a:xfrm>
          <a:off x="0" y="0"/>
          <a:ext cx="0" cy="0"/>
          <a:chOff x="0" y="0"/>
          <a:chExt cx="0" cy="0"/>
        </a:xfrm>
      </p:grpSpPr>
      <p:sp>
        <p:nvSpPr>
          <p:cNvPr id="12" name="Google Shape;12;p2"/>
          <p:cNvSpPr/>
          <p:nvPr/>
        </p:nvSpPr>
        <p:spPr>
          <a:xfrm>
            <a:off x="2749794" y="4741252"/>
            <a:ext cx="3653100" cy="22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 name="Google Shape;13;p2"/>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4" name="Google Shape;14;p2"/>
          <p:cNvSpPr/>
          <p:nvPr/>
        </p:nvSpPr>
        <p:spPr>
          <a:xfrm>
            <a:off x="6126956" y="469106"/>
            <a:ext cx="2543100" cy="207300"/>
          </a:xfrm>
          <a:prstGeom prst="roundRect">
            <a:avLst>
              <a:gd fmla="val 16667" name="adj"/>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900" u="none" cap="none" strike="noStrike">
                <a:solidFill>
                  <a:schemeClr val="lt1"/>
                </a:solidFill>
                <a:latin typeface="Verizon NHG TX"/>
                <a:ea typeface="Verizon NHG TX"/>
                <a:cs typeface="Verizon NHG TX"/>
                <a:sym typeface="Verizon NHG TX"/>
              </a:rPr>
              <a:t>Read this info slide. This is not a template.</a:t>
            </a:r>
            <a:endParaRPr sz="1100">
              <a:latin typeface="Verizon NHG TX"/>
              <a:ea typeface="Verizon NHG TX"/>
              <a:cs typeface="Verizon NHG TX"/>
              <a:sym typeface="Verizon NHG TX"/>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Primary Cover - White">
  <p:cSld name="Primary Cover - White">
    <p:bg>
      <p:bgPr>
        <a:solidFill>
          <a:schemeClr val="lt1"/>
        </a:solidFill>
      </p:bgPr>
    </p:bg>
    <p:spTree>
      <p:nvGrpSpPr>
        <p:cNvPr id="15" name="Shape 15"/>
        <p:cNvGrpSpPr/>
        <p:nvPr/>
      </p:nvGrpSpPr>
      <p:grpSpPr>
        <a:xfrm>
          <a:off x="0" y="0"/>
          <a:ext cx="0" cy="0"/>
          <a:chOff x="0" y="0"/>
          <a:chExt cx="0" cy="0"/>
        </a:xfrm>
      </p:grpSpPr>
      <p:sp>
        <p:nvSpPr>
          <p:cNvPr id="16" name="Google Shape;16;p3"/>
          <p:cNvSpPr/>
          <p:nvPr/>
        </p:nvSpPr>
        <p:spPr>
          <a:xfrm>
            <a:off x="178044" y="4668716"/>
            <a:ext cx="6554700" cy="3099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 name="Google Shape;17;p3"/>
          <p:cNvSpPr txBox="1"/>
          <p:nvPr>
            <p:ph idx="1" type="body"/>
          </p:nvPr>
        </p:nvSpPr>
        <p:spPr>
          <a:xfrm>
            <a:off x="457200" y="2615184"/>
            <a:ext cx="6801000" cy="6060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1"/>
              </a:buClr>
              <a:buSzPts val="1800"/>
              <a:buFont typeface="Verizon NHG DS"/>
              <a:buNone/>
              <a:defRPr i="0" sz="1800">
                <a:solidFill>
                  <a:schemeClr val="dk1"/>
                </a:solidFill>
                <a:latin typeface="Verizon NHG DS"/>
                <a:ea typeface="Verizon NHG DS"/>
                <a:cs typeface="Verizon NHG DS"/>
                <a:sym typeface="Verizon NHG DS"/>
              </a:defRPr>
            </a:lvl1pPr>
            <a:lvl2pPr indent="-228600" lvl="1" marL="914400" algn="l">
              <a:lnSpc>
                <a:spcPct val="100000"/>
              </a:lnSpc>
              <a:spcBef>
                <a:spcPts val="0"/>
              </a:spcBef>
              <a:spcAft>
                <a:spcPts val="0"/>
              </a:spcAft>
              <a:buSzPts val="900"/>
              <a:buNone/>
              <a:defRPr/>
            </a:lvl2pPr>
            <a:lvl3pPr indent="-228600" lvl="2" marL="1371600" algn="l">
              <a:lnSpc>
                <a:spcPct val="100000"/>
              </a:lnSpc>
              <a:spcBef>
                <a:spcPts val="0"/>
              </a:spcBef>
              <a:spcAft>
                <a:spcPts val="0"/>
              </a:spcAft>
              <a:buSzPts val="900"/>
              <a:buNone/>
              <a:defRPr/>
            </a:lvl3pPr>
            <a:lvl4pPr indent="-228600" lvl="3" marL="1828800" algn="l">
              <a:lnSpc>
                <a:spcPct val="100000"/>
              </a:lnSpc>
              <a:spcBef>
                <a:spcPts val="0"/>
              </a:spcBef>
              <a:spcAft>
                <a:spcPts val="0"/>
              </a:spcAft>
              <a:buSzPts val="900"/>
              <a:buNone/>
              <a:defRPr/>
            </a:lvl4pPr>
            <a:lvl5pPr indent="-228600" lvl="4" marL="2286000" algn="l">
              <a:lnSpc>
                <a:spcPct val="100000"/>
              </a:lnSpc>
              <a:spcBef>
                <a:spcPts val="0"/>
              </a:spcBef>
              <a:spcAft>
                <a:spcPts val="0"/>
              </a:spcAft>
              <a:buSzPts val="900"/>
              <a:buNone/>
              <a:defRPr/>
            </a:lvl5pPr>
            <a:lvl6pPr indent="-285750" lvl="5" marL="2743200" algn="l">
              <a:lnSpc>
                <a:spcPct val="100000"/>
              </a:lnSpc>
              <a:spcBef>
                <a:spcPts val="0"/>
              </a:spcBef>
              <a:spcAft>
                <a:spcPts val="0"/>
              </a:spcAft>
              <a:buClr>
                <a:schemeClr val="dk1"/>
              </a:buClr>
              <a:buSzPts val="900"/>
              <a:buChar char="•"/>
              <a:defRPr sz="900"/>
            </a:lvl6pPr>
            <a:lvl7pPr indent="-285750" lvl="6" marL="3200400" algn="l">
              <a:lnSpc>
                <a:spcPct val="100000"/>
              </a:lnSpc>
              <a:spcBef>
                <a:spcPts val="0"/>
              </a:spcBef>
              <a:spcAft>
                <a:spcPts val="0"/>
              </a:spcAft>
              <a:buClr>
                <a:schemeClr val="dk1"/>
              </a:buClr>
              <a:buSzPts val="900"/>
              <a:buChar char="•"/>
              <a:defRPr sz="900"/>
            </a:lvl7pPr>
            <a:lvl8pPr indent="-285750" lvl="7" marL="3657600" algn="l">
              <a:lnSpc>
                <a:spcPct val="100000"/>
              </a:lnSpc>
              <a:spcBef>
                <a:spcPts val="0"/>
              </a:spcBef>
              <a:spcAft>
                <a:spcPts val="0"/>
              </a:spcAft>
              <a:buClr>
                <a:schemeClr val="dk1"/>
              </a:buClr>
              <a:buSzPts val="900"/>
              <a:buChar char="•"/>
              <a:defRPr sz="900"/>
            </a:lvl8pPr>
            <a:lvl9pPr indent="-285750" lvl="8" marL="4114800" algn="l">
              <a:lnSpc>
                <a:spcPct val="100000"/>
              </a:lnSpc>
              <a:spcBef>
                <a:spcPts val="0"/>
              </a:spcBef>
              <a:spcAft>
                <a:spcPts val="0"/>
              </a:spcAft>
              <a:buClr>
                <a:schemeClr val="dk1"/>
              </a:buClr>
              <a:buSzPts val="900"/>
              <a:buChar char="•"/>
              <a:defRPr sz="900"/>
            </a:lvl9pPr>
          </a:lstStyle>
          <a:p/>
        </p:txBody>
      </p:sp>
      <p:sp>
        <p:nvSpPr>
          <p:cNvPr id="18" name="Google Shape;18;p3"/>
          <p:cNvSpPr txBox="1"/>
          <p:nvPr>
            <p:ph type="title"/>
          </p:nvPr>
        </p:nvSpPr>
        <p:spPr>
          <a:xfrm>
            <a:off x="455425" y="374904"/>
            <a:ext cx="61152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5000"/>
              <a:buNone/>
              <a:defRPr sz="5000">
                <a:solidFill>
                  <a:schemeClr val="dk2"/>
                </a:solidFill>
              </a:defRPr>
            </a:lvl1pPr>
            <a:lvl2pPr lvl="1">
              <a:spcBef>
                <a:spcPts val="0"/>
              </a:spcBef>
              <a:spcAft>
                <a:spcPts val="0"/>
              </a:spcAft>
              <a:buClr>
                <a:schemeClr val="dk2"/>
              </a:buClr>
              <a:buSzPts val="1100"/>
              <a:buNone/>
              <a:defRPr>
                <a:solidFill>
                  <a:schemeClr val="dk2"/>
                </a:solidFill>
              </a:defRPr>
            </a:lvl2pPr>
            <a:lvl3pPr lvl="2">
              <a:spcBef>
                <a:spcPts val="0"/>
              </a:spcBef>
              <a:spcAft>
                <a:spcPts val="0"/>
              </a:spcAft>
              <a:buClr>
                <a:schemeClr val="dk2"/>
              </a:buClr>
              <a:buSzPts val="1100"/>
              <a:buNone/>
              <a:defRPr>
                <a:solidFill>
                  <a:schemeClr val="dk2"/>
                </a:solidFill>
              </a:defRPr>
            </a:lvl3pPr>
            <a:lvl4pPr lvl="3">
              <a:spcBef>
                <a:spcPts val="0"/>
              </a:spcBef>
              <a:spcAft>
                <a:spcPts val="0"/>
              </a:spcAft>
              <a:buClr>
                <a:schemeClr val="dk2"/>
              </a:buClr>
              <a:buSzPts val="1100"/>
              <a:buNone/>
              <a:defRPr>
                <a:solidFill>
                  <a:schemeClr val="dk2"/>
                </a:solidFill>
              </a:defRPr>
            </a:lvl4pPr>
            <a:lvl5pPr lvl="4">
              <a:spcBef>
                <a:spcPts val="0"/>
              </a:spcBef>
              <a:spcAft>
                <a:spcPts val="0"/>
              </a:spcAft>
              <a:buClr>
                <a:schemeClr val="dk2"/>
              </a:buClr>
              <a:buSzPts val="1100"/>
              <a:buNone/>
              <a:defRPr>
                <a:solidFill>
                  <a:schemeClr val="dk2"/>
                </a:solidFill>
              </a:defRPr>
            </a:lvl5pPr>
            <a:lvl6pPr lvl="5">
              <a:spcBef>
                <a:spcPts val="0"/>
              </a:spcBef>
              <a:spcAft>
                <a:spcPts val="0"/>
              </a:spcAft>
              <a:buClr>
                <a:schemeClr val="dk2"/>
              </a:buClr>
              <a:buSzPts val="1100"/>
              <a:buNone/>
              <a:defRPr>
                <a:solidFill>
                  <a:schemeClr val="dk2"/>
                </a:solidFill>
              </a:defRPr>
            </a:lvl6pPr>
            <a:lvl7pPr lvl="6">
              <a:spcBef>
                <a:spcPts val="0"/>
              </a:spcBef>
              <a:spcAft>
                <a:spcPts val="0"/>
              </a:spcAft>
              <a:buClr>
                <a:schemeClr val="dk2"/>
              </a:buClr>
              <a:buSzPts val="1100"/>
              <a:buNone/>
              <a:defRPr>
                <a:solidFill>
                  <a:schemeClr val="dk2"/>
                </a:solidFill>
              </a:defRPr>
            </a:lvl7pPr>
            <a:lvl8pPr lvl="7">
              <a:spcBef>
                <a:spcPts val="0"/>
              </a:spcBef>
              <a:spcAft>
                <a:spcPts val="0"/>
              </a:spcAft>
              <a:buClr>
                <a:schemeClr val="dk2"/>
              </a:buClr>
              <a:buSzPts val="1100"/>
              <a:buNone/>
              <a:defRPr>
                <a:solidFill>
                  <a:schemeClr val="dk2"/>
                </a:solidFill>
              </a:defRPr>
            </a:lvl8pPr>
            <a:lvl9pPr lvl="8">
              <a:spcBef>
                <a:spcPts val="0"/>
              </a:spcBef>
              <a:spcAft>
                <a:spcPts val="0"/>
              </a:spcAft>
              <a:buClr>
                <a:schemeClr val="dk2"/>
              </a:buClr>
              <a:buSzPts val="1100"/>
              <a:buNone/>
              <a:defRPr>
                <a:solidFill>
                  <a:schemeClr val="dk2"/>
                </a:solidFill>
              </a:defRPr>
            </a:lvl9pPr>
          </a:lstStyle>
          <a:p/>
        </p:txBody>
      </p:sp>
      <p:pic>
        <p:nvPicPr>
          <p:cNvPr id="19" name="Google Shape;19;p3"/>
          <p:cNvPicPr preferRelativeResize="0"/>
          <p:nvPr/>
        </p:nvPicPr>
        <p:blipFill rotWithShape="1">
          <a:blip r:embed="rId2">
            <a:alphaModFix/>
          </a:blip>
          <a:srcRect b="43503" l="12071" r="12109" t="23206"/>
          <a:stretch/>
        </p:blipFill>
        <p:spPr>
          <a:xfrm>
            <a:off x="7589475" y="4280635"/>
            <a:ext cx="1080648" cy="246510"/>
          </a:xfrm>
          <a:prstGeom prst="rect">
            <a:avLst/>
          </a:prstGeom>
          <a:noFill/>
          <a:ln>
            <a:noFill/>
          </a:ln>
        </p:spPr>
      </p:pic>
      <p:pic>
        <p:nvPicPr>
          <p:cNvPr id="20" name="Google Shape;20;p3"/>
          <p:cNvPicPr preferRelativeResize="0"/>
          <p:nvPr/>
        </p:nvPicPr>
        <p:blipFill>
          <a:blip r:embed="rId3">
            <a:alphaModFix/>
          </a:blip>
          <a:stretch>
            <a:fillRect/>
          </a:stretch>
        </p:blipFill>
        <p:spPr>
          <a:xfrm>
            <a:off x="329184" y="4005072"/>
            <a:ext cx="841246" cy="7869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_Primary Cover - Black">
  <p:cSld name="Primary Cover - Black">
    <p:bg>
      <p:bgPr>
        <a:solidFill>
          <a:schemeClr val="dk1"/>
        </a:solidFill>
      </p:bgPr>
    </p:bg>
    <p:spTree>
      <p:nvGrpSpPr>
        <p:cNvPr id="21" name="Shape 21"/>
        <p:cNvGrpSpPr/>
        <p:nvPr/>
      </p:nvGrpSpPr>
      <p:grpSpPr>
        <a:xfrm>
          <a:off x="0" y="0"/>
          <a:ext cx="0" cy="0"/>
          <a:chOff x="0" y="0"/>
          <a:chExt cx="0" cy="0"/>
        </a:xfrm>
      </p:grpSpPr>
      <p:sp>
        <p:nvSpPr>
          <p:cNvPr id="22" name="Google Shape;22;p4"/>
          <p:cNvSpPr/>
          <p:nvPr/>
        </p:nvSpPr>
        <p:spPr>
          <a:xfrm>
            <a:off x="178044" y="4668716"/>
            <a:ext cx="67788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3" name="Google Shape;23;p4"/>
          <p:cNvSpPr txBox="1"/>
          <p:nvPr>
            <p:ph idx="1" type="body"/>
          </p:nvPr>
        </p:nvSpPr>
        <p:spPr>
          <a:xfrm>
            <a:off x="457200" y="2615184"/>
            <a:ext cx="6801000" cy="6060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800"/>
              <a:buFont typeface="Verizon NHG DS"/>
              <a:buNone/>
              <a:defRPr i="0" sz="18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
        <p:nvSpPr>
          <p:cNvPr id="24" name="Google Shape;24;p4"/>
          <p:cNvSpPr txBox="1"/>
          <p:nvPr>
            <p:ph type="title"/>
          </p:nvPr>
        </p:nvSpPr>
        <p:spPr>
          <a:xfrm>
            <a:off x="457200" y="374904"/>
            <a:ext cx="61152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None/>
              <a:defRPr sz="5000">
                <a:solidFill>
                  <a:schemeClr val="lt2"/>
                </a:solidFill>
              </a:defRPr>
            </a:lvl1pPr>
            <a:lvl2pPr lvl="1">
              <a:spcBef>
                <a:spcPts val="0"/>
              </a:spcBef>
              <a:spcAft>
                <a:spcPts val="0"/>
              </a:spcAft>
              <a:buClr>
                <a:schemeClr val="lt2"/>
              </a:buClr>
              <a:buSzPts val="1100"/>
              <a:buNone/>
              <a:defRPr>
                <a:solidFill>
                  <a:schemeClr val="lt2"/>
                </a:solidFill>
              </a:defRPr>
            </a:lvl2pPr>
            <a:lvl3pPr lvl="2">
              <a:spcBef>
                <a:spcPts val="0"/>
              </a:spcBef>
              <a:spcAft>
                <a:spcPts val="0"/>
              </a:spcAft>
              <a:buClr>
                <a:schemeClr val="lt2"/>
              </a:buClr>
              <a:buSzPts val="1100"/>
              <a:buNone/>
              <a:defRPr>
                <a:solidFill>
                  <a:schemeClr val="lt2"/>
                </a:solidFill>
              </a:defRPr>
            </a:lvl3pPr>
            <a:lvl4pPr lvl="3">
              <a:spcBef>
                <a:spcPts val="0"/>
              </a:spcBef>
              <a:spcAft>
                <a:spcPts val="0"/>
              </a:spcAft>
              <a:buClr>
                <a:schemeClr val="lt2"/>
              </a:buClr>
              <a:buSzPts val="1100"/>
              <a:buNone/>
              <a:defRPr>
                <a:solidFill>
                  <a:schemeClr val="lt2"/>
                </a:solidFill>
              </a:defRPr>
            </a:lvl4pPr>
            <a:lvl5pPr lvl="4">
              <a:spcBef>
                <a:spcPts val="0"/>
              </a:spcBef>
              <a:spcAft>
                <a:spcPts val="0"/>
              </a:spcAft>
              <a:buClr>
                <a:schemeClr val="lt2"/>
              </a:buClr>
              <a:buSzPts val="1100"/>
              <a:buNone/>
              <a:defRPr>
                <a:solidFill>
                  <a:schemeClr val="lt2"/>
                </a:solidFill>
              </a:defRPr>
            </a:lvl5pPr>
            <a:lvl6pPr lvl="5">
              <a:spcBef>
                <a:spcPts val="0"/>
              </a:spcBef>
              <a:spcAft>
                <a:spcPts val="0"/>
              </a:spcAft>
              <a:buClr>
                <a:schemeClr val="lt2"/>
              </a:buClr>
              <a:buSzPts val="1100"/>
              <a:buNone/>
              <a:defRPr>
                <a:solidFill>
                  <a:schemeClr val="lt2"/>
                </a:solidFill>
              </a:defRPr>
            </a:lvl6pPr>
            <a:lvl7pPr lvl="6">
              <a:spcBef>
                <a:spcPts val="0"/>
              </a:spcBef>
              <a:spcAft>
                <a:spcPts val="0"/>
              </a:spcAft>
              <a:buClr>
                <a:schemeClr val="lt2"/>
              </a:buClr>
              <a:buSzPts val="1100"/>
              <a:buNone/>
              <a:defRPr>
                <a:solidFill>
                  <a:schemeClr val="lt2"/>
                </a:solidFill>
              </a:defRPr>
            </a:lvl7pPr>
            <a:lvl8pPr lvl="7">
              <a:spcBef>
                <a:spcPts val="0"/>
              </a:spcBef>
              <a:spcAft>
                <a:spcPts val="0"/>
              </a:spcAft>
              <a:buClr>
                <a:schemeClr val="lt2"/>
              </a:buClr>
              <a:buSzPts val="1100"/>
              <a:buNone/>
              <a:defRPr>
                <a:solidFill>
                  <a:schemeClr val="lt2"/>
                </a:solidFill>
              </a:defRPr>
            </a:lvl8pPr>
            <a:lvl9pPr lvl="8">
              <a:spcBef>
                <a:spcPts val="0"/>
              </a:spcBef>
              <a:spcAft>
                <a:spcPts val="0"/>
              </a:spcAft>
              <a:buClr>
                <a:schemeClr val="lt2"/>
              </a:buClr>
              <a:buSzPts val="1100"/>
              <a:buNone/>
              <a:defRPr>
                <a:solidFill>
                  <a:schemeClr val="lt2"/>
                </a:solidFill>
              </a:defRPr>
            </a:lvl9pPr>
          </a:lstStyle>
          <a:p/>
        </p:txBody>
      </p:sp>
      <p:pic>
        <p:nvPicPr>
          <p:cNvPr id="25" name="Google Shape;25;p4"/>
          <p:cNvPicPr preferRelativeResize="0"/>
          <p:nvPr/>
        </p:nvPicPr>
        <p:blipFill rotWithShape="1">
          <a:blip r:embed="rId2">
            <a:alphaModFix/>
          </a:blip>
          <a:srcRect b="43503" l="12071" r="12109" t="23206"/>
          <a:stretch/>
        </p:blipFill>
        <p:spPr>
          <a:xfrm>
            <a:off x="7589475" y="4280635"/>
            <a:ext cx="1080648" cy="246510"/>
          </a:xfrm>
          <a:prstGeom prst="rect">
            <a:avLst/>
          </a:prstGeom>
          <a:noFill/>
          <a:ln>
            <a:noFill/>
          </a:ln>
        </p:spPr>
      </p:pic>
      <p:pic>
        <p:nvPicPr>
          <p:cNvPr id="26" name="Google Shape;26;p4"/>
          <p:cNvPicPr preferRelativeResize="0"/>
          <p:nvPr/>
        </p:nvPicPr>
        <p:blipFill>
          <a:blip r:embed="rId3">
            <a:alphaModFix/>
          </a:blip>
          <a:stretch>
            <a:fillRect/>
          </a:stretch>
        </p:blipFill>
        <p:spPr>
          <a:xfrm>
            <a:off x="329184" y="4005072"/>
            <a:ext cx="841246" cy="7869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_Secondary Cover - White">
  <p:cSld name="Secondary Cover - White">
    <p:bg>
      <p:bgPr>
        <a:solidFill>
          <a:schemeClr val="lt1"/>
        </a:solidFill>
      </p:bgPr>
    </p:bg>
    <p:spTree>
      <p:nvGrpSpPr>
        <p:cNvPr id="27" name="Shape 27"/>
        <p:cNvGrpSpPr/>
        <p:nvPr/>
      </p:nvGrpSpPr>
      <p:grpSpPr>
        <a:xfrm>
          <a:off x="0" y="0"/>
          <a:ext cx="0" cy="0"/>
          <a:chOff x="0" y="0"/>
          <a:chExt cx="0" cy="0"/>
        </a:xfrm>
      </p:grpSpPr>
      <p:sp>
        <p:nvSpPr>
          <p:cNvPr id="28" name="Google Shape;28;p5"/>
          <p:cNvSpPr/>
          <p:nvPr/>
        </p:nvSpPr>
        <p:spPr>
          <a:xfrm>
            <a:off x="178044" y="4668716"/>
            <a:ext cx="6554700" cy="3099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9" name="Google Shape;29;p5"/>
          <p:cNvSpPr txBox="1"/>
          <p:nvPr>
            <p:ph idx="1" type="body"/>
          </p:nvPr>
        </p:nvSpPr>
        <p:spPr>
          <a:xfrm>
            <a:off x="6703219" y="3406501"/>
            <a:ext cx="1967100" cy="5874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SzPts val="1800"/>
              <a:buFont typeface="Verizon NHG DS"/>
              <a:buNone/>
              <a:defRPr i="0" sz="1800">
                <a:latin typeface="Verizon NHG DS"/>
                <a:ea typeface="Verizon NHG DS"/>
                <a:cs typeface="Verizon NHG DS"/>
                <a:sym typeface="Verizon NHG DS"/>
              </a:defRPr>
            </a:lvl1pPr>
            <a:lvl2pPr indent="-228600" lvl="1" marL="914400" algn="l">
              <a:lnSpc>
                <a:spcPct val="100000"/>
              </a:lnSpc>
              <a:spcBef>
                <a:spcPts val="0"/>
              </a:spcBef>
              <a:spcAft>
                <a:spcPts val="0"/>
              </a:spcAft>
              <a:buSzPts val="900"/>
              <a:buNone/>
              <a:defRPr/>
            </a:lvl2pPr>
            <a:lvl3pPr indent="-228600" lvl="2" marL="1371600" algn="l">
              <a:lnSpc>
                <a:spcPct val="100000"/>
              </a:lnSpc>
              <a:spcBef>
                <a:spcPts val="0"/>
              </a:spcBef>
              <a:spcAft>
                <a:spcPts val="0"/>
              </a:spcAft>
              <a:buSzPts val="900"/>
              <a:buNone/>
              <a:defRPr/>
            </a:lvl3pPr>
            <a:lvl4pPr indent="-228600" lvl="3" marL="1828800" algn="l">
              <a:lnSpc>
                <a:spcPct val="100000"/>
              </a:lnSpc>
              <a:spcBef>
                <a:spcPts val="0"/>
              </a:spcBef>
              <a:spcAft>
                <a:spcPts val="0"/>
              </a:spcAft>
              <a:buSzPts val="900"/>
              <a:buNone/>
              <a:defRPr/>
            </a:lvl4pPr>
            <a:lvl5pPr indent="-228600" lvl="4" marL="2286000" algn="l">
              <a:lnSpc>
                <a:spcPct val="100000"/>
              </a:lnSpc>
              <a:spcBef>
                <a:spcPts val="0"/>
              </a:spcBef>
              <a:spcAft>
                <a:spcPts val="0"/>
              </a:spcAft>
              <a:buSzPts val="900"/>
              <a:buNone/>
              <a:defRPr/>
            </a:lvl5pPr>
            <a:lvl6pPr indent="-285750" lvl="5" marL="2743200" algn="l">
              <a:lnSpc>
                <a:spcPct val="100000"/>
              </a:lnSpc>
              <a:spcBef>
                <a:spcPts val="0"/>
              </a:spcBef>
              <a:spcAft>
                <a:spcPts val="0"/>
              </a:spcAft>
              <a:buSzPts val="900"/>
              <a:buChar char="•"/>
              <a:defRPr sz="900"/>
            </a:lvl6pPr>
            <a:lvl7pPr indent="-285750" lvl="6" marL="3200400" algn="l">
              <a:lnSpc>
                <a:spcPct val="100000"/>
              </a:lnSpc>
              <a:spcBef>
                <a:spcPts val="0"/>
              </a:spcBef>
              <a:spcAft>
                <a:spcPts val="0"/>
              </a:spcAft>
              <a:buSzPts val="900"/>
              <a:buChar char="•"/>
              <a:defRPr sz="900"/>
            </a:lvl7pPr>
            <a:lvl8pPr indent="-285750" lvl="7" marL="3657600" algn="l">
              <a:lnSpc>
                <a:spcPct val="100000"/>
              </a:lnSpc>
              <a:spcBef>
                <a:spcPts val="0"/>
              </a:spcBef>
              <a:spcAft>
                <a:spcPts val="0"/>
              </a:spcAft>
              <a:buSzPts val="900"/>
              <a:buChar char="•"/>
              <a:defRPr sz="900"/>
            </a:lvl8pPr>
            <a:lvl9pPr indent="-285750" lvl="8" marL="4114800" algn="l">
              <a:lnSpc>
                <a:spcPct val="100000"/>
              </a:lnSpc>
              <a:spcBef>
                <a:spcPts val="0"/>
              </a:spcBef>
              <a:spcAft>
                <a:spcPts val="0"/>
              </a:spcAft>
              <a:buSzPts val="900"/>
              <a:buChar char="•"/>
              <a:defRPr sz="900"/>
            </a:lvl9pPr>
          </a:lstStyle>
          <a:p/>
        </p:txBody>
      </p:sp>
      <p:sp>
        <p:nvSpPr>
          <p:cNvPr id="30" name="Google Shape;30;p5"/>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5000"/>
              <a:buFont typeface="Arial"/>
              <a:buNone/>
              <a:defRPr sz="5000">
                <a:solidFill>
                  <a:schemeClr val="dk2"/>
                </a:solidFill>
              </a:defRPr>
            </a:lvl1pPr>
            <a:lvl2pPr lvl="1">
              <a:spcBef>
                <a:spcPts val="0"/>
              </a:spcBef>
              <a:spcAft>
                <a:spcPts val="0"/>
              </a:spcAft>
              <a:buClr>
                <a:schemeClr val="dk2"/>
              </a:buClr>
              <a:buSzPts val="1100"/>
              <a:buNone/>
              <a:defRPr>
                <a:solidFill>
                  <a:schemeClr val="dk2"/>
                </a:solidFill>
              </a:defRPr>
            </a:lvl2pPr>
            <a:lvl3pPr lvl="2">
              <a:spcBef>
                <a:spcPts val="0"/>
              </a:spcBef>
              <a:spcAft>
                <a:spcPts val="0"/>
              </a:spcAft>
              <a:buClr>
                <a:schemeClr val="dk2"/>
              </a:buClr>
              <a:buSzPts val="1100"/>
              <a:buNone/>
              <a:defRPr>
                <a:solidFill>
                  <a:schemeClr val="dk2"/>
                </a:solidFill>
              </a:defRPr>
            </a:lvl3pPr>
            <a:lvl4pPr lvl="3">
              <a:spcBef>
                <a:spcPts val="0"/>
              </a:spcBef>
              <a:spcAft>
                <a:spcPts val="0"/>
              </a:spcAft>
              <a:buClr>
                <a:schemeClr val="dk2"/>
              </a:buClr>
              <a:buSzPts val="1100"/>
              <a:buNone/>
              <a:defRPr>
                <a:solidFill>
                  <a:schemeClr val="dk2"/>
                </a:solidFill>
              </a:defRPr>
            </a:lvl4pPr>
            <a:lvl5pPr lvl="4">
              <a:spcBef>
                <a:spcPts val="0"/>
              </a:spcBef>
              <a:spcAft>
                <a:spcPts val="0"/>
              </a:spcAft>
              <a:buClr>
                <a:schemeClr val="dk2"/>
              </a:buClr>
              <a:buSzPts val="1100"/>
              <a:buNone/>
              <a:defRPr>
                <a:solidFill>
                  <a:schemeClr val="dk2"/>
                </a:solidFill>
              </a:defRPr>
            </a:lvl5pPr>
            <a:lvl6pPr lvl="5">
              <a:spcBef>
                <a:spcPts val="0"/>
              </a:spcBef>
              <a:spcAft>
                <a:spcPts val="0"/>
              </a:spcAft>
              <a:buClr>
                <a:schemeClr val="dk2"/>
              </a:buClr>
              <a:buSzPts val="1100"/>
              <a:buNone/>
              <a:defRPr>
                <a:solidFill>
                  <a:schemeClr val="dk2"/>
                </a:solidFill>
              </a:defRPr>
            </a:lvl6pPr>
            <a:lvl7pPr lvl="6">
              <a:spcBef>
                <a:spcPts val="0"/>
              </a:spcBef>
              <a:spcAft>
                <a:spcPts val="0"/>
              </a:spcAft>
              <a:buClr>
                <a:schemeClr val="dk2"/>
              </a:buClr>
              <a:buSzPts val="1100"/>
              <a:buNone/>
              <a:defRPr>
                <a:solidFill>
                  <a:schemeClr val="dk2"/>
                </a:solidFill>
              </a:defRPr>
            </a:lvl7pPr>
            <a:lvl8pPr lvl="7">
              <a:spcBef>
                <a:spcPts val="0"/>
              </a:spcBef>
              <a:spcAft>
                <a:spcPts val="0"/>
              </a:spcAft>
              <a:buClr>
                <a:schemeClr val="dk2"/>
              </a:buClr>
              <a:buSzPts val="1100"/>
              <a:buNone/>
              <a:defRPr>
                <a:solidFill>
                  <a:schemeClr val="dk2"/>
                </a:solidFill>
              </a:defRPr>
            </a:lvl8pPr>
            <a:lvl9pPr lvl="8">
              <a:spcBef>
                <a:spcPts val="0"/>
              </a:spcBef>
              <a:spcAft>
                <a:spcPts val="0"/>
              </a:spcAft>
              <a:buClr>
                <a:schemeClr val="dk2"/>
              </a:buClr>
              <a:buSzPts val="1100"/>
              <a:buNone/>
              <a:defRPr>
                <a:solidFill>
                  <a:schemeClr val="dk2"/>
                </a:solidFill>
              </a:defRPr>
            </a:lvl9pPr>
          </a:lstStyle>
          <a:p/>
        </p:txBody>
      </p:sp>
      <p:pic>
        <p:nvPicPr>
          <p:cNvPr id="31" name="Google Shape;31;p5"/>
          <p:cNvPicPr preferRelativeResize="0"/>
          <p:nvPr/>
        </p:nvPicPr>
        <p:blipFill>
          <a:blip r:embed="rId2">
            <a:alphaModFix/>
          </a:blip>
          <a:stretch>
            <a:fillRect/>
          </a:stretch>
        </p:blipFill>
        <p:spPr>
          <a:xfrm>
            <a:off x="182880" y="182880"/>
            <a:ext cx="2029970" cy="18975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Secondary Cover - Black">
  <p:cSld name="Secondary Cover - Black">
    <p:bg>
      <p:bgPr>
        <a:solidFill>
          <a:schemeClr val="dk1"/>
        </a:solidFill>
      </p:bgPr>
    </p:bg>
    <p:spTree>
      <p:nvGrpSpPr>
        <p:cNvPr id="32" name="Shape 32"/>
        <p:cNvGrpSpPr/>
        <p:nvPr/>
      </p:nvGrpSpPr>
      <p:grpSpPr>
        <a:xfrm>
          <a:off x="0" y="0"/>
          <a:ext cx="0" cy="0"/>
          <a:chOff x="0" y="0"/>
          <a:chExt cx="0" cy="0"/>
        </a:xfrm>
      </p:grpSpPr>
      <p:sp>
        <p:nvSpPr>
          <p:cNvPr id="33" name="Google Shape;33;p6"/>
          <p:cNvSpPr txBox="1"/>
          <p:nvPr>
            <p:ph idx="1" type="body"/>
          </p:nvPr>
        </p:nvSpPr>
        <p:spPr>
          <a:xfrm>
            <a:off x="6703219" y="3406501"/>
            <a:ext cx="1967100" cy="5874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800"/>
              <a:buFont typeface="Verizon NHG DS"/>
              <a:buNone/>
              <a:defRPr i="0" sz="18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
        <p:nvSpPr>
          <p:cNvPr id="34" name="Google Shape;34;p6"/>
          <p:cNvSpPr/>
          <p:nvPr/>
        </p:nvSpPr>
        <p:spPr>
          <a:xfrm>
            <a:off x="178044" y="4668716"/>
            <a:ext cx="628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35" name="Google Shape;35;p6"/>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Font typeface="Arial"/>
              <a:buNone/>
              <a:defRPr sz="5000">
                <a:solidFill>
                  <a:schemeClr val="lt2"/>
                </a:solidFill>
              </a:defRPr>
            </a:lvl1pPr>
            <a:lvl2pPr lvl="1">
              <a:spcBef>
                <a:spcPts val="0"/>
              </a:spcBef>
              <a:spcAft>
                <a:spcPts val="0"/>
              </a:spcAft>
              <a:buClr>
                <a:schemeClr val="lt2"/>
              </a:buClr>
              <a:buSzPts val="1100"/>
              <a:buNone/>
              <a:defRPr>
                <a:solidFill>
                  <a:schemeClr val="lt2"/>
                </a:solidFill>
              </a:defRPr>
            </a:lvl2pPr>
            <a:lvl3pPr lvl="2">
              <a:spcBef>
                <a:spcPts val="0"/>
              </a:spcBef>
              <a:spcAft>
                <a:spcPts val="0"/>
              </a:spcAft>
              <a:buClr>
                <a:schemeClr val="lt2"/>
              </a:buClr>
              <a:buSzPts val="1100"/>
              <a:buNone/>
              <a:defRPr>
                <a:solidFill>
                  <a:schemeClr val="lt2"/>
                </a:solidFill>
              </a:defRPr>
            </a:lvl3pPr>
            <a:lvl4pPr lvl="3">
              <a:spcBef>
                <a:spcPts val="0"/>
              </a:spcBef>
              <a:spcAft>
                <a:spcPts val="0"/>
              </a:spcAft>
              <a:buClr>
                <a:schemeClr val="lt2"/>
              </a:buClr>
              <a:buSzPts val="1100"/>
              <a:buNone/>
              <a:defRPr>
                <a:solidFill>
                  <a:schemeClr val="lt2"/>
                </a:solidFill>
              </a:defRPr>
            </a:lvl4pPr>
            <a:lvl5pPr lvl="4">
              <a:spcBef>
                <a:spcPts val="0"/>
              </a:spcBef>
              <a:spcAft>
                <a:spcPts val="0"/>
              </a:spcAft>
              <a:buClr>
                <a:schemeClr val="lt2"/>
              </a:buClr>
              <a:buSzPts val="1100"/>
              <a:buNone/>
              <a:defRPr>
                <a:solidFill>
                  <a:schemeClr val="lt2"/>
                </a:solidFill>
              </a:defRPr>
            </a:lvl5pPr>
            <a:lvl6pPr lvl="5">
              <a:spcBef>
                <a:spcPts val="0"/>
              </a:spcBef>
              <a:spcAft>
                <a:spcPts val="0"/>
              </a:spcAft>
              <a:buClr>
                <a:schemeClr val="lt2"/>
              </a:buClr>
              <a:buSzPts val="1100"/>
              <a:buNone/>
              <a:defRPr>
                <a:solidFill>
                  <a:schemeClr val="lt2"/>
                </a:solidFill>
              </a:defRPr>
            </a:lvl6pPr>
            <a:lvl7pPr lvl="6">
              <a:spcBef>
                <a:spcPts val="0"/>
              </a:spcBef>
              <a:spcAft>
                <a:spcPts val="0"/>
              </a:spcAft>
              <a:buClr>
                <a:schemeClr val="lt2"/>
              </a:buClr>
              <a:buSzPts val="1100"/>
              <a:buNone/>
              <a:defRPr>
                <a:solidFill>
                  <a:schemeClr val="lt2"/>
                </a:solidFill>
              </a:defRPr>
            </a:lvl7pPr>
            <a:lvl8pPr lvl="7">
              <a:spcBef>
                <a:spcPts val="0"/>
              </a:spcBef>
              <a:spcAft>
                <a:spcPts val="0"/>
              </a:spcAft>
              <a:buClr>
                <a:schemeClr val="lt2"/>
              </a:buClr>
              <a:buSzPts val="1100"/>
              <a:buNone/>
              <a:defRPr>
                <a:solidFill>
                  <a:schemeClr val="lt2"/>
                </a:solidFill>
              </a:defRPr>
            </a:lvl8pPr>
            <a:lvl9pPr lvl="8">
              <a:spcBef>
                <a:spcPts val="0"/>
              </a:spcBef>
              <a:spcAft>
                <a:spcPts val="0"/>
              </a:spcAft>
              <a:buClr>
                <a:schemeClr val="lt2"/>
              </a:buClr>
              <a:buSzPts val="1100"/>
              <a:buNone/>
              <a:defRPr>
                <a:solidFill>
                  <a:schemeClr val="lt2"/>
                </a:solidFill>
              </a:defRPr>
            </a:lvl9pPr>
          </a:lstStyle>
          <a:p/>
        </p:txBody>
      </p:sp>
      <p:pic>
        <p:nvPicPr>
          <p:cNvPr id="36" name="Google Shape;36;p6"/>
          <p:cNvPicPr preferRelativeResize="0"/>
          <p:nvPr/>
        </p:nvPicPr>
        <p:blipFill>
          <a:blip r:embed="rId2">
            <a:alphaModFix/>
          </a:blip>
          <a:stretch>
            <a:fillRect/>
          </a:stretch>
        </p:blipFill>
        <p:spPr>
          <a:xfrm>
            <a:off x="182880" y="182880"/>
            <a:ext cx="2029970" cy="18975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Secondary Cover with logo - White">
  <p:cSld name="Divider - White">
    <p:bg>
      <p:bgPr>
        <a:solidFill>
          <a:schemeClr val="lt1"/>
        </a:solidFill>
      </p:bgPr>
    </p:bg>
    <p:spTree>
      <p:nvGrpSpPr>
        <p:cNvPr id="37" name="Shape 37"/>
        <p:cNvGrpSpPr/>
        <p:nvPr/>
      </p:nvGrpSpPr>
      <p:grpSpPr>
        <a:xfrm>
          <a:off x="0" y="0"/>
          <a:ext cx="0" cy="0"/>
          <a:chOff x="0" y="0"/>
          <a:chExt cx="0" cy="0"/>
        </a:xfrm>
      </p:grpSpPr>
      <p:sp>
        <p:nvSpPr>
          <p:cNvPr id="38" name="Google Shape;38;p7"/>
          <p:cNvSpPr txBox="1"/>
          <p:nvPr>
            <p:ph idx="1" type="body"/>
          </p:nvPr>
        </p:nvSpPr>
        <p:spPr>
          <a:xfrm>
            <a:off x="457200" y="2615184"/>
            <a:ext cx="4046700" cy="1314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SzPts val="1800"/>
              <a:buFont typeface="Verizon NHG DS"/>
              <a:buNone/>
              <a:defRPr i="0" sz="1800">
                <a:latin typeface="Verizon NHG DS"/>
                <a:ea typeface="Verizon NHG DS"/>
                <a:cs typeface="Verizon NHG DS"/>
                <a:sym typeface="Verizon NHG DS"/>
              </a:defRPr>
            </a:lvl1pPr>
            <a:lvl2pPr indent="-228600" lvl="1" marL="914400" algn="l">
              <a:lnSpc>
                <a:spcPct val="100000"/>
              </a:lnSpc>
              <a:spcBef>
                <a:spcPts val="0"/>
              </a:spcBef>
              <a:spcAft>
                <a:spcPts val="0"/>
              </a:spcAft>
              <a:buSzPts val="900"/>
              <a:buNone/>
              <a:defRPr/>
            </a:lvl2pPr>
            <a:lvl3pPr indent="-228600" lvl="2" marL="1371600" algn="l">
              <a:lnSpc>
                <a:spcPct val="100000"/>
              </a:lnSpc>
              <a:spcBef>
                <a:spcPts val="0"/>
              </a:spcBef>
              <a:spcAft>
                <a:spcPts val="0"/>
              </a:spcAft>
              <a:buSzPts val="900"/>
              <a:buNone/>
              <a:defRPr/>
            </a:lvl3pPr>
            <a:lvl4pPr indent="-228600" lvl="3" marL="1828800" algn="l">
              <a:lnSpc>
                <a:spcPct val="100000"/>
              </a:lnSpc>
              <a:spcBef>
                <a:spcPts val="0"/>
              </a:spcBef>
              <a:spcAft>
                <a:spcPts val="0"/>
              </a:spcAft>
              <a:buSzPts val="900"/>
              <a:buNone/>
              <a:defRPr/>
            </a:lvl4pPr>
            <a:lvl5pPr indent="-228600" lvl="4" marL="2286000" algn="l">
              <a:lnSpc>
                <a:spcPct val="100000"/>
              </a:lnSpc>
              <a:spcBef>
                <a:spcPts val="0"/>
              </a:spcBef>
              <a:spcAft>
                <a:spcPts val="0"/>
              </a:spcAft>
              <a:buSzPts val="900"/>
              <a:buNone/>
              <a:defRPr/>
            </a:lvl5pPr>
            <a:lvl6pPr indent="-285750" lvl="5" marL="2743200" algn="l">
              <a:lnSpc>
                <a:spcPct val="100000"/>
              </a:lnSpc>
              <a:spcBef>
                <a:spcPts val="0"/>
              </a:spcBef>
              <a:spcAft>
                <a:spcPts val="0"/>
              </a:spcAft>
              <a:buSzPts val="900"/>
              <a:buChar char="•"/>
              <a:defRPr sz="900"/>
            </a:lvl6pPr>
            <a:lvl7pPr indent="-285750" lvl="6" marL="3200400" algn="l">
              <a:lnSpc>
                <a:spcPct val="100000"/>
              </a:lnSpc>
              <a:spcBef>
                <a:spcPts val="0"/>
              </a:spcBef>
              <a:spcAft>
                <a:spcPts val="0"/>
              </a:spcAft>
              <a:buSzPts val="900"/>
              <a:buChar char="•"/>
              <a:defRPr sz="900"/>
            </a:lvl7pPr>
            <a:lvl8pPr indent="-285750" lvl="7" marL="3657600" algn="l">
              <a:lnSpc>
                <a:spcPct val="100000"/>
              </a:lnSpc>
              <a:spcBef>
                <a:spcPts val="0"/>
              </a:spcBef>
              <a:spcAft>
                <a:spcPts val="0"/>
              </a:spcAft>
              <a:buSzPts val="900"/>
              <a:buChar char="•"/>
              <a:defRPr sz="900"/>
            </a:lvl8pPr>
            <a:lvl9pPr indent="-285750" lvl="8" marL="4114800" algn="l">
              <a:lnSpc>
                <a:spcPct val="100000"/>
              </a:lnSpc>
              <a:spcBef>
                <a:spcPts val="0"/>
              </a:spcBef>
              <a:spcAft>
                <a:spcPts val="0"/>
              </a:spcAft>
              <a:buSzPts val="900"/>
              <a:buChar char="•"/>
              <a:defRPr sz="900"/>
            </a:lvl9pPr>
          </a:lstStyle>
          <a:p/>
        </p:txBody>
      </p:sp>
      <p:sp>
        <p:nvSpPr>
          <p:cNvPr id="39" name="Google Shape;39;p7"/>
          <p:cNvSpPr txBox="1"/>
          <p:nvPr>
            <p:ph type="title"/>
          </p:nvPr>
        </p:nvSpPr>
        <p:spPr>
          <a:xfrm>
            <a:off x="457200" y="374904"/>
            <a:ext cx="68010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5000"/>
              <a:buFont typeface="Arial"/>
              <a:buNone/>
              <a:defRPr sz="50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0" name="Google Shape;40;p7"/>
          <p:cNvSpPr txBox="1"/>
          <p:nvPr>
            <p:ph idx="12" type="sldNum"/>
          </p:nvPr>
        </p:nvSpPr>
        <p:spPr>
          <a:xfrm>
            <a:off x="8317509" y="4733270"/>
            <a:ext cx="352500" cy="123000"/>
          </a:xfrm>
          <a:prstGeom prst="rect">
            <a:avLst/>
          </a:prstGeom>
          <a:noFill/>
          <a:ln>
            <a:noFill/>
          </a:ln>
        </p:spPr>
        <p:txBody>
          <a:bodyPr anchorCtr="0" anchor="t" bIns="0" lIns="0" spcFirstLastPara="1" rIns="0" wrap="square" tIns="0">
            <a:spAutoFit/>
          </a:bodyPr>
          <a:lstStyle>
            <a:lvl1pPr indent="0" lvl="0" marL="0" marR="0" algn="r">
              <a:spcBef>
                <a:spcPts val="0"/>
              </a:spcBef>
              <a:buNone/>
              <a:defRPr i="0" sz="800" u="none" cap="none" strike="noStrike">
                <a:solidFill>
                  <a:schemeClr val="dk1"/>
                </a:solidFill>
                <a:latin typeface="Verizon NHG TX"/>
                <a:ea typeface="Verizon NHG TX"/>
                <a:cs typeface="Verizon NHG TX"/>
                <a:sym typeface="Verizon NHG TX"/>
              </a:defRPr>
            </a:lvl1pPr>
            <a:lvl2pPr indent="0" lvl="1" marL="0" marR="0" algn="r">
              <a:spcBef>
                <a:spcPts val="0"/>
              </a:spcBef>
              <a:buNone/>
              <a:defRPr i="0" sz="800" u="none" cap="none" strike="noStrike">
                <a:solidFill>
                  <a:schemeClr val="dk1"/>
                </a:solidFill>
                <a:latin typeface="Verizon NHG TX"/>
                <a:ea typeface="Verizon NHG TX"/>
                <a:cs typeface="Verizon NHG TX"/>
                <a:sym typeface="Verizon NHG TX"/>
              </a:defRPr>
            </a:lvl2pPr>
            <a:lvl3pPr indent="0" lvl="2" marL="0" marR="0" algn="r">
              <a:spcBef>
                <a:spcPts val="0"/>
              </a:spcBef>
              <a:buNone/>
              <a:defRPr i="0" sz="800" u="none" cap="none" strike="noStrike">
                <a:solidFill>
                  <a:schemeClr val="dk1"/>
                </a:solidFill>
                <a:latin typeface="Verizon NHG TX"/>
                <a:ea typeface="Verizon NHG TX"/>
                <a:cs typeface="Verizon NHG TX"/>
                <a:sym typeface="Verizon NHG TX"/>
              </a:defRPr>
            </a:lvl3pPr>
            <a:lvl4pPr indent="0" lvl="3" marL="0" marR="0" algn="r">
              <a:spcBef>
                <a:spcPts val="0"/>
              </a:spcBef>
              <a:buNone/>
              <a:defRPr i="0" sz="800" u="none" cap="none" strike="noStrike">
                <a:solidFill>
                  <a:schemeClr val="dk1"/>
                </a:solidFill>
                <a:latin typeface="Verizon NHG TX"/>
                <a:ea typeface="Verizon NHG TX"/>
                <a:cs typeface="Verizon NHG TX"/>
                <a:sym typeface="Verizon NHG TX"/>
              </a:defRPr>
            </a:lvl4pPr>
            <a:lvl5pPr indent="0" lvl="4" marL="0" marR="0" algn="r">
              <a:spcBef>
                <a:spcPts val="0"/>
              </a:spcBef>
              <a:buNone/>
              <a:defRPr i="0" sz="800" u="none" cap="none" strike="noStrike">
                <a:solidFill>
                  <a:schemeClr val="dk1"/>
                </a:solidFill>
                <a:latin typeface="Verizon NHG TX"/>
                <a:ea typeface="Verizon NHG TX"/>
                <a:cs typeface="Verizon NHG TX"/>
                <a:sym typeface="Verizon NHG TX"/>
              </a:defRPr>
            </a:lvl5pPr>
            <a:lvl6pPr indent="0" lvl="5" marL="0" marR="0" algn="r">
              <a:spcBef>
                <a:spcPts val="0"/>
              </a:spcBef>
              <a:buNone/>
              <a:defRPr i="0" sz="800" u="none" cap="none" strike="noStrike">
                <a:solidFill>
                  <a:schemeClr val="dk1"/>
                </a:solidFill>
                <a:latin typeface="Verizon NHG TX"/>
                <a:ea typeface="Verizon NHG TX"/>
                <a:cs typeface="Verizon NHG TX"/>
                <a:sym typeface="Verizon NHG TX"/>
              </a:defRPr>
            </a:lvl6pPr>
            <a:lvl7pPr indent="0" lvl="6" marL="0" marR="0" algn="r">
              <a:spcBef>
                <a:spcPts val="0"/>
              </a:spcBef>
              <a:buNone/>
              <a:defRPr i="0" sz="800" u="none" cap="none" strike="noStrike">
                <a:solidFill>
                  <a:schemeClr val="dk1"/>
                </a:solidFill>
                <a:latin typeface="Verizon NHG TX"/>
                <a:ea typeface="Verizon NHG TX"/>
                <a:cs typeface="Verizon NHG TX"/>
                <a:sym typeface="Verizon NHG TX"/>
              </a:defRPr>
            </a:lvl7pPr>
            <a:lvl8pPr indent="0" lvl="7" marL="0" marR="0" algn="r">
              <a:spcBef>
                <a:spcPts val="0"/>
              </a:spcBef>
              <a:buNone/>
              <a:defRPr i="0" sz="800" u="none" cap="none" strike="noStrike">
                <a:solidFill>
                  <a:schemeClr val="dk1"/>
                </a:solidFill>
                <a:latin typeface="Verizon NHG TX"/>
                <a:ea typeface="Verizon NHG TX"/>
                <a:cs typeface="Verizon NHG TX"/>
                <a:sym typeface="Verizon NHG TX"/>
              </a:defRPr>
            </a:lvl8pPr>
            <a:lvl9pPr indent="0" lvl="8" marL="0" marR="0" algn="r">
              <a:spcBef>
                <a:spcPts val="0"/>
              </a:spcBef>
              <a:buNone/>
              <a:defRPr i="0" sz="8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41" name="Google Shape;41;p7"/>
          <p:cNvSpPr/>
          <p:nvPr/>
        </p:nvSpPr>
        <p:spPr>
          <a:xfrm>
            <a:off x="70550" y="4663700"/>
            <a:ext cx="9073500" cy="463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izon NHG TX"/>
              <a:ea typeface="Verizon NHG TX"/>
              <a:cs typeface="Verizon NHG TX"/>
              <a:sym typeface="Verizon NHG TX"/>
            </a:endParaRPr>
          </a:p>
        </p:txBody>
      </p:sp>
      <p:sp>
        <p:nvSpPr>
          <p:cNvPr id="42" name="Google Shape;42;p7"/>
          <p:cNvSpPr/>
          <p:nvPr>
            <p:ph idx="2" type="pic"/>
          </p:nvPr>
        </p:nvSpPr>
        <p:spPr>
          <a:xfrm>
            <a:off x="7286600" y="4417475"/>
            <a:ext cx="1383600" cy="312000"/>
          </a:xfrm>
          <a:prstGeom prst="rect">
            <a:avLst/>
          </a:prstGeom>
          <a:noFill/>
          <a:ln>
            <a:noFill/>
          </a:ln>
        </p:spPr>
      </p:sp>
      <p:pic>
        <p:nvPicPr>
          <p:cNvPr id="43" name="Google Shape;43;p7"/>
          <p:cNvPicPr preferRelativeResize="0"/>
          <p:nvPr/>
        </p:nvPicPr>
        <p:blipFill>
          <a:blip r:embed="rId2">
            <a:alphaModFix/>
          </a:blip>
          <a:stretch>
            <a:fillRect/>
          </a:stretch>
        </p:blipFill>
        <p:spPr>
          <a:xfrm>
            <a:off x="475488" y="4416552"/>
            <a:ext cx="1380746" cy="310388"/>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_Secondary Cover with logo - Black">
  <p:cSld name="Divider - White_2">
    <p:bg>
      <p:bgPr>
        <a:solidFill>
          <a:schemeClr val="dk1"/>
        </a:solidFill>
      </p:bgPr>
    </p:bg>
    <p:spTree>
      <p:nvGrpSpPr>
        <p:cNvPr id="44" name="Shape 44"/>
        <p:cNvGrpSpPr/>
        <p:nvPr/>
      </p:nvGrpSpPr>
      <p:grpSpPr>
        <a:xfrm>
          <a:off x="0" y="0"/>
          <a:ext cx="0" cy="0"/>
          <a:chOff x="0" y="0"/>
          <a:chExt cx="0" cy="0"/>
        </a:xfrm>
      </p:grpSpPr>
      <p:sp>
        <p:nvSpPr>
          <p:cNvPr id="45" name="Google Shape;45;p8"/>
          <p:cNvSpPr txBox="1"/>
          <p:nvPr>
            <p:ph idx="1" type="body"/>
          </p:nvPr>
        </p:nvSpPr>
        <p:spPr>
          <a:xfrm>
            <a:off x="457200" y="2615184"/>
            <a:ext cx="4046700" cy="1314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800"/>
              <a:buFont typeface="Verizon NHG DS"/>
              <a:buNone/>
              <a:defRPr i="0" sz="18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
        <p:nvSpPr>
          <p:cNvPr id="46" name="Google Shape;46;p8"/>
          <p:cNvSpPr txBox="1"/>
          <p:nvPr>
            <p:ph type="title"/>
          </p:nvPr>
        </p:nvSpPr>
        <p:spPr>
          <a:xfrm>
            <a:off x="457200" y="374904"/>
            <a:ext cx="68010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Font typeface="Arial"/>
              <a:buNone/>
              <a:defRPr sz="5000">
                <a:solidFill>
                  <a:schemeClr val="lt2"/>
                </a:solidFill>
              </a:defRPr>
            </a:lvl1pPr>
            <a:lvl2pPr lvl="1">
              <a:spcBef>
                <a:spcPts val="0"/>
              </a:spcBef>
              <a:spcAft>
                <a:spcPts val="0"/>
              </a:spcAft>
              <a:buClr>
                <a:schemeClr val="lt2"/>
              </a:buClr>
              <a:buSzPts val="1100"/>
              <a:buNone/>
              <a:defRPr>
                <a:solidFill>
                  <a:schemeClr val="lt2"/>
                </a:solidFill>
              </a:defRPr>
            </a:lvl2pPr>
            <a:lvl3pPr lvl="2">
              <a:spcBef>
                <a:spcPts val="0"/>
              </a:spcBef>
              <a:spcAft>
                <a:spcPts val="0"/>
              </a:spcAft>
              <a:buClr>
                <a:schemeClr val="lt2"/>
              </a:buClr>
              <a:buSzPts val="1100"/>
              <a:buNone/>
              <a:defRPr>
                <a:solidFill>
                  <a:schemeClr val="lt2"/>
                </a:solidFill>
              </a:defRPr>
            </a:lvl3pPr>
            <a:lvl4pPr lvl="3">
              <a:spcBef>
                <a:spcPts val="0"/>
              </a:spcBef>
              <a:spcAft>
                <a:spcPts val="0"/>
              </a:spcAft>
              <a:buClr>
                <a:schemeClr val="lt2"/>
              </a:buClr>
              <a:buSzPts val="1100"/>
              <a:buNone/>
              <a:defRPr>
                <a:solidFill>
                  <a:schemeClr val="lt2"/>
                </a:solidFill>
              </a:defRPr>
            </a:lvl4pPr>
            <a:lvl5pPr lvl="4">
              <a:spcBef>
                <a:spcPts val="0"/>
              </a:spcBef>
              <a:spcAft>
                <a:spcPts val="0"/>
              </a:spcAft>
              <a:buClr>
                <a:schemeClr val="lt2"/>
              </a:buClr>
              <a:buSzPts val="1100"/>
              <a:buNone/>
              <a:defRPr>
                <a:solidFill>
                  <a:schemeClr val="lt2"/>
                </a:solidFill>
              </a:defRPr>
            </a:lvl5pPr>
            <a:lvl6pPr lvl="5">
              <a:spcBef>
                <a:spcPts val="0"/>
              </a:spcBef>
              <a:spcAft>
                <a:spcPts val="0"/>
              </a:spcAft>
              <a:buClr>
                <a:schemeClr val="lt2"/>
              </a:buClr>
              <a:buSzPts val="1100"/>
              <a:buNone/>
              <a:defRPr>
                <a:solidFill>
                  <a:schemeClr val="lt2"/>
                </a:solidFill>
              </a:defRPr>
            </a:lvl6pPr>
            <a:lvl7pPr lvl="6">
              <a:spcBef>
                <a:spcPts val="0"/>
              </a:spcBef>
              <a:spcAft>
                <a:spcPts val="0"/>
              </a:spcAft>
              <a:buClr>
                <a:schemeClr val="lt2"/>
              </a:buClr>
              <a:buSzPts val="1100"/>
              <a:buNone/>
              <a:defRPr>
                <a:solidFill>
                  <a:schemeClr val="lt2"/>
                </a:solidFill>
              </a:defRPr>
            </a:lvl7pPr>
            <a:lvl8pPr lvl="7">
              <a:spcBef>
                <a:spcPts val="0"/>
              </a:spcBef>
              <a:spcAft>
                <a:spcPts val="0"/>
              </a:spcAft>
              <a:buClr>
                <a:schemeClr val="lt2"/>
              </a:buClr>
              <a:buSzPts val="1100"/>
              <a:buNone/>
              <a:defRPr>
                <a:solidFill>
                  <a:schemeClr val="lt2"/>
                </a:solidFill>
              </a:defRPr>
            </a:lvl8pPr>
            <a:lvl9pPr lvl="8">
              <a:spcBef>
                <a:spcPts val="0"/>
              </a:spcBef>
              <a:spcAft>
                <a:spcPts val="0"/>
              </a:spcAft>
              <a:buClr>
                <a:schemeClr val="lt2"/>
              </a:buClr>
              <a:buSzPts val="1100"/>
              <a:buNone/>
              <a:defRPr>
                <a:solidFill>
                  <a:schemeClr val="lt2"/>
                </a:solidFill>
              </a:defRPr>
            </a:lvl9pPr>
          </a:lstStyle>
          <a:p/>
        </p:txBody>
      </p:sp>
      <p:sp>
        <p:nvSpPr>
          <p:cNvPr id="47" name="Google Shape;47;p8"/>
          <p:cNvSpPr txBox="1"/>
          <p:nvPr>
            <p:ph idx="12" type="sldNum"/>
          </p:nvPr>
        </p:nvSpPr>
        <p:spPr>
          <a:xfrm>
            <a:off x="8317509" y="4733270"/>
            <a:ext cx="352500" cy="123000"/>
          </a:xfrm>
          <a:prstGeom prst="rect">
            <a:avLst/>
          </a:prstGeom>
          <a:noFill/>
          <a:ln>
            <a:noFill/>
          </a:ln>
        </p:spPr>
        <p:txBody>
          <a:bodyPr anchorCtr="0" anchor="t" bIns="0" lIns="0" spcFirstLastPara="1" rIns="0" wrap="square" tIns="0">
            <a:spAutoFit/>
          </a:bodyPr>
          <a:lstStyle>
            <a:lvl1pPr indent="0" lvl="0" marL="0" marR="0" algn="r">
              <a:spcBef>
                <a:spcPts val="0"/>
              </a:spcBef>
              <a:buNone/>
              <a:defRPr i="0" sz="800" u="none" cap="none" strike="noStrike">
                <a:solidFill>
                  <a:schemeClr val="dk1"/>
                </a:solidFill>
                <a:latin typeface="Verizon NHG TX"/>
                <a:ea typeface="Verizon NHG TX"/>
                <a:cs typeface="Verizon NHG TX"/>
                <a:sym typeface="Verizon NHG TX"/>
              </a:defRPr>
            </a:lvl1pPr>
            <a:lvl2pPr indent="0" lvl="1" marL="0" marR="0" algn="r">
              <a:spcBef>
                <a:spcPts val="0"/>
              </a:spcBef>
              <a:buNone/>
              <a:defRPr i="0" sz="800" u="none" cap="none" strike="noStrike">
                <a:solidFill>
                  <a:schemeClr val="dk1"/>
                </a:solidFill>
                <a:latin typeface="Verizon NHG TX"/>
                <a:ea typeface="Verizon NHG TX"/>
                <a:cs typeface="Verizon NHG TX"/>
                <a:sym typeface="Verizon NHG TX"/>
              </a:defRPr>
            </a:lvl2pPr>
            <a:lvl3pPr indent="0" lvl="2" marL="0" marR="0" algn="r">
              <a:spcBef>
                <a:spcPts val="0"/>
              </a:spcBef>
              <a:buNone/>
              <a:defRPr i="0" sz="800" u="none" cap="none" strike="noStrike">
                <a:solidFill>
                  <a:schemeClr val="dk1"/>
                </a:solidFill>
                <a:latin typeface="Verizon NHG TX"/>
                <a:ea typeface="Verizon NHG TX"/>
                <a:cs typeface="Verizon NHG TX"/>
                <a:sym typeface="Verizon NHG TX"/>
              </a:defRPr>
            </a:lvl3pPr>
            <a:lvl4pPr indent="0" lvl="3" marL="0" marR="0" algn="r">
              <a:spcBef>
                <a:spcPts val="0"/>
              </a:spcBef>
              <a:buNone/>
              <a:defRPr i="0" sz="800" u="none" cap="none" strike="noStrike">
                <a:solidFill>
                  <a:schemeClr val="dk1"/>
                </a:solidFill>
                <a:latin typeface="Verizon NHG TX"/>
                <a:ea typeface="Verizon NHG TX"/>
                <a:cs typeface="Verizon NHG TX"/>
                <a:sym typeface="Verizon NHG TX"/>
              </a:defRPr>
            </a:lvl4pPr>
            <a:lvl5pPr indent="0" lvl="4" marL="0" marR="0" algn="r">
              <a:spcBef>
                <a:spcPts val="0"/>
              </a:spcBef>
              <a:buNone/>
              <a:defRPr i="0" sz="800" u="none" cap="none" strike="noStrike">
                <a:solidFill>
                  <a:schemeClr val="dk1"/>
                </a:solidFill>
                <a:latin typeface="Verizon NHG TX"/>
                <a:ea typeface="Verizon NHG TX"/>
                <a:cs typeface="Verizon NHG TX"/>
                <a:sym typeface="Verizon NHG TX"/>
              </a:defRPr>
            </a:lvl5pPr>
            <a:lvl6pPr indent="0" lvl="5" marL="0" marR="0" algn="r">
              <a:spcBef>
                <a:spcPts val="0"/>
              </a:spcBef>
              <a:buNone/>
              <a:defRPr i="0" sz="800" u="none" cap="none" strike="noStrike">
                <a:solidFill>
                  <a:schemeClr val="dk1"/>
                </a:solidFill>
                <a:latin typeface="Verizon NHG TX"/>
                <a:ea typeface="Verizon NHG TX"/>
                <a:cs typeface="Verizon NHG TX"/>
                <a:sym typeface="Verizon NHG TX"/>
              </a:defRPr>
            </a:lvl6pPr>
            <a:lvl7pPr indent="0" lvl="6" marL="0" marR="0" algn="r">
              <a:spcBef>
                <a:spcPts val="0"/>
              </a:spcBef>
              <a:buNone/>
              <a:defRPr i="0" sz="800" u="none" cap="none" strike="noStrike">
                <a:solidFill>
                  <a:schemeClr val="dk1"/>
                </a:solidFill>
                <a:latin typeface="Verizon NHG TX"/>
                <a:ea typeface="Verizon NHG TX"/>
                <a:cs typeface="Verizon NHG TX"/>
                <a:sym typeface="Verizon NHG TX"/>
              </a:defRPr>
            </a:lvl7pPr>
            <a:lvl8pPr indent="0" lvl="7" marL="0" marR="0" algn="r">
              <a:spcBef>
                <a:spcPts val="0"/>
              </a:spcBef>
              <a:buNone/>
              <a:defRPr i="0" sz="800" u="none" cap="none" strike="noStrike">
                <a:solidFill>
                  <a:schemeClr val="dk1"/>
                </a:solidFill>
                <a:latin typeface="Verizon NHG TX"/>
                <a:ea typeface="Verizon NHG TX"/>
                <a:cs typeface="Verizon NHG TX"/>
                <a:sym typeface="Verizon NHG TX"/>
              </a:defRPr>
            </a:lvl8pPr>
            <a:lvl9pPr indent="0" lvl="8" marL="0" marR="0" algn="r">
              <a:spcBef>
                <a:spcPts val="0"/>
              </a:spcBef>
              <a:buNone/>
              <a:defRPr i="0" sz="8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48" name="Google Shape;48;p8"/>
          <p:cNvSpPr/>
          <p:nvPr/>
        </p:nvSpPr>
        <p:spPr>
          <a:xfrm>
            <a:off x="70550" y="4663700"/>
            <a:ext cx="9073500" cy="4632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izon NHG TX"/>
              <a:ea typeface="Verizon NHG TX"/>
              <a:cs typeface="Verizon NHG TX"/>
              <a:sym typeface="Verizon NHG TX"/>
            </a:endParaRPr>
          </a:p>
        </p:txBody>
      </p:sp>
      <p:sp>
        <p:nvSpPr>
          <p:cNvPr id="49" name="Google Shape;49;p8"/>
          <p:cNvSpPr/>
          <p:nvPr>
            <p:ph idx="2" type="pic"/>
          </p:nvPr>
        </p:nvSpPr>
        <p:spPr>
          <a:xfrm>
            <a:off x="7286600" y="4417475"/>
            <a:ext cx="1383600" cy="312000"/>
          </a:xfrm>
          <a:prstGeom prst="rect">
            <a:avLst/>
          </a:prstGeom>
          <a:noFill/>
          <a:ln>
            <a:noFill/>
          </a:ln>
        </p:spPr>
      </p:sp>
      <p:pic>
        <p:nvPicPr>
          <p:cNvPr id="50" name="Google Shape;50;p8"/>
          <p:cNvPicPr preferRelativeResize="0"/>
          <p:nvPr/>
        </p:nvPicPr>
        <p:blipFill>
          <a:blip r:embed="rId2">
            <a:alphaModFix/>
          </a:blip>
          <a:stretch>
            <a:fillRect/>
          </a:stretch>
        </p:blipFill>
        <p:spPr>
          <a:xfrm>
            <a:off x="475488" y="4416552"/>
            <a:ext cx="1380746" cy="310388"/>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_Divider - White">
  <p:cSld name="Divider - White_1">
    <p:bg>
      <p:bgPr>
        <a:solidFill>
          <a:schemeClr val="lt1"/>
        </a:solidFill>
      </p:bgPr>
    </p:bg>
    <p:spTree>
      <p:nvGrpSpPr>
        <p:cNvPr id="51" name="Shape 51"/>
        <p:cNvGrpSpPr/>
        <p:nvPr/>
      </p:nvGrpSpPr>
      <p:grpSpPr>
        <a:xfrm>
          <a:off x="0" y="0"/>
          <a:ext cx="0" cy="0"/>
          <a:chOff x="0" y="0"/>
          <a:chExt cx="0" cy="0"/>
        </a:xfrm>
      </p:grpSpPr>
      <p:sp>
        <p:nvSpPr>
          <p:cNvPr id="52" name="Google Shape;52;p9"/>
          <p:cNvSpPr txBox="1"/>
          <p:nvPr>
            <p:ph idx="1" type="body"/>
          </p:nvPr>
        </p:nvSpPr>
        <p:spPr>
          <a:xfrm>
            <a:off x="457200" y="938803"/>
            <a:ext cx="4046700" cy="37944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SzPts val="2400"/>
              <a:buFont typeface="Verizon NHG DS"/>
              <a:buNone/>
              <a:defRPr i="0" sz="2400">
                <a:latin typeface="Verizon NHG DS"/>
                <a:ea typeface="Verizon NHG DS"/>
                <a:cs typeface="Verizon NHG DS"/>
                <a:sym typeface="Verizon NHG DS"/>
              </a:defRPr>
            </a:lvl1pPr>
            <a:lvl2pPr indent="-228600" lvl="1" marL="914400" algn="l">
              <a:lnSpc>
                <a:spcPct val="100000"/>
              </a:lnSpc>
              <a:spcBef>
                <a:spcPts val="0"/>
              </a:spcBef>
              <a:spcAft>
                <a:spcPts val="0"/>
              </a:spcAft>
              <a:buSzPts val="900"/>
              <a:buNone/>
              <a:defRPr/>
            </a:lvl2pPr>
            <a:lvl3pPr indent="-228600" lvl="2" marL="1371600" algn="l">
              <a:lnSpc>
                <a:spcPct val="100000"/>
              </a:lnSpc>
              <a:spcBef>
                <a:spcPts val="0"/>
              </a:spcBef>
              <a:spcAft>
                <a:spcPts val="0"/>
              </a:spcAft>
              <a:buSzPts val="900"/>
              <a:buNone/>
              <a:defRPr/>
            </a:lvl3pPr>
            <a:lvl4pPr indent="-228600" lvl="3" marL="1828800" algn="l">
              <a:lnSpc>
                <a:spcPct val="100000"/>
              </a:lnSpc>
              <a:spcBef>
                <a:spcPts val="0"/>
              </a:spcBef>
              <a:spcAft>
                <a:spcPts val="0"/>
              </a:spcAft>
              <a:buSzPts val="900"/>
              <a:buNone/>
              <a:defRPr/>
            </a:lvl4pPr>
            <a:lvl5pPr indent="-228600" lvl="4" marL="2286000" algn="l">
              <a:lnSpc>
                <a:spcPct val="100000"/>
              </a:lnSpc>
              <a:spcBef>
                <a:spcPts val="0"/>
              </a:spcBef>
              <a:spcAft>
                <a:spcPts val="0"/>
              </a:spcAft>
              <a:buSzPts val="900"/>
              <a:buNone/>
              <a:defRPr/>
            </a:lvl5pPr>
            <a:lvl6pPr indent="-285750" lvl="5" marL="2743200" algn="l">
              <a:lnSpc>
                <a:spcPct val="100000"/>
              </a:lnSpc>
              <a:spcBef>
                <a:spcPts val="0"/>
              </a:spcBef>
              <a:spcAft>
                <a:spcPts val="0"/>
              </a:spcAft>
              <a:buSzPts val="900"/>
              <a:buChar char="•"/>
              <a:defRPr sz="900"/>
            </a:lvl6pPr>
            <a:lvl7pPr indent="-285750" lvl="6" marL="3200400" algn="l">
              <a:lnSpc>
                <a:spcPct val="100000"/>
              </a:lnSpc>
              <a:spcBef>
                <a:spcPts val="0"/>
              </a:spcBef>
              <a:spcAft>
                <a:spcPts val="0"/>
              </a:spcAft>
              <a:buSzPts val="900"/>
              <a:buChar char="•"/>
              <a:defRPr sz="900"/>
            </a:lvl7pPr>
            <a:lvl8pPr indent="-285750" lvl="7" marL="3657600" algn="l">
              <a:lnSpc>
                <a:spcPct val="100000"/>
              </a:lnSpc>
              <a:spcBef>
                <a:spcPts val="0"/>
              </a:spcBef>
              <a:spcAft>
                <a:spcPts val="0"/>
              </a:spcAft>
              <a:buSzPts val="900"/>
              <a:buChar char="•"/>
              <a:defRPr sz="900"/>
            </a:lvl8pPr>
            <a:lvl9pPr indent="-285750" lvl="8" marL="4114800" algn="l">
              <a:lnSpc>
                <a:spcPct val="100000"/>
              </a:lnSpc>
              <a:spcBef>
                <a:spcPts val="0"/>
              </a:spcBef>
              <a:spcAft>
                <a:spcPts val="0"/>
              </a:spcAft>
              <a:buSzPts val="900"/>
              <a:buChar char="•"/>
              <a:defRPr sz="900"/>
            </a:lvl9pPr>
          </a:lstStyle>
          <a:p/>
        </p:txBody>
      </p:sp>
      <p:sp>
        <p:nvSpPr>
          <p:cNvPr id="53" name="Google Shape;53;p9"/>
          <p:cNvSpPr txBox="1"/>
          <p:nvPr>
            <p:ph type="title"/>
          </p:nvPr>
        </p:nvSpPr>
        <p:spPr>
          <a:xfrm>
            <a:off x="457200" y="374904"/>
            <a:ext cx="68010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5000"/>
              <a:buFont typeface="Arial"/>
              <a:buNone/>
              <a:defRPr sz="5000">
                <a:solidFill>
                  <a:schemeClr val="dk2"/>
                </a:solidFill>
              </a:defRPr>
            </a:lvl1pPr>
            <a:lvl2pPr lvl="1">
              <a:spcBef>
                <a:spcPts val="0"/>
              </a:spcBef>
              <a:spcAft>
                <a:spcPts val="0"/>
              </a:spcAft>
              <a:buClr>
                <a:schemeClr val="dk2"/>
              </a:buClr>
              <a:buSzPts val="1100"/>
              <a:buNone/>
              <a:defRPr>
                <a:solidFill>
                  <a:schemeClr val="dk2"/>
                </a:solidFill>
              </a:defRPr>
            </a:lvl2pPr>
            <a:lvl3pPr lvl="2">
              <a:spcBef>
                <a:spcPts val="0"/>
              </a:spcBef>
              <a:spcAft>
                <a:spcPts val="0"/>
              </a:spcAft>
              <a:buClr>
                <a:schemeClr val="dk2"/>
              </a:buClr>
              <a:buSzPts val="1100"/>
              <a:buNone/>
              <a:defRPr>
                <a:solidFill>
                  <a:schemeClr val="dk2"/>
                </a:solidFill>
              </a:defRPr>
            </a:lvl3pPr>
            <a:lvl4pPr lvl="3">
              <a:spcBef>
                <a:spcPts val="0"/>
              </a:spcBef>
              <a:spcAft>
                <a:spcPts val="0"/>
              </a:spcAft>
              <a:buClr>
                <a:schemeClr val="dk2"/>
              </a:buClr>
              <a:buSzPts val="1100"/>
              <a:buNone/>
              <a:defRPr>
                <a:solidFill>
                  <a:schemeClr val="dk2"/>
                </a:solidFill>
              </a:defRPr>
            </a:lvl4pPr>
            <a:lvl5pPr lvl="4">
              <a:spcBef>
                <a:spcPts val="0"/>
              </a:spcBef>
              <a:spcAft>
                <a:spcPts val="0"/>
              </a:spcAft>
              <a:buClr>
                <a:schemeClr val="dk2"/>
              </a:buClr>
              <a:buSzPts val="1100"/>
              <a:buNone/>
              <a:defRPr>
                <a:solidFill>
                  <a:schemeClr val="dk2"/>
                </a:solidFill>
              </a:defRPr>
            </a:lvl5pPr>
            <a:lvl6pPr lvl="5">
              <a:spcBef>
                <a:spcPts val="0"/>
              </a:spcBef>
              <a:spcAft>
                <a:spcPts val="0"/>
              </a:spcAft>
              <a:buClr>
                <a:schemeClr val="dk2"/>
              </a:buClr>
              <a:buSzPts val="1100"/>
              <a:buNone/>
              <a:defRPr>
                <a:solidFill>
                  <a:schemeClr val="dk2"/>
                </a:solidFill>
              </a:defRPr>
            </a:lvl6pPr>
            <a:lvl7pPr lvl="6">
              <a:spcBef>
                <a:spcPts val="0"/>
              </a:spcBef>
              <a:spcAft>
                <a:spcPts val="0"/>
              </a:spcAft>
              <a:buClr>
                <a:schemeClr val="dk2"/>
              </a:buClr>
              <a:buSzPts val="1100"/>
              <a:buNone/>
              <a:defRPr>
                <a:solidFill>
                  <a:schemeClr val="dk2"/>
                </a:solidFill>
              </a:defRPr>
            </a:lvl7pPr>
            <a:lvl8pPr lvl="7">
              <a:spcBef>
                <a:spcPts val="0"/>
              </a:spcBef>
              <a:spcAft>
                <a:spcPts val="0"/>
              </a:spcAft>
              <a:buClr>
                <a:schemeClr val="dk2"/>
              </a:buClr>
              <a:buSzPts val="1100"/>
              <a:buNone/>
              <a:defRPr>
                <a:solidFill>
                  <a:schemeClr val="dk2"/>
                </a:solidFill>
              </a:defRPr>
            </a:lvl8pPr>
            <a:lvl9pPr lvl="8">
              <a:spcBef>
                <a:spcPts val="0"/>
              </a:spcBef>
              <a:spcAft>
                <a:spcPts val="0"/>
              </a:spcAft>
              <a:buClr>
                <a:schemeClr val="dk2"/>
              </a:buClr>
              <a:buSzPts val="1100"/>
              <a:buNone/>
              <a:defRPr>
                <a:solidFill>
                  <a:schemeClr val="dk2"/>
                </a:solidFill>
              </a:defRPr>
            </a:lvl9pPr>
          </a:lstStyle>
          <a:p/>
        </p:txBody>
      </p:sp>
      <p:sp>
        <p:nvSpPr>
          <p:cNvPr id="54" name="Google Shape;54;p9"/>
          <p:cNvSpPr txBox="1"/>
          <p:nvPr>
            <p:ph idx="12" type="sldNum"/>
          </p:nvPr>
        </p:nvSpPr>
        <p:spPr>
          <a:xfrm>
            <a:off x="8317509" y="4733270"/>
            <a:ext cx="352500" cy="92400"/>
          </a:xfrm>
          <a:prstGeom prst="rect">
            <a:avLst/>
          </a:prstGeom>
          <a:noFill/>
          <a:ln>
            <a:noFill/>
          </a:ln>
        </p:spPr>
        <p:txBody>
          <a:bodyPr anchorCtr="0" anchor="t" bIns="0" lIns="0" spcFirstLastPara="1" rIns="0" wrap="square" tIns="0">
            <a:spAutoFit/>
          </a:bodyPr>
          <a:lstStyle>
            <a:lvl1pPr indent="0" lvl="0" marL="0" marR="0" algn="r">
              <a:spcBef>
                <a:spcPts val="0"/>
              </a:spcBef>
              <a:buNone/>
              <a:defRPr i="0" u="none" cap="none" strike="noStrike">
                <a:solidFill>
                  <a:schemeClr val="dk1"/>
                </a:solidFill>
                <a:latin typeface="Verizon NHG TX"/>
                <a:ea typeface="Verizon NHG TX"/>
                <a:cs typeface="Verizon NHG TX"/>
                <a:sym typeface="Verizon NHG TX"/>
              </a:defRPr>
            </a:lvl1pPr>
            <a:lvl2pPr indent="0" lvl="1" marL="0" marR="0" algn="r">
              <a:spcBef>
                <a:spcPts val="0"/>
              </a:spcBef>
              <a:buNone/>
              <a:defRPr i="0" u="none" cap="none" strike="noStrike">
                <a:solidFill>
                  <a:schemeClr val="dk1"/>
                </a:solidFill>
                <a:latin typeface="Verizon NHG TX"/>
                <a:ea typeface="Verizon NHG TX"/>
                <a:cs typeface="Verizon NHG TX"/>
                <a:sym typeface="Verizon NHG TX"/>
              </a:defRPr>
            </a:lvl2pPr>
            <a:lvl3pPr indent="0" lvl="2" marL="0" marR="0" algn="r">
              <a:spcBef>
                <a:spcPts val="0"/>
              </a:spcBef>
              <a:buNone/>
              <a:defRPr i="0" u="none" cap="none" strike="noStrike">
                <a:solidFill>
                  <a:schemeClr val="dk1"/>
                </a:solidFill>
                <a:latin typeface="Verizon NHG TX"/>
                <a:ea typeface="Verizon NHG TX"/>
                <a:cs typeface="Verizon NHG TX"/>
                <a:sym typeface="Verizon NHG TX"/>
              </a:defRPr>
            </a:lvl3pPr>
            <a:lvl4pPr indent="0" lvl="3" marL="0" marR="0" algn="r">
              <a:spcBef>
                <a:spcPts val="0"/>
              </a:spcBef>
              <a:buNone/>
              <a:defRPr i="0" u="none" cap="none" strike="noStrike">
                <a:solidFill>
                  <a:schemeClr val="dk1"/>
                </a:solidFill>
                <a:latin typeface="Verizon NHG TX"/>
                <a:ea typeface="Verizon NHG TX"/>
                <a:cs typeface="Verizon NHG TX"/>
                <a:sym typeface="Verizon NHG TX"/>
              </a:defRPr>
            </a:lvl4pPr>
            <a:lvl5pPr indent="0" lvl="4" marL="0" marR="0" algn="r">
              <a:spcBef>
                <a:spcPts val="0"/>
              </a:spcBef>
              <a:buNone/>
              <a:defRPr i="0" u="none" cap="none" strike="noStrike">
                <a:solidFill>
                  <a:schemeClr val="dk1"/>
                </a:solidFill>
                <a:latin typeface="Verizon NHG TX"/>
                <a:ea typeface="Verizon NHG TX"/>
                <a:cs typeface="Verizon NHG TX"/>
                <a:sym typeface="Verizon NHG TX"/>
              </a:defRPr>
            </a:lvl5pPr>
            <a:lvl6pPr indent="0" lvl="5" marL="0" marR="0" algn="r">
              <a:spcBef>
                <a:spcPts val="0"/>
              </a:spcBef>
              <a:buNone/>
              <a:defRPr i="0" u="none" cap="none" strike="noStrike">
                <a:solidFill>
                  <a:schemeClr val="dk1"/>
                </a:solidFill>
                <a:latin typeface="Verizon NHG TX"/>
                <a:ea typeface="Verizon NHG TX"/>
                <a:cs typeface="Verizon NHG TX"/>
                <a:sym typeface="Verizon NHG TX"/>
              </a:defRPr>
            </a:lvl6pPr>
            <a:lvl7pPr indent="0" lvl="6" marL="0" marR="0" algn="r">
              <a:spcBef>
                <a:spcPts val="0"/>
              </a:spcBef>
              <a:buNone/>
              <a:defRPr i="0" u="none" cap="none" strike="noStrike">
                <a:solidFill>
                  <a:schemeClr val="dk1"/>
                </a:solidFill>
                <a:latin typeface="Verizon NHG TX"/>
                <a:ea typeface="Verizon NHG TX"/>
                <a:cs typeface="Verizon NHG TX"/>
                <a:sym typeface="Verizon NHG TX"/>
              </a:defRPr>
            </a:lvl7pPr>
            <a:lvl8pPr indent="0" lvl="7" marL="0" marR="0" algn="r">
              <a:spcBef>
                <a:spcPts val="0"/>
              </a:spcBef>
              <a:buNone/>
              <a:defRPr i="0" u="none" cap="none" strike="noStrike">
                <a:solidFill>
                  <a:schemeClr val="dk1"/>
                </a:solidFill>
                <a:latin typeface="Verizon NHG TX"/>
                <a:ea typeface="Verizon NHG TX"/>
                <a:cs typeface="Verizon NHG TX"/>
                <a:sym typeface="Verizon NHG TX"/>
              </a:defRPr>
            </a:lvl8pPr>
            <a:lvl9pPr indent="0" lvl="8" marL="0" marR="0" algn="r">
              <a:spcBef>
                <a:spcPts val="0"/>
              </a:spcBef>
              <a:buNone/>
              <a:defRPr i="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_Divider - Black">
  <p:cSld name="Divider - Black">
    <p:bg>
      <p:bgPr>
        <a:solidFill>
          <a:schemeClr val="dk1"/>
        </a:solidFill>
      </p:bgPr>
    </p:bg>
    <p:spTree>
      <p:nvGrpSpPr>
        <p:cNvPr id="55" name="Shape 55"/>
        <p:cNvGrpSpPr/>
        <p:nvPr/>
      </p:nvGrpSpPr>
      <p:grpSpPr>
        <a:xfrm>
          <a:off x="0" y="0"/>
          <a:ext cx="0" cy="0"/>
          <a:chOff x="0" y="0"/>
          <a:chExt cx="0" cy="0"/>
        </a:xfrm>
      </p:grpSpPr>
      <p:sp>
        <p:nvSpPr>
          <p:cNvPr id="56" name="Google Shape;56;p10"/>
          <p:cNvSpPr txBox="1"/>
          <p:nvPr>
            <p:ph type="title"/>
          </p:nvPr>
        </p:nvSpPr>
        <p:spPr>
          <a:xfrm>
            <a:off x="457200" y="374904"/>
            <a:ext cx="68010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Font typeface="Arial"/>
              <a:buNone/>
              <a:defRPr sz="5000">
                <a:solidFill>
                  <a:schemeClr val="lt2"/>
                </a:solidFill>
              </a:defRPr>
            </a:lvl1pPr>
            <a:lvl2pPr lvl="1">
              <a:spcBef>
                <a:spcPts val="0"/>
              </a:spcBef>
              <a:spcAft>
                <a:spcPts val="0"/>
              </a:spcAft>
              <a:buClr>
                <a:schemeClr val="lt2"/>
              </a:buClr>
              <a:buSzPts val="1100"/>
              <a:buNone/>
              <a:defRPr>
                <a:solidFill>
                  <a:schemeClr val="lt2"/>
                </a:solidFill>
              </a:defRPr>
            </a:lvl2pPr>
            <a:lvl3pPr lvl="2">
              <a:spcBef>
                <a:spcPts val="0"/>
              </a:spcBef>
              <a:spcAft>
                <a:spcPts val="0"/>
              </a:spcAft>
              <a:buClr>
                <a:schemeClr val="lt2"/>
              </a:buClr>
              <a:buSzPts val="1100"/>
              <a:buNone/>
              <a:defRPr>
                <a:solidFill>
                  <a:schemeClr val="lt2"/>
                </a:solidFill>
              </a:defRPr>
            </a:lvl3pPr>
            <a:lvl4pPr lvl="3">
              <a:spcBef>
                <a:spcPts val="0"/>
              </a:spcBef>
              <a:spcAft>
                <a:spcPts val="0"/>
              </a:spcAft>
              <a:buClr>
                <a:schemeClr val="lt2"/>
              </a:buClr>
              <a:buSzPts val="1100"/>
              <a:buNone/>
              <a:defRPr>
                <a:solidFill>
                  <a:schemeClr val="lt2"/>
                </a:solidFill>
              </a:defRPr>
            </a:lvl4pPr>
            <a:lvl5pPr lvl="4">
              <a:spcBef>
                <a:spcPts val="0"/>
              </a:spcBef>
              <a:spcAft>
                <a:spcPts val="0"/>
              </a:spcAft>
              <a:buClr>
                <a:schemeClr val="lt2"/>
              </a:buClr>
              <a:buSzPts val="1100"/>
              <a:buNone/>
              <a:defRPr>
                <a:solidFill>
                  <a:schemeClr val="lt2"/>
                </a:solidFill>
              </a:defRPr>
            </a:lvl5pPr>
            <a:lvl6pPr lvl="5">
              <a:spcBef>
                <a:spcPts val="0"/>
              </a:spcBef>
              <a:spcAft>
                <a:spcPts val="0"/>
              </a:spcAft>
              <a:buClr>
                <a:schemeClr val="lt2"/>
              </a:buClr>
              <a:buSzPts val="1100"/>
              <a:buNone/>
              <a:defRPr>
                <a:solidFill>
                  <a:schemeClr val="lt2"/>
                </a:solidFill>
              </a:defRPr>
            </a:lvl6pPr>
            <a:lvl7pPr lvl="6">
              <a:spcBef>
                <a:spcPts val="0"/>
              </a:spcBef>
              <a:spcAft>
                <a:spcPts val="0"/>
              </a:spcAft>
              <a:buClr>
                <a:schemeClr val="lt2"/>
              </a:buClr>
              <a:buSzPts val="1100"/>
              <a:buNone/>
              <a:defRPr>
                <a:solidFill>
                  <a:schemeClr val="lt2"/>
                </a:solidFill>
              </a:defRPr>
            </a:lvl7pPr>
            <a:lvl8pPr lvl="7">
              <a:spcBef>
                <a:spcPts val="0"/>
              </a:spcBef>
              <a:spcAft>
                <a:spcPts val="0"/>
              </a:spcAft>
              <a:buClr>
                <a:schemeClr val="lt2"/>
              </a:buClr>
              <a:buSzPts val="1100"/>
              <a:buNone/>
              <a:defRPr>
                <a:solidFill>
                  <a:schemeClr val="lt2"/>
                </a:solidFill>
              </a:defRPr>
            </a:lvl8pPr>
            <a:lvl9pPr lvl="8">
              <a:spcBef>
                <a:spcPts val="0"/>
              </a:spcBef>
              <a:spcAft>
                <a:spcPts val="0"/>
              </a:spcAft>
              <a:buClr>
                <a:schemeClr val="lt2"/>
              </a:buClr>
              <a:buSzPts val="1100"/>
              <a:buNone/>
              <a:defRPr>
                <a:solidFill>
                  <a:schemeClr val="lt2"/>
                </a:solidFill>
              </a:defRPr>
            </a:lvl9pPr>
          </a:lstStyle>
          <a:p/>
        </p:txBody>
      </p:sp>
      <p:sp>
        <p:nvSpPr>
          <p:cNvPr id="57" name="Google Shape;57;p10"/>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 sz="600">
                <a:solidFill>
                  <a:schemeClr val="lt1"/>
                </a:solidFill>
                <a:latin typeface="Arial"/>
                <a:ea typeface="Arial"/>
                <a:cs typeface="Arial"/>
                <a:sym typeface="Arial"/>
              </a:rPr>
              <a:t>Verizon confidential and proprietary. Unauthorized disclosure, reproduction or other use prohibited.</a:t>
            </a:r>
            <a:endParaRPr sz="1100"/>
          </a:p>
        </p:txBody>
      </p:sp>
      <p:sp>
        <p:nvSpPr>
          <p:cNvPr id="58" name="Google Shape;58;p10"/>
          <p:cNvSpPr txBox="1"/>
          <p:nvPr>
            <p:ph idx="12" type="sldNum"/>
          </p:nvPr>
        </p:nvSpPr>
        <p:spPr>
          <a:xfrm>
            <a:off x="8317509" y="4733270"/>
            <a:ext cx="352500" cy="92400"/>
          </a:xfrm>
          <a:prstGeom prst="rect">
            <a:avLst/>
          </a:prstGeom>
          <a:noFill/>
          <a:ln>
            <a:noFill/>
          </a:ln>
        </p:spPr>
        <p:txBody>
          <a:bodyPr anchorCtr="0" anchor="t" bIns="0" lIns="0" spcFirstLastPara="1" rIns="0" wrap="square" tIns="0">
            <a:spAutoFit/>
          </a:bodyPr>
          <a:lstStyle>
            <a:lvl1pPr indent="0" lvl="0" marL="0" marR="0" algn="r">
              <a:spcBef>
                <a:spcPts val="0"/>
              </a:spcBef>
              <a:buNone/>
              <a:defRPr i="0" u="none" cap="none" strike="noStrike">
                <a:solidFill>
                  <a:schemeClr val="lt1"/>
                </a:solidFill>
                <a:latin typeface="Verizon NHG TX"/>
                <a:ea typeface="Verizon NHG TX"/>
                <a:cs typeface="Verizon NHG TX"/>
                <a:sym typeface="Verizon NHG TX"/>
              </a:defRPr>
            </a:lvl1pPr>
            <a:lvl2pPr indent="0" lvl="1" marL="0" marR="0" algn="r">
              <a:spcBef>
                <a:spcPts val="0"/>
              </a:spcBef>
              <a:buNone/>
              <a:defRPr i="0" u="none" cap="none" strike="noStrike">
                <a:solidFill>
                  <a:schemeClr val="lt1"/>
                </a:solidFill>
                <a:latin typeface="Verizon NHG TX"/>
                <a:ea typeface="Verizon NHG TX"/>
                <a:cs typeface="Verizon NHG TX"/>
                <a:sym typeface="Verizon NHG TX"/>
              </a:defRPr>
            </a:lvl2pPr>
            <a:lvl3pPr indent="0" lvl="2" marL="0" marR="0" algn="r">
              <a:spcBef>
                <a:spcPts val="0"/>
              </a:spcBef>
              <a:buNone/>
              <a:defRPr i="0" u="none" cap="none" strike="noStrike">
                <a:solidFill>
                  <a:schemeClr val="lt1"/>
                </a:solidFill>
                <a:latin typeface="Verizon NHG TX"/>
                <a:ea typeface="Verizon NHG TX"/>
                <a:cs typeface="Verizon NHG TX"/>
                <a:sym typeface="Verizon NHG TX"/>
              </a:defRPr>
            </a:lvl3pPr>
            <a:lvl4pPr indent="0" lvl="3" marL="0" marR="0" algn="r">
              <a:spcBef>
                <a:spcPts val="0"/>
              </a:spcBef>
              <a:buNone/>
              <a:defRPr i="0" u="none" cap="none" strike="noStrike">
                <a:solidFill>
                  <a:schemeClr val="lt1"/>
                </a:solidFill>
                <a:latin typeface="Verizon NHG TX"/>
                <a:ea typeface="Verizon NHG TX"/>
                <a:cs typeface="Verizon NHG TX"/>
                <a:sym typeface="Verizon NHG TX"/>
              </a:defRPr>
            </a:lvl4pPr>
            <a:lvl5pPr indent="0" lvl="4" marL="0" marR="0" algn="r">
              <a:spcBef>
                <a:spcPts val="0"/>
              </a:spcBef>
              <a:buNone/>
              <a:defRPr i="0" u="none" cap="none" strike="noStrike">
                <a:solidFill>
                  <a:schemeClr val="lt1"/>
                </a:solidFill>
                <a:latin typeface="Verizon NHG TX"/>
                <a:ea typeface="Verizon NHG TX"/>
                <a:cs typeface="Verizon NHG TX"/>
                <a:sym typeface="Verizon NHG TX"/>
              </a:defRPr>
            </a:lvl5pPr>
            <a:lvl6pPr indent="0" lvl="5" marL="0" marR="0" algn="r">
              <a:spcBef>
                <a:spcPts val="0"/>
              </a:spcBef>
              <a:buNone/>
              <a:defRPr i="0" u="none" cap="none" strike="noStrike">
                <a:solidFill>
                  <a:schemeClr val="lt1"/>
                </a:solidFill>
                <a:latin typeface="Verizon NHG TX"/>
                <a:ea typeface="Verizon NHG TX"/>
                <a:cs typeface="Verizon NHG TX"/>
                <a:sym typeface="Verizon NHG TX"/>
              </a:defRPr>
            </a:lvl6pPr>
            <a:lvl7pPr indent="0" lvl="6" marL="0" marR="0" algn="r">
              <a:spcBef>
                <a:spcPts val="0"/>
              </a:spcBef>
              <a:buNone/>
              <a:defRPr i="0" u="none" cap="none" strike="noStrike">
                <a:solidFill>
                  <a:schemeClr val="lt1"/>
                </a:solidFill>
                <a:latin typeface="Verizon NHG TX"/>
                <a:ea typeface="Verizon NHG TX"/>
                <a:cs typeface="Verizon NHG TX"/>
                <a:sym typeface="Verizon NHG TX"/>
              </a:defRPr>
            </a:lvl7pPr>
            <a:lvl8pPr indent="0" lvl="7" marL="0" marR="0" algn="r">
              <a:spcBef>
                <a:spcPts val="0"/>
              </a:spcBef>
              <a:buNone/>
              <a:defRPr i="0" u="none" cap="none" strike="noStrike">
                <a:solidFill>
                  <a:schemeClr val="lt1"/>
                </a:solidFill>
                <a:latin typeface="Verizon NHG TX"/>
                <a:ea typeface="Verizon NHG TX"/>
                <a:cs typeface="Verizon NHG TX"/>
                <a:sym typeface="Verizon NHG TX"/>
              </a:defRPr>
            </a:lvl8pPr>
            <a:lvl9pPr indent="0" lvl="8" marL="0" marR="0" algn="r">
              <a:spcBef>
                <a:spcPts val="0"/>
              </a:spcBef>
              <a:buNone/>
              <a:defRPr i="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10"/>
          <p:cNvSpPr txBox="1"/>
          <p:nvPr>
            <p:ph idx="1" type="body"/>
          </p:nvPr>
        </p:nvSpPr>
        <p:spPr>
          <a:xfrm>
            <a:off x="457200" y="938803"/>
            <a:ext cx="4046700" cy="37944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Clr>
                <a:schemeClr val="lt1"/>
              </a:buClr>
              <a:buSzPts val="2400"/>
              <a:buFont typeface="Verizon NHG DS"/>
              <a:buNone/>
              <a:defRPr i="0" sz="24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_Large statement - White">
  <p:cSld name="Large statement or Divider - White">
    <p:bg>
      <p:bgPr>
        <a:solidFill>
          <a:schemeClr val="lt1"/>
        </a:solidFill>
      </p:bgPr>
    </p:bg>
    <p:spTree>
      <p:nvGrpSpPr>
        <p:cNvPr id="60" name="Shape 60"/>
        <p:cNvGrpSpPr/>
        <p:nvPr/>
      </p:nvGrpSpPr>
      <p:grpSpPr>
        <a:xfrm>
          <a:off x="0" y="0"/>
          <a:ext cx="0" cy="0"/>
          <a:chOff x="0" y="0"/>
          <a:chExt cx="0" cy="0"/>
        </a:xfrm>
      </p:grpSpPr>
      <p:sp>
        <p:nvSpPr>
          <p:cNvPr id="61" name="Google Shape;61;p11"/>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62" name="Google Shape;62;p11"/>
          <p:cNvSpPr txBox="1"/>
          <p:nvPr>
            <p:ph type="title"/>
          </p:nvPr>
        </p:nvSpPr>
        <p:spPr>
          <a:xfrm>
            <a:off x="135400" y="143375"/>
            <a:ext cx="8873100" cy="441270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Clr>
                <a:schemeClr val="dk2"/>
              </a:buClr>
              <a:buSzPts val="5000"/>
              <a:buFont typeface="Arial"/>
              <a:buNone/>
              <a:defRPr sz="5000">
                <a:solidFill>
                  <a:schemeClr val="dk2"/>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grpSp>
        <p:nvGrpSpPr>
          <p:cNvPr id="63" name="Google Shape;63;p11"/>
          <p:cNvGrpSpPr/>
          <p:nvPr/>
        </p:nvGrpSpPr>
        <p:grpSpPr>
          <a:xfrm>
            <a:off x="0" y="0"/>
            <a:ext cx="9144000" cy="5143500"/>
            <a:chOff x="0" y="0"/>
            <a:chExt cx="9144000" cy="5143500"/>
          </a:xfrm>
        </p:grpSpPr>
        <p:sp>
          <p:nvSpPr>
            <p:cNvPr id="64" name="Google Shape;64;p11"/>
            <p:cNvSpPr/>
            <p:nvPr/>
          </p:nvSpPr>
          <p:spPr>
            <a:xfrm>
              <a:off x="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65" name="Google Shape;65;p11"/>
            <p:cNvSpPr/>
            <p:nvPr/>
          </p:nvSpPr>
          <p:spPr>
            <a:xfrm>
              <a:off x="900690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66" name="Google Shape;66;p11"/>
            <p:cNvSpPr/>
            <p:nvPr/>
          </p:nvSpPr>
          <p:spPr>
            <a:xfrm rot="5400000">
              <a:off x="4514550" y="-4492350"/>
              <a:ext cx="137100" cy="91218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67" name="Google Shape;67;p11"/>
            <p:cNvSpPr/>
            <p:nvPr/>
          </p:nvSpPr>
          <p:spPr>
            <a:xfrm rot="5400000">
              <a:off x="4525500" y="525000"/>
              <a:ext cx="137100" cy="90999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Large statement - Black">
  <p:cSld name="Large statement or Divider - Black">
    <p:bg>
      <p:bgPr>
        <a:solidFill>
          <a:schemeClr val="dk1"/>
        </a:solidFill>
      </p:bgPr>
    </p:bg>
    <p:spTree>
      <p:nvGrpSpPr>
        <p:cNvPr id="68" name="Shape 68"/>
        <p:cNvGrpSpPr/>
        <p:nvPr/>
      </p:nvGrpSpPr>
      <p:grpSpPr>
        <a:xfrm>
          <a:off x="0" y="0"/>
          <a:ext cx="0" cy="0"/>
          <a:chOff x="0" y="0"/>
          <a:chExt cx="0" cy="0"/>
        </a:xfrm>
      </p:grpSpPr>
      <p:sp>
        <p:nvSpPr>
          <p:cNvPr id="69" name="Google Shape;69;p12"/>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70" name="Google Shape;70;p12"/>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u="none" cap="none" strike="noStrike">
                <a:solidFill>
                  <a:schemeClr val="lt1"/>
                </a:solidFill>
                <a:latin typeface="Verizon NHG TX"/>
                <a:ea typeface="Verizon NHG TX"/>
                <a:cs typeface="Verizon NHG TX"/>
                <a:sym typeface="Verizon NHG TX"/>
              </a:rPr>
              <a:t>Verizon confidential and proprietary. Unauthorized disclosure, reproduction or other use prohibited.</a:t>
            </a:r>
            <a:endParaRPr sz="1100">
              <a:solidFill>
                <a:schemeClr val="lt1"/>
              </a:solidFill>
              <a:latin typeface="Verizon NHG TX"/>
              <a:ea typeface="Verizon NHG TX"/>
              <a:cs typeface="Verizon NHG TX"/>
              <a:sym typeface="Verizon NHG TX"/>
            </a:endParaRPr>
          </a:p>
        </p:txBody>
      </p:sp>
      <p:sp>
        <p:nvSpPr>
          <p:cNvPr id="71" name="Google Shape;71;p12"/>
          <p:cNvSpPr txBox="1"/>
          <p:nvPr>
            <p:ph idx="2" type="sldNum"/>
          </p:nvPr>
        </p:nvSpPr>
        <p:spPr>
          <a:xfrm>
            <a:off x="8317509" y="4733270"/>
            <a:ext cx="352500" cy="92400"/>
          </a:xfrm>
          <a:prstGeom prst="rect">
            <a:avLst/>
          </a:prstGeom>
          <a:noFill/>
          <a:ln>
            <a:noFill/>
          </a:ln>
        </p:spPr>
        <p:txBody>
          <a:bodyPr anchorCtr="0" anchor="t" bIns="0" lIns="0" spcFirstLastPara="1" rIns="0" wrap="square" tIns="0">
            <a:spAutoFit/>
          </a:bodyPr>
          <a:lstStyle>
            <a:lvl1pPr indent="0" lvl="0" marL="0" marR="0" algn="r">
              <a:spcBef>
                <a:spcPts val="0"/>
              </a:spcBef>
              <a:buNone/>
              <a:defRPr i="0" u="none" cap="none" strike="noStrike">
                <a:solidFill>
                  <a:schemeClr val="lt1"/>
                </a:solidFill>
                <a:latin typeface="Verizon NHG TX"/>
                <a:ea typeface="Verizon NHG TX"/>
                <a:cs typeface="Verizon NHG TX"/>
                <a:sym typeface="Verizon NHG TX"/>
              </a:defRPr>
            </a:lvl1pPr>
            <a:lvl2pPr indent="0" lvl="1" marL="0" marR="0" algn="r">
              <a:spcBef>
                <a:spcPts val="0"/>
              </a:spcBef>
              <a:buNone/>
              <a:defRPr i="0" u="none" cap="none" strike="noStrike">
                <a:solidFill>
                  <a:schemeClr val="lt1"/>
                </a:solidFill>
                <a:latin typeface="Verizon NHG TX"/>
                <a:ea typeface="Verizon NHG TX"/>
                <a:cs typeface="Verizon NHG TX"/>
                <a:sym typeface="Verizon NHG TX"/>
              </a:defRPr>
            </a:lvl2pPr>
            <a:lvl3pPr indent="0" lvl="2" marL="0" marR="0" algn="r">
              <a:spcBef>
                <a:spcPts val="0"/>
              </a:spcBef>
              <a:buNone/>
              <a:defRPr i="0" u="none" cap="none" strike="noStrike">
                <a:solidFill>
                  <a:schemeClr val="lt1"/>
                </a:solidFill>
                <a:latin typeface="Verizon NHG TX"/>
                <a:ea typeface="Verizon NHG TX"/>
                <a:cs typeface="Verizon NHG TX"/>
                <a:sym typeface="Verizon NHG TX"/>
              </a:defRPr>
            </a:lvl3pPr>
            <a:lvl4pPr indent="0" lvl="3" marL="0" marR="0" algn="r">
              <a:spcBef>
                <a:spcPts val="0"/>
              </a:spcBef>
              <a:buNone/>
              <a:defRPr i="0" u="none" cap="none" strike="noStrike">
                <a:solidFill>
                  <a:schemeClr val="lt1"/>
                </a:solidFill>
                <a:latin typeface="Verizon NHG TX"/>
                <a:ea typeface="Verizon NHG TX"/>
                <a:cs typeface="Verizon NHG TX"/>
                <a:sym typeface="Verizon NHG TX"/>
              </a:defRPr>
            </a:lvl4pPr>
            <a:lvl5pPr indent="0" lvl="4" marL="0" marR="0" algn="r">
              <a:spcBef>
                <a:spcPts val="0"/>
              </a:spcBef>
              <a:buNone/>
              <a:defRPr i="0" u="none" cap="none" strike="noStrike">
                <a:solidFill>
                  <a:schemeClr val="lt1"/>
                </a:solidFill>
                <a:latin typeface="Verizon NHG TX"/>
                <a:ea typeface="Verizon NHG TX"/>
                <a:cs typeface="Verizon NHG TX"/>
                <a:sym typeface="Verizon NHG TX"/>
              </a:defRPr>
            </a:lvl5pPr>
            <a:lvl6pPr indent="0" lvl="5" marL="0" marR="0" algn="r">
              <a:spcBef>
                <a:spcPts val="0"/>
              </a:spcBef>
              <a:buNone/>
              <a:defRPr i="0" u="none" cap="none" strike="noStrike">
                <a:solidFill>
                  <a:schemeClr val="lt1"/>
                </a:solidFill>
                <a:latin typeface="Verizon NHG TX"/>
                <a:ea typeface="Verizon NHG TX"/>
                <a:cs typeface="Verizon NHG TX"/>
                <a:sym typeface="Verizon NHG TX"/>
              </a:defRPr>
            </a:lvl6pPr>
            <a:lvl7pPr indent="0" lvl="6" marL="0" marR="0" algn="r">
              <a:spcBef>
                <a:spcPts val="0"/>
              </a:spcBef>
              <a:buNone/>
              <a:defRPr i="0" u="none" cap="none" strike="noStrike">
                <a:solidFill>
                  <a:schemeClr val="lt1"/>
                </a:solidFill>
                <a:latin typeface="Verizon NHG TX"/>
                <a:ea typeface="Verizon NHG TX"/>
                <a:cs typeface="Verizon NHG TX"/>
                <a:sym typeface="Verizon NHG TX"/>
              </a:defRPr>
            </a:lvl7pPr>
            <a:lvl8pPr indent="0" lvl="7" marL="0" marR="0" algn="r">
              <a:spcBef>
                <a:spcPts val="0"/>
              </a:spcBef>
              <a:buNone/>
              <a:defRPr i="0" u="none" cap="none" strike="noStrike">
                <a:solidFill>
                  <a:schemeClr val="lt1"/>
                </a:solidFill>
                <a:latin typeface="Verizon NHG TX"/>
                <a:ea typeface="Verizon NHG TX"/>
                <a:cs typeface="Verizon NHG TX"/>
                <a:sym typeface="Verizon NHG TX"/>
              </a:defRPr>
            </a:lvl8pPr>
            <a:lvl9pPr indent="0" lvl="8" marL="0" marR="0" algn="r">
              <a:spcBef>
                <a:spcPts val="0"/>
              </a:spcBef>
              <a:buNone/>
              <a:defRPr i="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12"/>
          <p:cNvSpPr txBox="1"/>
          <p:nvPr>
            <p:ph type="title"/>
          </p:nvPr>
        </p:nvSpPr>
        <p:spPr>
          <a:xfrm>
            <a:off x="135400" y="143375"/>
            <a:ext cx="8873100" cy="441270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Clr>
                <a:schemeClr val="lt2"/>
              </a:buClr>
              <a:buSzPts val="5000"/>
              <a:buFont typeface="Arial"/>
              <a:buNone/>
              <a:defRPr sz="5000">
                <a:solidFill>
                  <a:schemeClr val="lt2"/>
                </a:solidFill>
              </a:defRPr>
            </a:lvl1pPr>
            <a:lvl2pPr lvl="1">
              <a:spcBef>
                <a:spcPts val="0"/>
              </a:spcBef>
              <a:spcAft>
                <a:spcPts val="0"/>
              </a:spcAft>
              <a:buClr>
                <a:schemeClr val="lt2"/>
              </a:buClr>
              <a:buSzPts val="1100"/>
              <a:buNone/>
              <a:defRPr>
                <a:solidFill>
                  <a:schemeClr val="lt2"/>
                </a:solidFill>
              </a:defRPr>
            </a:lvl2pPr>
            <a:lvl3pPr lvl="2">
              <a:spcBef>
                <a:spcPts val="0"/>
              </a:spcBef>
              <a:spcAft>
                <a:spcPts val="0"/>
              </a:spcAft>
              <a:buClr>
                <a:schemeClr val="lt2"/>
              </a:buClr>
              <a:buSzPts val="1100"/>
              <a:buNone/>
              <a:defRPr>
                <a:solidFill>
                  <a:schemeClr val="lt2"/>
                </a:solidFill>
              </a:defRPr>
            </a:lvl3pPr>
            <a:lvl4pPr lvl="3">
              <a:spcBef>
                <a:spcPts val="0"/>
              </a:spcBef>
              <a:spcAft>
                <a:spcPts val="0"/>
              </a:spcAft>
              <a:buClr>
                <a:schemeClr val="lt2"/>
              </a:buClr>
              <a:buSzPts val="1100"/>
              <a:buNone/>
              <a:defRPr>
                <a:solidFill>
                  <a:schemeClr val="lt2"/>
                </a:solidFill>
              </a:defRPr>
            </a:lvl4pPr>
            <a:lvl5pPr lvl="4">
              <a:spcBef>
                <a:spcPts val="0"/>
              </a:spcBef>
              <a:spcAft>
                <a:spcPts val="0"/>
              </a:spcAft>
              <a:buClr>
                <a:schemeClr val="lt2"/>
              </a:buClr>
              <a:buSzPts val="1100"/>
              <a:buNone/>
              <a:defRPr>
                <a:solidFill>
                  <a:schemeClr val="lt2"/>
                </a:solidFill>
              </a:defRPr>
            </a:lvl5pPr>
            <a:lvl6pPr lvl="5">
              <a:spcBef>
                <a:spcPts val="0"/>
              </a:spcBef>
              <a:spcAft>
                <a:spcPts val="0"/>
              </a:spcAft>
              <a:buClr>
                <a:schemeClr val="lt2"/>
              </a:buClr>
              <a:buSzPts val="1100"/>
              <a:buNone/>
              <a:defRPr>
                <a:solidFill>
                  <a:schemeClr val="lt2"/>
                </a:solidFill>
              </a:defRPr>
            </a:lvl6pPr>
            <a:lvl7pPr lvl="6">
              <a:spcBef>
                <a:spcPts val="0"/>
              </a:spcBef>
              <a:spcAft>
                <a:spcPts val="0"/>
              </a:spcAft>
              <a:buClr>
                <a:schemeClr val="lt2"/>
              </a:buClr>
              <a:buSzPts val="1100"/>
              <a:buNone/>
              <a:defRPr>
                <a:solidFill>
                  <a:schemeClr val="lt2"/>
                </a:solidFill>
              </a:defRPr>
            </a:lvl7pPr>
            <a:lvl8pPr lvl="7">
              <a:spcBef>
                <a:spcPts val="0"/>
              </a:spcBef>
              <a:spcAft>
                <a:spcPts val="0"/>
              </a:spcAft>
              <a:buClr>
                <a:schemeClr val="lt2"/>
              </a:buClr>
              <a:buSzPts val="1100"/>
              <a:buNone/>
              <a:defRPr>
                <a:solidFill>
                  <a:schemeClr val="lt2"/>
                </a:solidFill>
              </a:defRPr>
            </a:lvl8pPr>
            <a:lvl9pPr lvl="8">
              <a:spcBef>
                <a:spcPts val="0"/>
              </a:spcBef>
              <a:spcAft>
                <a:spcPts val="0"/>
              </a:spcAft>
              <a:buClr>
                <a:schemeClr val="lt2"/>
              </a:buClr>
              <a:buSzPts val="1100"/>
              <a:buNone/>
              <a:defRPr>
                <a:solidFill>
                  <a:schemeClr val="lt2"/>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Large statement - Red">
  <p:cSld name="Large statement or Divider - Black_1">
    <p:bg>
      <p:bgPr>
        <a:solidFill>
          <a:schemeClr val="dk2"/>
        </a:solidFill>
      </p:bgPr>
    </p:bg>
    <p:spTree>
      <p:nvGrpSpPr>
        <p:cNvPr id="73" name="Shape 73"/>
        <p:cNvGrpSpPr/>
        <p:nvPr/>
      </p:nvGrpSpPr>
      <p:grpSpPr>
        <a:xfrm>
          <a:off x="0" y="0"/>
          <a:ext cx="0" cy="0"/>
          <a:chOff x="0" y="0"/>
          <a:chExt cx="0" cy="0"/>
        </a:xfrm>
      </p:grpSpPr>
      <p:sp>
        <p:nvSpPr>
          <p:cNvPr id="74" name="Google Shape;74;p13"/>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13"/>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u="none" cap="none" strike="noStrike">
                <a:solidFill>
                  <a:schemeClr val="lt1"/>
                </a:solidFill>
                <a:latin typeface="Verizon NHG TX"/>
                <a:ea typeface="Verizon NHG TX"/>
                <a:cs typeface="Verizon NHG TX"/>
                <a:sym typeface="Verizon NHG TX"/>
              </a:rPr>
              <a:t>Verizon confidential and proprietary. Unauthorized disclosure, reproduction or other use prohibited.</a:t>
            </a:r>
            <a:endParaRPr sz="1100">
              <a:solidFill>
                <a:schemeClr val="lt1"/>
              </a:solidFill>
              <a:latin typeface="Verizon NHG TX"/>
              <a:ea typeface="Verizon NHG TX"/>
              <a:cs typeface="Verizon NHG TX"/>
              <a:sym typeface="Verizon NHG TX"/>
            </a:endParaRPr>
          </a:p>
        </p:txBody>
      </p:sp>
      <p:sp>
        <p:nvSpPr>
          <p:cNvPr id="76" name="Google Shape;76;p13"/>
          <p:cNvSpPr txBox="1"/>
          <p:nvPr>
            <p:ph idx="2" type="sldNum"/>
          </p:nvPr>
        </p:nvSpPr>
        <p:spPr>
          <a:xfrm>
            <a:off x="8317509" y="4733270"/>
            <a:ext cx="352500" cy="92400"/>
          </a:xfrm>
          <a:prstGeom prst="rect">
            <a:avLst/>
          </a:prstGeom>
          <a:noFill/>
          <a:ln>
            <a:noFill/>
          </a:ln>
        </p:spPr>
        <p:txBody>
          <a:bodyPr anchorCtr="0" anchor="t" bIns="0" lIns="0" spcFirstLastPara="1" rIns="0" wrap="square" tIns="0">
            <a:spAutoFit/>
          </a:bodyPr>
          <a:lstStyle>
            <a:lvl1pPr indent="0" lvl="0" marL="0" marR="0" algn="r">
              <a:spcBef>
                <a:spcPts val="0"/>
              </a:spcBef>
              <a:buNone/>
              <a:defRPr i="0" u="none" cap="none" strike="noStrike">
                <a:solidFill>
                  <a:schemeClr val="lt1"/>
                </a:solidFill>
                <a:latin typeface="Verizon NHG TX"/>
                <a:ea typeface="Verizon NHG TX"/>
                <a:cs typeface="Verizon NHG TX"/>
                <a:sym typeface="Verizon NHG TX"/>
              </a:defRPr>
            </a:lvl1pPr>
            <a:lvl2pPr indent="0" lvl="1" marL="0" marR="0" algn="r">
              <a:spcBef>
                <a:spcPts val="0"/>
              </a:spcBef>
              <a:buNone/>
              <a:defRPr i="0" u="none" cap="none" strike="noStrike">
                <a:solidFill>
                  <a:schemeClr val="lt1"/>
                </a:solidFill>
                <a:latin typeface="Verizon NHG TX"/>
                <a:ea typeface="Verizon NHG TX"/>
                <a:cs typeface="Verizon NHG TX"/>
                <a:sym typeface="Verizon NHG TX"/>
              </a:defRPr>
            </a:lvl2pPr>
            <a:lvl3pPr indent="0" lvl="2" marL="0" marR="0" algn="r">
              <a:spcBef>
                <a:spcPts val="0"/>
              </a:spcBef>
              <a:buNone/>
              <a:defRPr i="0" u="none" cap="none" strike="noStrike">
                <a:solidFill>
                  <a:schemeClr val="lt1"/>
                </a:solidFill>
                <a:latin typeface="Verizon NHG TX"/>
                <a:ea typeface="Verizon NHG TX"/>
                <a:cs typeface="Verizon NHG TX"/>
                <a:sym typeface="Verizon NHG TX"/>
              </a:defRPr>
            </a:lvl3pPr>
            <a:lvl4pPr indent="0" lvl="3" marL="0" marR="0" algn="r">
              <a:spcBef>
                <a:spcPts val="0"/>
              </a:spcBef>
              <a:buNone/>
              <a:defRPr i="0" u="none" cap="none" strike="noStrike">
                <a:solidFill>
                  <a:schemeClr val="lt1"/>
                </a:solidFill>
                <a:latin typeface="Verizon NHG TX"/>
                <a:ea typeface="Verizon NHG TX"/>
                <a:cs typeface="Verizon NHG TX"/>
                <a:sym typeface="Verizon NHG TX"/>
              </a:defRPr>
            </a:lvl4pPr>
            <a:lvl5pPr indent="0" lvl="4" marL="0" marR="0" algn="r">
              <a:spcBef>
                <a:spcPts val="0"/>
              </a:spcBef>
              <a:buNone/>
              <a:defRPr i="0" u="none" cap="none" strike="noStrike">
                <a:solidFill>
                  <a:schemeClr val="lt1"/>
                </a:solidFill>
                <a:latin typeface="Verizon NHG TX"/>
                <a:ea typeface="Verizon NHG TX"/>
                <a:cs typeface="Verizon NHG TX"/>
                <a:sym typeface="Verizon NHG TX"/>
              </a:defRPr>
            </a:lvl5pPr>
            <a:lvl6pPr indent="0" lvl="5" marL="0" marR="0" algn="r">
              <a:spcBef>
                <a:spcPts val="0"/>
              </a:spcBef>
              <a:buNone/>
              <a:defRPr i="0" u="none" cap="none" strike="noStrike">
                <a:solidFill>
                  <a:schemeClr val="lt1"/>
                </a:solidFill>
                <a:latin typeface="Verizon NHG TX"/>
                <a:ea typeface="Verizon NHG TX"/>
                <a:cs typeface="Verizon NHG TX"/>
                <a:sym typeface="Verizon NHG TX"/>
              </a:defRPr>
            </a:lvl6pPr>
            <a:lvl7pPr indent="0" lvl="6" marL="0" marR="0" algn="r">
              <a:spcBef>
                <a:spcPts val="0"/>
              </a:spcBef>
              <a:buNone/>
              <a:defRPr i="0" u="none" cap="none" strike="noStrike">
                <a:solidFill>
                  <a:schemeClr val="lt1"/>
                </a:solidFill>
                <a:latin typeface="Verizon NHG TX"/>
                <a:ea typeface="Verizon NHG TX"/>
                <a:cs typeface="Verizon NHG TX"/>
                <a:sym typeface="Verizon NHG TX"/>
              </a:defRPr>
            </a:lvl7pPr>
            <a:lvl8pPr indent="0" lvl="7" marL="0" marR="0" algn="r">
              <a:spcBef>
                <a:spcPts val="0"/>
              </a:spcBef>
              <a:buNone/>
              <a:defRPr i="0" u="none" cap="none" strike="noStrike">
                <a:solidFill>
                  <a:schemeClr val="lt1"/>
                </a:solidFill>
                <a:latin typeface="Verizon NHG TX"/>
                <a:ea typeface="Verizon NHG TX"/>
                <a:cs typeface="Verizon NHG TX"/>
                <a:sym typeface="Verizon NHG TX"/>
              </a:defRPr>
            </a:lvl8pPr>
            <a:lvl9pPr indent="0" lvl="8" marL="0" marR="0" algn="r">
              <a:spcBef>
                <a:spcPts val="0"/>
              </a:spcBef>
              <a:buNone/>
              <a:defRPr i="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77" name="Google Shape;77;p13"/>
          <p:cNvSpPr txBox="1"/>
          <p:nvPr>
            <p:ph type="title"/>
          </p:nvPr>
        </p:nvSpPr>
        <p:spPr>
          <a:xfrm>
            <a:off x="135400" y="143375"/>
            <a:ext cx="8873100" cy="441270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Clr>
                <a:schemeClr val="lt2"/>
              </a:buClr>
              <a:buSzPts val="5000"/>
              <a:buFont typeface="Arial"/>
              <a:buNone/>
              <a:defRPr sz="5000">
                <a:solidFill>
                  <a:schemeClr val="lt2"/>
                </a:solidFill>
              </a:defRPr>
            </a:lvl1pPr>
            <a:lvl2pPr lvl="1">
              <a:spcBef>
                <a:spcPts val="0"/>
              </a:spcBef>
              <a:spcAft>
                <a:spcPts val="0"/>
              </a:spcAft>
              <a:buClr>
                <a:schemeClr val="lt2"/>
              </a:buClr>
              <a:buSzPts val="1100"/>
              <a:buNone/>
              <a:defRPr>
                <a:solidFill>
                  <a:schemeClr val="lt2"/>
                </a:solidFill>
              </a:defRPr>
            </a:lvl2pPr>
            <a:lvl3pPr lvl="2">
              <a:spcBef>
                <a:spcPts val="0"/>
              </a:spcBef>
              <a:spcAft>
                <a:spcPts val="0"/>
              </a:spcAft>
              <a:buClr>
                <a:schemeClr val="lt2"/>
              </a:buClr>
              <a:buSzPts val="1100"/>
              <a:buNone/>
              <a:defRPr>
                <a:solidFill>
                  <a:schemeClr val="lt2"/>
                </a:solidFill>
              </a:defRPr>
            </a:lvl3pPr>
            <a:lvl4pPr lvl="3">
              <a:spcBef>
                <a:spcPts val="0"/>
              </a:spcBef>
              <a:spcAft>
                <a:spcPts val="0"/>
              </a:spcAft>
              <a:buClr>
                <a:schemeClr val="lt2"/>
              </a:buClr>
              <a:buSzPts val="1100"/>
              <a:buNone/>
              <a:defRPr>
                <a:solidFill>
                  <a:schemeClr val="lt2"/>
                </a:solidFill>
              </a:defRPr>
            </a:lvl4pPr>
            <a:lvl5pPr lvl="4">
              <a:spcBef>
                <a:spcPts val="0"/>
              </a:spcBef>
              <a:spcAft>
                <a:spcPts val="0"/>
              </a:spcAft>
              <a:buClr>
                <a:schemeClr val="lt2"/>
              </a:buClr>
              <a:buSzPts val="1100"/>
              <a:buNone/>
              <a:defRPr>
                <a:solidFill>
                  <a:schemeClr val="lt2"/>
                </a:solidFill>
              </a:defRPr>
            </a:lvl5pPr>
            <a:lvl6pPr lvl="5">
              <a:spcBef>
                <a:spcPts val="0"/>
              </a:spcBef>
              <a:spcAft>
                <a:spcPts val="0"/>
              </a:spcAft>
              <a:buClr>
                <a:schemeClr val="lt2"/>
              </a:buClr>
              <a:buSzPts val="1100"/>
              <a:buNone/>
              <a:defRPr>
                <a:solidFill>
                  <a:schemeClr val="lt2"/>
                </a:solidFill>
              </a:defRPr>
            </a:lvl6pPr>
            <a:lvl7pPr lvl="6">
              <a:spcBef>
                <a:spcPts val="0"/>
              </a:spcBef>
              <a:spcAft>
                <a:spcPts val="0"/>
              </a:spcAft>
              <a:buClr>
                <a:schemeClr val="lt2"/>
              </a:buClr>
              <a:buSzPts val="1100"/>
              <a:buNone/>
              <a:defRPr>
                <a:solidFill>
                  <a:schemeClr val="lt2"/>
                </a:solidFill>
              </a:defRPr>
            </a:lvl7pPr>
            <a:lvl8pPr lvl="7">
              <a:spcBef>
                <a:spcPts val="0"/>
              </a:spcBef>
              <a:spcAft>
                <a:spcPts val="0"/>
              </a:spcAft>
              <a:buClr>
                <a:schemeClr val="lt2"/>
              </a:buClr>
              <a:buSzPts val="1100"/>
              <a:buNone/>
              <a:defRPr>
                <a:solidFill>
                  <a:schemeClr val="lt2"/>
                </a:solidFill>
              </a:defRPr>
            </a:lvl8pPr>
            <a:lvl9pPr lvl="8">
              <a:spcBef>
                <a:spcPts val="0"/>
              </a:spcBef>
              <a:spcAft>
                <a:spcPts val="0"/>
              </a:spcAft>
              <a:buClr>
                <a:schemeClr val="lt2"/>
              </a:buClr>
              <a:buSzPts val="1100"/>
              <a:buNone/>
              <a:defRPr>
                <a:solidFill>
                  <a:schemeClr val="lt2"/>
                </a:solidFill>
              </a:defRPr>
            </a:lvl9pPr>
          </a:lstStyle>
          <a:p/>
        </p:txBody>
      </p:sp>
      <p:pic>
        <p:nvPicPr>
          <p:cNvPr id="78" name="Google Shape;78;p13"/>
          <p:cNvPicPr preferRelativeResize="0"/>
          <p:nvPr/>
        </p:nvPicPr>
        <p:blipFill>
          <a:blip r:embed="rId2">
            <a:alphaModFix/>
          </a:blip>
          <a:stretch>
            <a:fillRect/>
          </a:stretch>
        </p:blipFill>
        <p:spPr>
          <a:xfrm>
            <a:off x="374904" y="4629398"/>
            <a:ext cx="847493" cy="347472"/>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Divider w/ Copy - Yellow">
  <p:cSld name="Divider w/ Copy - Yellow">
    <p:bg>
      <p:bgPr>
        <a:solidFill>
          <a:schemeClr val="lt1"/>
        </a:solidFill>
      </p:bgPr>
    </p:bg>
    <p:spTree>
      <p:nvGrpSpPr>
        <p:cNvPr id="79" name="Shape 79"/>
        <p:cNvGrpSpPr/>
        <p:nvPr/>
      </p:nvGrpSpPr>
      <p:grpSpPr>
        <a:xfrm>
          <a:off x="0" y="0"/>
          <a:ext cx="0" cy="0"/>
          <a:chOff x="0" y="0"/>
          <a:chExt cx="0" cy="0"/>
        </a:xfrm>
      </p:grpSpPr>
      <p:sp>
        <p:nvSpPr>
          <p:cNvPr id="80" name="Google Shape;80;p14"/>
          <p:cNvSpPr/>
          <p:nvPr/>
        </p:nvSpPr>
        <p:spPr>
          <a:xfrm>
            <a:off x="0" y="0"/>
            <a:ext cx="4581300" cy="51435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1" name="Google Shape;81;p14"/>
          <p:cNvSpPr/>
          <p:nvPr/>
        </p:nvSpPr>
        <p:spPr>
          <a:xfrm>
            <a:off x="4581298" y="4728064"/>
            <a:ext cx="2017800" cy="1977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2" name="Google Shape;82;p14"/>
          <p:cNvSpPr txBox="1"/>
          <p:nvPr>
            <p:ph idx="1" type="body"/>
          </p:nvPr>
        </p:nvSpPr>
        <p:spPr>
          <a:xfrm>
            <a:off x="5120640" y="2743200"/>
            <a:ext cx="3552900" cy="1483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2000"/>
              <a:buFont typeface="Verizon NHG DS"/>
              <a:buNone/>
              <a:defRPr i="0" sz="2000">
                <a:solidFill>
                  <a:schemeClr val="dk2"/>
                </a:solidFill>
                <a:latin typeface="Verizon NHG DS"/>
                <a:ea typeface="Verizon NHG DS"/>
                <a:cs typeface="Verizon NHG DS"/>
                <a:sym typeface="Verizon NHG DS"/>
              </a:defRPr>
            </a:lvl1pPr>
            <a:lvl2pPr indent="-228600" lvl="1" marL="914400" algn="l">
              <a:lnSpc>
                <a:spcPct val="100000"/>
              </a:lnSpc>
              <a:spcBef>
                <a:spcPts val="400"/>
              </a:spcBef>
              <a:spcAft>
                <a:spcPts val="0"/>
              </a:spcAft>
              <a:buClr>
                <a:schemeClr val="dk2"/>
              </a:buClr>
              <a:buSzPts val="900"/>
              <a:buFont typeface="Verizon NHG DS"/>
              <a:buNone/>
              <a:defRPr b="1">
                <a:solidFill>
                  <a:schemeClr val="dk2"/>
                </a:solidFill>
                <a:latin typeface="Verizon NHG DS"/>
                <a:ea typeface="Verizon NHG DS"/>
                <a:cs typeface="Verizon NHG DS"/>
                <a:sym typeface="Verizon NHG DS"/>
              </a:defRPr>
            </a:lvl2pPr>
            <a:lvl3pPr indent="-228600" lvl="2" marL="1371600" algn="l">
              <a:lnSpc>
                <a:spcPct val="100000"/>
              </a:lnSpc>
              <a:spcBef>
                <a:spcPts val="400"/>
              </a:spcBef>
              <a:spcAft>
                <a:spcPts val="0"/>
              </a:spcAft>
              <a:buClr>
                <a:schemeClr val="dk2"/>
              </a:buClr>
              <a:buSzPts val="900"/>
              <a:buFont typeface="Verizon NHG DS"/>
              <a:buNone/>
              <a:defRPr b="1">
                <a:solidFill>
                  <a:schemeClr val="dk2"/>
                </a:solidFill>
                <a:latin typeface="Verizon NHG DS"/>
                <a:ea typeface="Verizon NHG DS"/>
                <a:cs typeface="Verizon NHG DS"/>
                <a:sym typeface="Verizon NHG DS"/>
              </a:defRPr>
            </a:lvl3pPr>
            <a:lvl4pPr indent="-228600" lvl="3" marL="1828800" algn="l">
              <a:lnSpc>
                <a:spcPct val="100000"/>
              </a:lnSpc>
              <a:spcBef>
                <a:spcPts val="400"/>
              </a:spcBef>
              <a:spcAft>
                <a:spcPts val="0"/>
              </a:spcAft>
              <a:buClr>
                <a:schemeClr val="dk2"/>
              </a:buClr>
              <a:buSzPts val="900"/>
              <a:buFont typeface="Verizon NHG DS"/>
              <a:buNone/>
              <a:defRPr b="1">
                <a:solidFill>
                  <a:schemeClr val="dk2"/>
                </a:solidFill>
                <a:latin typeface="Verizon NHG DS"/>
                <a:ea typeface="Verizon NHG DS"/>
                <a:cs typeface="Verizon NHG DS"/>
                <a:sym typeface="Verizon NHG DS"/>
              </a:defRPr>
            </a:lvl4pPr>
            <a:lvl5pPr indent="-228600" lvl="4" marL="2286000" algn="l">
              <a:lnSpc>
                <a:spcPct val="100000"/>
              </a:lnSpc>
              <a:spcBef>
                <a:spcPts val="400"/>
              </a:spcBef>
              <a:spcAft>
                <a:spcPts val="0"/>
              </a:spcAft>
              <a:buClr>
                <a:schemeClr val="dk2"/>
              </a:buClr>
              <a:buSzPts val="900"/>
              <a:buFont typeface="Verizon NHG DS"/>
              <a:buNone/>
              <a:defRPr b="1">
                <a:solidFill>
                  <a:schemeClr val="dk2"/>
                </a:solidFill>
                <a:latin typeface="Verizon NHG DS"/>
                <a:ea typeface="Verizon NHG DS"/>
                <a:cs typeface="Verizon NHG DS"/>
                <a:sym typeface="Verizon NHG DS"/>
              </a:defRPr>
            </a:lvl5pPr>
            <a:lvl6pPr indent="-285750" lvl="5" marL="2743200" algn="l">
              <a:lnSpc>
                <a:spcPct val="100000"/>
              </a:lnSpc>
              <a:spcBef>
                <a:spcPts val="400"/>
              </a:spcBef>
              <a:spcAft>
                <a:spcPts val="0"/>
              </a:spcAft>
              <a:buClr>
                <a:schemeClr val="dk2"/>
              </a:buClr>
              <a:buSzPts val="900"/>
              <a:buFont typeface="Verizon NHG DS"/>
              <a:buChar char="•"/>
              <a:defRPr b="1" sz="900">
                <a:solidFill>
                  <a:schemeClr val="dk2"/>
                </a:solidFill>
                <a:latin typeface="Verizon NHG DS"/>
                <a:ea typeface="Verizon NHG DS"/>
                <a:cs typeface="Verizon NHG DS"/>
                <a:sym typeface="Verizon NHG DS"/>
              </a:defRPr>
            </a:lvl6pPr>
            <a:lvl7pPr indent="-285750" lvl="6" marL="3200400" algn="l">
              <a:lnSpc>
                <a:spcPct val="100000"/>
              </a:lnSpc>
              <a:spcBef>
                <a:spcPts val="400"/>
              </a:spcBef>
              <a:spcAft>
                <a:spcPts val="0"/>
              </a:spcAft>
              <a:buClr>
                <a:schemeClr val="dk2"/>
              </a:buClr>
              <a:buSzPts val="900"/>
              <a:buFont typeface="Verizon NHG DS"/>
              <a:buChar char="•"/>
              <a:defRPr b="1" sz="900">
                <a:solidFill>
                  <a:schemeClr val="dk2"/>
                </a:solidFill>
                <a:latin typeface="Verizon NHG DS"/>
                <a:ea typeface="Verizon NHG DS"/>
                <a:cs typeface="Verizon NHG DS"/>
                <a:sym typeface="Verizon NHG DS"/>
              </a:defRPr>
            </a:lvl7pPr>
            <a:lvl8pPr indent="-285750" lvl="7" marL="3657600" algn="l">
              <a:lnSpc>
                <a:spcPct val="100000"/>
              </a:lnSpc>
              <a:spcBef>
                <a:spcPts val="400"/>
              </a:spcBef>
              <a:spcAft>
                <a:spcPts val="0"/>
              </a:spcAft>
              <a:buClr>
                <a:schemeClr val="dk2"/>
              </a:buClr>
              <a:buSzPts val="900"/>
              <a:buFont typeface="Verizon NHG DS"/>
              <a:buChar char="•"/>
              <a:defRPr b="1" sz="900">
                <a:solidFill>
                  <a:schemeClr val="dk2"/>
                </a:solidFill>
                <a:latin typeface="Verizon NHG DS"/>
                <a:ea typeface="Verizon NHG DS"/>
                <a:cs typeface="Verizon NHG DS"/>
                <a:sym typeface="Verizon NHG DS"/>
              </a:defRPr>
            </a:lvl8pPr>
            <a:lvl9pPr indent="-285750" lvl="8" marL="4114800" algn="l">
              <a:lnSpc>
                <a:spcPct val="100000"/>
              </a:lnSpc>
              <a:spcBef>
                <a:spcPts val="400"/>
              </a:spcBef>
              <a:spcAft>
                <a:spcPts val="0"/>
              </a:spcAft>
              <a:buClr>
                <a:schemeClr val="dk2"/>
              </a:buClr>
              <a:buSzPts val="900"/>
              <a:buFont typeface="Verizon NHG DS"/>
              <a:buChar char="•"/>
              <a:defRPr b="1" sz="900">
                <a:solidFill>
                  <a:schemeClr val="dk2"/>
                </a:solidFill>
                <a:latin typeface="Verizon NHG DS"/>
                <a:ea typeface="Verizon NHG DS"/>
                <a:cs typeface="Verizon NHG DS"/>
                <a:sym typeface="Verizon NHG DS"/>
              </a:defRPr>
            </a:lvl9pPr>
          </a:lstStyle>
          <a:p/>
        </p:txBody>
      </p:sp>
      <p:sp>
        <p:nvSpPr>
          <p:cNvPr id="83" name="Google Shape;83;p14"/>
          <p:cNvSpPr txBox="1"/>
          <p:nvPr>
            <p:ph type="title"/>
          </p:nvPr>
        </p:nvSpPr>
        <p:spPr>
          <a:xfrm>
            <a:off x="473869" y="410155"/>
            <a:ext cx="3571800" cy="3893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Font typeface="Arial"/>
              <a:buNone/>
              <a:defRPr sz="3600">
                <a:solidFill>
                  <a:schemeClr val="dk2"/>
                </a:solidFill>
              </a:defRPr>
            </a:lvl1pPr>
            <a:lvl2pPr lvl="1">
              <a:spcBef>
                <a:spcPts val="0"/>
              </a:spcBef>
              <a:spcAft>
                <a:spcPts val="0"/>
              </a:spcAft>
              <a:buClr>
                <a:schemeClr val="dk2"/>
              </a:buClr>
              <a:buSzPts val="1100"/>
              <a:buNone/>
              <a:defRPr>
                <a:solidFill>
                  <a:schemeClr val="dk2"/>
                </a:solidFill>
              </a:defRPr>
            </a:lvl2pPr>
            <a:lvl3pPr lvl="2">
              <a:spcBef>
                <a:spcPts val="0"/>
              </a:spcBef>
              <a:spcAft>
                <a:spcPts val="0"/>
              </a:spcAft>
              <a:buClr>
                <a:schemeClr val="dk2"/>
              </a:buClr>
              <a:buSzPts val="1100"/>
              <a:buNone/>
              <a:defRPr>
                <a:solidFill>
                  <a:schemeClr val="dk2"/>
                </a:solidFill>
              </a:defRPr>
            </a:lvl3pPr>
            <a:lvl4pPr lvl="3">
              <a:spcBef>
                <a:spcPts val="0"/>
              </a:spcBef>
              <a:spcAft>
                <a:spcPts val="0"/>
              </a:spcAft>
              <a:buClr>
                <a:schemeClr val="dk2"/>
              </a:buClr>
              <a:buSzPts val="1100"/>
              <a:buNone/>
              <a:defRPr>
                <a:solidFill>
                  <a:schemeClr val="dk2"/>
                </a:solidFill>
              </a:defRPr>
            </a:lvl4pPr>
            <a:lvl5pPr lvl="4">
              <a:spcBef>
                <a:spcPts val="0"/>
              </a:spcBef>
              <a:spcAft>
                <a:spcPts val="0"/>
              </a:spcAft>
              <a:buClr>
                <a:schemeClr val="dk2"/>
              </a:buClr>
              <a:buSzPts val="1100"/>
              <a:buNone/>
              <a:defRPr>
                <a:solidFill>
                  <a:schemeClr val="dk2"/>
                </a:solidFill>
              </a:defRPr>
            </a:lvl5pPr>
            <a:lvl6pPr lvl="5">
              <a:spcBef>
                <a:spcPts val="0"/>
              </a:spcBef>
              <a:spcAft>
                <a:spcPts val="0"/>
              </a:spcAft>
              <a:buClr>
                <a:schemeClr val="dk2"/>
              </a:buClr>
              <a:buSzPts val="1100"/>
              <a:buNone/>
              <a:defRPr>
                <a:solidFill>
                  <a:schemeClr val="dk2"/>
                </a:solidFill>
              </a:defRPr>
            </a:lvl6pPr>
            <a:lvl7pPr lvl="6">
              <a:spcBef>
                <a:spcPts val="0"/>
              </a:spcBef>
              <a:spcAft>
                <a:spcPts val="0"/>
              </a:spcAft>
              <a:buClr>
                <a:schemeClr val="dk2"/>
              </a:buClr>
              <a:buSzPts val="1100"/>
              <a:buNone/>
              <a:defRPr>
                <a:solidFill>
                  <a:schemeClr val="dk2"/>
                </a:solidFill>
              </a:defRPr>
            </a:lvl7pPr>
            <a:lvl8pPr lvl="7">
              <a:spcBef>
                <a:spcPts val="0"/>
              </a:spcBef>
              <a:spcAft>
                <a:spcPts val="0"/>
              </a:spcAft>
              <a:buClr>
                <a:schemeClr val="dk2"/>
              </a:buClr>
              <a:buSzPts val="1100"/>
              <a:buNone/>
              <a:defRPr>
                <a:solidFill>
                  <a:schemeClr val="dk2"/>
                </a:solidFill>
              </a:defRPr>
            </a:lvl8pPr>
            <a:lvl9pPr lvl="8">
              <a:spcBef>
                <a:spcPts val="0"/>
              </a:spcBef>
              <a:spcAft>
                <a:spcPts val="0"/>
              </a:spcAft>
              <a:buClr>
                <a:schemeClr val="dk2"/>
              </a:buClr>
              <a:buSzPts val="1100"/>
              <a:buNone/>
              <a:defRPr>
                <a:solidFill>
                  <a:schemeClr val="dk2"/>
                </a:solidFill>
              </a:defRPr>
            </a:lvl9pPr>
          </a:lstStyle>
          <a:p/>
        </p:txBody>
      </p:sp>
      <p:sp>
        <p:nvSpPr>
          <p:cNvPr id="84" name="Google Shape;84;p14"/>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grpSp>
        <p:nvGrpSpPr>
          <p:cNvPr id="85" name="Google Shape;85;p14"/>
          <p:cNvGrpSpPr/>
          <p:nvPr/>
        </p:nvGrpSpPr>
        <p:grpSpPr>
          <a:xfrm>
            <a:off x="4503450" y="0"/>
            <a:ext cx="4640550" cy="5143500"/>
            <a:chOff x="4503450" y="0"/>
            <a:chExt cx="4640550" cy="5143500"/>
          </a:xfrm>
        </p:grpSpPr>
        <p:sp>
          <p:nvSpPr>
            <p:cNvPr id="86" name="Google Shape;86;p14"/>
            <p:cNvSpPr/>
            <p:nvPr/>
          </p:nvSpPr>
          <p:spPr>
            <a:xfrm>
              <a:off x="450345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7" name="Google Shape;87;p14"/>
            <p:cNvSpPr/>
            <p:nvPr/>
          </p:nvSpPr>
          <p:spPr>
            <a:xfrm>
              <a:off x="900690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8" name="Google Shape;88;p14"/>
            <p:cNvSpPr/>
            <p:nvPr/>
          </p:nvSpPr>
          <p:spPr>
            <a:xfrm rot="5400000">
              <a:off x="6755250" y="-2251650"/>
              <a:ext cx="137100" cy="46404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9" name="Google Shape;89;p14"/>
            <p:cNvSpPr/>
            <p:nvPr/>
          </p:nvSpPr>
          <p:spPr>
            <a:xfrm rot="5400000">
              <a:off x="6755250" y="2754750"/>
              <a:ext cx="137100" cy="46404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sp>
        <p:nvSpPr>
          <p:cNvPr id="90" name="Google Shape;90;p14"/>
          <p:cNvSpPr/>
          <p:nvPr/>
        </p:nvSpPr>
        <p:spPr>
          <a:xfrm>
            <a:off x="2485648" y="4728064"/>
            <a:ext cx="2017800" cy="1977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91" name="Google Shape;91;p14"/>
          <p:cNvPicPr preferRelativeResize="0"/>
          <p:nvPr/>
        </p:nvPicPr>
        <p:blipFill>
          <a:blip r:embed="rId2">
            <a:alphaModFix/>
          </a:blip>
          <a:stretch>
            <a:fillRect/>
          </a:stretch>
        </p:blipFill>
        <p:spPr>
          <a:xfrm>
            <a:off x="374904" y="4629398"/>
            <a:ext cx="847493" cy="347472"/>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Divider w/ Copy - Red">
  <p:cSld name="Divider w/ Copy - Red">
    <p:bg>
      <p:bgPr>
        <a:solidFill>
          <a:schemeClr val="lt2"/>
        </a:solidFill>
      </p:bgPr>
    </p:bg>
    <p:spTree>
      <p:nvGrpSpPr>
        <p:cNvPr id="92" name="Shape 92"/>
        <p:cNvGrpSpPr/>
        <p:nvPr/>
      </p:nvGrpSpPr>
      <p:grpSpPr>
        <a:xfrm>
          <a:off x="0" y="0"/>
          <a:ext cx="0" cy="0"/>
          <a:chOff x="0" y="0"/>
          <a:chExt cx="0" cy="0"/>
        </a:xfrm>
      </p:grpSpPr>
      <p:sp>
        <p:nvSpPr>
          <p:cNvPr id="93" name="Google Shape;93;p15"/>
          <p:cNvSpPr/>
          <p:nvPr/>
        </p:nvSpPr>
        <p:spPr>
          <a:xfrm>
            <a:off x="2716823" y="4728064"/>
            <a:ext cx="2017800" cy="1977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4" name="Google Shape;94;p15"/>
          <p:cNvSpPr/>
          <p:nvPr/>
        </p:nvSpPr>
        <p:spPr>
          <a:xfrm>
            <a:off x="4567428" y="0"/>
            <a:ext cx="4576500" cy="51435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5" name="Google Shape;95;p15"/>
          <p:cNvSpPr txBox="1"/>
          <p:nvPr>
            <p:ph idx="1" type="body"/>
          </p:nvPr>
        </p:nvSpPr>
        <p:spPr>
          <a:xfrm>
            <a:off x="5120640" y="2743200"/>
            <a:ext cx="3552900" cy="1483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2"/>
              </a:buClr>
              <a:buSzPts val="2000"/>
              <a:buFont typeface="Verizon NHG DS"/>
              <a:buNone/>
              <a:defRPr i="0" sz="2000">
                <a:solidFill>
                  <a:schemeClr val="lt2"/>
                </a:solidFill>
                <a:latin typeface="Verizon NHG DS"/>
                <a:ea typeface="Verizon NHG DS"/>
                <a:cs typeface="Verizon NHG DS"/>
                <a:sym typeface="Verizon NHG DS"/>
              </a:defRPr>
            </a:lvl1pPr>
            <a:lvl2pPr indent="-228600" lvl="1" marL="914400" algn="l">
              <a:lnSpc>
                <a:spcPct val="100000"/>
              </a:lnSpc>
              <a:spcBef>
                <a:spcPts val="400"/>
              </a:spcBef>
              <a:spcAft>
                <a:spcPts val="0"/>
              </a:spcAft>
              <a:buClr>
                <a:schemeClr val="lt2"/>
              </a:buClr>
              <a:buSzPts val="900"/>
              <a:buNone/>
              <a:defRPr b="1">
                <a:solidFill>
                  <a:schemeClr val="lt2"/>
                </a:solidFill>
              </a:defRPr>
            </a:lvl2pPr>
            <a:lvl3pPr indent="-228600" lvl="2" marL="1371600" algn="l">
              <a:lnSpc>
                <a:spcPct val="100000"/>
              </a:lnSpc>
              <a:spcBef>
                <a:spcPts val="400"/>
              </a:spcBef>
              <a:spcAft>
                <a:spcPts val="0"/>
              </a:spcAft>
              <a:buClr>
                <a:schemeClr val="lt2"/>
              </a:buClr>
              <a:buSzPts val="900"/>
              <a:buNone/>
              <a:defRPr b="1">
                <a:solidFill>
                  <a:schemeClr val="lt2"/>
                </a:solidFill>
              </a:defRPr>
            </a:lvl3pPr>
            <a:lvl4pPr indent="-228600" lvl="3" marL="1828800" algn="l">
              <a:lnSpc>
                <a:spcPct val="100000"/>
              </a:lnSpc>
              <a:spcBef>
                <a:spcPts val="400"/>
              </a:spcBef>
              <a:spcAft>
                <a:spcPts val="0"/>
              </a:spcAft>
              <a:buClr>
                <a:schemeClr val="lt2"/>
              </a:buClr>
              <a:buSzPts val="900"/>
              <a:buNone/>
              <a:defRPr b="1">
                <a:solidFill>
                  <a:schemeClr val="lt2"/>
                </a:solidFill>
              </a:defRPr>
            </a:lvl4pPr>
            <a:lvl5pPr indent="-228600" lvl="4" marL="2286000" algn="l">
              <a:lnSpc>
                <a:spcPct val="100000"/>
              </a:lnSpc>
              <a:spcBef>
                <a:spcPts val="400"/>
              </a:spcBef>
              <a:spcAft>
                <a:spcPts val="0"/>
              </a:spcAft>
              <a:buClr>
                <a:schemeClr val="lt2"/>
              </a:buClr>
              <a:buSzPts val="900"/>
              <a:buNone/>
              <a:defRPr b="1">
                <a:solidFill>
                  <a:schemeClr val="lt2"/>
                </a:solidFill>
              </a:defRPr>
            </a:lvl5pPr>
            <a:lvl6pPr indent="-285750" lvl="5" marL="2743200" algn="l">
              <a:lnSpc>
                <a:spcPct val="90000"/>
              </a:lnSpc>
              <a:spcBef>
                <a:spcPts val="400"/>
              </a:spcBef>
              <a:spcAft>
                <a:spcPts val="0"/>
              </a:spcAft>
              <a:buClr>
                <a:schemeClr val="lt2"/>
              </a:buClr>
              <a:buSzPts val="900"/>
              <a:buChar char="•"/>
              <a:defRPr b="1" sz="900">
                <a:solidFill>
                  <a:schemeClr val="lt2"/>
                </a:solidFill>
              </a:defRPr>
            </a:lvl6pPr>
            <a:lvl7pPr indent="-285750" lvl="6" marL="3200400" algn="l">
              <a:lnSpc>
                <a:spcPct val="90000"/>
              </a:lnSpc>
              <a:spcBef>
                <a:spcPts val="400"/>
              </a:spcBef>
              <a:spcAft>
                <a:spcPts val="0"/>
              </a:spcAft>
              <a:buClr>
                <a:schemeClr val="lt2"/>
              </a:buClr>
              <a:buSzPts val="900"/>
              <a:buChar char="•"/>
              <a:defRPr b="1" sz="900">
                <a:solidFill>
                  <a:schemeClr val="lt2"/>
                </a:solidFill>
              </a:defRPr>
            </a:lvl7pPr>
            <a:lvl8pPr indent="-285750" lvl="7" marL="3657600" algn="l">
              <a:lnSpc>
                <a:spcPct val="90000"/>
              </a:lnSpc>
              <a:spcBef>
                <a:spcPts val="400"/>
              </a:spcBef>
              <a:spcAft>
                <a:spcPts val="0"/>
              </a:spcAft>
              <a:buClr>
                <a:schemeClr val="lt2"/>
              </a:buClr>
              <a:buSzPts val="900"/>
              <a:buChar char="•"/>
              <a:defRPr b="1" sz="900">
                <a:solidFill>
                  <a:schemeClr val="lt2"/>
                </a:solidFill>
              </a:defRPr>
            </a:lvl8pPr>
            <a:lvl9pPr indent="-285750" lvl="8" marL="4114800" algn="l">
              <a:lnSpc>
                <a:spcPct val="90000"/>
              </a:lnSpc>
              <a:spcBef>
                <a:spcPts val="400"/>
              </a:spcBef>
              <a:spcAft>
                <a:spcPts val="0"/>
              </a:spcAft>
              <a:buClr>
                <a:schemeClr val="lt2"/>
              </a:buClr>
              <a:buSzPts val="900"/>
              <a:buChar char="•"/>
              <a:defRPr b="1" sz="900">
                <a:solidFill>
                  <a:schemeClr val="lt2"/>
                </a:solidFill>
              </a:defRPr>
            </a:lvl9pPr>
          </a:lstStyle>
          <a:p/>
        </p:txBody>
      </p:sp>
      <p:sp>
        <p:nvSpPr>
          <p:cNvPr id="96" name="Google Shape;96;p15"/>
          <p:cNvSpPr txBox="1"/>
          <p:nvPr>
            <p:ph type="title"/>
          </p:nvPr>
        </p:nvSpPr>
        <p:spPr>
          <a:xfrm>
            <a:off x="473869" y="410155"/>
            <a:ext cx="3571800" cy="3893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3600"/>
              <a:buFont typeface="Arial"/>
              <a:buNone/>
              <a:defRPr sz="36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7" name="Google Shape;97;p15"/>
          <p:cNvSpPr txBox="1"/>
          <p:nvPr>
            <p:ph idx="12" type="sldNum"/>
          </p:nvPr>
        </p:nvSpPr>
        <p:spPr>
          <a:xfrm>
            <a:off x="8317509" y="4733270"/>
            <a:ext cx="352500" cy="92400"/>
          </a:xfrm>
          <a:prstGeom prst="rect">
            <a:avLst/>
          </a:prstGeom>
          <a:noFill/>
          <a:ln>
            <a:noFill/>
          </a:ln>
        </p:spPr>
        <p:txBody>
          <a:bodyPr anchorCtr="0" anchor="t" bIns="0" lIns="0" spcFirstLastPara="1" rIns="0" wrap="square" tIns="0">
            <a:spAutoFit/>
          </a:bodyPr>
          <a:lstStyle>
            <a:lvl1pPr indent="0" lvl="0" marL="0" marR="0" algn="r">
              <a:spcBef>
                <a:spcPts val="0"/>
              </a:spcBef>
              <a:buNone/>
              <a:defRPr i="0" u="none" cap="none" strike="noStrike">
                <a:solidFill>
                  <a:schemeClr val="lt1"/>
                </a:solidFill>
                <a:latin typeface="Verizon NHG TX"/>
                <a:ea typeface="Verizon NHG TX"/>
                <a:cs typeface="Verizon NHG TX"/>
                <a:sym typeface="Verizon NHG TX"/>
              </a:defRPr>
            </a:lvl1pPr>
            <a:lvl2pPr indent="0" lvl="1" marL="0" marR="0" algn="r">
              <a:spcBef>
                <a:spcPts val="0"/>
              </a:spcBef>
              <a:buNone/>
              <a:defRPr i="0" u="none" cap="none" strike="noStrike">
                <a:solidFill>
                  <a:schemeClr val="lt1"/>
                </a:solidFill>
                <a:latin typeface="Verizon NHG TX"/>
                <a:ea typeface="Verizon NHG TX"/>
                <a:cs typeface="Verizon NHG TX"/>
                <a:sym typeface="Verizon NHG TX"/>
              </a:defRPr>
            </a:lvl2pPr>
            <a:lvl3pPr indent="0" lvl="2" marL="0" marR="0" algn="r">
              <a:spcBef>
                <a:spcPts val="0"/>
              </a:spcBef>
              <a:buNone/>
              <a:defRPr i="0" u="none" cap="none" strike="noStrike">
                <a:solidFill>
                  <a:schemeClr val="lt1"/>
                </a:solidFill>
                <a:latin typeface="Verizon NHG TX"/>
                <a:ea typeface="Verizon NHG TX"/>
                <a:cs typeface="Verizon NHG TX"/>
                <a:sym typeface="Verizon NHG TX"/>
              </a:defRPr>
            </a:lvl3pPr>
            <a:lvl4pPr indent="0" lvl="3" marL="0" marR="0" algn="r">
              <a:spcBef>
                <a:spcPts val="0"/>
              </a:spcBef>
              <a:buNone/>
              <a:defRPr i="0" u="none" cap="none" strike="noStrike">
                <a:solidFill>
                  <a:schemeClr val="lt1"/>
                </a:solidFill>
                <a:latin typeface="Verizon NHG TX"/>
                <a:ea typeface="Verizon NHG TX"/>
                <a:cs typeface="Verizon NHG TX"/>
                <a:sym typeface="Verizon NHG TX"/>
              </a:defRPr>
            </a:lvl4pPr>
            <a:lvl5pPr indent="0" lvl="4" marL="0" marR="0" algn="r">
              <a:spcBef>
                <a:spcPts val="0"/>
              </a:spcBef>
              <a:buNone/>
              <a:defRPr i="0" u="none" cap="none" strike="noStrike">
                <a:solidFill>
                  <a:schemeClr val="lt1"/>
                </a:solidFill>
                <a:latin typeface="Verizon NHG TX"/>
                <a:ea typeface="Verizon NHG TX"/>
                <a:cs typeface="Verizon NHG TX"/>
                <a:sym typeface="Verizon NHG TX"/>
              </a:defRPr>
            </a:lvl5pPr>
            <a:lvl6pPr indent="0" lvl="5" marL="0" marR="0" algn="r">
              <a:spcBef>
                <a:spcPts val="0"/>
              </a:spcBef>
              <a:buNone/>
              <a:defRPr i="0" u="none" cap="none" strike="noStrike">
                <a:solidFill>
                  <a:schemeClr val="lt1"/>
                </a:solidFill>
                <a:latin typeface="Verizon NHG TX"/>
                <a:ea typeface="Verizon NHG TX"/>
                <a:cs typeface="Verizon NHG TX"/>
                <a:sym typeface="Verizon NHG TX"/>
              </a:defRPr>
            </a:lvl6pPr>
            <a:lvl7pPr indent="0" lvl="6" marL="0" marR="0" algn="r">
              <a:spcBef>
                <a:spcPts val="0"/>
              </a:spcBef>
              <a:buNone/>
              <a:defRPr i="0" u="none" cap="none" strike="noStrike">
                <a:solidFill>
                  <a:schemeClr val="lt1"/>
                </a:solidFill>
                <a:latin typeface="Verizon NHG TX"/>
                <a:ea typeface="Verizon NHG TX"/>
                <a:cs typeface="Verizon NHG TX"/>
                <a:sym typeface="Verizon NHG TX"/>
              </a:defRPr>
            </a:lvl7pPr>
            <a:lvl8pPr indent="0" lvl="7" marL="0" marR="0" algn="r">
              <a:spcBef>
                <a:spcPts val="0"/>
              </a:spcBef>
              <a:buNone/>
              <a:defRPr i="0" u="none" cap="none" strike="noStrike">
                <a:solidFill>
                  <a:schemeClr val="lt1"/>
                </a:solidFill>
                <a:latin typeface="Verizon NHG TX"/>
                <a:ea typeface="Verizon NHG TX"/>
                <a:cs typeface="Verizon NHG TX"/>
                <a:sym typeface="Verizon NHG TX"/>
              </a:defRPr>
            </a:lvl8pPr>
            <a:lvl9pPr indent="0" lvl="8" marL="0" marR="0" algn="r">
              <a:spcBef>
                <a:spcPts val="0"/>
              </a:spcBef>
              <a:buNone/>
              <a:defRPr i="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Divider w/ Image - Stone">
  <p:cSld name="Divider w/ Image - Stone">
    <p:bg>
      <p:bgPr>
        <a:solidFill>
          <a:schemeClr val="lt2"/>
        </a:solidFill>
      </p:bgPr>
    </p:bg>
    <p:spTree>
      <p:nvGrpSpPr>
        <p:cNvPr id="98" name="Shape 98"/>
        <p:cNvGrpSpPr/>
        <p:nvPr/>
      </p:nvGrpSpPr>
      <p:grpSpPr>
        <a:xfrm>
          <a:off x="0" y="0"/>
          <a:ext cx="0" cy="0"/>
          <a:chOff x="0" y="0"/>
          <a:chExt cx="0" cy="0"/>
        </a:xfrm>
      </p:grpSpPr>
      <p:sp>
        <p:nvSpPr>
          <p:cNvPr id="99" name="Google Shape;99;p16"/>
          <p:cNvSpPr/>
          <p:nvPr/>
        </p:nvSpPr>
        <p:spPr>
          <a:xfrm>
            <a:off x="2716823" y="4728064"/>
            <a:ext cx="2017800" cy="197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0" name="Google Shape;100;p16"/>
          <p:cNvSpPr/>
          <p:nvPr>
            <p:ph idx="2" type="pic"/>
          </p:nvPr>
        </p:nvSpPr>
        <p:spPr>
          <a:xfrm>
            <a:off x="4510683" y="0"/>
            <a:ext cx="4632900" cy="5143500"/>
          </a:xfrm>
          <a:prstGeom prst="rect">
            <a:avLst/>
          </a:prstGeom>
          <a:solidFill>
            <a:schemeClr val="lt1"/>
          </a:solidFill>
          <a:ln>
            <a:noFill/>
          </a:ln>
        </p:spPr>
      </p:sp>
      <p:sp>
        <p:nvSpPr>
          <p:cNvPr id="101" name="Google Shape;101;p16"/>
          <p:cNvSpPr txBox="1"/>
          <p:nvPr>
            <p:ph type="title"/>
          </p:nvPr>
        </p:nvSpPr>
        <p:spPr>
          <a:xfrm>
            <a:off x="473869" y="1908572"/>
            <a:ext cx="3343200" cy="606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Font typeface="Arial"/>
              <a:buNone/>
              <a:defRPr sz="3600">
                <a:solidFill>
                  <a:schemeClr val="dk2"/>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2" name="Google Shape;102;p16"/>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03" name="Google Shape;103;p16"/>
          <p:cNvSpPr txBox="1"/>
          <p:nvPr>
            <p:ph idx="1" type="body"/>
          </p:nvPr>
        </p:nvSpPr>
        <p:spPr>
          <a:xfrm>
            <a:off x="473869" y="2628900"/>
            <a:ext cx="3343200" cy="694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800"/>
              </a:spcBef>
              <a:spcAft>
                <a:spcPts val="0"/>
              </a:spcAft>
              <a:buClr>
                <a:schemeClr val="dk1"/>
              </a:buClr>
              <a:buSzPts val="1400"/>
              <a:buNone/>
              <a:defRPr/>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grpSp>
        <p:nvGrpSpPr>
          <p:cNvPr id="104" name="Google Shape;104;p16"/>
          <p:cNvGrpSpPr/>
          <p:nvPr/>
        </p:nvGrpSpPr>
        <p:grpSpPr>
          <a:xfrm>
            <a:off x="4503450" y="0"/>
            <a:ext cx="4640550" cy="5143500"/>
            <a:chOff x="4503450" y="0"/>
            <a:chExt cx="4640550" cy="5143500"/>
          </a:xfrm>
        </p:grpSpPr>
        <p:sp>
          <p:nvSpPr>
            <p:cNvPr id="105" name="Google Shape;105;p16"/>
            <p:cNvSpPr/>
            <p:nvPr/>
          </p:nvSpPr>
          <p:spPr>
            <a:xfrm>
              <a:off x="450345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6" name="Google Shape;106;p16"/>
            <p:cNvSpPr/>
            <p:nvPr/>
          </p:nvSpPr>
          <p:spPr>
            <a:xfrm>
              <a:off x="900690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7" name="Google Shape;107;p16"/>
            <p:cNvSpPr/>
            <p:nvPr/>
          </p:nvSpPr>
          <p:spPr>
            <a:xfrm rot="5400000">
              <a:off x="6755250" y="-2251650"/>
              <a:ext cx="137100" cy="46404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8" name="Google Shape;108;p16"/>
            <p:cNvSpPr/>
            <p:nvPr/>
          </p:nvSpPr>
          <p:spPr>
            <a:xfrm rot="5400000">
              <a:off x="6755250" y="2754750"/>
              <a:ext cx="137100" cy="46404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sp>
        <p:nvSpPr>
          <p:cNvPr id="109" name="Google Shape;109;p16"/>
          <p:cNvSpPr/>
          <p:nvPr/>
        </p:nvSpPr>
        <p:spPr>
          <a:xfrm>
            <a:off x="2485648" y="4728064"/>
            <a:ext cx="2017800" cy="1977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Divider w/ Image - Red">
  <p:cSld name="Divider w/ Image - Red">
    <p:bg>
      <p:bgPr>
        <a:solidFill>
          <a:schemeClr val="dk2"/>
        </a:solidFill>
      </p:bgPr>
    </p:bg>
    <p:spTree>
      <p:nvGrpSpPr>
        <p:cNvPr id="110" name="Shape 110"/>
        <p:cNvGrpSpPr/>
        <p:nvPr/>
      </p:nvGrpSpPr>
      <p:grpSpPr>
        <a:xfrm>
          <a:off x="0" y="0"/>
          <a:ext cx="0" cy="0"/>
          <a:chOff x="0" y="0"/>
          <a:chExt cx="0" cy="0"/>
        </a:xfrm>
      </p:grpSpPr>
      <p:sp>
        <p:nvSpPr>
          <p:cNvPr id="111" name="Google Shape;111;p17"/>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12" name="Google Shape;112;p17"/>
          <p:cNvSpPr/>
          <p:nvPr>
            <p:ph idx="2" type="pic"/>
          </p:nvPr>
        </p:nvSpPr>
        <p:spPr>
          <a:xfrm>
            <a:off x="4510683" y="0"/>
            <a:ext cx="4632900" cy="5143500"/>
          </a:xfrm>
          <a:prstGeom prst="rect">
            <a:avLst/>
          </a:prstGeom>
          <a:solidFill>
            <a:schemeClr val="lt1"/>
          </a:solidFill>
          <a:ln>
            <a:noFill/>
          </a:ln>
        </p:spPr>
      </p:sp>
      <p:sp>
        <p:nvSpPr>
          <p:cNvPr id="113" name="Google Shape;113;p17"/>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14" name="Google Shape;114;p17"/>
          <p:cNvSpPr txBox="1"/>
          <p:nvPr>
            <p:ph type="title"/>
          </p:nvPr>
        </p:nvSpPr>
        <p:spPr>
          <a:xfrm>
            <a:off x="473869" y="1908572"/>
            <a:ext cx="3343200" cy="606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3600"/>
              <a:buFont typeface="Arial"/>
              <a:buNone/>
              <a:defRPr sz="3600">
                <a:solidFill>
                  <a:schemeClr val="lt2"/>
                </a:solidFill>
              </a:defRPr>
            </a:lvl1pPr>
            <a:lvl2pPr lvl="1">
              <a:spcBef>
                <a:spcPts val="0"/>
              </a:spcBef>
              <a:spcAft>
                <a:spcPts val="0"/>
              </a:spcAft>
              <a:buClr>
                <a:schemeClr val="lt2"/>
              </a:buClr>
              <a:buSzPts val="1100"/>
              <a:buNone/>
              <a:defRPr>
                <a:solidFill>
                  <a:schemeClr val="lt2"/>
                </a:solidFill>
              </a:defRPr>
            </a:lvl2pPr>
            <a:lvl3pPr lvl="2">
              <a:spcBef>
                <a:spcPts val="0"/>
              </a:spcBef>
              <a:spcAft>
                <a:spcPts val="0"/>
              </a:spcAft>
              <a:buClr>
                <a:schemeClr val="lt2"/>
              </a:buClr>
              <a:buSzPts val="1100"/>
              <a:buNone/>
              <a:defRPr>
                <a:solidFill>
                  <a:schemeClr val="lt2"/>
                </a:solidFill>
              </a:defRPr>
            </a:lvl3pPr>
            <a:lvl4pPr lvl="3">
              <a:spcBef>
                <a:spcPts val="0"/>
              </a:spcBef>
              <a:spcAft>
                <a:spcPts val="0"/>
              </a:spcAft>
              <a:buClr>
                <a:schemeClr val="lt2"/>
              </a:buClr>
              <a:buSzPts val="1100"/>
              <a:buNone/>
              <a:defRPr>
                <a:solidFill>
                  <a:schemeClr val="lt2"/>
                </a:solidFill>
              </a:defRPr>
            </a:lvl4pPr>
            <a:lvl5pPr lvl="4">
              <a:spcBef>
                <a:spcPts val="0"/>
              </a:spcBef>
              <a:spcAft>
                <a:spcPts val="0"/>
              </a:spcAft>
              <a:buClr>
                <a:schemeClr val="lt2"/>
              </a:buClr>
              <a:buSzPts val="1100"/>
              <a:buNone/>
              <a:defRPr>
                <a:solidFill>
                  <a:schemeClr val="lt2"/>
                </a:solidFill>
              </a:defRPr>
            </a:lvl5pPr>
            <a:lvl6pPr lvl="5">
              <a:spcBef>
                <a:spcPts val="0"/>
              </a:spcBef>
              <a:spcAft>
                <a:spcPts val="0"/>
              </a:spcAft>
              <a:buClr>
                <a:schemeClr val="lt2"/>
              </a:buClr>
              <a:buSzPts val="1100"/>
              <a:buNone/>
              <a:defRPr>
                <a:solidFill>
                  <a:schemeClr val="lt2"/>
                </a:solidFill>
              </a:defRPr>
            </a:lvl6pPr>
            <a:lvl7pPr lvl="6">
              <a:spcBef>
                <a:spcPts val="0"/>
              </a:spcBef>
              <a:spcAft>
                <a:spcPts val="0"/>
              </a:spcAft>
              <a:buClr>
                <a:schemeClr val="lt2"/>
              </a:buClr>
              <a:buSzPts val="1100"/>
              <a:buNone/>
              <a:defRPr>
                <a:solidFill>
                  <a:schemeClr val="lt2"/>
                </a:solidFill>
              </a:defRPr>
            </a:lvl7pPr>
            <a:lvl8pPr lvl="7">
              <a:spcBef>
                <a:spcPts val="0"/>
              </a:spcBef>
              <a:spcAft>
                <a:spcPts val="0"/>
              </a:spcAft>
              <a:buClr>
                <a:schemeClr val="lt2"/>
              </a:buClr>
              <a:buSzPts val="1100"/>
              <a:buNone/>
              <a:defRPr>
                <a:solidFill>
                  <a:schemeClr val="lt2"/>
                </a:solidFill>
              </a:defRPr>
            </a:lvl8pPr>
            <a:lvl9pPr lvl="8">
              <a:spcBef>
                <a:spcPts val="0"/>
              </a:spcBef>
              <a:spcAft>
                <a:spcPts val="0"/>
              </a:spcAft>
              <a:buClr>
                <a:schemeClr val="lt2"/>
              </a:buClr>
              <a:buSzPts val="1100"/>
              <a:buNone/>
              <a:defRPr>
                <a:solidFill>
                  <a:schemeClr val="lt2"/>
                </a:solidFill>
              </a:defRPr>
            </a:lvl9pPr>
          </a:lstStyle>
          <a:p/>
        </p:txBody>
      </p:sp>
      <p:sp>
        <p:nvSpPr>
          <p:cNvPr id="115" name="Google Shape;115;p17"/>
          <p:cNvSpPr txBox="1"/>
          <p:nvPr>
            <p:ph idx="1" type="body"/>
          </p:nvPr>
        </p:nvSpPr>
        <p:spPr>
          <a:xfrm>
            <a:off x="473869" y="2634095"/>
            <a:ext cx="3343200" cy="694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800"/>
              </a:spcBef>
              <a:spcAft>
                <a:spcPts val="0"/>
              </a:spcAft>
              <a:buClr>
                <a:schemeClr val="lt1"/>
              </a:buClr>
              <a:buSzPts val="900"/>
              <a:buNone/>
              <a:defRPr>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85750" lvl="2" marL="1371600" algn="l">
              <a:lnSpc>
                <a:spcPct val="100000"/>
              </a:lnSpc>
              <a:spcBef>
                <a:spcPts val="400"/>
              </a:spcBef>
              <a:spcAft>
                <a:spcPts val="0"/>
              </a:spcAft>
              <a:buClr>
                <a:schemeClr val="lt1"/>
              </a:buClr>
              <a:buSzPts val="900"/>
              <a:buChar char="•"/>
              <a:defRPr>
                <a:solidFill>
                  <a:schemeClr val="lt1"/>
                </a:solidFill>
              </a:defRPr>
            </a:lvl3pPr>
            <a:lvl4pPr indent="-285750" lvl="3" marL="1828800" algn="l">
              <a:lnSpc>
                <a:spcPct val="100000"/>
              </a:lnSpc>
              <a:spcBef>
                <a:spcPts val="400"/>
              </a:spcBef>
              <a:spcAft>
                <a:spcPts val="0"/>
              </a:spcAft>
              <a:buClr>
                <a:schemeClr val="lt1"/>
              </a:buClr>
              <a:buSzPts val="900"/>
              <a:buChar char="-"/>
              <a:defRPr>
                <a:solidFill>
                  <a:schemeClr val="lt1"/>
                </a:solidFill>
              </a:defRPr>
            </a:lvl4pPr>
            <a:lvl5pPr indent="-285750" lvl="4" marL="2286000" algn="l">
              <a:lnSpc>
                <a:spcPct val="100000"/>
              </a:lnSpc>
              <a:spcBef>
                <a:spcPts val="400"/>
              </a:spcBef>
              <a:spcAft>
                <a:spcPts val="0"/>
              </a:spcAft>
              <a:buClr>
                <a:schemeClr val="lt1"/>
              </a:buClr>
              <a:buSzPts val="900"/>
              <a:buChar char="-"/>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pic>
        <p:nvPicPr>
          <p:cNvPr id="116" name="Google Shape;116;p17"/>
          <p:cNvPicPr preferRelativeResize="0"/>
          <p:nvPr/>
        </p:nvPicPr>
        <p:blipFill>
          <a:blip r:embed="rId2">
            <a:alphaModFix/>
          </a:blip>
          <a:stretch>
            <a:fillRect/>
          </a:stretch>
        </p:blipFill>
        <p:spPr>
          <a:xfrm>
            <a:off x="374904" y="4629398"/>
            <a:ext cx="847493" cy="347472"/>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Agenda/TOC - White">
  <p:cSld name="Agenda/TOC - White">
    <p:spTree>
      <p:nvGrpSpPr>
        <p:cNvPr id="117" name="Shape 117"/>
        <p:cNvGrpSpPr/>
        <p:nvPr/>
      </p:nvGrpSpPr>
      <p:grpSpPr>
        <a:xfrm>
          <a:off x="0" y="0"/>
          <a:ext cx="0" cy="0"/>
          <a:chOff x="0" y="0"/>
          <a:chExt cx="0" cy="0"/>
        </a:xfrm>
      </p:grpSpPr>
      <p:sp>
        <p:nvSpPr>
          <p:cNvPr id="118" name="Google Shape;118;p18"/>
          <p:cNvSpPr txBox="1"/>
          <p:nvPr>
            <p:ph type="title"/>
          </p:nvPr>
        </p:nvSpPr>
        <p:spPr>
          <a:xfrm>
            <a:off x="473869" y="411669"/>
            <a:ext cx="7504500" cy="6048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Font typeface="Arial"/>
              <a:buNone/>
              <a:defRPr sz="3600">
                <a:solidFill>
                  <a:schemeClr val="dk2"/>
                </a:solidFill>
              </a:defRPr>
            </a:lvl1pPr>
            <a:lvl2pPr lvl="1">
              <a:spcBef>
                <a:spcPts val="0"/>
              </a:spcBef>
              <a:spcAft>
                <a:spcPts val="0"/>
              </a:spcAft>
              <a:buClr>
                <a:schemeClr val="dk2"/>
              </a:buClr>
              <a:buSzPts val="1100"/>
              <a:buNone/>
              <a:defRPr>
                <a:solidFill>
                  <a:schemeClr val="dk2"/>
                </a:solidFill>
              </a:defRPr>
            </a:lvl2pPr>
            <a:lvl3pPr lvl="2">
              <a:spcBef>
                <a:spcPts val="0"/>
              </a:spcBef>
              <a:spcAft>
                <a:spcPts val="0"/>
              </a:spcAft>
              <a:buClr>
                <a:schemeClr val="dk2"/>
              </a:buClr>
              <a:buSzPts val="1100"/>
              <a:buNone/>
              <a:defRPr>
                <a:solidFill>
                  <a:schemeClr val="dk2"/>
                </a:solidFill>
              </a:defRPr>
            </a:lvl3pPr>
            <a:lvl4pPr lvl="3">
              <a:spcBef>
                <a:spcPts val="0"/>
              </a:spcBef>
              <a:spcAft>
                <a:spcPts val="0"/>
              </a:spcAft>
              <a:buClr>
                <a:schemeClr val="dk2"/>
              </a:buClr>
              <a:buSzPts val="1100"/>
              <a:buNone/>
              <a:defRPr>
                <a:solidFill>
                  <a:schemeClr val="dk2"/>
                </a:solidFill>
              </a:defRPr>
            </a:lvl4pPr>
            <a:lvl5pPr lvl="4">
              <a:spcBef>
                <a:spcPts val="0"/>
              </a:spcBef>
              <a:spcAft>
                <a:spcPts val="0"/>
              </a:spcAft>
              <a:buClr>
                <a:schemeClr val="dk2"/>
              </a:buClr>
              <a:buSzPts val="1100"/>
              <a:buNone/>
              <a:defRPr>
                <a:solidFill>
                  <a:schemeClr val="dk2"/>
                </a:solidFill>
              </a:defRPr>
            </a:lvl5pPr>
            <a:lvl6pPr lvl="5">
              <a:spcBef>
                <a:spcPts val="0"/>
              </a:spcBef>
              <a:spcAft>
                <a:spcPts val="0"/>
              </a:spcAft>
              <a:buClr>
                <a:schemeClr val="dk2"/>
              </a:buClr>
              <a:buSzPts val="1100"/>
              <a:buNone/>
              <a:defRPr>
                <a:solidFill>
                  <a:schemeClr val="dk2"/>
                </a:solidFill>
              </a:defRPr>
            </a:lvl6pPr>
            <a:lvl7pPr lvl="6">
              <a:spcBef>
                <a:spcPts val="0"/>
              </a:spcBef>
              <a:spcAft>
                <a:spcPts val="0"/>
              </a:spcAft>
              <a:buClr>
                <a:schemeClr val="dk2"/>
              </a:buClr>
              <a:buSzPts val="1100"/>
              <a:buNone/>
              <a:defRPr>
                <a:solidFill>
                  <a:schemeClr val="dk2"/>
                </a:solidFill>
              </a:defRPr>
            </a:lvl7pPr>
            <a:lvl8pPr lvl="7">
              <a:spcBef>
                <a:spcPts val="0"/>
              </a:spcBef>
              <a:spcAft>
                <a:spcPts val="0"/>
              </a:spcAft>
              <a:buClr>
                <a:schemeClr val="dk2"/>
              </a:buClr>
              <a:buSzPts val="1100"/>
              <a:buNone/>
              <a:defRPr>
                <a:solidFill>
                  <a:schemeClr val="dk2"/>
                </a:solidFill>
              </a:defRPr>
            </a:lvl8pPr>
            <a:lvl9pPr lvl="8">
              <a:spcBef>
                <a:spcPts val="0"/>
              </a:spcBef>
              <a:spcAft>
                <a:spcPts val="0"/>
              </a:spcAft>
              <a:buClr>
                <a:schemeClr val="dk2"/>
              </a:buClr>
              <a:buSzPts val="1100"/>
              <a:buNone/>
              <a:defRPr>
                <a:solidFill>
                  <a:schemeClr val="dk2"/>
                </a:solidFill>
              </a:defRPr>
            </a:lvl9pPr>
          </a:lstStyle>
          <a:p/>
        </p:txBody>
      </p:sp>
      <p:sp>
        <p:nvSpPr>
          <p:cNvPr id="119" name="Google Shape;119;p18"/>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Agenda/TOC Alt - White">
  <p:cSld name="Agenda/TOC Alt - White">
    <p:spTree>
      <p:nvGrpSpPr>
        <p:cNvPr id="120" name="Shape 120"/>
        <p:cNvGrpSpPr/>
        <p:nvPr/>
      </p:nvGrpSpPr>
      <p:grpSpPr>
        <a:xfrm>
          <a:off x="0" y="0"/>
          <a:ext cx="0" cy="0"/>
          <a:chOff x="0" y="0"/>
          <a:chExt cx="0" cy="0"/>
        </a:xfrm>
      </p:grpSpPr>
      <p:sp>
        <p:nvSpPr>
          <p:cNvPr id="121" name="Google Shape;121;p19"/>
          <p:cNvSpPr txBox="1"/>
          <p:nvPr>
            <p:ph idx="1" type="body"/>
          </p:nvPr>
        </p:nvSpPr>
        <p:spPr>
          <a:xfrm>
            <a:off x="473875" y="804668"/>
            <a:ext cx="3343200" cy="39213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SzPts val="3600"/>
              <a:buFont typeface="Verizon NHG DS"/>
              <a:buNone/>
              <a:defRPr i="0" sz="3600">
                <a:latin typeface="Verizon NHG DS"/>
                <a:ea typeface="Verizon NHG DS"/>
                <a:cs typeface="Verizon NHG DS"/>
                <a:sym typeface="Verizon NHG DS"/>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22" name="Google Shape;122;p19"/>
          <p:cNvSpPr txBox="1"/>
          <p:nvPr>
            <p:ph idx="2" type="body"/>
          </p:nvPr>
        </p:nvSpPr>
        <p:spPr>
          <a:xfrm>
            <a:off x="4626775" y="804668"/>
            <a:ext cx="3351600" cy="39318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SzPts val="3600"/>
              <a:buFont typeface="Verizon NHG DS"/>
              <a:buNone/>
              <a:defRPr i="0" sz="3600">
                <a:latin typeface="Verizon NHG DS"/>
                <a:ea typeface="Verizon NHG DS"/>
                <a:cs typeface="Verizon NHG DS"/>
                <a:sym typeface="Verizon NHG DS"/>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23" name="Google Shape;123;p19"/>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24" name="Google Shape;124;p19"/>
          <p:cNvSpPr txBox="1"/>
          <p:nvPr>
            <p:ph type="title"/>
          </p:nvPr>
        </p:nvSpPr>
        <p:spPr>
          <a:xfrm>
            <a:off x="475488" y="411480"/>
            <a:ext cx="7504500" cy="6048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None/>
              <a:defRPr sz="3600">
                <a:solidFill>
                  <a:schemeClr val="dk2"/>
                </a:solidFill>
              </a:defRPr>
            </a:lvl1pPr>
            <a:lvl2pPr lvl="1">
              <a:spcBef>
                <a:spcPts val="0"/>
              </a:spcBef>
              <a:spcAft>
                <a:spcPts val="0"/>
              </a:spcAft>
              <a:buClr>
                <a:schemeClr val="dk2"/>
              </a:buClr>
              <a:buSzPts val="1100"/>
              <a:buNone/>
              <a:defRPr>
                <a:solidFill>
                  <a:schemeClr val="dk2"/>
                </a:solidFill>
              </a:defRPr>
            </a:lvl2pPr>
            <a:lvl3pPr lvl="2">
              <a:spcBef>
                <a:spcPts val="0"/>
              </a:spcBef>
              <a:spcAft>
                <a:spcPts val="0"/>
              </a:spcAft>
              <a:buClr>
                <a:schemeClr val="dk2"/>
              </a:buClr>
              <a:buSzPts val="1100"/>
              <a:buNone/>
              <a:defRPr>
                <a:solidFill>
                  <a:schemeClr val="dk2"/>
                </a:solidFill>
              </a:defRPr>
            </a:lvl3pPr>
            <a:lvl4pPr lvl="3">
              <a:spcBef>
                <a:spcPts val="0"/>
              </a:spcBef>
              <a:spcAft>
                <a:spcPts val="0"/>
              </a:spcAft>
              <a:buClr>
                <a:schemeClr val="dk2"/>
              </a:buClr>
              <a:buSzPts val="1100"/>
              <a:buNone/>
              <a:defRPr>
                <a:solidFill>
                  <a:schemeClr val="dk2"/>
                </a:solidFill>
              </a:defRPr>
            </a:lvl4pPr>
            <a:lvl5pPr lvl="4">
              <a:spcBef>
                <a:spcPts val="0"/>
              </a:spcBef>
              <a:spcAft>
                <a:spcPts val="0"/>
              </a:spcAft>
              <a:buClr>
                <a:schemeClr val="dk2"/>
              </a:buClr>
              <a:buSzPts val="1100"/>
              <a:buNone/>
              <a:defRPr>
                <a:solidFill>
                  <a:schemeClr val="dk2"/>
                </a:solidFill>
              </a:defRPr>
            </a:lvl5pPr>
            <a:lvl6pPr lvl="5">
              <a:spcBef>
                <a:spcPts val="0"/>
              </a:spcBef>
              <a:spcAft>
                <a:spcPts val="0"/>
              </a:spcAft>
              <a:buClr>
                <a:schemeClr val="dk2"/>
              </a:buClr>
              <a:buSzPts val="1100"/>
              <a:buNone/>
              <a:defRPr>
                <a:solidFill>
                  <a:schemeClr val="dk2"/>
                </a:solidFill>
              </a:defRPr>
            </a:lvl6pPr>
            <a:lvl7pPr lvl="6">
              <a:spcBef>
                <a:spcPts val="0"/>
              </a:spcBef>
              <a:spcAft>
                <a:spcPts val="0"/>
              </a:spcAft>
              <a:buClr>
                <a:schemeClr val="dk2"/>
              </a:buClr>
              <a:buSzPts val="1100"/>
              <a:buNone/>
              <a:defRPr>
                <a:solidFill>
                  <a:schemeClr val="dk2"/>
                </a:solidFill>
              </a:defRPr>
            </a:lvl7pPr>
            <a:lvl8pPr lvl="7">
              <a:spcBef>
                <a:spcPts val="0"/>
              </a:spcBef>
              <a:spcAft>
                <a:spcPts val="0"/>
              </a:spcAft>
              <a:buClr>
                <a:schemeClr val="dk2"/>
              </a:buClr>
              <a:buSzPts val="1100"/>
              <a:buNone/>
              <a:defRPr>
                <a:solidFill>
                  <a:schemeClr val="dk2"/>
                </a:solidFill>
              </a:defRPr>
            </a:lvl8pPr>
            <a:lvl9pPr lvl="8">
              <a:spcBef>
                <a:spcPts val="0"/>
              </a:spcBef>
              <a:spcAft>
                <a:spcPts val="0"/>
              </a:spcAft>
              <a:buClr>
                <a:schemeClr val="dk2"/>
              </a:buClr>
              <a:buSzPts val="1100"/>
              <a:buNone/>
              <a:defRPr>
                <a:solidFill>
                  <a:schemeClr val="dk2"/>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Ideals/Principles - White">
  <p:cSld name="Ideals/Principles - White">
    <p:bg>
      <p:bgPr>
        <a:solidFill>
          <a:srgbClr val="FFFFFF"/>
        </a:solidFill>
      </p:bgPr>
    </p:bg>
    <p:spTree>
      <p:nvGrpSpPr>
        <p:cNvPr id="125" name="Shape 125"/>
        <p:cNvGrpSpPr/>
        <p:nvPr/>
      </p:nvGrpSpPr>
      <p:grpSpPr>
        <a:xfrm>
          <a:off x="0" y="0"/>
          <a:ext cx="0" cy="0"/>
          <a:chOff x="0" y="0"/>
          <a:chExt cx="0" cy="0"/>
        </a:xfrm>
      </p:grpSpPr>
      <p:sp>
        <p:nvSpPr>
          <p:cNvPr id="126" name="Google Shape;126;p20"/>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20"/>
          <p:cNvSpPr txBox="1"/>
          <p:nvPr>
            <p:ph type="title"/>
          </p:nvPr>
        </p:nvSpPr>
        <p:spPr>
          <a:xfrm>
            <a:off x="473869" y="411480"/>
            <a:ext cx="7504500" cy="6048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Font typeface="Arial"/>
              <a:buNone/>
              <a:defRPr sz="3600">
                <a:solidFill>
                  <a:schemeClr val="dk2"/>
                </a:solidFill>
              </a:defRPr>
            </a:lvl1pPr>
            <a:lvl2pPr lvl="1">
              <a:spcBef>
                <a:spcPts val="0"/>
              </a:spcBef>
              <a:spcAft>
                <a:spcPts val="0"/>
              </a:spcAft>
              <a:buClr>
                <a:schemeClr val="dk2"/>
              </a:buClr>
              <a:buSzPts val="1100"/>
              <a:buNone/>
              <a:defRPr>
                <a:solidFill>
                  <a:schemeClr val="dk2"/>
                </a:solidFill>
              </a:defRPr>
            </a:lvl2pPr>
            <a:lvl3pPr lvl="2">
              <a:spcBef>
                <a:spcPts val="0"/>
              </a:spcBef>
              <a:spcAft>
                <a:spcPts val="0"/>
              </a:spcAft>
              <a:buClr>
                <a:schemeClr val="dk2"/>
              </a:buClr>
              <a:buSzPts val="1100"/>
              <a:buNone/>
              <a:defRPr>
                <a:solidFill>
                  <a:schemeClr val="dk2"/>
                </a:solidFill>
              </a:defRPr>
            </a:lvl3pPr>
            <a:lvl4pPr lvl="3">
              <a:spcBef>
                <a:spcPts val="0"/>
              </a:spcBef>
              <a:spcAft>
                <a:spcPts val="0"/>
              </a:spcAft>
              <a:buClr>
                <a:schemeClr val="dk2"/>
              </a:buClr>
              <a:buSzPts val="1100"/>
              <a:buNone/>
              <a:defRPr>
                <a:solidFill>
                  <a:schemeClr val="dk2"/>
                </a:solidFill>
              </a:defRPr>
            </a:lvl4pPr>
            <a:lvl5pPr lvl="4">
              <a:spcBef>
                <a:spcPts val="0"/>
              </a:spcBef>
              <a:spcAft>
                <a:spcPts val="0"/>
              </a:spcAft>
              <a:buClr>
                <a:schemeClr val="dk2"/>
              </a:buClr>
              <a:buSzPts val="1100"/>
              <a:buNone/>
              <a:defRPr>
                <a:solidFill>
                  <a:schemeClr val="dk2"/>
                </a:solidFill>
              </a:defRPr>
            </a:lvl5pPr>
            <a:lvl6pPr lvl="5">
              <a:spcBef>
                <a:spcPts val="0"/>
              </a:spcBef>
              <a:spcAft>
                <a:spcPts val="0"/>
              </a:spcAft>
              <a:buClr>
                <a:schemeClr val="dk2"/>
              </a:buClr>
              <a:buSzPts val="1100"/>
              <a:buNone/>
              <a:defRPr>
                <a:solidFill>
                  <a:schemeClr val="dk2"/>
                </a:solidFill>
              </a:defRPr>
            </a:lvl6pPr>
            <a:lvl7pPr lvl="6">
              <a:spcBef>
                <a:spcPts val="0"/>
              </a:spcBef>
              <a:spcAft>
                <a:spcPts val="0"/>
              </a:spcAft>
              <a:buClr>
                <a:schemeClr val="dk2"/>
              </a:buClr>
              <a:buSzPts val="1100"/>
              <a:buNone/>
              <a:defRPr>
                <a:solidFill>
                  <a:schemeClr val="dk2"/>
                </a:solidFill>
              </a:defRPr>
            </a:lvl7pPr>
            <a:lvl8pPr lvl="7">
              <a:spcBef>
                <a:spcPts val="0"/>
              </a:spcBef>
              <a:spcAft>
                <a:spcPts val="0"/>
              </a:spcAft>
              <a:buClr>
                <a:schemeClr val="dk2"/>
              </a:buClr>
              <a:buSzPts val="1100"/>
              <a:buNone/>
              <a:defRPr>
                <a:solidFill>
                  <a:schemeClr val="dk2"/>
                </a:solidFill>
              </a:defRPr>
            </a:lvl8pPr>
            <a:lvl9pPr lvl="8">
              <a:spcBef>
                <a:spcPts val="0"/>
              </a:spcBef>
              <a:spcAft>
                <a:spcPts val="0"/>
              </a:spcAft>
              <a:buClr>
                <a:schemeClr val="dk2"/>
              </a:buClr>
              <a:buSzPts val="1100"/>
              <a:buNone/>
              <a:defRPr>
                <a:solidFill>
                  <a:schemeClr val="dk2"/>
                </a:solidFill>
              </a:defRPr>
            </a:lvl9pPr>
          </a:lstStyle>
          <a:p/>
        </p:txBody>
      </p:sp>
      <p:sp>
        <p:nvSpPr>
          <p:cNvPr id="128" name="Google Shape;128;p20"/>
          <p:cNvSpPr txBox="1"/>
          <p:nvPr>
            <p:ph idx="1" type="body"/>
          </p:nvPr>
        </p:nvSpPr>
        <p:spPr>
          <a:xfrm>
            <a:off x="473875" y="804668"/>
            <a:ext cx="6117300" cy="39213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SzPts val="3600"/>
              <a:buFont typeface="Verizon NHG DS"/>
              <a:buNone/>
              <a:defRPr i="0" sz="3600">
                <a:latin typeface="Verizon NHG DS"/>
                <a:ea typeface="Verizon NHG DS"/>
                <a:cs typeface="Verizon NHG DS"/>
                <a:sym typeface="Verizon NHG DS"/>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Basic text content - White">
  <p:cSld name="Bullet point and optional partner 2 - White">
    <p:bg>
      <p:bgPr>
        <a:solidFill>
          <a:schemeClr val="lt1"/>
        </a:solidFill>
      </p:bgPr>
    </p:bg>
    <p:spTree>
      <p:nvGrpSpPr>
        <p:cNvPr id="129" name="Shape 129"/>
        <p:cNvGrpSpPr/>
        <p:nvPr/>
      </p:nvGrpSpPr>
      <p:grpSpPr>
        <a:xfrm>
          <a:off x="0" y="0"/>
          <a:ext cx="0" cy="0"/>
          <a:chOff x="0" y="0"/>
          <a:chExt cx="0" cy="0"/>
        </a:xfrm>
      </p:grpSpPr>
      <p:sp>
        <p:nvSpPr>
          <p:cNvPr id="130" name="Google Shape;130;p21"/>
          <p:cNvSpPr/>
          <p:nvPr>
            <p:ph idx="2" type="pic"/>
          </p:nvPr>
        </p:nvSpPr>
        <p:spPr>
          <a:xfrm>
            <a:off x="7394975" y="469103"/>
            <a:ext cx="1275000" cy="675600"/>
          </a:xfrm>
          <a:prstGeom prst="rect">
            <a:avLst/>
          </a:prstGeom>
          <a:noFill/>
          <a:ln>
            <a:noFill/>
          </a:ln>
        </p:spPr>
      </p:sp>
      <p:sp>
        <p:nvSpPr>
          <p:cNvPr id="131" name="Google Shape;131;p21"/>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32" name="Google Shape;132;p21"/>
          <p:cNvSpPr txBox="1"/>
          <p:nvPr>
            <p:ph idx="1" type="body"/>
          </p:nvPr>
        </p:nvSpPr>
        <p:spPr>
          <a:xfrm>
            <a:off x="473869" y="1371600"/>
            <a:ext cx="5486400" cy="228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SzPts val="1100"/>
              <a:buNone/>
              <a:defRPr sz="1100"/>
            </a:lvl1pPr>
            <a:lvl2pPr indent="-228600" lvl="1" marL="914400" algn="l">
              <a:lnSpc>
                <a:spcPct val="100000"/>
              </a:lnSpc>
              <a:spcBef>
                <a:spcPts val="900"/>
              </a:spcBef>
              <a:spcAft>
                <a:spcPts val="0"/>
              </a:spcAft>
              <a:buSzPts val="1100"/>
              <a:buNone/>
              <a:defRPr sz="1100"/>
            </a:lvl2pPr>
            <a:lvl3pPr indent="-298450" lvl="2" marL="1371600" algn="l">
              <a:lnSpc>
                <a:spcPct val="100000"/>
              </a:lnSpc>
              <a:spcBef>
                <a:spcPts val="400"/>
              </a:spcBef>
              <a:spcAft>
                <a:spcPts val="0"/>
              </a:spcAft>
              <a:buSzPts val="1100"/>
              <a:buChar char="•"/>
              <a:defRPr sz="1100"/>
            </a:lvl3pPr>
            <a:lvl4pPr indent="-298450" lvl="3" marL="1828800" algn="l">
              <a:lnSpc>
                <a:spcPct val="100000"/>
              </a:lnSpc>
              <a:spcBef>
                <a:spcPts val="200"/>
              </a:spcBef>
              <a:spcAft>
                <a:spcPts val="0"/>
              </a:spcAft>
              <a:buSzPts val="1100"/>
              <a:buChar char="⁃"/>
              <a:defRPr sz="1100"/>
            </a:lvl4pPr>
            <a:lvl5pPr indent="-298450" lvl="4" marL="2286000" algn="l">
              <a:lnSpc>
                <a:spcPct val="100000"/>
              </a:lnSpc>
              <a:spcBef>
                <a:spcPts val="100"/>
              </a:spcBef>
              <a:spcAft>
                <a:spcPts val="0"/>
              </a:spcAft>
              <a:buSzPts val="1100"/>
              <a:buChar char="⁃"/>
              <a:defRPr sz="11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33" name="Google Shape;133;p21"/>
          <p:cNvSpPr txBox="1"/>
          <p:nvPr>
            <p:ph type="title"/>
          </p:nvPr>
        </p:nvSpPr>
        <p:spPr>
          <a:xfrm>
            <a:off x="473870" y="437625"/>
            <a:ext cx="61152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Basic text content with eyebrow - White">
  <p:cSld name="Bullet point and optional partner 2 - White_2">
    <p:bg>
      <p:bgPr>
        <a:solidFill>
          <a:schemeClr val="lt1"/>
        </a:solidFill>
      </p:bgPr>
    </p:bg>
    <p:spTree>
      <p:nvGrpSpPr>
        <p:cNvPr id="134" name="Shape 134"/>
        <p:cNvGrpSpPr/>
        <p:nvPr/>
      </p:nvGrpSpPr>
      <p:grpSpPr>
        <a:xfrm>
          <a:off x="0" y="0"/>
          <a:ext cx="0" cy="0"/>
          <a:chOff x="0" y="0"/>
          <a:chExt cx="0" cy="0"/>
        </a:xfrm>
      </p:grpSpPr>
      <p:sp>
        <p:nvSpPr>
          <p:cNvPr id="135" name="Google Shape;135;p22"/>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36" name="Google Shape;136;p22"/>
          <p:cNvSpPr txBox="1"/>
          <p:nvPr>
            <p:ph idx="1" type="body"/>
          </p:nvPr>
        </p:nvSpPr>
        <p:spPr>
          <a:xfrm>
            <a:off x="473869" y="1371600"/>
            <a:ext cx="5486400" cy="228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137" name="Google Shape;137;p22"/>
          <p:cNvSpPr txBox="1"/>
          <p:nvPr>
            <p:ph idx="2" type="body"/>
          </p:nvPr>
        </p:nvSpPr>
        <p:spPr>
          <a:xfrm>
            <a:off x="476251" y="274320"/>
            <a:ext cx="6112500" cy="136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38" name="Google Shape;138;p22"/>
          <p:cNvSpPr txBox="1"/>
          <p:nvPr>
            <p:ph type="title"/>
          </p:nvPr>
        </p:nvSpPr>
        <p:spPr>
          <a:xfrm>
            <a:off x="473870" y="438912"/>
            <a:ext cx="61152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Two column text content - White">
  <p:cSld name="Bullet point and optional partner 2 - White_2_1">
    <p:bg>
      <p:bgPr>
        <a:solidFill>
          <a:schemeClr val="lt1"/>
        </a:solidFill>
      </p:bgPr>
    </p:bg>
    <p:spTree>
      <p:nvGrpSpPr>
        <p:cNvPr id="139" name="Shape 139"/>
        <p:cNvGrpSpPr/>
        <p:nvPr/>
      </p:nvGrpSpPr>
      <p:grpSpPr>
        <a:xfrm>
          <a:off x="0" y="0"/>
          <a:ext cx="0" cy="0"/>
          <a:chOff x="0" y="0"/>
          <a:chExt cx="0" cy="0"/>
        </a:xfrm>
      </p:grpSpPr>
      <p:sp>
        <p:nvSpPr>
          <p:cNvPr id="140" name="Google Shape;140;p23"/>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23"/>
          <p:cNvSpPr txBox="1"/>
          <p:nvPr>
            <p:ph idx="1" type="body"/>
          </p:nvPr>
        </p:nvSpPr>
        <p:spPr>
          <a:xfrm>
            <a:off x="473869" y="1371600"/>
            <a:ext cx="3758100" cy="3090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142" name="Google Shape;142;p23"/>
          <p:cNvSpPr txBox="1"/>
          <p:nvPr>
            <p:ph type="title"/>
          </p:nvPr>
        </p:nvSpPr>
        <p:spPr>
          <a:xfrm>
            <a:off x="473870" y="438912"/>
            <a:ext cx="61152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3" name="Google Shape;143;p23"/>
          <p:cNvSpPr txBox="1"/>
          <p:nvPr>
            <p:ph idx="2" type="body"/>
          </p:nvPr>
        </p:nvSpPr>
        <p:spPr>
          <a:xfrm>
            <a:off x="4562856" y="1371600"/>
            <a:ext cx="3758100" cy="3090600"/>
          </a:xfrm>
          <a:prstGeom prst="rect">
            <a:avLst/>
          </a:prstGeom>
          <a:noFill/>
          <a:ln>
            <a:noFill/>
          </a:ln>
        </p:spPr>
        <p:txBody>
          <a:bodyPr anchorCtr="0" anchor="t" bIns="0" lIns="0" spcFirstLastPara="1" rIns="0" wrap="square" tIns="0">
            <a:noAutofit/>
          </a:bodyPr>
          <a:lstStyle>
            <a:lvl1pPr indent="-228600" lvl="0" marL="457200" rtl="0" algn="l">
              <a:lnSpc>
                <a:spcPct val="100000"/>
              </a:lnSpc>
              <a:spcBef>
                <a:spcPts val="1200"/>
              </a:spcBef>
              <a:spcAft>
                <a:spcPts val="0"/>
              </a:spcAft>
              <a:buClr>
                <a:schemeClr val="dk1"/>
              </a:buClr>
              <a:buSzPts val="1100"/>
              <a:buNone/>
              <a:defRPr sz="1100"/>
            </a:lvl1pPr>
            <a:lvl2pPr indent="-228600" lvl="1" marL="914400" rtl="0" algn="l">
              <a:lnSpc>
                <a:spcPct val="100000"/>
              </a:lnSpc>
              <a:spcBef>
                <a:spcPts val="900"/>
              </a:spcBef>
              <a:spcAft>
                <a:spcPts val="0"/>
              </a:spcAft>
              <a:buClr>
                <a:schemeClr val="dk1"/>
              </a:buClr>
              <a:buSzPts val="1100"/>
              <a:buNone/>
              <a:defRPr sz="1100"/>
            </a:lvl2pPr>
            <a:lvl3pPr indent="-298450" lvl="2" marL="1371600" rtl="0" algn="l">
              <a:lnSpc>
                <a:spcPct val="100000"/>
              </a:lnSpc>
              <a:spcBef>
                <a:spcPts val="400"/>
              </a:spcBef>
              <a:spcAft>
                <a:spcPts val="0"/>
              </a:spcAft>
              <a:buClr>
                <a:schemeClr val="dk1"/>
              </a:buClr>
              <a:buSzPts val="1100"/>
              <a:buChar char="•"/>
              <a:defRPr sz="1100"/>
            </a:lvl3pPr>
            <a:lvl4pPr indent="-298450" lvl="3" marL="1828800" rtl="0" algn="l">
              <a:lnSpc>
                <a:spcPct val="100000"/>
              </a:lnSpc>
              <a:spcBef>
                <a:spcPts val="200"/>
              </a:spcBef>
              <a:spcAft>
                <a:spcPts val="0"/>
              </a:spcAft>
              <a:buClr>
                <a:schemeClr val="dk1"/>
              </a:buClr>
              <a:buSzPts val="1100"/>
              <a:buChar char="⁃"/>
              <a:defRPr sz="1100"/>
            </a:lvl4pPr>
            <a:lvl5pPr indent="-298450" lvl="4" marL="2286000" rtl="0" algn="l">
              <a:lnSpc>
                <a:spcPct val="100000"/>
              </a:lnSpc>
              <a:spcBef>
                <a:spcPts val="100"/>
              </a:spcBef>
              <a:spcAft>
                <a:spcPts val="0"/>
              </a:spcAft>
              <a:buClr>
                <a:schemeClr val="dk1"/>
              </a:buClr>
              <a:buSzPts val="1100"/>
              <a:buChar char="⁃"/>
              <a:defRPr sz="1100"/>
            </a:lvl5pPr>
            <a:lvl6pPr indent="-285750" lvl="5" marL="2743200" rtl="0" algn="l">
              <a:lnSpc>
                <a:spcPct val="100000"/>
              </a:lnSpc>
              <a:spcBef>
                <a:spcPts val="100"/>
              </a:spcBef>
              <a:spcAft>
                <a:spcPts val="0"/>
              </a:spcAft>
              <a:buClr>
                <a:schemeClr val="dk1"/>
              </a:buClr>
              <a:buSzPts val="900"/>
              <a:buChar char="⁃"/>
              <a:defRPr sz="900"/>
            </a:lvl6pPr>
            <a:lvl7pPr indent="-279400" lvl="6" marL="3200400" rtl="0" algn="l">
              <a:lnSpc>
                <a:spcPct val="100000"/>
              </a:lnSpc>
              <a:spcBef>
                <a:spcPts val="0"/>
              </a:spcBef>
              <a:spcAft>
                <a:spcPts val="0"/>
              </a:spcAft>
              <a:buClr>
                <a:schemeClr val="dk1"/>
              </a:buClr>
              <a:buSzPts val="800"/>
              <a:buChar char="•"/>
              <a:defRPr sz="800"/>
            </a:lvl7pPr>
            <a:lvl8pPr indent="-285750" lvl="7" marL="3657600" rtl="0" algn="l">
              <a:lnSpc>
                <a:spcPct val="90000"/>
              </a:lnSpc>
              <a:spcBef>
                <a:spcPts val="400"/>
              </a:spcBef>
              <a:spcAft>
                <a:spcPts val="0"/>
              </a:spcAft>
              <a:buClr>
                <a:schemeClr val="dk1"/>
              </a:buClr>
              <a:buSzPts val="900"/>
              <a:buChar char="•"/>
              <a:defRPr sz="900"/>
            </a:lvl8pPr>
            <a:lvl9pPr indent="-285750" lvl="8" marL="4114800" rtl="0" algn="l">
              <a:lnSpc>
                <a:spcPct val="90000"/>
              </a:lnSpc>
              <a:spcBef>
                <a:spcPts val="400"/>
              </a:spcBef>
              <a:spcAft>
                <a:spcPts val="0"/>
              </a:spcAft>
              <a:buClr>
                <a:schemeClr val="dk1"/>
              </a:buClr>
              <a:buSzPts val="900"/>
              <a:buChar char="•"/>
              <a:defRPr sz="9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Basic text content - Black">
  <p:cSld name="Bullet point and optional partner 2 - White_1">
    <p:bg>
      <p:bgPr>
        <a:solidFill>
          <a:schemeClr val="dk1"/>
        </a:solidFill>
      </p:bgPr>
    </p:bg>
    <p:spTree>
      <p:nvGrpSpPr>
        <p:cNvPr id="144" name="Shape 144"/>
        <p:cNvGrpSpPr/>
        <p:nvPr/>
      </p:nvGrpSpPr>
      <p:grpSpPr>
        <a:xfrm>
          <a:off x="0" y="0"/>
          <a:ext cx="0" cy="0"/>
          <a:chOff x="0" y="0"/>
          <a:chExt cx="0" cy="0"/>
        </a:xfrm>
      </p:grpSpPr>
      <p:sp>
        <p:nvSpPr>
          <p:cNvPr id="145" name="Google Shape;145;p24"/>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chemeClr val="lt1"/>
                </a:solidFill>
              </a:defRPr>
            </a:lvl1pPr>
            <a:lvl2pPr indent="0" lvl="1" marL="0" algn="r">
              <a:spcBef>
                <a:spcPts val="0"/>
              </a:spcBef>
              <a:buNone/>
              <a:defRPr>
                <a:solidFill>
                  <a:schemeClr val="lt1"/>
                </a:solidFill>
              </a:defRPr>
            </a:lvl2pPr>
            <a:lvl3pPr indent="0" lvl="2" marL="0" algn="r">
              <a:spcBef>
                <a:spcPts val="0"/>
              </a:spcBef>
              <a:buNone/>
              <a:defRPr>
                <a:solidFill>
                  <a:schemeClr val="lt1"/>
                </a:solidFill>
              </a:defRPr>
            </a:lvl3pPr>
            <a:lvl4pPr indent="0" lvl="3" marL="0" algn="r">
              <a:spcBef>
                <a:spcPts val="0"/>
              </a:spcBef>
              <a:buNone/>
              <a:defRPr>
                <a:solidFill>
                  <a:schemeClr val="lt1"/>
                </a:solidFill>
              </a:defRPr>
            </a:lvl4pPr>
            <a:lvl5pPr indent="0" lvl="4" marL="0" algn="r">
              <a:spcBef>
                <a:spcPts val="0"/>
              </a:spcBef>
              <a:buNone/>
              <a:defRPr>
                <a:solidFill>
                  <a:schemeClr val="lt1"/>
                </a:solidFill>
              </a:defRPr>
            </a:lvl5pPr>
            <a:lvl6pPr indent="0" lvl="5" marL="0" algn="r">
              <a:spcBef>
                <a:spcPts val="0"/>
              </a:spcBef>
              <a:buNone/>
              <a:defRPr>
                <a:solidFill>
                  <a:schemeClr val="lt1"/>
                </a:solidFill>
              </a:defRPr>
            </a:lvl6pPr>
            <a:lvl7pPr indent="0" lvl="6" marL="0" algn="r">
              <a:spcBef>
                <a:spcPts val="0"/>
              </a:spcBef>
              <a:buNone/>
              <a:defRPr>
                <a:solidFill>
                  <a:schemeClr val="lt1"/>
                </a:solidFill>
              </a:defRPr>
            </a:lvl7pPr>
            <a:lvl8pPr indent="0" lvl="7" marL="0" algn="r">
              <a:spcBef>
                <a:spcPts val="0"/>
              </a:spcBef>
              <a:buNone/>
              <a:defRPr>
                <a:solidFill>
                  <a:schemeClr val="lt1"/>
                </a:solidFill>
              </a:defRPr>
            </a:lvl8pPr>
            <a:lvl9pPr indent="0" lvl="8" marL="0" algn="r">
              <a:spcBef>
                <a:spcPts val="0"/>
              </a:spcBef>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46" name="Google Shape;146;p24"/>
          <p:cNvSpPr txBox="1"/>
          <p:nvPr>
            <p:ph idx="1" type="body"/>
          </p:nvPr>
        </p:nvSpPr>
        <p:spPr>
          <a:xfrm>
            <a:off x="473869" y="1371600"/>
            <a:ext cx="5486400" cy="228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Clr>
                <a:schemeClr val="lt1"/>
              </a:buClr>
              <a:buSzPts val="1100"/>
              <a:buNone/>
              <a:defRPr sz="1100">
                <a:solidFill>
                  <a:schemeClr val="lt1"/>
                </a:solidFill>
              </a:defRPr>
            </a:lvl1pPr>
            <a:lvl2pPr indent="-228600" lvl="1" marL="914400" algn="l">
              <a:lnSpc>
                <a:spcPct val="100000"/>
              </a:lnSpc>
              <a:spcBef>
                <a:spcPts val="900"/>
              </a:spcBef>
              <a:spcAft>
                <a:spcPts val="0"/>
              </a:spcAft>
              <a:buClr>
                <a:schemeClr val="lt1"/>
              </a:buClr>
              <a:buSzPts val="1100"/>
              <a:buNone/>
              <a:defRPr sz="1100">
                <a:solidFill>
                  <a:schemeClr val="lt1"/>
                </a:solidFill>
              </a:defRPr>
            </a:lvl2pPr>
            <a:lvl3pPr indent="-298450" lvl="2" marL="1371600" algn="l">
              <a:lnSpc>
                <a:spcPct val="100000"/>
              </a:lnSpc>
              <a:spcBef>
                <a:spcPts val="400"/>
              </a:spcBef>
              <a:spcAft>
                <a:spcPts val="0"/>
              </a:spcAft>
              <a:buClr>
                <a:schemeClr val="lt1"/>
              </a:buClr>
              <a:buSzPts val="1100"/>
              <a:buChar char="•"/>
              <a:defRPr sz="1100">
                <a:solidFill>
                  <a:schemeClr val="lt1"/>
                </a:solidFill>
              </a:defRPr>
            </a:lvl3pPr>
            <a:lvl4pPr indent="-298450" lvl="3" marL="1828800" algn="l">
              <a:lnSpc>
                <a:spcPct val="100000"/>
              </a:lnSpc>
              <a:spcBef>
                <a:spcPts val="200"/>
              </a:spcBef>
              <a:spcAft>
                <a:spcPts val="0"/>
              </a:spcAft>
              <a:buClr>
                <a:schemeClr val="lt1"/>
              </a:buClr>
              <a:buSzPts val="1100"/>
              <a:buChar char="⁃"/>
              <a:defRPr sz="1100">
                <a:solidFill>
                  <a:schemeClr val="lt1"/>
                </a:solidFill>
              </a:defRPr>
            </a:lvl4pPr>
            <a:lvl5pPr indent="-298450" lvl="4" marL="2286000" algn="l">
              <a:lnSpc>
                <a:spcPct val="100000"/>
              </a:lnSpc>
              <a:spcBef>
                <a:spcPts val="100"/>
              </a:spcBef>
              <a:spcAft>
                <a:spcPts val="0"/>
              </a:spcAft>
              <a:buClr>
                <a:schemeClr val="lt1"/>
              </a:buClr>
              <a:buSzPts val="1100"/>
              <a:buChar char="⁃"/>
              <a:defRPr sz="1100">
                <a:solidFill>
                  <a:schemeClr val="lt1"/>
                </a:solidFill>
              </a:defRPr>
            </a:lvl5pPr>
            <a:lvl6pPr indent="-285750" lvl="5" marL="2743200" algn="l">
              <a:lnSpc>
                <a:spcPct val="100000"/>
              </a:lnSpc>
              <a:spcBef>
                <a:spcPts val="100"/>
              </a:spcBef>
              <a:spcAft>
                <a:spcPts val="0"/>
              </a:spcAft>
              <a:buClr>
                <a:schemeClr val="lt1"/>
              </a:buClr>
              <a:buSzPts val="900"/>
              <a:buChar char="⁃"/>
              <a:defRPr sz="900">
                <a:solidFill>
                  <a:schemeClr val="lt1"/>
                </a:solidFill>
              </a:defRPr>
            </a:lvl6pPr>
            <a:lvl7pPr indent="-279400" lvl="6" marL="3200400" algn="l">
              <a:lnSpc>
                <a:spcPct val="100000"/>
              </a:lnSpc>
              <a:spcBef>
                <a:spcPts val="0"/>
              </a:spcBef>
              <a:spcAft>
                <a:spcPts val="0"/>
              </a:spcAft>
              <a:buClr>
                <a:schemeClr val="lt1"/>
              </a:buClr>
              <a:buSzPts val="800"/>
              <a:buChar char="•"/>
              <a:defRPr sz="8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147" name="Google Shape;147;p24"/>
          <p:cNvSpPr txBox="1"/>
          <p:nvPr>
            <p:ph type="title"/>
          </p:nvPr>
        </p:nvSpPr>
        <p:spPr>
          <a:xfrm>
            <a:off x="473870" y="438912"/>
            <a:ext cx="61152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2100"/>
              <a:buFont typeface="Arial"/>
              <a:buNone/>
              <a:defRPr sz="2100">
                <a:solidFill>
                  <a:schemeClr val="lt2"/>
                </a:solidFill>
              </a:defRPr>
            </a:lvl1pPr>
            <a:lvl2pPr lvl="1">
              <a:spcBef>
                <a:spcPts val="0"/>
              </a:spcBef>
              <a:spcAft>
                <a:spcPts val="0"/>
              </a:spcAft>
              <a:buClr>
                <a:schemeClr val="lt2"/>
              </a:buClr>
              <a:buSzPts val="1100"/>
              <a:buNone/>
              <a:defRPr>
                <a:solidFill>
                  <a:schemeClr val="lt2"/>
                </a:solidFill>
              </a:defRPr>
            </a:lvl2pPr>
            <a:lvl3pPr lvl="2">
              <a:spcBef>
                <a:spcPts val="0"/>
              </a:spcBef>
              <a:spcAft>
                <a:spcPts val="0"/>
              </a:spcAft>
              <a:buClr>
                <a:schemeClr val="lt2"/>
              </a:buClr>
              <a:buSzPts val="1100"/>
              <a:buNone/>
              <a:defRPr>
                <a:solidFill>
                  <a:schemeClr val="lt2"/>
                </a:solidFill>
              </a:defRPr>
            </a:lvl3pPr>
            <a:lvl4pPr lvl="3">
              <a:spcBef>
                <a:spcPts val="0"/>
              </a:spcBef>
              <a:spcAft>
                <a:spcPts val="0"/>
              </a:spcAft>
              <a:buClr>
                <a:schemeClr val="lt2"/>
              </a:buClr>
              <a:buSzPts val="1100"/>
              <a:buNone/>
              <a:defRPr>
                <a:solidFill>
                  <a:schemeClr val="lt2"/>
                </a:solidFill>
              </a:defRPr>
            </a:lvl4pPr>
            <a:lvl5pPr lvl="4">
              <a:spcBef>
                <a:spcPts val="0"/>
              </a:spcBef>
              <a:spcAft>
                <a:spcPts val="0"/>
              </a:spcAft>
              <a:buClr>
                <a:schemeClr val="lt2"/>
              </a:buClr>
              <a:buSzPts val="1100"/>
              <a:buNone/>
              <a:defRPr>
                <a:solidFill>
                  <a:schemeClr val="lt2"/>
                </a:solidFill>
              </a:defRPr>
            </a:lvl5pPr>
            <a:lvl6pPr lvl="5">
              <a:spcBef>
                <a:spcPts val="0"/>
              </a:spcBef>
              <a:spcAft>
                <a:spcPts val="0"/>
              </a:spcAft>
              <a:buClr>
                <a:schemeClr val="lt2"/>
              </a:buClr>
              <a:buSzPts val="1100"/>
              <a:buNone/>
              <a:defRPr>
                <a:solidFill>
                  <a:schemeClr val="lt2"/>
                </a:solidFill>
              </a:defRPr>
            </a:lvl6pPr>
            <a:lvl7pPr lvl="6">
              <a:spcBef>
                <a:spcPts val="0"/>
              </a:spcBef>
              <a:spcAft>
                <a:spcPts val="0"/>
              </a:spcAft>
              <a:buClr>
                <a:schemeClr val="lt2"/>
              </a:buClr>
              <a:buSzPts val="1100"/>
              <a:buNone/>
              <a:defRPr>
                <a:solidFill>
                  <a:schemeClr val="lt2"/>
                </a:solidFill>
              </a:defRPr>
            </a:lvl7pPr>
            <a:lvl8pPr lvl="7">
              <a:spcBef>
                <a:spcPts val="0"/>
              </a:spcBef>
              <a:spcAft>
                <a:spcPts val="0"/>
              </a:spcAft>
              <a:buClr>
                <a:schemeClr val="lt2"/>
              </a:buClr>
              <a:buSzPts val="1100"/>
              <a:buNone/>
              <a:defRPr>
                <a:solidFill>
                  <a:schemeClr val="lt2"/>
                </a:solidFill>
              </a:defRPr>
            </a:lvl8pPr>
            <a:lvl9pPr lvl="8">
              <a:spcBef>
                <a:spcPts val="0"/>
              </a:spcBef>
              <a:spcAft>
                <a:spcPts val="0"/>
              </a:spcAft>
              <a:buClr>
                <a:schemeClr val="lt2"/>
              </a:buClr>
              <a:buSzPts val="1100"/>
              <a:buNone/>
              <a:defRPr>
                <a:solidFill>
                  <a:schemeClr val="lt2"/>
                </a:solidFill>
              </a:defRPr>
            </a:lvl9pPr>
          </a:lstStyle>
          <a:p/>
        </p:txBody>
      </p:sp>
      <p:sp>
        <p:nvSpPr>
          <p:cNvPr id="148" name="Google Shape;148;p24"/>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lt1"/>
                </a:solidFill>
                <a:latin typeface="Verizon NHG TX"/>
                <a:ea typeface="Verizon NHG TX"/>
                <a:cs typeface="Verizon NHG TX"/>
                <a:sym typeface="Verizon NHG TX"/>
              </a:rPr>
              <a:t>Verizon confidential and proprietary. Unauthorized disclosure, reproduction or other use prohibited.</a:t>
            </a:r>
            <a:endParaRPr sz="1100">
              <a:latin typeface="Verizon NHG TX"/>
              <a:ea typeface="Verizon NHG TX"/>
              <a:cs typeface="Verizon NHG TX"/>
              <a:sym typeface="Verizon NHG TX"/>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Three column picture - White">
  <p:cSld name="Three column picture - White">
    <p:bg>
      <p:bgPr>
        <a:solidFill>
          <a:schemeClr val="lt1"/>
        </a:solidFill>
      </p:bgPr>
    </p:bg>
    <p:spTree>
      <p:nvGrpSpPr>
        <p:cNvPr id="149" name="Shape 149"/>
        <p:cNvGrpSpPr/>
        <p:nvPr/>
      </p:nvGrpSpPr>
      <p:grpSpPr>
        <a:xfrm>
          <a:off x="0" y="0"/>
          <a:ext cx="0" cy="0"/>
          <a:chOff x="0" y="0"/>
          <a:chExt cx="0" cy="0"/>
        </a:xfrm>
      </p:grpSpPr>
      <p:sp>
        <p:nvSpPr>
          <p:cNvPr id="150" name="Google Shape;150;p25"/>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51" name="Google Shape;151;p25"/>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2" name="Google Shape;152;p25"/>
          <p:cNvSpPr txBox="1"/>
          <p:nvPr>
            <p:ph idx="1" type="body"/>
          </p:nvPr>
        </p:nvSpPr>
        <p:spPr>
          <a:xfrm>
            <a:off x="473869" y="1371600"/>
            <a:ext cx="1819800" cy="228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3" name="Google Shape;153;p25"/>
          <p:cNvSpPr txBox="1"/>
          <p:nvPr>
            <p:ph idx="2" type="body"/>
          </p:nvPr>
        </p:nvSpPr>
        <p:spPr>
          <a:xfrm>
            <a:off x="2555081" y="3529584"/>
            <a:ext cx="1965900" cy="1072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4" name="Google Shape;154;p25"/>
          <p:cNvSpPr txBox="1"/>
          <p:nvPr>
            <p:ph idx="3" type="body"/>
          </p:nvPr>
        </p:nvSpPr>
        <p:spPr>
          <a:xfrm>
            <a:off x="4629150" y="3529584"/>
            <a:ext cx="1965900" cy="1072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5" name="Google Shape;155;p25"/>
          <p:cNvSpPr txBox="1"/>
          <p:nvPr>
            <p:ph idx="4" type="body"/>
          </p:nvPr>
        </p:nvSpPr>
        <p:spPr>
          <a:xfrm>
            <a:off x="6704409" y="3529584"/>
            <a:ext cx="1965900" cy="1072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6" name="Google Shape;156;p25"/>
          <p:cNvSpPr/>
          <p:nvPr>
            <p:ph idx="5" type="pic"/>
          </p:nvPr>
        </p:nvSpPr>
        <p:spPr>
          <a:xfrm>
            <a:off x="2555075" y="1367250"/>
            <a:ext cx="1965900" cy="2061000"/>
          </a:xfrm>
          <a:prstGeom prst="rect">
            <a:avLst/>
          </a:prstGeom>
          <a:noFill/>
          <a:ln>
            <a:noFill/>
          </a:ln>
        </p:spPr>
      </p:sp>
      <p:sp>
        <p:nvSpPr>
          <p:cNvPr id="157" name="Google Shape;157;p25"/>
          <p:cNvSpPr/>
          <p:nvPr>
            <p:ph idx="6" type="pic"/>
          </p:nvPr>
        </p:nvSpPr>
        <p:spPr>
          <a:xfrm>
            <a:off x="4629738" y="1367250"/>
            <a:ext cx="1965900" cy="2061000"/>
          </a:xfrm>
          <a:prstGeom prst="rect">
            <a:avLst/>
          </a:prstGeom>
          <a:noFill/>
          <a:ln>
            <a:noFill/>
          </a:ln>
        </p:spPr>
      </p:sp>
      <p:sp>
        <p:nvSpPr>
          <p:cNvPr id="158" name="Google Shape;158;p25"/>
          <p:cNvSpPr/>
          <p:nvPr>
            <p:ph idx="7" type="pic"/>
          </p:nvPr>
        </p:nvSpPr>
        <p:spPr>
          <a:xfrm>
            <a:off x="6704413" y="1367250"/>
            <a:ext cx="1965900" cy="2061000"/>
          </a:xfrm>
          <a:prstGeom prst="rect">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Text with picture - White">
  <p:cSld name="Text and right picture - White">
    <p:bg>
      <p:bgPr>
        <a:solidFill>
          <a:schemeClr val="lt1"/>
        </a:solidFill>
      </p:bgPr>
    </p:bg>
    <p:spTree>
      <p:nvGrpSpPr>
        <p:cNvPr id="159" name="Shape 159"/>
        <p:cNvGrpSpPr/>
        <p:nvPr/>
      </p:nvGrpSpPr>
      <p:grpSpPr>
        <a:xfrm>
          <a:off x="0" y="0"/>
          <a:ext cx="0" cy="0"/>
          <a:chOff x="0" y="0"/>
          <a:chExt cx="0" cy="0"/>
        </a:xfrm>
      </p:grpSpPr>
      <p:sp>
        <p:nvSpPr>
          <p:cNvPr id="160" name="Google Shape;160;p26"/>
          <p:cNvSpPr txBox="1"/>
          <p:nvPr>
            <p:ph idx="1" type="body"/>
          </p:nvPr>
        </p:nvSpPr>
        <p:spPr>
          <a:xfrm>
            <a:off x="4630339" y="4242816"/>
            <a:ext cx="4039800" cy="207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600"/>
              <a:buNone/>
              <a:defRPr sz="600"/>
            </a:lvl2pPr>
            <a:lvl3pPr indent="-228600" lvl="2" marL="1371600" algn="l">
              <a:lnSpc>
                <a:spcPct val="100000"/>
              </a:lnSpc>
              <a:spcBef>
                <a:spcPts val="400"/>
              </a:spcBef>
              <a:spcAft>
                <a:spcPts val="0"/>
              </a:spcAft>
              <a:buSzPts val="600"/>
              <a:buNone/>
              <a:defRPr sz="600"/>
            </a:lvl3pPr>
            <a:lvl4pPr indent="-228600" lvl="3" marL="1828800" algn="l">
              <a:lnSpc>
                <a:spcPct val="100000"/>
              </a:lnSpc>
              <a:spcBef>
                <a:spcPts val="400"/>
              </a:spcBef>
              <a:spcAft>
                <a:spcPts val="0"/>
              </a:spcAft>
              <a:buSzPts val="600"/>
              <a:buNone/>
              <a:defRPr sz="600"/>
            </a:lvl4pPr>
            <a:lvl5pPr indent="-228600" lvl="4" marL="2286000" algn="l">
              <a:lnSpc>
                <a:spcPct val="100000"/>
              </a:lnSpc>
              <a:spcBef>
                <a:spcPts val="400"/>
              </a:spcBef>
              <a:spcAft>
                <a:spcPts val="0"/>
              </a:spcAft>
              <a:buSzPts val="600"/>
              <a:buNone/>
              <a:defRPr sz="600"/>
            </a:lvl5pPr>
            <a:lvl6pPr indent="-266700" lvl="5" marL="2743200" algn="l">
              <a:lnSpc>
                <a:spcPct val="90000"/>
              </a:lnSpc>
              <a:spcBef>
                <a:spcPts val="400"/>
              </a:spcBef>
              <a:spcAft>
                <a:spcPts val="0"/>
              </a:spcAft>
              <a:buSzPts val="600"/>
              <a:buChar char="•"/>
              <a:defRPr sz="600"/>
            </a:lvl6pPr>
            <a:lvl7pPr indent="-266700" lvl="6" marL="3200400" algn="l">
              <a:lnSpc>
                <a:spcPct val="90000"/>
              </a:lnSpc>
              <a:spcBef>
                <a:spcPts val="400"/>
              </a:spcBef>
              <a:spcAft>
                <a:spcPts val="0"/>
              </a:spcAft>
              <a:buSzPts val="600"/>
              <a:buChar char="•"/>
              <a:defRPr sz="600"/>
            </a:lvl7pPr>
            <a:lvl8pPr indent="-266700" lvl="7" marL="3657600" algn="l">
              <a:lnSpc>
                <a:spcPct val="90000"/>
              </a:lnSpc>
              <a:spcBef>
                <a:spcPts val="400"/>
              </a:spcBef>
              <a:spcAft>
                <a:spcPts val="0"/>
              </a:spcAft>
              <a:buSzPts val="600"/>
              <a:buChar char="•"/>
              <a:defRPr sz="600"/>
            </a:lvl8pPr>
            <a:lvl9pPr indent="-266700" lvl="8" marL="4114800" algn="l">
              <a:lnSpc>
                <a:spcPct val="90000"/>
              </a:lnSpc>
              <a:spcBef>
                <a:spcPts val="400"/>
              </a:spcBef>
              <a:spcAft>
                <a:spcPts val="0"/>
              </a:spcAft>
              <a:buSzPts val="600"/>
              <a:buChar char="•"/>
              <a:defRPr sz="600"/>
            </a:lvl9pPr>
          </a:lstStyle>
          <a:p/>
        </p:txBody>
      </p:sp>
      <p:sp>
        <p:nvSpPr>
          <p:cNvPr id="161" name="Google Shape;161;p26"/>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62" name="Google Shape;162;p26"/>
          <p:cNvSpPr txBox="1"/>
          <p:nvPr>
            <p:ph idx="2" type="body"/>
          </p:nvPr>
        </p:nvSpPr>
        <p:spPr>
          <a:xfrm>
            <a:off x="473870" y="1371600"/>
            <a:ext cx="3931800" cy="275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3" name="Google Shape;163;p26"/>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4" name="Google Shape;164;p26"/>
          <p:cNvSpPr/>
          <p:nvPr>
            <p:ph idx="3" type="pic"/>
          </p:nvPr>
        </p:nvSpPr>
        <p:spPr>
          <a:xfrm>
            <a:off x="4687458" y="1371600"/>
            <a:ext cx="3931800" cy="2679300"/>
          </a:xfrm>
          <a:prstGeom prst="rect">
            <a:avLst/>
          </a:prstGeom>
          <a:noFill/>
          <a:ln cap="flat" cmpd="sng" w="76200">
            <a:solidFill>
              <a:schemeClr val="accent1"/>
            </a:solidFill>
            <a:prstDash val="solid"/>
            <a:round/>
            <a:headEnd len="sm" w="sm" type="none"/>
            <a:tailEnd len="sm" w="sm" type="none"/>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Text with big picture - White">
  <p:cSld name="Text and right picture BIG - White">
    <p:bg>
      <p:bgPr>
        <a:solidFill>
          <a:schemeClr val="lt1"/>
        </a:solidFill>
      </p:bgPr>
    </p:bg>
    <p:spTree>
      <p:nvGrpSpPr>
        <p:cNvPr id="165" name="Shape 165"/>
        <p:cNvGrpSpPr/>
        <p:nvPr/>
      </p:nvGrpSpPr>
      <p:grpSpPr>
        <a:xfrm>
          <a:off x="0" y="0"/>
          <a:ext cx="0" cy="0"/>
          <a:chOff x="0" y="0"/>
          <a:chExt cx="0" cy="0"/>
        </a:xfrm>
      </p:grpSpPr>
      <p:sp>
        <p:nvSpPr>
          <p:cNvPr id="166" name="Google Shape;166;p27"/>
          <p:cNvSpPr txBox="1"/>
          <p:nvPr>
            <p:ph idx="1" type="body"/>
          </p:nvPr>
        </p:nvSpPr>
        <p:spPr>
          <a:xfrm>
            <a:off x="473870" y="4354043"/>
            <a:ext cx="2514600" cy="207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600"/>
              <a:buNone/>
              <a:defRPr sz="600"/>
            </a:lvl2pPr>
            <a:lvl3pPr indent="-228600" lvl="2" marL="1371600" algn="l">
              <a:lnSpc>
                <a:spcPct val="100000"/>
              </a:lnSpc>
              <a:spcBef>
                <a:spcPts val="400"/>
              </a:spcBef>
              <a:spcAft>
                <a:spcPts val="0"/>
              </a:spcAft>
              <a:buSzPts val="600"/>
              <a:buNone/>
              <a:defRPr sz="600"/>
            </a:lvl3pPr>
            <a:lvl4pPr indent="-228600" lvl="3" marL="1828800" algn="l">
              <a:lnSpc>
                <a:spcPct val="100000"/>
              </a:lnSpc>
              <a:spcBef>
                <a:spcPts val="400"/>
              </a:spcBef>
              <a:spcAft>
                <a:spcPts val="0"/>
              </a:spcAft>
              <a:buSzPts val="600"/>
              <a:buNone/>
              <a:defRPr sz="600"/>
            </a:lvl4pPr>
            <a:lvl5pPr indent="-228600" lvl="4" marL="2286000" algn="l">
              <a:lnSpc>
                <a:spcPct val="100000"/>
              </a:lnSpc>
              <a:spcBef>
                <a:spcPts val="400"/>
              </a:spcBef>
              <a:spcAft>
                <a:spcPts val="0"/>
              </a:spcAft>
              <a:buSzPts val="600"/>
              <a:buNone/>
              <a:defRPr sz="600"/>
            </a:lvl5pPr>
            <a:lvl6pPr indent="-266700" lvl="5" marL="2743200" algn="l">
              <a:lnSpc>
                <a:spcPct val="90000"/>
              </a:lnSpc>
              <a:spcBef>
                <a:spcPts val="400"/>
              </a:spcBef>
              <a:spcAft>
                <a:spcPts val="0"/>
              </a:spcAft>
              <a:buSzPts val="600"/>
              <a:buChar char="•"/>
              <a:defRPr sz="600"/>
            </a:lvl6pPr>
            <a:lvl7pPr indent="-266700" lvl="6" marL="3200400" algn="l">
              <a:lnSpc>
                <a:spcPct val="90000"/>
              </a:lnSpc>
              <a:spcBef>
                <a:spcPts val="400"/>
              </a:spcBef>
              <a:spcAft>
                <a:spcPts val="0"/>
              </a:spcAft>
              <a:buSzPts val="600"/>
              <a:buChar char="•"/>
              <a:defRPr sz="600"/>
            </a:lvl7pPr>
            <a:lvl8pPr indent="-266700" lvl="7" marL="3657600" algn="l">
              <a:lnSpc>
                <a:spcPct val="90000"/>
              </a:lnSpc>
              <a:spcBef>
                <a:spcPts val="400"/>
              </a:spcBef>
              <a:spcAft>
                <a:spcPts val="0"/>
              </a:spcAft>
              <a:buSzPts val="600"/>
              <a:buChar char="•"/>
              <a:defRPr sz="600"/>
            </a:lvl8pPr>
            <a:lvl9pPr indent="-266700" lvl="8" marL="4114800" algn="l">
              <a:lnSpc>
                <a:spcPct val="90000"/>
              </a:lnSpc>
              <a:spcBef>
                <a:spcPts val="400"/>
              </a:spcBef>
              <a:spcAft>
                <a:spcPts val="0"/>
              </a:spcAft>
              <a:buSzPts val="600"/>
              <a:buChar char="•"/>
              <a:defRPr sz="600"/>
            </a:lvl9pPr>
          </a:lstStyle>
          <a:p/>
        </p:txBody>
      </p:sp>
      <p:sp>
        <p:nvSpPr>
          <p:cNvPr id="167" name="Google Shape;167;p27"/>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68" name="Google Shape;168;p27"/>
          <p:cNvSpPr txBox="1"/>
          <p:nvPr>
            <p:ph idx="2" type="body"/>
          </p:nvPr>
        </p:nvSpPr>
        <p:spPr>
          <a:xfrm>
            <a:off x="473870" y="1371600"/>
            <a:ext cx="2514600" cy="275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SzPts val="1100"/>
              <a:buNone/>
              <a:defRPr sz="1100"/>
            </a:lvl1pPr>
            <a:lvl2pPr indent="-228600" lvl="1" marL="914400" algn="l">
              <a:lnSpc>
                <a:spcPct val="100000"/>
              </a:lnSpc>
              <a:spcBef>
                <a:spcPts val="900"/>
              </a:spcBef>
              <a:spcAft>
                <a:spcPts val="0"/>
              </a:spcAft>
              <a:buSzPts val="1100"/>
              <a:buNone/>
              <a:defRPr sz="1100"/>
            </a:lvl2pPr>
            <a:lvl3pPr indent="-298450" lvl="2" marL="1371600" algn="l">
              <a:lnSpc>
                <a:spcPct val="100000"/>
              </a:lnSpc>
              <a:spcBef>
                <a:spcPts val="400"/>
              </a:spcBef>
              <a:spcAft>
                <a:spcPts val="0"/>
              </a:spcAft>
              <a:buSzPts val="1100"/>
              <a:buChar char="•"/>
              <a:defRPr sz="1100"/>
            </a:lvl3pPr>
            <a:lvl4pPr indent="-298450" lvl="3" marL="1828800" algn="l">
              <a:lnSpc>
                <a:spcPct val="100000"/>
              </a:lnSpc>
              <a:spcBef>
                <a:spcPts val="200"/>
              </a:spcBef>
              <a:spcAft>
                <a:spcPts val="0"/>
              </a:spcAft>
              <a:buSzPts val="1100"/>
              <a:buChar char="⁃"/>
              <a:defRPr sz="1100"/>
            </a:lvl4pPr>
            <a:lvl5pPr indent="-298450" lvl="4" marL="2286000" algn="l">
              <a:lnSpc>
                <a:spcPct val="100000"/>
              </a:lnSpc>
              <a:spcBef>
                <a:spcPts val="100"/>
              </a:spcBef>
              <a:spcAft>
                <a:spcPts val="0"/>
              </a:spcAft>
              <a:buSzPts val="1100"/>
              <a:buChar char="⁃"/>
              <a:defRPr sz="11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9" name="Google Shape;169;p27"/>
          <p:cNvSpPr txBox="1"/>
          <p:nvPr>
            <p:ph type="title"/>
          </p:nvPr>
        </p:nvSpPr>
        <p:spPr>
          <a:xfrm>
            <a:off x="473870" y="438912"/>
            <a:ext cx="26466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0" name="Google Shape;170;p27"/>
          <p:cNvSpPr/>
          <p:nvPr>
            <p:ph idx="3" type="pic"/>
          </p:nvPr>
        </p:nvSpPr>
        <p:spPr>
          <a:xfrm>
            <a:off x="3378558" y="512064"/>
            <a:ext cx="5239500" cy="4041600"/>
          </a:xfrm>
          <a:prstGeom prst="rect">
            <a:avLst/>
          </a:prstGeom>
          <a:noFill/>
          <a:ln cap="flat" cmpd="sng" w="76200">
            <a:solidFill>
              <a:schemeClr val="accent1"/>
            </a:solidFill>
            <a:prstDash val="solid"/>
            <a:round/>
            <a:headEnd len="sm" w="sm" type="none"/>
            <a:tailEnd len="sm" w="sm" type="none"/>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Text with picture 1/2 - Stone">
  <p:cSld name="Text and right picture 1/2 - Stone">
    <p:bg>
      <p:bgPr>
        <a:solidFill>
          <a:schemeClr val="lt1"/>
        </a:solidFill>
      </p:bgPr>
    </p:bg>
    <p:spTree>
      <p:nvGrpSpPr>
        <p:cNvPr id="171" name="Shape 171"/>
        <p:cNvGrpSpPr/>
        <p:nvPr/>
      </p:nvGrpSpPr>
      <p:grpSpPr>
        <a:xfrm>
          <a:off x="0" y="0"/>
          <a:ext cx="0" cy="0"/>
          <a:chOff x="0" y="0"/>
          <a:chExt cx="0" cy="0"/>
        </a:xfrm>
      </p:grpSpPr>
      <p:sp>
        <p:nvSpPr>
          <p:cNvPr id="172" name="Google Shape;172;p28"/>
          <p:cNvSpPr/>
          <p:nvPr/>
        </p:nvSpPr>
        <p:spPr>
          <a:xfrm>
            <a:off x="-1" y="2578298"/>
            <a:ext cx="9144000" cy="25653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3" name="Google Shape;173;p28"/>
          <p:cNvSpPr txBox="1"/>
          <p:nvPr>
            <p:ph idx="1" type="body"/>
          </p:nvPr>
        </p:nvSpPr>
        <p:spPr>
          <a:xfrm>
            <a:off x="4626770" y="4197096"/>
            <a:ext cx="4043400" cy="207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600"/>
              <a:buNone/>
              <a:defRPr sz="600"/>
            </a:lvl2pPr>
            <a:lvl3pPr indent="-228600" lvl="2" marL="1371600" algn="l">
              <a:lnSpc>
                <a:spcPct val="100000"/>
              </a:lnSpc>
              <a:spcBef>
                <a:spcPts val="400"/>
              </a:spcBef>
              <a:spcAft>
                <a:spcPts val="0"/>
              </a:spcAft>
              <a:buSzPts val="600"/>
              <a:buNone/>
              <a:defRPr sz="600"/>
            </a:lvl3pPr>
            <a:lvl4pPr indent="-228600" lvl="3" marL="1828800" algn="l">
              <a:lnSpc>
                <a:spcPct val="100000"/>
              </a:lnSpc>
              <a:spcBef>
                <a:spcPts val="400"/>
              </a:spcBef>
              <a:spcAft>
                <a:spcPts val="0"/>
              </a:spcAft>
              <a:buSzPts val="600"/>
              <a:buNone/>
              <a:defRPr sz="600"/>
            </a:lvl4pPr>
            <a:lvl5pPr indent="-228600" lvl="4" marL="2286000" algn="l">
              <a:lnSpc>
                <a:spcPct val="100000"/>
              </a:lnSpc>
              <a:spcBef>
                <a:spcPts val="400"/>
              </a:spcBef>
              <a:spcAft>
                <a:spcPts val="0"/>
              </a:spcAft>
              <a:buSzPts val="600"/>
              <a:buNone/>
              <a:defRPr sz="600"/>
            </a:lvl5pPr>
            <a:lvl6pPr indent="-266700" lvl="5" marL="2743200" algn="l">
              <a:lnSpc>
                <a:spcPct val="90000"/>
              </a:lnSpc>
              <a:spcBef>
                <a:spcPts val="400"/>
              </a:spcBef>
              <a:spcAft>
                <a:spcPts val="0"/>
              </a:spcAft>
              <a:buSzPts val="600"/>
              <a:buChar char="•"/>
              <a:defRPr sz="600"/>
            </a:lvl6pPr>
            <a:lvl7pPr indent="-266700" lvl="6" marL="3200400" algn="l">
              <a:lnSpc>
                <a:spcPct val="90000"/>
              </a:lnSpc>
              <a:spcBef>
                <a:spcPts val="400"/>
              </a:spcBef>
              <a:spcAft>
                <a:spcPts val="0"/>
              </a:spcAft>
              <a:buSzPts val="600"/>
              <a:buChar char="•"/>
              <a:defRPr sz="600"/>
            </a:lvl7pPr>
            <a:lvl8pPr indent="-266700" lvl="7" marL="3657600" algn="l">
              <a:lnSpc>
                <a:spcPct val="90000"/>
              </a:lnSpc>
              <a:spcBef>
                <a:spcPts val="400"/>
              </a:spcBef>
              <a:spcAft>
                <a:spcPts val="0"/>
              </a:spcAft>
              <a:buSzPts val="600"/>
              <a:buChar char="•"/>
              <a:defRPr sz="600"/>
            </a:lvl8pPr>
            <a:lvl9pPr indent="-266700" lvl="8" marL="4114800" algn="l">
              <a:lnSpc>
                <a:spcPct val="90000"/>
              </a:lnSpc>
              <a:spcBef>
                <a:spcPts val="400"/>
              </a:spcBef>
              <a:spcAft>
                <a:spcPts val="0"/>
              </a:spcAft>
              <a:buSzPts val="600"/>
              <a:buChar char="•"/>
              <a:defRPr sz="600"/>
            </a:lvl9pPr>
          </a:lstStyle>
          <a:p/>
        </p:txBody>
      </p:sp>
      <p:sp>
        <p:nvSpPr>
          <p:cNvPr id="174" name="Google Shape;174;p28"/>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75" name="Google Shape;175;p28"/>
          <p:cNvSpPr txBox="1"/>
          <p:nvPr>
            <p:ph idx="2" type="body"/>
          </p:nvPr>
        </p:nvSpPr>
        <p:spPr>
          <a:xfrm>
            <a:off x="473869" y="1371600"/>
            <a:ext cx="3474600" cy="1275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6" name="Google Shape;176;p28"/>
          <p:cNvSpPr txBox="1"/>
          <p:nvPr>
            <p:ph idx="3" type="body"/>
          </p:nvPr>
        </p:nvSpPr>
        <p:spPr>
          <a:xfrm>
            <a:off x="473869" y="2815016"/>
            <a:ext cx="3474600" cy="1485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7" name="Google Shape;177;p28"/>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100">
              <a:latin typeface="Verizon NHG TX"/>
              <a:ea typeface="Verizon NHG TX"/>
              <a:cs typeface="Verizon NHG TX"/>
              <a:sym typeface="Verizon NHG TX"/>
            </a:endParaRPr>
          </a:p>
        </p:txBody>
      </p:sp>
      <p:sp>
        <p:nvSpPr>
          <p:cNvPr id="178" name="Google Shape;178;p28"/>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9" name="Google Shape;179;p28"/>
          <p:cNvSpPr/>
          <p:nvPr>
            <p:ph idx="4" type="pic"/>
          </p:nvPr>
        </p:nvSpPr>
        <p:spPr>
          <a:xfrm>
            <a:off x="4626775" y="1371600"/>
            <a:ext cx="4043400" cy="2755200"/>
          </a:xfrm>
          <a:prstGeom prst="rect">
            <a:avLst/>
          </a:prstGeom>
          <a:noFill/>
          <a:ln>
            <a:noFill/>
          </a:ln>
        </p:spPr>
      </p:sp>
      <p:pic>
        <p:nvPicPr>
          <p:cNvPr id="180" name="Google Shape;180;p28"/>
          <p:cNvPicPr preferRelativeResize="0"/>
          <p:nvPr/>
        </p:nvPicPr>
        <p:blipFill>
          <a:blip r:embed="rId2">
            <a:alphaModFix/>
          </a:blip>
          <a:stretch>
            <a:fillRect/>
          </a:stretch>
        </p:blipFill>
        <p:spPr>
          <a:xfrm>
            <a:off x="374904" y="4629398"/>
            <a:ext cx="847493" cy="347472"/>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Title with content - White">
  <p:cSld name="Title and Content">
    <p:bg>
      <p:bgPr>
        <a:solidFill>
          <a:schemeClr val="lt1"/>
        </a:solidFill>
      </p:bgPr>
    </p:bg>
    <p:spTree>
      <p:nvGrpSpPr>
        <p:cNvPr id="181" name="Shape 181"/>
        <p:cNvGrpSpPr/>
        <p:nvPr/>
      </p:nvGrpSpPr>
      <p:grpSpPr>
        <a:xfrm>
          <a:off x="0" y="0"/>
          <a:ext cx="0" cy="0"/>
          <a:chOff x="0" y="0"/>
          <a:chExt cx="0" cy="0"/>
        </a:xfrm>
      </p:grpSpPr>
      <p:sp>
        <p:nvSpPr>
          <p:cNvPr id="182" name="Google Shape;182;p29"/>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83" name="Google Shape;183;p29"/>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Six-piece information - White">
  <p:cSld name="Six-piece information">
    <p:spTree>
      <p:nvGrpSpPr>
        <p:cNvPr id="184" name="Shape 184"/>
        <p:cNvGrpSpPr/>
        <p:nvPr/>
      </p:nvGrpSpPr>
      <p:grpSpPr>
        <a:xfrm>
          <a:off x="0" y="0"/>
          <a:ext cx="0" cy="0"/>
          <a:chOff x="0" y="0"/>
          <a:chExt cx="0" cy="0"/>
        </a:xfrm>
      </p:grpSpPr>
      <p:sp>
        <p:nvSpPr>
          <p:cNvPr id="185" name="Google Shape;185;p30"/>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86" name="Google Shape;186;p30"/>
          <p:cNvSpPr txBox="1"/>
          <p:nvPr>
            <p:ph idx="1" type="body"/>
          </p:nvPr>
        </p:nvSpPr>
        <p:spPr>
          <a:xfrm>
            <a:off x="470297" y="1333780"/>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80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7" name="Google Shape;187;p30"/>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88" name="Google Shape;188;p30"/>
          <p:cNvSpPr txBox="1"/>
          <p:nvPr>
            <p:ph idx="2" type="body"/>
          </p:nvPr>
        </p:nvSpPr>
        <p:spPr>
          <a:xfrm>
            <a:off x="3248025" y="1333780"/>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80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9" name="Google Shape;189;p30"/>
          <p:cNvSpPr txBox="1"/>
          <p:nvPr>
            <p:ph idx="3" type="body"/>
          </p:nvPr>
        </p:nvSpPr>
        <p:spPr>
          <a:xfrm>
            <a:off x="6012656" y="1333780"/>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80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0" name="Google Shape;190;p30"/>
          <p:cNvSpPr txBox="1"/>
          <p:nvPr>
            <p:ph idx="4" type="body"/>
          </p:nvPr>
        </p:nvSpPr>
        <p:spPr>
          <a:xfrm>
            <a:off x="470297" y="2862072"/>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80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1" name="Google Shape;191;p30"/>
          <p:cNvSpPr txBox="1"/>
          <p:nvPr>
            <p:ph idx="5" type="body"/>
          </p:nvPr>
        </p:nvSpPr>
        <p:spPr>
          <a:xfrm>
            <a:off x="3248025" y="2862072"/>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80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2" name="Google Shape;192;p30"/>
          <p:cNvSpPr txBox="1"/>
          <p:nvPr>
            <p:ph idx="6" type="body"/>
          </p:nvPr>
        </p:nvSpPr>
        <p:spPr>
          <a:xfrm>
            <a:off x="6012656" y="2862072"/>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80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Three-image - Red">
  <p:cSld name="Six-image - Stone">
    <p:bg>
      <p:bgPr>
        <a:solidFill>
          <a:schemeClr val="lt1"/>
        </a:solidFill>
      </p:bgPr>
    </p:bg>
    <p:spTree>
      <p:nvGrpSpPr>
        <p:cNvPr id="193" name="Shape 193"/>
        <p:cNvGrpSpPr/>
        <p:nvPr/>
      </p:nvGrpSpPr>
      <p:grpSpPr>
        <a:xfrm>
          <a:off x="0" y="0"/>
          <a:ext cx="0" cy="0"/>
          <a:chOff x="0" y="0"/>
          <a:chExt cx="0" cy="0"/>
        </a:xfrm>
      </p:grpSpPr>
      <p:sp>
        <p:nvSpPr>
          <p:cNvPr id="194" name="Google Shape;194;p31"/>
          <p:cNvSpPr/>
          <p:nvPr/>
        </p:nvSpPr>
        <p:spPr>
          <a:xfrm>
            <a:off x="2555075" y="0"/>
            <a:ext cx="6588900" cy="51540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95" name="Google Shape;195;p31"/>
          <p:cNvSpPr/>
          <p:nvPr>
            <p:ph idx="2" type="pic"/>
          </p:nvPr>
        </p:nvSpPr>
        <p:spPr>
          <a:xfrm>
            <a:off x="2555075" y="0"/>
            <a:ext cx="2186700" cy="2577000"/>
          </a:xfrm>
          <a:prstGeom prst="rect">
            <a:avLst/>
          </a:prstGeom>
          <a:noFill/>
          <a:ln>
            <a:noFill/>
          </a:ln>
        </p:spPr>
      </p:sp>
      <p:sp>
        <p:nvSpPr>
          <p:cNvPr id="196" name="Google Shape;196;p31"/>
          <p:cNvSpPr/>
          <p:nvPr>
            <p:ph idx="3" type="pic"/>
          </p:nvPr>
        </p:nvSpPr>
        <p:spPr>
          <a:xfrm>
            <a:off x="6974125" y="0"/>
            <a:ext cx="2186700" cy="2577000"/>
          </a:xfrm>
          <a:prstGeom prst="rect">
            <a:avLst/>
          </a:prstGeom>
          <a:noFill/>
          <a:ln>
            <a:noFill/>
          </a:ln>
        </p:spPr>
      </p:sp>
      <p:sp>
        <p:nvSpPr>
          <p:cNvPr id="197" name="Google Shape;197;p31"/>
          <p:cNvSpPr/>
          <p:nvPr>
            <p:ph idx="4" type="pic"/>
          </p:nvPr>
        </p:nvSpPr>
        <p:spPr>
          <a:xfrm>
            <a:off x="4741775" y="2577000"/>
            <a:ext cx="2232300" cy="2577000"/>
          </a:xfrm>
          <a:prstGeom prst="rect">
            <a:avLst/>
          </a:prstGeom>
          <a:noFill/>
          <a:ln>
            <a:noFill/>
          </a:ln>
        </p:spPr>
      </p:sp>
      <p:sp>
        <p:nvSpPr>
          <p:cNvPr id="198" name="Google Shape;198;p31"/>
          <p:cNvSpPr txBox="1"/>
          <p:nvPr>
            <p:ph idx="1" type="body"/>
          </p:nvPr>
        </p:nvSpPr>
        <p:spPr>
          <a:xfrm>
            <a:off x="2679192" y="2697480"/>
            <a:ext cx="1689600" cy="3201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900"/>
              <a:buNone/>
              <a:defRPr i="0" sz="9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199" name="Google Shape;199;p31"/>
          <p:cNvSpPr txBox="1"/>
          <p:nvPr>
            <p:ph idx="5" type="body"/>
          </p:nvPr>
        </p:nvSpPr>
        <p:spPr>
          <a:xfrm>
            <a:off x="473869" y="1371600"/>
            <a:ext cx="1783200" cy="3200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0" name="Google Shape;200;p31"/>
          <p:cNvSpPr txBox="1"/>
          <p:nvPr>
            <p:ph type="title"/>
          </p:nvPr>
        </p:nvSpPr>
        <p:spPr>
          <a:xfrm>
            <a:off x="473870" y="438912"/>
            <a:ext cx="19551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1" name="Google Shape;201;p31"/>
          <p:cNvSpPr txBox="1"/>
          <p:nvPr>
            <p:ph idx="6" type="body"/>
          </p:nvPr>
        </p:nvSpPr>
        <p:spPr>
          <a:xfrm>
            <a:off x="7088021" y="2697480"/>
            <a:ext cx="1689600" cy="3201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900"/>
              <a:buNone/>
              <a:defRPr i="0" sz="9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202" name="Google Shape;202;p31"/>
          <p:cNvSpPr txBox="1"/>
          <p:nvPr>
            <p:ph idx="7" type="body"/>
          </p:nvPr>
        </p:nvSpPr>
        <p:spPr>
          <a:xfrm>
            <a:off x="4882896" y="2139696"/>
            <a:ext cx="1691700" cy="3201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lt1"/>
              </a:buClr>
              <a:buSzPts val="900"/>
              <a:buNone/>
              <a:defRPr i="0" sz="9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203" name="Google Shape;203;p31"/>
          <p:cNvSpPr txBox="1"/>
          <p:nvPr>
            <p:ph idx="12" type="sldNum"/>
          </p:nvPr>
        </p:nvSpPr>
        <p:spPr>
          <a:xfrm>
            <a:off x="8317509" y="4733270"/>
            <a:ext cx="352500" cy="92400"/>
          </a:xfrm>
          <a:prstGeom prst="rect">
            <a:avLst/>
          </a:prstGeom>
          <a:noFill/>
          <a:ln>
            <a:noFill/>
          </a:ln>
        </p:spPr>
        <p:txBody>
          <a:bodyPr anchorCtr="0" anchor="t" bIns="0" lIns="0" spcFirstLastPara="1" rIns="0" wrap="square" tIns="0">
            <a:spAutoFit/>
          </a:bodyPr>
          <a:lstStyle>
            <a:lvl1pPr indent="0" lvl="0" marL="0" marR="0" algn="r">
              <a:spcBef>
                <a:spcPts val="0"/>
              </a:spcBef>
              <a:buNone/>
              <a:defRPr i="0" u="none" cap="none" strike="noStrike">
                <a:solidFill>
                  <a:schemeClr val="lt1"/>
                </a:solidFill>
                <a:latin typeface="Verizon NHG TX"/>
                <a:ea typeface="Verizon NHG TX"/>
                <a:cs typeface="Verizon NHG TX"/>
                <a:sym typeface="Verizon NHG TX"/>
              </a:defRPr>
            </a:lvl1pPr>
            <a:lvl2pPr indent="0" lvl="1" marL="0" marR="0" algn="r">
              <a:spcBef>
                <a:spcPts val="0"/>
              </a:spcBef>
              <a:buNone/>
              <a:defRPr i="0" u="none" cap="none" strike="noStrike">
                <a:solidFill>
                  <a:schemeClr val="lt1"/>
                </a:solidFill>
                <a:latin typeface="Verizon NHG TX"/>
                <a:ea typeface="Verizon NHG TX"/>
                <a:cs typeface="Verizon NHG TX"/>
                <a:sym typeface="Verizon NHG TX"/>
              </a:defRPr>
            </a:lvl2pPr>
            <a:lvl3pPr indent="0" lvl="2" marL="0" marR="0" algn="r">
              <a:spcBef>
                <a:spcPts val="0"/>
              </a:spcBef>
              <a:buNone/>
              <a:defRPr i="0" u="none" cap="none" strike="noStrike">
                <a:solidFill>
                  <a:schemeClr val="lt1"/>
                </a:solidFill>
                <a:latin typeface="Verizon NHG TX"/>
                <a:ea typeface="Verizon NHG TX"/>
                <a:cs typeface="Verizon NHG TX"/>
                <a:sym typeface="Verizon NHG TX"/>
              </a:defRPr>
            </a:lvl3pPr>
            <a:lvl4pPr indent="0" lvl="3" marL="0" marR="0" algn="r">
              <a:spcBef>
                <a:spcPts val="0"/>
              </a:spcBef>
              <a:buNone/>
              <a:defRPr i="0" u="none" cap="none" strike="noStrike">
                <a:solidFill>
                  <a:schemeClr val="lt1"/>
                </a:solidFill>
                <a:latin typeface="Verizon NHG TX"/>
                <a:ea typeface="Verizon NHG TX"/>
                <a:cs typeface="Verizon NHG TX"/>
                <a:sym typeface="Verizon NHG TX"/>
              </a:defRPr>
            </a:lvl4pPr>
            <a:lvl5pPr indent="0" lvl="4" marL="0" marR="0" algn="r">
              <a:spcBef>
                <a:spcPts val="0"/>
              </a:spcBef>
              <a:buNone/>
              <a:defRPr i="0" u="none" cap="none" strike="noStrike">
                <a:solidFill>
                  <a:schemeClr val="lt1"/>
                </a:solidFill>
                <a:latin typeface="Verizon NHG TX"/>
                <a:ea typeface="Verizon NHG TX"/>
                <a:cs typeface="Verizon NHG TX"/>
                <a:sym typeface="Verizon NHG TX"/>
              </a:defRPr>
            </a:lvl5pPr>
            <a:lvl6pPr indent="0" lvl="5" marL="0" marR="0" algn="r">
              <a:spcBef>
                <a:spcPts val="0"/>
              </a:spcBef>
              <a:buNone/>
              <a:defRPr i="0" u="none" cap="none" strike="noStrike">
                <a:solidFill>
                  <a:schemeClr val="lt1"/>
                </a:solidFill>
                <a:latin typeface="Verizon NHG TX"/>
                <a:ea typeface="Verizon NHG TX"/>
                <a:cs typeface="Verizon NHG TX"/>
                <a:sym typeface="Verizon NHG TX"/>
              </a:defRPr>
            </a:lvl6pPr>
            <a:lvl7pPr indent="0" lvl="6" marL="0" marR="0" algn="r">
              <a:spcBef>
                <a:spcPts val="0"/>
              </a:spcBef>
              <a:buNone/>
              <a:defRPr i="0" u="none" cap="none" strike="noStrike">
                <a:solidFill>
                  <a:schemeClr val="lt1"/>
                </a:solidFill>
                <a:latin typeface="Verizon NHG TX"/>
                <a:ea typeface="Verizon NHG TX"/>
                <a:cs typeface="Verizon NHG TX"/>
                <a:sym typeface="Verizon NHG TX"/>
              </a:defRPr>
            </a:lvl7pPr>
            <a:lvl8pPr indent="0" lvl="7" marL="0" marR="0" algn="r">
              <a:spcBef>
                <a:spcPts val="0"/>
              </a:spcBef>
              <a:buNone/>
              <a:defRPr i="0" u="none" cap="none" strike="noStrike">
                <a:solidFill>
                  <a:schemeClr val="lt1"/>
                </a:solidFill>
                <a:latin typeface="Verizon NHG TX"/>
                <a:ea typeface="Verizon NHG TX"/>
                <a:cs typeface="Verizon NHG TX"/>
                <a:sym typeface="Verizon NHG TX"/>
              </a:defRPr>
            </a:lvl8pPr>
            <a:lvl9pPr indent="0" lvl="8" marL="0" marR="0" algn="r">
              <a:spcBef>
                <a:spcPts val="0"/>
              </a:spcBef>
              <a:buNone/>
              <a:defRPr i="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Three-image - Yellow">
  <p:cSld name="Six-image - Yellow">
    <p:bg>
      <p:bgPr>
        <a:solidFill>
          <a:schemeClr val="lt1"/>
        </a:solidFill>
      </p:bgPr>
    </p:bg>
    <p:spTree>
      <p:nvGrpSpPr>
        <p:cNvPr id="204" name="Shape 204"/>
        <p:cNvGrpSpPr/>
        <p:nvPr/>
      </p:nvGrpSpPr>
      <p:grpSpPr>
        <a:xfrm>
          <a:off x="0" y="0"/>
          <a:ext cx="0" cy="0"/>
          <a:chOff x="0" y="0"/>
          <a:chExt cx="0" cy="0"/>
        </a:xfrm>
      </p:grpSpPr>
      <p:sp>
        <p:nvSpPr>
          <p:cNvPr id="205" name="Google Shape;205;p32"/>
          <p:cNvSpPr/>
          <p:nvPr/>
        </p:nvSpPr>
        <p:spPr>
          <a:xfrm>
            <a:off x="2555081" y="0"/>
            <a:ext cx="65889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06" name="Google Shape;206;p32"/>
          <p:cNvSpPr txBox="1"/>
          <p:nvPr>
            <p:ph idx="1" type="body"/>
          </p:nvPr>
        </p:nvSpPr>
        <p:spPr>
          <a:xfrm>
            <a:off x="4855464" y="2706624"/>
            <a:ext cx="1956900" cy="356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07" name="Google Shape;207;p3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spcBef>
                <a:spcPts val="0"/>
              </a:spcBef>
              <a:buNone/>
              <a:defRPr b="0" i="0" sz="1100">
                <a:solidFill>
                  <a:schemeClr val="dk1"/>
                </a:solidFill>
                <a:latin typeface="Arial"/>
                <a:ea typeface="Arial"/>
                <a:cs typeface="Arial"/>
                <a:sym typeface="Arial"/>
              </a:defRPr>
            </a:lvl1pPr>
            <a:lvl2pPr indent="0" lvl="1" marL="0" marR="0" algn="r">
              <a:spcBef>
                <a:spcPts val="0"/>
              </a:spcBef>
              <a:buNone/>
              <a:defRPr b="0" i="0" sz="1100">
                <a:solidFill>
                  <a:schemeClr val="dk1"/>
                </a:solidFill>
                <a:latin typeface="Arial"/>
                <a:ea typeface="Arial"/>
                <a:cs typeface="Arial"/>
                <a:sym typeface="Arial"/>
              </a:defRPr>
            </a:lvl2pPr>
            <a:lvl3pPr indent="0" lvl="2" marL="0" marR="0" algn="r">
              <a:spcBef>
                <a:spcPts val="0"/>
              </a:spcBef>
              <a:buNone/>
              <a:defRPr b="0" i="0" sz="1100">
                <a:solidFill>
                  <a:schemeClr val="dk1"/>
                </a:solidFill>
                <a:latin typeface="Arial"/>
                <a:ea typeface="Arial"/>
                <a:cs typeface="Arial"/>
                <a:sym typeface="Arial"/>
              </a:defRPr>
            </a:lvl3pPr>
            <a:lvl4pPr indent="0" lvl="3" marL="0" marR="0" algn="r">
              <a:spcBef>
                <a:spcPts val="0"/>
              </a:spcBef>
              <a:buNone/>
              <a:defRPr b="0" i="0" sz="1100">
                <a:solidFill>
                  <a:schemeClr val="dk1"/>
                </a:solidFill>
                <a:latin typeface="Arial"/>
                <a:ea typeface="Arial"/>
                <a:cs typeface="Arial"/>
                <a:sym typeface="Arial"/>
              </a:defRPr>
            </a:lvl4pPr>
            <a:lvl5pPr indent="0" lvl="4" marL="0" marR="0" algn="r">
              <a:spcBef>
                <a:spcPts val="0"/>
              </a:spcBef>
              <a:buNone/>
              <a:defRPr b="0" i="0" sz="1100">
                <a:solidFill>
                  <a:schemeClr val="dk1"/>
                </a:solidFill>
                <a:latin typeface="Arial"/>
                <a:ea typeface="Arial"/>
                <a:cs typeface="Arial"/>
                <a:sym typeface="Arial"/>
              </a:defRPr>
            </a:lvl5pPr>
            <a:lvl6pPr indent="0" lvl="5" marL="0" marR="0" algn="r">
              <a:spcBef>
                <a:spcPts val="0"/>
              </a:spcBef>
              <a:buNone/>
              <a:defRPr b="0" i="0" sz="1100">
                <a:solidFill>
                  <a:schemeClr val="dk1"/>
                </a:solidFill>
                <a:latin typeface="Arial"/>
                <a:ea typeface="Arial"/>
                <a:cs typeface="Arial"/>
                <a:sym typeface="Arial"/>
              </a:defRPr>
            </a:lvl6pPr>
            <a:lvl7pPr indent="0" lvl="6" marL="0" marR="0" algn="r">
              <a:spcBef>
                <a:spcPts val="0"/>
              </a:spcBef>
              <a:buNone/>
              <a:defRPr b="0" i="0" sz="1100">
                <a:solidFill>
                  <a:schemeClr val="dk1"/>
                </a:solidFill>
                <a:latin typeface="Arial"/>
                <a:ea typeface="Arial"/>
                <a:cs typeface="Arial"/>
                <a:sym typeface="Arial"/>
              </a:defRPr>
            </a:lvl7pPr>
            <a:lvl8pPr indent="0" lvl="7" marL="0" marR="0" algn="r">
              <a:spcBef>
                <a:spcPts val="0"/>
              </a:spcBef>
              <a:buNone/>
              <a:defRPr b="0" i="0" sz="1100">
                <a:solidFill>
                  <a:schemeClr val="dk1"/>
                </a:solidFill>
                <a:latin typeface="Arial"/>
                <a:ea typeface="Arial"/>
                <a:cs typeface="Arial"/>
                <a:sym typeface="Arial"/>
              </a:defRPr>
            </a:lvl8pPr>
            <a:lvl9pPr indent="0" lvl="8" marL="0" marR="0" algn="r">
              <a:spcBef>
                <a:spcPts val="0"/>
              </a:spcBef>
              <a:buNone/>
              <a:defRPr b="0" i="0" sz="11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8" name="Google Shape;208;p32"/>
          <p:cNvSpPr txBox="1"/>
          <p:nvPr>
            <p:ph idx="2" type="body"/>
          </p:nvPr>
        </p:nvSpPr>
        <p:spPr>
          <a:xfrm>
            <a:off x="473869" y="1371600"/>
            <a:ext cx="1783200" cy="3200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09" name="Google Shape;209;p32"/>
          <p:cNvSpPr txBox="1"/>
          <p:nvPr>
            <p:ph type="title"/>
          </p:nvPr>
        </p:nvSpPr>
        <p:spPr>
          <a:xfrm>
            <a:off x="473870" y="438912"/>
            <a:ext cx="19551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0" name="Google Shape;210;p32"/>
          <p:cNvSpPr txBox="1"/>
          <p:nvPr>
            <p:ph idx="3" type="body"/>
          </p:nvPr>
        </p:nvSpPr>
        <p:spPr>
          <a:xfrm>
            <a:off x="7050024" y="2157984"/>
            <a:ext cx="1983600" cy="3657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1" name="Google Shape;211;p32"/>
          <p:cNvSpPr txBox="1"/>
          <p:nvPr>
            <p:ph idx="4" type="body"/>
          </p:nvPr>
        </p:nvSpPr>
        <p:spPr>
          <a:xfrm>
            <a:off x="2660904" y="2157984"/>
            <a:ext cx="1983600" cy="3657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2" name="Google Shape;212;p32"/>
          <p:cNvSpPr txBox="1"/>
          <p:nvPr>
            <p:ph idx="5" type="sldNum"/>
          </p:nvPr>
        </p:nvSpPr>
        <p:spPr>
          <a:xfrm>
            <a:off x="8317509" y="4733270"/>
            <a:ext cx="352500" cy="123000"/>
          </a:xfrm>
          <a:prstGeom prst="rect">
            <a:avLst/>
          </a:prstGeom>
          <a:noFill/>
          <a:ln>
            <a:noFill/>
          </a:ln>
        </p:spPr>
        <p:txBody>
          <a:bodyPr anchorCtr="0" anchor="t" bIns="0" lIns="0" spcFirstLastPara="1" rIns="0" wrap="square" tIns="0">
            <a:spAutoFit/>
          </a:bodyPr>
          <a:lstStyle>
            <a:lvl1pPr indent="0" lvl="0" marL="0" marR="0" algn="r">
              <a:spcBef>
                <a:spcPts val="0"/>
              </a:spcBef>
              <a:buNone/>
              <a:defRPr i="0" sz="800" u="none" cap="none" strike="noStrike">
                <a:solidFill>
                  <a:schemeClr val="dk1"/>
                </a:solidFill>
                <a:latin typeface="Verizon NHG TX"/>
                <a:ea typeface="Verizon NHG TX"/>
                <a:cs typeface="Verizon NHG TX"/>
                <a:sym typeface="Verizon NHG TX"/>
              </a:defRPr>
            </a:lvl1pPr>
            <a:lvl2pPr indent="0" lvl="1" marL="0" marR="0" algn="r">
              <a:spcBef>
                <a:spcPts val="0"/>
              </a:spcBef>
              <a:buNone/>
              <a:defRPr i="0" sz="800" u="none" cap="none" strike="noStrike">
                <a:solidFill>
                  <a:schemeClr val="dk1"/>
                </a:solidFill>
                <a:latin typeface="Verizon NHG TX"/>
                <a:ea typeface="Verizon NHG TX"/>
                <a:cs typeface="Verizon NHG TX"/>
                <a:sym typeface="Verizon NHG TX"/>
              </a:defRPr>
            </a:lvl2pPr>
            <a:lvl3pPr indent="0" lvl="2" marL="0" marR="0" algn="r">
              <a:spcBef>
                <a:spcPts val="0"/>
              </a:spcBef>
              <a:buNone/>
              <a:defRPr i="0" sz="800" u="none" cap="none" strike="noStrike">
                <a:solidFill>
                  <a:schemeClr val="dk1"/>
                </a:solidFill>
                <a:latin typeface="Verizon NHG TX"/>
                <a:ea typeface="Verizon NHG TX"/>
                <a:cs typeface="Verizon NHG TX"/>
                <a:sym typeface="Verizon NHG TX"/>
              </a:defRPr>
            </a:lvl3pPr>
            <a:lvl4pPr indent="0" lvl="3" marL="0" marR="0" algn="r">
              <a:spcBef>
                <a:spcPts val="0"/>
              </a:spcBef>
              <a:buNone/>
              <a:defRPr i="0" sz="800" u="none" cap="none" strike="noStrike">
                <a:solidFill>
                  <a:schemeClr val="dk1"/>
                </a:solidFill>
                <a:latin typeface="Verizon NHG TX"/>
                <a:ea typeface="Verizon NHG TX"/>
                <a:cs typeface="Verizon NHG TX"/>
                <a:sym typeface="Verizon NHG TX"/>
              </a:defRPr>
            </a:lvl4pPr>
            <a:lvl5pPr indent="0" lvl="4" marL="0" marR="0" algn="r">
              <a:spcBef>
                <a:spcPts val="0"/>
              </a:spcBef>
              <a:buNone/>
              <a:defRPr i="0" sz="800" u="none" cap="none" strike="noStrike">
                <a:solidFill>
                  <a:schemeClr val="dk1"/>
                </a:solidFill>
                <a:latin typeface="Verizon NHG TX"/>
                <a:ea typeface="Verizon NHG TX"/>
                <a:cs typeface="Verizon NHG TX"/>
                <a:sym typeface="Verizon NHG TX"/>
              </a:defRPr>
            </a:lvl5pPr>
            <a:lvl6pPr indent="0" lvl="5" marL="0" marR="0" algn="r">
              <a:spcBef>
                <a:spcPts val="0"/>
              </a:spcBef>
              <a:buNone/>
              <a:defRPr i="0" sz="800" u="none" cap="none" strike="noStrike">
                <a:solidFill>
                  <a:schemeClr val="dk1"/>
                </a:solidFill>
                <a:latin typeface="Verizon NHG TX"/>
                <a:ea typeface="Verizon NHG TX"/>
                <a:cs typeface="Verizon NHG TX"/>
                <a:sym typeface="Verizon NHG TX"/>
              </a:defRPr>
            </a:lvl6pPr>
            <a:lvl7pPr indent="0" lvl="6" marL="0" marR="0" algn="r">
              <a:spcBef>
                <a:spcPts val="0"/>
              </a:spcBef>
              <a:buNone/>
              <a:defRPr i="0" sz="800" u="none" cap="none" strike="noStrike">
                <a:solidFill>
                  <a:schemeClr val="dk1"/>
                </a:solidFill>
                <a:latin typeface="Verizon NHG TX"/>
                <a:ea typeface="Verizon NHG TX"/>
                <a:cs typeface="Verizon NHG TX"/>
                <a:sym typeface="Verizon NHG TX"/>
              </a:defRPr>
            </a:lvl7pPr>
            <a:lvl8pPr indent="0" lvl="7" marL="0" marR="0" algn="r">
              <a:spcBef>
                <a:spcPts val="0"/>
              </a:spcBef>
              <a:buNone/>
              <a:defRPr i="0" sz="800" u="none" cap="none" strike="noStrike">
                <a:solidFill>
                  <a:schemeClr val="dk1"/>
                </a:solidFill>
                <a:latin typeface="Verizon NHG TX"/>
                <a:ea typeface="Verizon NHG TX"/>
                <a:cs typeface="Verizon NHG TX"/>
                <a:sym typeface="Verizon NHG TX"/>
              </a:defRPr>
            </a:lvl8pPr>
            <a:lvl9pPr indent="0" lvl="8" marL="0" marR="0" algn="r">
              <a:spcBef>
                <a:spcPts val="0"/>
              </a:spcBef>
              <a:buNone/>
              <a:defRPr i="0" sz="8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213" name="Google Shape;213;p32"/>
          <p:cNvSpPr/>
          <p:nvPr>
            <p:ph idx="6" type="pic"/>
          </p:nvPr>
        </p:nvSpPr>
        <p:spPr>
          <a:xfrm>
            <a:off x="2555075" y="2569200"/>
            <a:ext cx="2186700" cy="2577000"/>
          </a:xfrm>
          <a:prstGeom prst="rect">
            <a:avLst/>
          </a:prstGeom>
          <a:noFill/>
          <a:ln>
            <a:noFill/>
          </a:ln>
        </p:spPr>
      </p:sp>
      <p:sp>
        <p:nvSpPr>
          <p:cNvPr id="214" name="Google Shape;214;p32"/>
          <p:cNvSpPr/>
          <p:nvPr>
            <p:ph idx="7" type="pic"/>
          </p:nvPr>
        </p:nvSpPr>
        <p:spPr>
          <a:xfrm>
            <a:off x="6974125" y="2569200"/>
            <a:ext cx="2186700" cy="2577000"/>
          </a:xfrm>
          <a:prstGeom prst="rect">
            <a:avLst/>
          </a:prstGeom>
          <a:noFill/>
          <a:ln>
            <a:noFill/>
          </a:ln>
        </p:spPr>
      </p:sp>
      <p:sp>
        <p:nvSpPr>
          <p:cNvPr id="215" name="Google Shape;215;p32"/>
          <p:cNvSpPr/>
          <p:nvPr>
            <p:ph idx="8" type="pic"/>
          </p:nvPr>
        </p:nvSpPr>
        <p:spPr>
          <a:xfrm>
            <a:off x="4741775" y="0"/>
            <a:ext cx="2232300" cy="25692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4-image with description - White">
  <p:cSld name="4-image w/ description - White">
    <p:bg>
      <p:bgPr>
        <a:solidFill>
          <a:schemeClr val="lt1"/>
        </a:solidFill>
      </p:bgPr>
    </p:bg>
    <p:spTree>
      <p:nvGrpSpPr>
        <p:cNvPr id="216" name="Shape 216"/>
        <p:cNvGrpSpPr/>
        <p:nvPr/>
      </p:nvGrpSpPr>
      <p:grpSpPr>
        <a:xfrm>
          <a:off x="0" y="0"/>
          <a:ext cx="0" cy="0"/>
          <a:chOff x="0" y="0"/>
          <a:chExt cx="0" cy="0"/>
        </a:xfrm>
      </p:grpSpPr>
      <p:sp>
        <p:nvSpPr>
          <p:cNvPr id="217" name="Google Shape;217;p33"/>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18" name="Google Shape;218;p33"/>
          <p:cNvSpPr txBox="1"/>
          <p:nvPr>
            <p:ph idx="1" type="body"/>
          </p:nvPr>
        </p:nvSpPr>
        <p:spPr>
          <a:xfrm>
            <a:off x="464425" y="3291840"/>
            <a:ext cx="1955100" cy="113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9" name="Google Shape;219;p33"/>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20" name="Google Shape;220;p33"/>
          <p:cNvSpPr txBox="1"/>
          <p:nvPr>
            <p:ph idx="2" type="body"/>
          </p:nvPr>
        </p:nvSpPr>
        <p:spPr>
          <a:xfrm>
            <a:off x="2547996" y="3291840"/>
            <a:ext cx="1955100" cy="113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1" name="Google Shape;221;p33"/>
          <p:cNvSpPr txBox="1"/>
          <p:nvPr>
            <p:ph idx="3" type="body"/>
          </p:nvPr>
        </p:nvSpPr>
        <p:spPr>
          <a:xfrm>
            <a:off x="4631567" y="3291840"/>
            <a:ext cx="1955100" cy="113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2" name="Google Shape;222;p33"/>
          <p:cNvSpPr txBox="1"/>
          <p:nvPr>
            <p:ph idx="4" type="body"/>
          </p:nvPr>
        </p:nvSpPr>
        <p:spPr>
          <a:xfrm>
            <a:off x="6715125" y="3291840"/>
            <a:ext cx="1955100" cy="113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3" name="Google Shape;223;p33"/>
          <p:cNvSpPr/>
          <p:nvPr>
            <p:ph idx="5" type="pic"/>
          </p:nvPr>
        </p:nvSpPr>
        <p:spPr>
          <a:xfrm>
            <a:off x="464425" y="1137000"/>
            <a:ext cx="1964700" cy="2097900"/>
          </a:xfrm>
          <a:prstGeom prst="rect">
            <a:avLst/>
          </a:prstGeom>
          <a:noFill/>
          <a:ln>
            <a:noFill/>
          </a:ln>
        </p:spPr>
      </p:sp>
      <p:sp>
        <p:nvSpPr>
          <p:cNvPr id="224" name="Google Shape;224;p33"/>
          <p:cNvSpPr/>
          <p:nvPr>
            <p:ph idx="6" type="pic"/>
          </p:nvPr>
        </p:nvSpPr>
        <p:spPr>
          <a:xfrm>
            <a:off x="2547996" y="1137000"/>
            <a:ext cx="1964700" cy="2097900"/>
          </a:xfrm>
          <a:prstGeom prst="rect">
            <a:avLst/>
          </a:prstGeom>
          <a:noFill/>
          <a:ln>
            <a:noFill/>
          </a:ln>
        </p:spPr>
      </p:sp>
      <p:sp>
        <p:nvSpPr>
          <p:cNvPr id="225" name="Google Shape;225;p33"/>
          <p:cNvSpPr/>
          <p:nvPr>
            <p:ph idx="7" type="pic"/>
          </p:nvPr>
        </p:nvSpPr>
        <p:spPr>
          <a:xfrm>
            <a:off x="4631567" y="1137000"/>
            <a:ext cx="1964700" cy="2097900"/>
          </a:xfrm>
          <a:prstGeom prst="rect">
            <a:avLst/>
          </a:prstGeom>
          <a:noFill/>
          <a:ln>
            <a:noFill/>
          </a:ln>
        </p:spPr>
      </p:sp>
      <p:sp>
        <p:nvSpPr>
          <p:cNvPr id="226" name="Google Shape;226;p33"/>
          <p:cNvSpPr/>
          <p:nvPr>
            <p:ph idx="8" type="pic"/>
          </p:nvPr>
        </p:nvSpPr>
        <p:spPr>
          <a:xfrm>
            <a:off x="6715125" y="1137000"/>
            <a:ext cx="1964700" cy="2097900"/>
          </a:xfrm>
          <a:prstGeom prst="rect">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Basic table slide">
  <p:cSld name="Basic table slide">
    <p:bg>
      <p:bgPr>
        <a:solidFill>
          <a:schemeClr val="lt1"/>
        </a:solidFill>
      </p:bgPr>
    </p:bg>
    <p:spTree>
      <p:nvGrpSpPr>
        <p:cNvPr id="227" name="Shape 227"/>
        <p:cNvGrpSpPr/>
        <p:nvPr/>
      </p:nvGrpSpPr>
      <p:grpSpPr>
        <a:xfrm>
          <a:off x="0" y="0"/>
          <a:ext cx="0" cy="0"/>
          <a:chOff x="0" y="0"/>
          <a:chExt cx="0" cy="0"/>
        </a:xfrm>
      </p:grpSpPr>
      <p:sp>
        <p:nvSpPr>
          <p:cNvPr id="228" name="Google Shape;228;p34"/>
          <p:cNvSpPr txBox="1"/>
          <p:nvPr>
            <p:ph idx="1" type="body"/>
          </p:nvPr>
        </p:nvSpPr>
        <p:spPr>
          <a:xfrm>
            <a:off x="4626770" y="469107"/>
            <a:ext cx="4043400" cy="6048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29" name="Google Shape;229;p34"/>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30" name="Google Shape;230;p34"/>
          <p:cNvSpPr txBox="1"/>
          <p:nvPr>
            <p:ph idx="2" type="body"/>
          </p:nvPr>
        </p:nvSpPr>
        <p:spPr>
          <a:xfrm>
            <a:off x="473869" y="1563960"/>
            <a:ext cx="1955100" cy="2279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31" name="Google Shape;231;p34"/>
          <p:cNvSpPr txBox="1"/>
          <p:nvPr>
            <p:ph type="title"/>
          </p:nvPr>
        </p:nvSpPr>
        <p:spPr>
          <a:xfrm>
            <a:off x="473870" y="438912"/>
            <a:ext cx="40467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32" name="Google Shape;232;p34"/>
          <p:cNvSpPr txBox="1"/>
          <p:nvPr>
            <p:ph idx="3" type="body"/>
          </p:nvPr>
        </p:nvSpPr>
        <p:spPr>
          <a:xfrm>
            <a:off x="2571750" y="1563960"/>
            <a:ext cx="1955100" cy="2279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SzPts val="1400"/>
              <a:buNone/>
              <a:defRPr sz="14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33" name="Google Shape;233;p34"/>
          <p:cNvSpPr txBox="1"/>
          <p:nvPr>
            <p:ph idx="4" type="body"/>
          </p:nvPr>
        </p:nvSpPr>
        <p:spPr>
          <a:xfrm>
            <a:off x="4629150" y="1563960"/>
            <a:ext cx="1955100" cy="2279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34" name="Google Shape;234;p34"/>
          <p:cNvSpPr txBox="1"/>
          <p:nvPr>
            <p:ph idx="5" type="body"/>
          </p:nvPr>
        </p:nvSpPr>
        <p:spPr>
          <a:xfrm>
            <a:off x="6715125" y="1563960"/>
            <a:ext cx="1955100" cy="2279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SzPts val="1400"/>
              <a:buNone/>
              <a:defRPr sz="14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Left content slide">
  <p:cSld name="Left content slide">
    <p:bg>
      <p:bgPr>
        <a:solidFill>
          <a:schemeClr val="lt1"/>
        </a:solidFill>
      </p:bgPr>
    </p:bg>
    <p:spTree>
      <p:nvGrpSpPr>
        <p:cNvPr id="235" name="Shape 235"/>
        <p:cNvGrpSpPr/>
        <p:nvPr/>
      </p:nvGrpSpPr>
      <p:grpSpPr>
        <a:xfrm>
          <a:off x="0" y="0"/>
          <a:ext cx="0" cy="0"/>
          <a:chOff x="0" y="0"/>
          <a:chExt cx="0" cy="0"/>
        </a:xfrm>
      </p:grpSpPr>
      <p:sp>
        <p:nvSpPr>
          <p:cNvPr id="236" name="Google Shape;236;p35"/>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37" name="Google Shape;237;p35"/>
          <p:cNvSpPr txBox="1"/>
          <p:nvPr>
            <p:ph idx="1" type="body"/>
          </p:nvPr>
        </p:nvSpPr>
        <p:spPr>
          <a:xfrm>
            <a:off x="473870" y="1371600"/>
            <a:ext cx="1355100" cy="3083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38" name="Google Shape;238;p35"/>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_Title + Content with Description">
  <p:cSld name="Title + Content with Description">
    <p:bg>
      <p:bgPr>
        <a:solidFill>
          <a:schemeClr val="lt1"/>
        </a:solidFill>
      </p:bgPr>
    </p:bg>
    <p:spTree>
      <p:nvGrpSpPr>
        <p:cNvPr id="239" name="Shape 239"/>
        <p:cNvGrpSpPr/>
        <p:nvPr/>
      </p:nvGrpSpPr>
      <p:grpSpPr>
        <a:xfrm>
          <a:off x="0" y="0"/>
          <a:ext cx="0" cy="0"/>
          <a:chOff x="0" y="0"/>
          <a:chExt cx="0" cy="0"/>
        </a:xfrm>
      </p:grpSpPr>
      <p:sp>
        <p:nvSpPr>
          <p:cNvPr id="240" name="Google Shape;240;p36"/>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41" name="Google Shape;241;p36"/>
          <p:cNvSpPr txBox="1"/>
          <p:nvPr>
            <p:ph idx="1" type="body"/>
          </p:nvPr>
        </p:nvSpPr>
        <p:spPr>
          <a:xfrm>
            <a:off x="473868" y="1371600"/>
            <a:ext cx="5486400" cy="3446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80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2" name="Google Shape;242;p36"/>
          <p:cNvSpPr txBox="1"/>
          <p:nvPr>
            <p:ph idx="2" type="body"/>
          </p:nvPr>
        </p:nvSpPr>
        <p:spPr>
          <a:xfrm>
            <a:off x="4626770" y="469107"/>
            <a:ext cx="4043400" cy="6048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3" name="Google Shape;243;p36"/>
          <p:cNvSpPr txBox="1"/>
          <p:nvPr>
            <p:ph type="title"/>
          </p:nvPr>
        </p:nvSpPr>
        <p:spPr>
          <a:xfrm>
            <a:off x="473870" y="438912"/>
            <a:ext cx="40467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_Title, Content, Chart">
  <p:cSld name="Title, Content, Chart">
    <p:bg>
      <p:bgPr>
        <a:solidFill>
          <a:schemeClr val="lt1"/>
        </a:solidFill>
      </p:bgPr>
    </p:bg>
    <p:spTree>
      <p:nvGrpSpPr>
        <p:cNvPr id="244" name="Shape 244"/>
        <p:cNvGrpSpPr/>
        <p:nvPr/>
      </p:nvGrpSpPr>
      <p:grpSpPr>
        <a:xfrm>
          <a:off x="0" y="0"/>
          <a:ext cx="0" cy="0"/>
          <a:chOff x="0" y="0"/>
          <a:chExt cx="0" cy="0"/>
        </a:xfrm>
      </p:grpSpPr>
      <p:sp>
        <p:nvSpPr>
          <p:cNvPr id="245" name="Google Shape;245;p37"/>
          <p:cNvSpPr txBox="1"/>
          <p:nvPr>
            <p:ph idx="1" type="body"/>
          </p:nvPr>
        </p:nvSpPr>
        <p:spPr>
          <a:xfrm>
            <a:off x="473869" y="4161138"/>
            <a:ext cx="2817000" cy="4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600"/>
              <a:buNone/>
              <a:defRPr sz="600"/>
            </a:lvl2pPr>
            <a:lvl3pPr indent="-228600" lvl="2" marL="1371600" algn="l">
              <a:lnSpc>
                <a:spcPct val="100000"/>
              </a:lnSpc>
              <a:spcBef>
                <a:spcPts val="400"/>
              </a:spcBef>
              <a:spcAft>
                <a:spcPts val="0"/>
              </a:spcAft>
              <a:buSzPts val="600"/>
              <a:buNone/>
              <a:defRPr sz="600"/>
            </a:lvl3pPr>
            <a:lvl4pPr indent="-228600" lvl="3" marL="1828800" algn="l">
              <a:lnSpc>
                <a:spcPct val="100000"/>
              </a:lnSpc>
              <a:spcBef>
                <a:spcPts val="400"/>
              </a:spcBef>
              <a:spcAft>
                <a:spcPts val="0"/>
              </a:spcAft>
              <a:buSzPts val="600"/>
              <a:buNone/>
              <a:defRPr sz="600"/>
            </a:lvl4pPr>
            <a:lvl5pPr indent="-228600" lvl="4" marL="2286000" algn="l">
              <a:lnSpc>
                <a:spcPct val="100000"/>
              </a:lnSpc>
              <a:spcBef>
                <a:spcPts val="400"/>
              </a:spcBef>
              <a:spcAft>
                <a:spcPts val="0"/>
              </a:spcAft>
              <a:buSzPts val="600"/>
              <a:buNone/>
              <a:defRPr sz="600"/>
            </a:lvl5pPr>
            <a:lvl6pPr indent="-266700" lvl="5" marL="2743200" algn="l">
              <a:lnSpc>
                <a:spcPct val="90000"/>
              </a:lnSpc>
              <a:spcBef>
                <a:spcPts val="400"/>
              </a:spcBef>
              <a:spcAft>
                <a:spcPts val="0"/>
              </a:spcAft>
              <a:buSzPts val="600"/>
              <a:buChar char="•"/>
              <a:defRPr sz="600"/>
            </a:lvl6pPr>
            <a:lvl7pPr indent="-266700" lvl="6" marL="3200400" algn="l">
              <a:lnSpc>
                <a:spcPct val="90000"/>
              </a:lnSpc>
              <a:spcBef>
                <a:spcPts val="400"/>
              </a:spcBef>
              <a:spcAft>
                <a:spcPts val="0"/>
              </a:spcAft>
              <a:buSzPts val="600"/>
              <a:buChar char="•"/>
              <a:defRPr sz="600"/>
            </a:lvl7pPr>
            <a:lvl8pPr indent="-266700" lvl="7" marL="3657600" algn="l">
              <a:lnSpc>
                <a:spcPct val="90000"/>
              </a:lnSpc>
              <a:spcBef>
                <a:spcPts val="400"/>
              </a:spcBef>
              <a:spcAft>
                <a:spcPts val="0"/>
              </a:spcAft>
              <a:buSzPts val="600"/>
              <a:buChar char="•"/>
              <a:defRPr sz="600"/>
            </a:lvl8pPr>
            <a:lvl9pPr indent="-266700" lvl="8" marL="4114800" algn="l">
              <a:lnSpc>
                <a:spcPct val="90000"/>
              </a:lnSpc>
              <a:spcBef>
                <a:spcPts val="400"/>
              </a:spcBef>
              <a:spcAft>
                <a:spcPts val="0"/>
              </a:spcAft>
              <a:buSzPts val="600"/>
              <a:buChar char="•"/>
              <a:defRPr sz="600"/>
            </a:lvl9pPr>
          </a:lstStyle>
          <a:p/>
        </p:txBody>
      </p:sp>
      <p:cxnSp>
        <p:nvCxnSpPr>
          <p:cNvPr id="246" name="Google Shape;246;p37"/>
          <p:cNvCxnSpPr/>
          <p:nvPr/>
        </p:nvCxnSpPr>
        <p:spPr>
          <a:xfrm>
            <a:off x="471488" y="4074512"/>
            <a:ext cx="1705200" cy="0"/>
          </a:xfrm>
          <a:prstGeom prst="straightConnector1">
            <a:avLst/>
          </a:prstGeom>
          <a:noFill/>
          <a:ln cap="flat" cmpd="sng" w="9525">
            <a:solidFill>
              <a:schemeClr val="dk1"/>
            </a:solidFill>
            <a:prstDash val="solid"/>
            <a:miter lim="800000"/>
            <a:headEnd len="sm" w="sm" type="none"/>
            <a:tailEnd len="sm" w="sm" type="none"/>
          </a:ln>
        </p:spPr>
      </p:cxnSp>
      <p:sp>
        <p:nvSpPr>
          <p:cNvPr id="247" name="Google Shape;247;p37"/>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48" name="Google Shape;248;p37"/>
          <p:cNvSpPr txBox="1"/>
          <p:nvPr>
            <p:ph idx="2" type="body"/>
          </p:nvPr>
        </p:nvSpPr>
        <p:spPr>
          <a:xfrm>
            <a:off x="475488" y="1371600"/>
            <a:ext cx="2816400" cy="275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9" name="Google Shape;249;p37"/>
          <p:cNvSpPr txBox="1"/>
          <p:nvPr>
            <p:ph type="title"/>
          </p:nvPr>
        </p:nvSpPr>
        <p:spPr>
          <a:xfrm>
            <a:off x="473870" y="438912"/>
            <a:ext cx="40467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_Numbers graphic slide">
  <p:cSld name="Numbers graphic slide">
    <p:spTree>
      <p:nvGrpSpPr>
        <p:cNvPr id="250" name="Shape 250"/>
        <p:cNvGrpSpPr/>
        <p:nvPr/>
      </p:nvGrpSpPr>
      <p:grpSpPr>
        <a:xfrm>
          <a:off x="0" y="0"/>
          <a:ext cx="0" cy="0"/>
          <a:chOff x="0" y="0"/>
          <a:chExt cx="0" cy="0"/>
        </a:xfrm>
      </p:grpSpPr>
      <p:sp>
        <p:nvSpPr>
          <p:cNvPr id="251" name="Google Shape;251;p38"/>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52" name="Google Shape;252;p38"/>
          <p:cNvSpPr txBox="1"/>
          <p:nvPr>
            <p:ph idx="1" type="body"/>
          </p:nvPr>
        </p:nvSpPr>
        <p:spPr>
          <a:xfrm>
            <a:off x="473870" y="1112744"/>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253" name="Google Shape;253;p38"/>
          <p:cNvSpPr txBox="1"/>
          <p:nvPr>
            <p:ph idx="2" type="body"/>
          </p:nvPr>
        </p:nvSpPr>
        <p:spPr>
          <a:xfrm>
            <a:off x="473869" y="2213966"/>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54" name="Google Shape;254;p38"/>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5" name="Google Shape;255;p38"/>
          <p:cNvSpPr txBox="1"/>
          <p:nvPr>
            <p:ph idx="3" type="body"/>
          </p:nvPr>
        </p:nvSpPr>
        <p:spPr>
          <a:xfrm>
            <a:off x="3257550" y="1112744"/>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256" name="Google Shape;256;p38"/>
          <p:cNvSpPr txBox="1"/>
          <p:nvPr>
            <p:ph idx="4" type="body"/>
          </p:nvPr>
        </p:nvSpPr>
        <p:spPr>
          <a:xfrm>
            <a:off x="3257549" y="2213966"/>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57" name="Google Shape;257;p38"/>
          <p:cNvSpPr txBox="1"/>
          <p:nvPr>
            <p:ph idx="5" type="body"/>
          </p:nvPr>
        </p:nvSpPr>
        <p:spPr>
          <a:xfrm>
            <a:off x="6013107" y="1112744"/>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258" name="Google Shape;258;p38"/>
          <p:cNvSpPr txBox="1"/>
          <p:nvPr>
            <p:ph idx="6" type="body"/>
          </p:nvPr>
        </p:nvSpPr>
        <p:spPr>
          <a:xfrm>
            <a:off x="6013106" y="2213966"/>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59" name="Google Shape;259;p38"/>
          <p:cNvSpPr txBox="1"/>
          <p:nvPr>
            <p:ph idx="7" type="body"/>
          </p:nvPr>
        </p:nvSpPr>
        <p:spPr>
          <a:xfrm>
            <a:off x="473870"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260" name="Google Shape;260;p38"/>
          <p:cNvSpPr txBox="1"/>
          <p:nvPr>
            <p:ph idx="8" type="body"/>
          </p:nvPr>
        </p:nvSpPr>
        <p:spPr>
          <a:xfrm>
            <a:off x="473869" y="3958722"/>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61" name="Google Shape;261;p38"/>
          <p:cNvSpPr txBox="1"/>
          <p:nvPr>
            <p:ph idx="9" type="body"/>
          </p:nvPr>
        </p:nvSpPr>
        <p:spPr>
          <a:xfrm>
            <a:off x="3257550"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262" name="Google Shape;262;p38"/>
          <p:cNvSpPr txBox="1"/>
          <p:nvPr>
            <p:ph idx="13" type="body"/>
          </p:nvPr>
        </p:nvSpPr>
        <p:spPr>
          <a:xfrm>
            <a:off x="3257549" y="3958722"/>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63" name="Google Shape;263;p38"/>
          <p:cNvSpPr txBox="1"/>
          <p:nvPr>
            <p:ph idx="14" type="body"/>
          </p:nvPr>
        </p:nvSpPr>
        <p:spPr>
          <a:xfrm>
            <a:off x="6013107"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264" name="Google Shape;264;p38"/>
          <p:cNvSpPr txBox="1"/>
          <p:nvPr>
            <p:ph idx="15" type="body"/>
          </p:nvPr>
        </p:nvSpPr>
        <p:spPr>
          <a:xfrm>
            <a:off x="6013106" y="3958722"/>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7_Ender 1 - Stone">
  <p:cSld name="Ender 1 - White">
    <p:bg>
      <p:bgPr>
        <a:solidFill>
          <a:schemeClr val="lt1"/>
        </a:solidFill>
      </p:bgPr>
    </p:bg>
    <p:spTree>
      <p:nvGrpSpPr>
        <p:cNvPr id="265" name="Shape 265"/>
        <p:cNvGrpSpPr/>
        <p:nvPr/>
      </p:nvGrpSpPr>
      <p:grpSpPr>
        <a:xfrm>
          <a:off x="0" y="0"/>
          <a:ext cx="0" cy="0"/>
          <a:chOff x="0" y="0"/>
          <a:chExt cx="0" cy="0"/>
        </a:xfrm>
      </p:grpSpPr>
      <p:sp>
        <p:nvSpPr>
          <p:cNvPr id="266" name="Google Shape;266;p39"/>
          <p:cNvSpPr/>
          <p:nvPr/>
        </p:nvSpPr>
        <p:spPr>
          <a:xfrm>
            <a:off x="217609" y="4711944"/>
            <a:ext cx="6185400" cy="22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267" name="Google Shape;267;p39"/>
          <p:cNvPicPr preferRelativeResize="0"/>
          <p:nvPr/>
        </p:nvPicPr>
        <p:blipFill>
          <a:blip r:embed="rId2">
            <a:alphaModFix/>
          </a:blip>
          <a:stretch>
            <a:fillRect/>
          </a:stretch>
        </p:blipFill>
        <p:spPr>
          <a:xfrm>
            <a:off x="475488" y="2852928"/>
            <a:ext cx="8193024" cy="1838559"/>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8_Ender 1 - Black">
  <p:cSld name="Ender 1 - Black">
    <p:bg>
      <p:bgPr>
        <a:solidFill>
          <a:srgbClr val="000000"/>
        </a:solidFill>
      </p:bgPr>
    </p:bg>
    <p:spTree>
      <p:nvGrpSpPr>
        <p:cNvPr id="268" name="Shape 268"/>
        <p:cNvGrpSpPr/>
        <p:nvPr/>
      </p:nvGrpSpPr>
      <p:grpSpPr>
        <a:xfrm>
          <a:off x="0" y="0"/>
          <a:ext cx="0" cy="0"/>
          <a:chOff x="0" y="0"/>
          <a:chExt cx="0" cy="0"/>
        </a:xfrm>
      </p:grpSpPr>
      <p:sp>
        <p:nvSpPr>
          <p:cNvPr id="269" name="Google Shape;269;p40"/>
          <p:cNvSpPr/>
          <p:nvPr/>
        </p:nvSpPr>
        <p:spPr>
          <a:xfrm>
            <a:off x="217609" y="4741252"/>
            <a:ext cx="6185400" cy="2241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70" name="Google Shape;270;p40"/>
          <p:cNvSpPr/>
          <p:nvPr/>
        </p:nvSpPr>
        <p:spPr>
          <a:xfrm>
            <a:off x="178044" y="4668716"/>
            <a:ext cx="8241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271" name="Google Shape;271;p40"/>
          <p:cNvPicPr preferRelativeResize="0"/>
          <p:nvPr/>
        </p:nvPicPr>
        <p:blipFill>
          <a:blip r:embed="rId2">
            <a:alphaModFix/>
          </a:blip>
          <a:stretch>
            <a:fillRect/>
          </a:stretch>
        </p:blipFill>
        <p:spPr>
          <a:xfrm>
            <a:off x="475488" y="2852928"/>
            <a:ext cx="8193024" cy="1838559"/>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_Ender 2 - Stone">
  <p:cSld name="Ender 2 - White">
    <p:bg>
      <p:bgPr>
        <a:solidFill>
          <a:schemeClr val="lt1"/>
        </a:solidFill>
      </p:bgPr>
    </p:bg>
    <p:spTree>
      <p:nvGrpSpPr>
        <p:cNvPr id="272" name="Shape 272"/>
        <p:cNvGrpSpPr/>
        <p:nvPr/>
      </p:nvGrpSpPr>
      <p:grpSpPr>
        <a:xfrm>
          <a:off x="0" y="0"/>
          <a:ext cx="0" cy="0"/>
          <a:chOff x="0" y="0"/>
          <a:chExt cx="0" cy="0"/>
        </a:xfrm>
      </p:grpSpPr>
      <p:sp>
        <p:nvSpPr>
          <p:cNvPr id="273" name="Google Shape;273;p41"/>
          <p:cNvSpPr/>
          <p:nvPr/>
        </p:nvSpPr>
        <p:spPr>
          <a:xfrm>
            <a:off x="217600" y="4591324"/>
            <a:ext cx="6185400" cy="37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274" name="Google Shape;274;p41"/>
          <p:cNvPicPr preferRelativeResize="0"/>
          <p:nvPr/>
        </p:nvPicPr>
        <p:blipFill>
          <a:blip r:embed="rId2">
            <a:alphaModFix/>
          </a:blip>
          <a:stretch>
            <a:fillRect/>
          </a:stretch>
        </p:blipFill>
        <p:spPr>
          <a:xfrm>
            <a:off x="3044952" y="1143000"/>
            <a:ext cx="3063239" cy="2859024"/>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_Ender 2 - Black">
  <p:cSld name="Ender 2 - Black">
    <p:bg>
      <p:bgPr>
        <a:solidFill>
          <a:srgbClr val="000000"/>
        </a:solidFill>
      </p:bgPr>
    </p:bg>
    <p:spTree>
      <p:nvGrpSpPr>
        <p:cNvPr id="275" name="Shape 275"/>
        <p:cNvGrpSpPr/>
        <p:nvPr/>
      </p:nvGrpSpPr>
      <p:grpSpPr>
        <a:xfrm>
          <a:off x="0" y="0"/>
          <a:ext cx="0" cy="0"/>
          <a:chOff x="0" y="0"/>
          <a:chExt cx="0" cy="0"/>
        </a:xfrm>
      </p:grpSpPr>
      <p:sp>
        <p:nvSpPr>
          <p:cNvPr id="276" name="Google Shape;276;p42"/>
          <p:cNvSpPr/>
          <p:nvPr/>
        </p:nvSpPr>
        <p:spPr>
          <a:xfrm>
            <a:off x="178044" y="4668716"/>
            <a:ext cx="9876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277" name="Google Shape;277;p42"/>
          <p:cNvPicPr preferRelativeResize="0"/>
          <p:nvPr/>
        </p:nvPicPr>
        <p:blipFill>
          <a:blip r:embed="rId2">
            <a:alphaModFix/>
          </a:blip>
          <a:stretch>
            <a:fillRect/>
          </a:stretch>
        </p:blipFill>
        <p:spPr>
          <a:xfrm>
            <a:off x="3044952" y="1143000"/>
            <a:ext cx="3063239" cy="2859024"/>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_Safe Harbor statement">
  <p:cSld name="Safe Harbor statement_1">
    <p:spTree>
      <p:nvGrpSpPr>
        <p:cNvPr id="278" name="Shape 278"/>
        <p:cNvGrpSpPr/>
        <p:nvPr/>
      </p:nvGrpSpPr>
      <p:grpSpPr>
        <a:xfrm>
          <a:off x="0" y="0"/>
          <a:ext cx="0" cy="0"/>
          <a:chOff x="0" y="0"/>
          <a:chExt cx="0" cy="0"/>
        </a:xfrm>
      </p:grpSpPr>
      <p:sp>
        <p:nvSpPr>
          <p:cNvPr id="279" name="Google Shape;279;p43"/>
          <p:cNvSpPr txBox="1"/>
          <p:nvPr>
            <p:ph type="title"/>
          </p:nvPr>
        </p:nvSpPr>
        <p:spPr>
          <a:xfrm>
            <a:off x="473864" y="438912"/>
            <a:ext cx="4656300" cy="399900"/>
          </a:xfrm>
          <a:prstGeom prst="rect">
            <a:avLst/>
          </a:prstGeom>
        </p:spPr>
        <p:txBody>
          <a:bodyPr anchorCtr="0" anchor="t" bIns="0" lIns="0" spcFirstLastPara="1" rIns="0" wrap="square" tIns="0">
            <a:noAutofit/>
          </a:bodyPr>
          <a:lstStyle>
            <a:lvl1pPr lvl="0">
              <a:spcBef>
                <a:spcPts val="0"/>
              </a:spcBef>
              <a:spcAft>
                <a:spcPts val="0"/>
              </a:spcAft>
              <a:buSzPts val="2100"/>
              <a:buNone/>
              <a:defRPr/>
            </a:lvl1pPr>
            <a:lvl2pPr lvl="1">
              <a:spcBef>
                <a:spcPts val="0"/>
              </a:spcBef>
              <a:spcAft>
                <a:spcPts val="0"/>
              </a:spcAft>
              <a:buClr>
                <a:schemeClr val="dk2"/>
              </a:buClr>
              <a:buSzPts val="1100"/>
              <a:buNone/>
              <a:defRPr>
                <a:solidFill>
                  <a:schemeClr val="dk2"/>
                </a:solidFill>
              </a:defRPr>
            </a:lvl2pPr>
            <a:lvl3pPr lvl="2">
              <a:spcBef>
                <a:spcPts val="0"/>
              </a:spcBef>
              <a:spcAft>
                <a:spcPts val="0"/>
              </a:spcAft>
              <a:buClr>
                <a:schemeClr val="dk2"/>
              </a:buClr>
              <a:buSzPts val="1100"/>
              <a:buNone/>
              <a:defRPr>
                <a:solidFill>
                  <a:schemeClr val="dk2"/>
                </a:solidFill>
              </a:defRPr>
            </a:lvl3pPr>
            <a:lvl4pPr lvl="3">
              <a:spcBef>
                <a:spcPts val="0"/>
              </a:spcBef>
              <a:spcAft>
                <a:spcPts val="0"/>
              </a:spcAft>
              <a:buClr>
                <a:schemeClr val="dk2"/>
              </a:buClr>
              <a:buSzPts val="1100"/>
              <a:buNone/>
              <a:defRPr>
                <a:solidFill>
                  <a:schemeClr val="dk2"/>
                </a:solidFill>
              </a:defRPr>
            </a:lvl4pPr>
            <a:lvl5pPr lvl="4">
              <a:spcBef>
                <a:spcPts val="0"/>
              </a:spcBef>
              <a:spcAft>
                <a:spcPts val="0"/>
              </a:spcAft>
              <a:buClr>
                <a:schemeClr val="dk2"/>
              </a:buClr>
              <a:buSzPts val="1100"/>
              <a:buNone/>
              <a:defRPr>
                <a:solidFill>
                  <a:schemeClr val="dk2"/>
                </a:solidFill>
              </a:defRPr>
            </a:lvl5pPr>
            <a:lvl6pPr lvl="5">
              <a:spcBef>
                <a:spcPts val="0"/>
              </a:spcBef>
              <a:spcAft>
                <a:spcPts val="0"/>
              </a:spcAft>
              <a:buClr>
                <a:schemeClr val="dk2"/>
              </a:buClr>
              <a:buSzPts val="1100"/>
              <a:buNone/>
              <a:defRPr>
                <a:solidFill>
                  <a:schemeClr val="dk2"/>
                </a:solidFill>
              </a:defRPr>
            </a:lvl6pPr>
            <a:lvl7pPr lvl="6">
              <a:spcBef>
                <a:spcPts val="0"/>
              </a:spcBef>
              <a:spcAft>
                <a:spcPts val="0"/>
              </a:spcAft>
              <a:buClr>
                <a:schemeClr val="dk2"/>
              </a:buClr>
              <a:buSzPts val="1100"/>
              <a:buNone/>
              <a:defRPr>
                <a:solidFill>
                  <a:schemeClr val="dk2"/>
                </a:solidFill>
              </a:defRPr>
            </a:lvl7pPr>
            <a:lvl8pPr lvl="7">
              <a:spcBef>
                <a:spcPts val="0"/>
              </a:spcBef>
              <a:spcAft>
                <a:spcPts val="0"/>
              </a:spcAft>
              <a:buClr>
                <a:schemeClr val="dk2"/>
              </a:buClr>
              <a:buSzPts val="1100"/>
              <a:buNone/>
              <a:defRPr>
                <a:solidFill>
                  <a:schemeClr val="dk2"/>
                </a:solidFill>
              </a:defRPr>
            </a:lvl8pPr>
            <a:lvl9pPr lvl="8">
              <a:spcBef>
                <a:spcPts val="0"/>
              </a:spcBef>
              <a:spcAft>
                <a:spcPts val="0"/>
              </a:spcAft>
              <a:buClr>
                <a:schemeClr val="dk2"/>
              </a:buClr>
              <a:buSzPts val="1100"/>
              <a:buNone/>
              <a:defRPr>
                <a:solidFill>
                  <a:schemeClr val="dk2"/>
                </a:solidFill>
              </a:defRPr>
            </a:lvl9pPr>
          </a:lstStyle>
          <a:p/>
        </p:txBody>
      </p:sp>
      <p:sp>
        <p:nvSpPr>
          <p:cNvPr id="280" name="Google Shape;280;p43"/>
          <p:cNvSpPr/>
          <p:nvPr/>
        </p:nvSpPr>
        <p:spPr>
          <a:xfrm>
            <a:off x="473869" y="4267200"/>
            <a:ext cx="8196300" cy="3966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1" name="Google Shape;281;p43"/>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82" name="Google Shape;282;p43"/>
          <p:cNvSpPr txBox="1"/>
          <p:nvPr>
            <p:ph idx="1" type="body"/>
          </p:nvPr>
        </p:nvSpPr>
        <p:spPr>
          <a:xfrm>
            <a:off x="473869" y="1188244"/>
            <a:ext cx="8196300" cy="3012300"/>
          </a:xfrm>
          <a:prstGeom prst="rect">
            <a:avLst/>
          </a:prstGeom>
          <a:noFill/>
          <a:ln>
            <a:noFill/>
          </a:ln>
        </p:spPr>
        <p:txBody>
          <a:bodyPr anchorCtr="0" anchor="t" bIns="0" lIns="0" spcFirstLastPara="1" rIns="0" wrap="square" tIns="0">
            <a:noAutofit/>
          </a:bodyPr>
          <a:lstStyle>
            <a:lvl1pPr indent="-228600" lvl="0" marL="457200" rtl="0" algn="l">
              <a:lnSpc>
                <a:spcPct val="140000"/>
              </a:lnSpc>
              <a:spcBef>
                <a:spcPts val="0"/>
              </a:spcBef>
              <a:spcAft>
                <a:spcPts val="0"/>
              </a:spcAft>
              <a:buClr>
                <a:schemeClr val="dk1"/>
              </a:buClr>
              <a:buSzPts val="800"/>
              <a:buNone/>
              <a:defRPr b="0" sz="800"/>
            </a:lvl1pPr>
            <a:lvl2pPr indent="-228600" lvl="1" marL="914400" rtl="0" algn="l">
              <a:lnSpc>
                <a:spcPct val="100000"/>
              </a:lnSpc>
              <a:spcBef>
                <a:spcPts val="400"/>
              </a:spcBef>
              <a:spcAft>
                <a:spcPts val="0"/>
              </a:spcAft>
              <a:buClr>
                <a:schemeClr val="dk1"/>
              </a:buClr>
              <a:buSzPts val="1400"/>
              <a:buNone/>
              <a:defRPr/>
            </a:lvl2pPr>
            <a:lvl3pPr indent="-317500" lvl="2" marL="1371600" rtl="0" algn="l">
              <a:lnSpc>
                <a:spcPct val="100000"/>
              </a:lnSpc>
              <a:spcBef>
                <a:spcPts val="400"/>
              </a:spcBef>
              <a:spcAft>
                <a:spcPts val="0"/>
              </a:spcAft>
              <a:buClr>
                <a:schemeClr val="dk1"/>
              </a:buClr>
              <a:buSzPts val="1400"/>
              <a:buChar char="•"/>
              <a:defRPr/>
            </a:lvl3pPr>
            <a:lvl4pPr indent="-317500" lvl="3" marL="1828800" rtl="0" algn="l">
              <a:lnSpc>
                <a:spcPct val="100000"/>
              </a:lnSpc>
              <a:spcBef>
                <a:spcPts val="400"/>
              </a:spcBef>
              <a:spcAft>
                <a:spcPts val="0"/>
              </a:spcAft>
              <a:buClr>
                <a:schemeClr val="dk1"/>
              </a:buClr>
              <a:buSzPts val="1400"/>
              <a:buChar char="-"/>
              <a:defRPr/>
            </a:lvl4pPr>
            <a:lvl5pPr indent="-317500" lvl="4" marL="2286000" rtl="0" algn="l">
              <a:lnSpc>
                <a:spcPct val="10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283" name="Google Shape;283;p43"/>
          <p:cNvSpPr txBox="1"/>
          <p:nvPr>
            <p:ph idx="2" type="body"/>
          </p:nvPr>
        </p:nvSpPr>
        <p:spPr>
          <a:xfrm>
            <a:off x="473869" y="4343401"/>
            <a:ext cx="8196300" cy="320100"/>
          </a:xfrm>
          <a:prstGeom prst="rect">
            <a:avLst/>
          </a:prstGeom>
          <a:noFill/>
          <a:ln>
            <a:noFill/>
          </a:ln>
        </p:spPr>
        <p:txBody>
          <a:bodyPr anchorCtr="0" anchor="t" bIns="0" lIns="0" spcFirstLastPara="1" rIns="0" wrap="square" tIns="0">
            <a:noAutofit/>
          </a:bodyPr>
          <a:lstStyle>
            <a:lvl1pPr indent="-228600" lvl="0" marL="457200" rtl="0" algn="ctr">
              <a:lnSpc>
                <a:spcPct val="116666"/>
              </a:lnSpc>
              <a:spcBef>
                <a:spcPts val="0"/>
              </a:spcBef>
              <a:spcAft>
                <a:spcPts val="0"/>
              </a:spcAft>
              <a:buClr>
                <a:schemeClr val="dk1"/>
              </a:buClr>
              <a:buSzPts val="900"/>
              <a:buNone/>
              <a:defRPr b="0" sz="900"/>
            </a:lvl1pPr>
            <a:lvl2pPr indent="-228600" lvl="1" marL="914400" rtl="0" algn="l">
              <a:lnSpc>
                <a:spcPct val="100000"/>
              </a:lnSpc>
              <a:spcBef>
                <a:spcPts val="400"/>
              </a:spcBef>
              <a:spcAft>
                <a:spcPts val="0"/>
              </a:spcAft>
              <a:buClr>
                <a:schemeClr val="dk1"/>
              </a:buClr>
              <a:buSzPts val="1400"/>
              <a:buNone/>
              <a:defRPr/>
            </a:lvl2pPr>
            <a:lvl3pPr indent="-317500" lvl="2" marL="1371600" rtl="0" algn="l">
              <a:lnSpc>
                <a:spcPct val="100000"/>
              </a:lnSpc>
              <a:spcBef>
                <a:spcPts val="400"/>
              </a:spcBef>
              <a:spcAft>
                <a:spcPts val="0"/>
              </a:spcAft>
              <a:buClr>
                <a:schemeClr val="dk1"/>
              </a:buClr>
              <a:buSzPts val="1400"/>
              <a:buChar char="•"/>
              <a:defRPr/>
            </a:lvl3pPr>
            <a:lvl4pPr indent="-317500" lvl="3" marL="1828800" rtl="0" algn="l">
              <a:lnSpc>
                <a:spcPct val="100000"/>
              </a:lnSpc>
              <a:spcBef>
                <a:spcPts val="400"/>
              </a:spcBef>
              <a:spcAft>
                <a:spcPts val="0"/>
              </a:spcAft>
              <a:buClr>
                <a:schemeClr val="dk1"/>
              </a:buClr>
              <a:buSzPts val="1400"/>
              <a:buChar char="-"/>
              <a:defRPr/>
            </a:lvl4pPr>
            <a:lvl5pPr indent="-317500" lvl="4" marL="2286000" rtl="0" algn="l">
              <a:lnSpc>
                <a:spcPct val="10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8_Slide_Info Slide">
  <p:cSld name="Info Slide">
    <p:spTree>
      <p:nvGrpSpPr>
        <p:cNvPr id="290" name="Shape 290"/>
        <p:cNvGrpSpPr/>
        <p:nvPr/>
      </p:nvGrpSpPr>
      <p:grpSpPr>
        <a:xfrm>
          <a:off x="0" y="0"/>
          <a:ext cx="0" cy="0"/>
          <a:chOff x="0" y="0"/>
          <a:chExt cx="0" cy="0"/>
        </a:xfrm>
      </p:grpSpPr>
      <p:sp>
        <p:nvSpPr>
          <p:cNvPr id="291" name="Google Shape;291;p45"/>
          <p:cNvSpPr/>
          <p:nvPr/>
        </p:nvSpPr>
        <p:spPr>
          <a:xfrm>
            <a:off x="2749794" y="4741252"/>
            <a:ext cx="3653100" cy="22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92" name="Google Shape;292;p4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93" name="Google Shape;293;p45"/>
          <p:cNvSpPr/>
          <p:nvPr/>
        </p:nvSpPr>
        <p:spPr>
          <a:xfrm>
            <a:off x="6126956" y="469106"/>
            <a:ext cx="2543100" cy="207300"/>
          </a:xfrm>
          <a:prstGeom prst="roundRect">
            <a:avLst>
              <a:gd fmla="val 16667" name="adj"/>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900" u="none" cap="none" strike="noStrike">
                <a:solidFill>
                  <a:schemeClr val="lt1"/>
                </a:solidFill>
                <a:latin typeface="Verizon NHG TX"/>
                <a:ea typeface="Verizon NHG TX"/>
                <a:cs typeface="Verizon NHG TX"/>
                <a:sym typeface="Verizon NHG TX"/>
              </a:rPr>
              <a:t>Read this info slide. This is not a template.</a:t>
            </a:r>
            <a:endParaRPr sz="1100">
              <a:latin typeface="Verizon NHG TX"/>
              <a:ea typeface="Verizon NHG TX"/>
              <a:cs typeface="Verizon NHG TX"/>
              <a:sym typeface="Verizon NHG TX"/>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Slide_Primary Cover - White">
  <p:cSld name="Primary Cover - White">
    <p:bg>
      <p:bgPr>
        <a:solidFill>
          <a:schemeClr val="lt1"/>
        </a:solidFill>
      </p:bgPr>
    </p:bg>
    <p:spTree>
      <p:nvGrpSpPr>
        <p:cNvPr id="294" name="Shape 294"/>
        <p:cNvGrpSpPr/>
        <p:nvPr/>
      </p:nvGrpSpPr>
      <p:grpSpPr>
        <a:xfrm>
          <a:off x="0" y="0"/>
          <a:ext cx="0" cy="0"/>
          <a:chOff x="0" y="0"/>
          <a:chExt cx="0" cy="0"/>
        </a:xfrm>
      </p:grpSpPr>
      <p:sp>
        <p:nvSpPr>
          <p:cNvPr id="295" name="Google Shape;295;p46"/>
          <p:cNvSpPr/>
          <p:nvPr/>
        </p:nvSpPr>
        <p:spPr>
          <a:xfrm>
            <a:off x="178044" y="4668716"/>
            <a:ext cx="6554700" cy="3099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96" name="Google Shape;296;p46"/>
          <p:cNvSpPr txBox="1"/>
          <p:nvPr>
            <p:ph idx="1" type="body"/>
          </p:nvPr>
        </p:nvSpPr>
        <p:spPr>
          <a:xfrm>
            <a:off x="473869" y="2628900"/>
            <a:ext cx="6801000" cy="60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1800"/>
              <a:buNone/>
              <a:defRPr i="0" sz="1800">
                <a:solidFill>
                  <a:schemeClr val="dk1"/>
                </a:solidFill>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297" name="Google Shape;297;p46"/>
          <p:cNvSpPr txBox="1"/>
          <p:nvPr>
            <p:ph type="title"/>
          </p:nvPr>
        </p:nvSpPr>
        <p:spPr>
          <a:xfrm>
            <a:off x="473870" y="469106"/>
            <a:ext cx="6115200" cy="13251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5000"/>
              <a:buFont typeface="Arial"/>
              <a:buNone/>
              <a:defRPr sz="50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298" name="Google Shape;298;p46"/>
          <p:cNvPicPr preferRelativeResize="0"/>
          <p:nvPr/>
        </p:nvPicPr>
        <p:blipFill rotWithShape="1">
          <a:blip r:embed="rId2">
            <a:alphaModFix/>
          </a:blip>
          <a:srcRect b="0" l="0" r="0" t="0"/>
          <a:stretch/>
        </p:blipFill>
        <p:spPr>
          <a:xfrm>
            <a:off x="283380" y="3639800"/>
            <a:ext cx="1289149" cy="1205773"/>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_Slide_Primary Cover - Black">
  <p:cSld name="Primary Cover - Black">
    <p:bg>
      <p:bgPr>
        <a:solidFill>
          <a:schemeClr val="dk1"/>
        </a:solidFill>
      </p:bgPr>
    </p:bg>
    <p:spTree>
      <p:nvGrpSpPr>
        <p:cNvPr id="299" name="Shape 299"/>
        <p:cNvGrpSpPr/>
        <p:nvPr/>
      </p:nvGrpSpPr>
      <p:grpSpPr>
        <a:xfrm>
          <a:off x="0" y="0"/>
          <a:ext cx="0" cy="0"/>
          <a:chOff x="0" y="0"/>
          <a:chExt cx="0" cy="0"/>
        </a:xfrm>
      </p:grpSpPr>
      <p:sp>
        <p:nvSpPr>
          <p:cNvPr id="300" name="Google Shape;300;p47"/>
          <p:cNvSpPr/>
          <p:nvPr/>
        </p:nvSpPr>
        <p:spPr>
          <a:xfrm>
            <a:off x="178044" y="4668716"/>
            <a:ext cx="67788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301" name="Google Shape;301;p47"/>
          <p:cNvSpPr txBox="1"/>
          <p:nvPr>
            <p:ph idx="1" type="body"/>
          </p:nvPr>
        </p:nvSpPr>
        <p:spPr>
          <a:xfrm>
            <a:off x="473869" y="2628900"/>
            <a:ext cx="6801000" cy="60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lt1"/>
              </a:buClr>
              <a:buSzPts val="1800"/>
              <a:buNone/>
              <a:defRPr i="0" sz="18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302" name="Google Shape;302;p47"/>
          <p:cNvSpPr txBox="1"/>
          <p:nvPr>
            <p:ph type="title"/>
          </p:nvPr>
        </p:nvSpPr>
        <p:spPr>
          <a:xfrm>
            <a:off x="473870" y="469106"/>
            <a:ext cx="6115200" cy="13251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303" name="Google Shape;303;p47"/>
          <p:cNvPicPr preferRelativeResize="0"/>
          <p:nvPr/>
        </p:nvPicPr>
        <p:blipFill rotWithShape="1">
          <a:blip r:embed="rId2">
            <a:alphaModFix/>
          </a:blip>
          <a:srcRect b="0" l="0" r="0" t="0"/>
          <a:stretch/>
        </p:blipFill>
        <p:spPr>
          <a:xfrm>
            <a:off x="283380" y="3639800"/>
            <a:ext cx="1289149" cy="1205773"/>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_Slide_Secondary Cover - White">
  <p:cSld name="Secondary Cover - White">
    <p:bg>
      <p:bgPr>
        <a:solidFill>
          <a:schemeClr val="lt1"/>
        </a:solidFill>
      </p:bgPr>
    </p:bg>
    <p:spTree>
      <p:nvGrpSpPr>
        <p:cNvPr id="304" name="Shape 304"/>
        <p:cNvGrpSpPr/>
        <p:nvPr/>
      </p:nvGrpSpPr>
      <p:grpSpPr>
        <a:xfrm>
          <a:off x="0" y="0"/>
          <a:ext cx="0" cy="0"/>
          <a:chOff x="0" y="0"/>
          <a:chExt cx="0" cy="0"/>
        </a:xfrm>
      </p:grpSpPr>
      <p:sp>
        <p:nvSpPr>
          <p:cNvPr id="305" name="Google Shape;305;p48"/>
          <p:cNvSpPr/>
          <p:nvPr/>
        </p:nvSpPr>
        <p:spPr>
          <a:xfrm>
            <a:off x="178044" y="4668716"/>
            <a:ext cx="6554700" cy="3099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306" name="Google Shape;306;p48"/>
          <p:cNvPicPr preferRelativeResize="0"/>
          <p:nvPr/>
        </p:nvPicPr>
        <p:blipFill rotWithShape="1">
          <a:blip r:embed="rId2">
            <a:alphaModFix/>
          </a:blip>
          <a:srcRect b="0" l="0" r="0" t="0"/>
          <a:stretch/>
        </p:blipFill>
        <p:spPr>
          <a:xfrm>
            <a:off x="184928" y="187277"/>
            <a:ext cx="2028098" cy="1896925"/>
          </a:xfrm>
          <a:prstGeom prst="rect">
            <a:avLst/>
          </a:prstGeom>
          <a:noFill/>
          <a:ln>
            <a:noFill/>
          </a:ln>
        </p:spPr>
      </p:pic>
      <p:sp>
        <p:nvSpPr>
          <p:cNvPr id="307" name="Google Shape;307;p48"/>
          <p:cNvSpPr txBox="1"/>
          <p:nvPr>
            <p:ph idx="1" type="body"/>
          </p:nvPr>
        </p:nvSpPr>
        <p:spPr>
          <a:xfrm>
            <a:off x="6703219" y="3356087"/>
            <a:ext cx="1966800" cy="58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800"/>
              <a:buNone/>
              <a:defRPr i="0" sz="1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308" name="Google Shape;308;p48"/>
          <p:cNvSpPr txBox="1"/>
          <p:nvPr>
            <p:ph type="title"/>
          </p:nvPr>
        </p:nvSpPr>
        <p:spPr>
          <a:xfrm>
            <a:off x="473870" y="3349229"/>
            <a:ext cx="5424600" cy="1314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5000"/>
              <a:buFont typeface="Arial"/>
              <a:buNone/>
              <a:defRPr sz="50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09" name="Google Shape;309;p48"/>
          <p:cNvSpPr/>
          <p:nvPr>
            <p:ph idx="2" type="pic"/>
          </p:nvPr>
        </p:nvSpPr>
        <p:spPr>
          <a:xfrm>
            <a:off x="7394972" y="469106"/>
            <a:ext cx="1275300" cy="13251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Slide_Secondary Cover - Black">
  <p:cSld name="Secondary Cover - Black">
    <p:bg>
      <p:bgPr>
        <a:solidFill>
          <a:schemeClr val="dk1"/>
        </a:solidFill>
      </p:bgPr>
    </p:bg>
    <p:spTree>
      <p:nvGrpSpPr>
        <p:cNvPr id="310" name="Shape 310"/>
        <p:cNvGrpSpPr/>
        <p:nvPr/>
      </p:nvGrpSpPr>
      <p:grpSpPr>
        <a:xfrm>
          <a:off x="0" y="0"/>
          <a:ext cx="0" cy="0"/>
          <a:chOff x="0" y="0"/>
          <a:chExt cx="0" cy="0"/>
        </a:xfrm>
      </p:grpSpPr>
      <p:sp>
        <p:nvSpPr>
          <p:cNvPr id="311" name="Google Shape;311;p49"/>
          <p:cNvSpPr/>
          <p:nvPr/>
        </p:nvSpPr>
        <p:spPr>
          <a:xfrm>
            <a:off x="178044" y="4668716"/>
            <a:ext cx="628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312" name="Google Shape;312;p49"/>
          <p:cNvPicPr preferRelativeResize="0"/>
          <p:nvPr/>
        </p:nvPicPr>
        <p:blipFill rotWithShape="1">
          <a:blip r:embed="rId2">
            <a:alphaModFix/>
          </a:blip>
          <a:srcRect b="0" l="0" r="0" t="0"/>
          <a:stretch/>
        </p:blipFill>
        <p:spPr>
          <a:xfrm>
            <a:off x="184928" y="187277"/>
            <a:ext cx="2028098" cy="1896925"/>
          </a:xfrm>
          <a:prstGeom prst="rect">
            <a:avLst/>
          </a:prstGeom>
          <a:noFill/>
          <a:ln>
            <a:noFill/>
          </a:ln>
        </p:spPr>
      </p:pic>
      <p:sp>
        <p:nvSpPr>
          <p:cNvPr id="313" name="Google Shape;313;p49"/>
          <p:cNvSpPr txBox="1"/>
          <p:nvPr>
            <p:ph idx="1" type="body"/>
          </p:nvPr>
        </p:nvSpPr>
        <p:spPr>
          <a:xfrm>
            <a:off x="6703219" y="3356087"/>
            <a:ext cx="1966800" cy="58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lt1"/>
              </a:buClr>
              <a:buSzPts val="1800"/>
              <a:buNone/>
              <a:defRPr i="0" sz="18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314" name="Google Shape;314;p49"/>
          <p:cNvSpPr txBox="1"/>
          <p:nvPr>
            <p:ph type="title"/>
          </p:nvPr>
        </p:nvSpPr>
        <p:spPr>
          <a:xfrm>
            <a:off x="473870" y="3349229"/>
            <a:ext cx="5424600" cy="1314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5" name="Google Shape;315;p49"/>
          <p:cNvSpPr/>
          <p:nvPr>
            <p:ph idx="2" type="pic"/>
          </p:nvPr>
        </p:nvSpPr>
        <p:spPr>
          <a:xfrm>
            <a:off x="7394972" y="469106"/>
            <a:ext cx="1275300" cy="1325100"/>
          </a:xfrm>
          <a:prstGeom prst="rect">
            <a:avLst/>
          </a:prstGeom>
          <a:no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Slide_Divider - White">
  <p:cSld name="Divider - White">
    <p:bg>
      <p:bgPr>
        <a:solidFill>
          <a:schemeClr val="lt1"/>
        </a:solidFill>
      </p:bgPr>
    </p:bg>
    <p:spTree>
      <p:nvGrpSpPr>
        <p:cNvPr id="316" name="Shape 316"/>
        <p:cNvGrpSpPr/>
        <p:nvPr/>
      </p:nvGrpSpPr>
      <p:grpSpPr>
        <a:xfrm>
          <a:off x="0" y="0"/>
          <a:ext cx="0" cy="0"/>
          <a:chOff x="0" y="0"/>
          <a:chExt cx="0" cy="0"/>
        </a:xfrm>
      </p:grpSpPr>
      <p:sp>
        <p:nvSpPr>
          <p:cNvPr id="317" name="Google Shape;317;p50"/>
          <p:cNvSpPr txBox="1"/>
          <p:nvPr>
            <p:ph idx="1" type="body"/>
          </p:nvPr>
        </p:nvSpPr>
        <p:spPr>
          <a:xfrm>
            <a:off x="473869" y="2628900"/>
            <a:ext cx="4047000" cy="13146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SzPts val="2400"/>
              <a:buNone/>
              <a:defRPr i="0" sz="24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318" name="Google Shape;318;p50"/>
          <p:cNvSpPr txBox="1"/>
          <p:nvPr>
            <p:ph type="title"/>
          </p:nvPr>
        </p:nvSpPr>
        <p:spPr>
          <a:xfrm>
            <a:off x="473869" y="469107"/>
            <a:ext cx="6801000" cy="13251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9" name="Google Shape;319;p5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b="0" i="0" sz="1100">
                <a:solidFill>
                  <a:schemeClr val="dk1"/>
                </a:solidFill>
                <a:latin typeface="Arial"/>
                <a:ea typeface="Arial"/>
                <a:cs typeface="Arial"/>
                <a:sym typeface="Arial"/>
              </a:defRPr>
            </a:lvl1pPr>
            <a:lvl2pPr indent="0" lvl="1" marL="0" algn="r">
              <a:spcBef>
                <a:spcPts val="0"/>
              </a:spcBef>
              <a:buNone/>
              <a:defRPr b="0" i="0" sz="1100">
                <a:solidFill>
                  <a:schemeClr val="dk1"/>
                </a:solidFill>
                <a:latin typeface="Arial"/>
                <a:ea typeface="Arial"/>
                <a:cs typeface="Arial"/>
                <a:sym typeface="Arial"/>
              </a:defRPr>
            </a:lvl2pPr>
            <a:lvl3pPr indent="0" lvl="2" marL="0" algn="r">
              <a:spcBef>
                <a:spcPts val="0"/>
              </a:spcBef>
              <a:buNone/>
              <a:defRPr b="0" i="0" sz="1100">
                <a:solidFill>
                  <a:schemeClr val="dk1"/>
                </a:solidFill>
                <a:latin typeface="Arial"/>
                <a:ea typeface="Arial"/>
                <a:cs typeface="Arial"/>
                <a:sym typeface="Arial"/>
              </a:defRPr>
            </a:lvl3pPr>
            <a:lvl4pPr indent="0" lvl="3" marL="0" algn="r">
              <a:spcBef>
                <a:spcPts val="0"/>
              </a:spcBef>
              <a:buNone/>
              <a:defRPr b="0" i="0" sz="1100">
                <a:solidFill>
                  <a:schemeClr val="dk1"/>
                </a:solidFill>
                <a:latin typeface="Arial"/>
                <a:ea typeface="Arial"/>
                <a:cs typeface="Arial"/>
                <a:sym typeface="Arial"/>
              </a:defRPr>
            </a:lvl4pPr>
            <a:lvl5pPr indent="0" lvl="4" marL="0" algn="r">
              <a:spcBef>
                <a:spcPts val="0"/>
              </a:spcBef>
              <a:buNone/>
              <a:defRPr b="0" i="0" sz="1100">
                <a:solidFill>
                  <a:schemeClr val="dk1"/>
                </a:solidFill>
                <a:latin typeface="Arial"/>
                <a:ea typeface="Arial"/>
                <a:cs typeface="Arial"/>
                <a:sym typeface="Arial"/>
              </a:defRPr>
            </a:lvl5pPr>
            <a:lvl6pPr indent="0" lvl="5" marL="0" algn="r">
              <a:spcBef>
                <a:spcPts val="0"/>
              </a:spcBef>
              <a:buNone/>
              <a:defRPr b="0" i="0" sz="1100">
                <a:solidFill>
                  <a:schemeClr val="dk1"/>
                </a:solidFill>
                <a:latin typeface="Arial"/>
                <a:ea typeface="Arial"/>
                <a:cs typeface="Arial"/>
                <a:sym typeface="Arial"/>
              </a:defRPr>
            </a:lvl6pPr>
            <a:lvl7pPr indent="0" lvl="6" marL="0" algn="r">
              <a:spcBef>
                <a:spcPts val="0"/>
              </a:spcBef>
              <a:buNone/>
              <a:defRPr b="0" i="0" sz="1100">
                <a:solidFill>
                  <a:schemeClr val="dk1"/>
                </a:solidFill>
                <a:latin typeface="Arial"/>
                <a:ea typeface="Arial"/>
                <a:cs typeface="Arial"/>
                <a:sym typeface="Arial"/>
              </a:defRPr>
            </a:lvl7pPr>
            <a:lvl8pPr indent="0" lvl="7" marL="0" algn="r">
              <a:spcBef>
                <a:spcPts val="0"/>
              </a:spcBef>
              <a:buNone/>
              <a:defRPr b="0" i="0" sz="1100">
                <a:solidFill>
                  <a:schemeClr val="dk1"/>
                </a:solidFill>
                <a:latin typeface="Arial"/>
                <a:ea typeface="Arial"/>
                <a:cs typeface="Arial"/>
                <a:sym typeface="Arial"/>
              </a:defRPr>
            </a:lvl8pPr>
            <a:lvl9pPr indent="0" lvl="8" marL="0" algn="r">
              <a:spcBef>
                <a:spcPts val="0"/>
              </a:spcBef>
              <a:buNone/>
              <a:defRPr b="0" i="0" sz="11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_Slide_Divider - Black">
  <p:cSld name="Divider - Black">
    <p:bg>
      <p:bgPr>
        <a:solidFill>
          <a:schemeClr val="dk1"/>
        </a:solidFill>
      </p:bgPr>
    </p:bg>
    <p:spTree>
      <p:nvGrpSpPr>
        <p:cNvPr id="320" name="Shape 320"/>
        <p:cNvGrpSpPr/>
        <p:nvPr/>
      </p:nvGrpSpPr>
      <p:grpSpPr>
        <a:xfrm>
          <a:off x="0" y="0"/>
          <a:ext cx="0" cy="0"/>
          <a:chOff x="0" y="0"/>
          <a:chExt cx="0" cy="0"/>
        </a:xfrm>
      </p:grpSpPr>
      <p:sp>
        <p:nvSpPr>
          <p:cNvPr id="321" name="Google Shape;321;p51"/>
          <p:cNvSpPr txBox="1"/>
          <p:nvPr>
            <p:ph idx="1" type="body"/>
          </p:nvPr>
        </p:nvSpPr>
        <p:spPr>
          <a:xfrm>
            <a:off x="473869" y="2628900"/>
            <a:ext cx="4047000" cy="13146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Clr>
                <a:schemeClr val="lt1"/>
              </a:buClr>
              <a:buSzPts val="2400"/>
              <a:buNone/>
              <a:defRPr i="0" sz="24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322" name="Google Shape;322;p51"/>
          <p:cNvSpPr txBox="1"/>
          <p:nvPr>
            <p:ph type="title"/>
          </p:nvPr>
        </p:nvSpPr>
        <p:spPr>
          <a:xfrm>
            <a:off x="473869" y="469107"/>
            <a:ext cx="6801000" cy="13251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23" name="Google Shape;323;p5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b="0" i="0" sz="1100">
                <a:solidFill>
                  <a:schemeClr val="lt1"/>
                </a:solidFill>
                <a:latin typeface="Arial"/>
                <a:ea typeface="Arial"/>
                <a:cs typeface="Arial"/>
                <a:sym typeface="Arial"/>
              </a:defRPr>
            </a:lvl1pPr>
            <a:lvl2pPr indent="0" lvl="1" marL="0" algn="r">
              <a:spcBef>
                <a:spcPts val="0"/>
              </a:spcBef>
              <a:buNone/>
              <a:defRPr b="0" i="0" sz="1100">
                <a:solidFill>
                  <a:schemeClr val="lt1"/>
                </a:solidFill>
                <a:latin typeface="Arial"/>
                <a:ea typeface="Arial"/>
                <a:cs typeface="Arial"/>
                <a:sym typeface="Arial"/>
              </a:defRPr>
            </a:lvl2pPr>
            <a:lvl3pPr indent="0" lvl="2" marL="0" algn="r">
              <a:spcBef>
                <a:spcPts val="0"/>
              </a:spcBef>
              <a:buNone/>
              <a:defRPr b="0" i="0" sz="1100">
                <a:solidFill>
                  <a:schemeClr val="lt1"/>
                </a:solidFill>
                <a:latin typeface="Arial"/>
                <a:ea typeface="Arial"/>
                <a:cs typeface="Arial"/>
                <a:sym typeface="Arial"/>
              </a:defRPr>
            </a:lvl3pPr>
            <a:lvl4pPr indent="0" lvl="3" marL="0" algn="r">
              <a:spcBef>
                <a:spcPts val="0"/>
              </a:spcBef>
              <a:buNone/>
              <a:defRPr b="0" i="0" sz="1100">
                <a:solidFill>
                  <a:schemeClr val="lt1"/>
                </a:solidFill>
                <a:latin typeface="Arial"/>
                <a:ea typeface="Arial"/>
                <a:cs typeface="Arial"/>
                <a:sym typeface="Arial"/>
              </a:defRPr>
            </a:lvl4pPr>
            <a:lvl5pPr indent="0" lvl="4" marL="0" algn="r">
              <a:spcBef>
                <a:spcPts val="0"/>
              </a:spcBef>
              <a:buNone/>
              <a:defRPr b="0" i="0" sz="1100">
                <a:solidFill>
                  <a:schemeClr val="lt1"/>
                </a:solidFill>
                <a:latin typeface="Arial"/>
                <a:ea typeface="Arial"/>
                <a:cs typeface="Arial"/>
                <a:sym typeface="Arial"/>
              </a:defRPr>
            </a:lvl5pPr>
            <a:lvl6pPr indent="0" lvl="5" marL="0" algn="r">
              <a:spcBef>
                <a:spcPts val="0"/>
              </a:spcBef>
              <a:buNone/>
              <a:defRPr b="0" i="0" sz="1100">
                <a:solidFill>
                  <a:schemeClr val="lt1"/>
                </a:solidFill>
                <a:latin typeface="Arial"/>
                <a:ea typeface="Arial"/>
                <a:cs typeface="Arial"/>
                <a:sym typeface="Arial"/>
              </a:defRPr>
            </a:lvl6pPr>
            <a:lvl7pPr indent="0" lvl="6" marL="0" algn="r">
              <a:spcBef>
                <a:spcPts val="0"/>
              </a:spcBef>
              <a:buNone/>
              <a:defRPr b="0" i="0" sz="1100">
                <a:solidFill>
                  <a:schemeClr val="lt1"/>
                </a:solidFill>
                <a:latin typeface="Arial"/>
                <a:ea typeface="Arial"/>
                <a:cs typeface="Arial"/>
                <a:sym typeface="Arial"/>
              </a:defRPr>
            </a:lvl7pPr>
            <a:lvl8pPr indent="0" lvl="7" marL="0" algn="r">
              <a:spcBef>
                <a:spcPts val="0"/>
              </a:spcBef>
              <a:buNone/>
              <a:defRPr b="0" i="0" sz="1100">
                <a:solidFill>
                  <a:schemeClr val="lt1"/>
                </a:solidFill>
                <a:latin typeface="Arial"/>
                <a:ea typeface="Arial"/>
                <a:cs typeface="Arial"/>
                <a:sym typeface="Arial"/>
              </a:defRPr>
            </a:lvl8pPr>
            <a:lvl9pPr indent="0" lvl="8" marL="0" algn="r">
              <a:spcBef>
                <a:spcPts val="0"/>
              </a:spcBef>
              <a:buNone/>
              <a:defRPr b="0" i="0" sz="11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24" name="Google Shape;324;p51"/>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 sz="600">
                <a:solidFill>
                  <a:schemeClr val="lt1"/>
                </a:solidFill>
                <a:latin typeface="Arial"/>
                <a:ea typeface="Arial"/>
                <a:cs typeface="Arial"/>
                <a:sym typeface="Arial"/>
              </a:rPr>
              <a:t>Verizon confidential and proprietary. Unauthorized disclosure, reproduction or other use prohibited.</a:t>
            </a:r>
            <a:endParaRPr sz="110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_Slide_Large statement or Divider - White">
  <p:cSld name="Large statement or Divider - White">
    <p:bg>
      <p:bgPr>
        <a:solidFill>
          <a:schemeClr val="dk2"/>
        </a:solidFill>
      </p:bgPr>
    </p:bg>
    <p:spTree>
      <p:nvGrpSpPr>
        <p:cNvPr id="325" name="Shape 325"/>
        <p:cNvGrpSpPr/>
        <p:nvPr/>
      </p:nvGrpSpPr>
      <p:grpSpPr>
        <a:xfrm>
          <a:off x="0" y="0"/>
          <a:ext cx="0" cy="0"/>
          <a:chOff x="0" y="0"/>
          <a:chExt cx="0" cy="0"/>
        </a:xfrm>
      </p:grpSpPr>
      <p:sp>
        <p:nvSpPr>
          <p:cNvPr id="326" name="Google Shape;326;p52"/>
          <p:cNvSpPr/>
          <p:nvPr/>
        </p:nvSpPr>
        <p:spPr>
          <a:xfrm>
            <a:off x="498022" y="522350"/>
            <a:ext cx="8131500" cy="4074000"/>
          </a:xfrm>
          <a:prstGeom prst="rect">
            <a:avLst/>
          </a:prstGeom>
          <a:solidFill>
            <a:schemeClr val="lt2"/>
          </a:solidFill>
          <a:ln cap="flat" cmpd="sng" w="6350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327" name="Google Shape;327;p5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328" name="Google Shape;328;p52"/>
          <p:cNvSpPr txBox="1"/>
          <p:nvPr>
            <p:ph type="title"/>
          </p:nvPr>
        </p:nvSpPr>
        <p:spPr>
          <a:xfrm>
            <a:off x="726935" y="742322"/>
            <a:ext cx="5767800" cy="150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_Slide_Large statement or Divider - Black">
  <p:cSld name="Large statement or Divider - Black">
    <p:bg>
      <p:bgPr>
        <a:solidFill>
          <a:schemeClr val="lt1"/>
        </a:solidFill>
      </p:bgPr>
    </p:bg>
    <p:spTree>
      <p:nvGrpSpPr>
        <p:cNvPr id="329" name="Shape 329"/>
        <p:cNvGrpSpPr/>
        <p:nvPr/>
      </p:nvGrpSpPr>
      <p:grpSpPr>
        <a:xfrm>
          <a:off x="0" y="0"/>
          <a:ext cx="0" cy="0"/>
          <a:chOff x="0" y="0"/>
          <a:chExt cx="0" cy="0"/>
        </a:xfrm>
      </p:grpSpPr>
      <p:sp>
        <p:nvSpPr>
          <p:cNvPr id="330" name="Google Shape;330;p5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331" name="Google Shape;331;p53"/>
          <p:cNvSpPr/>
          <p:nvPr/>
        </p:nvSpPr>
        <p:spPr>
          <a:xfrm>
            <a:off x="498022" y="522350"/>
            <a:ext cx="8131500" cy="4074000"/>
          </a:xfrm>
          <a:prstGeom prst="rect">
            <a:avLst/>
          </a:prstGeom>
          <a:solidFill>
            <a:schemeClr val="dk1"/>
          </a:solidFill>
          <a:ln cap="flat" cmpd="sng" w="6350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332" name="Google Shape;332;p53"/>
          <p:cNvSpPr txBox="1"/>
          <p:nvPr>
            <p:ph type="title"/>
          </p:nvPr>
        </p:nvSpPr>
        <p:spPr>
          <a:xfrm>
            <a:off x="726935" y="742322"/>
            <a:ext cx="5767800" cy="150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_Slide_Divider w/ Copy - Yellow">
  <p:cSld name="Divider w/ Copy - Yellow">
    <p:bg>
      <p:bgPr>
        <a:solidFill>
          <a:schemeClr val="lt2"/>
        </a:solidFill>
      </p:bgPr>
    </p:bg>
    <p:spTree>
      <p:nvGrpSpPr>
        <p:cNvPr id="333" name="Shape 333"/>
        <p:cNvGrpSpPr/>
        <p:nvPr/>
      </p:nvGrpSpPr>
      <p:grpSpPr>
        <a:xfrm>
          <a:off x="0" y="0"/>
          <a:ext cx="0" cy="0"/>
          <a:chOff x="0" y="0"/>
          <a:chExt cx="0" cy="0"/>
        </a:xfrm>
      </p:grpSpPr>
      <p:sp>
        <p:nvSpPr>
          <p:cNvPr id="334" name="Google Shape;334;p54"/>
          <p:cNvSpPr/>
          <p:nvPr/>
        </p:nvSpPr>
        <p:spPr>
          <a:xfrm>
            <a:off x="0" y="0"/>
            <a:ext cx="5053500" cy="51435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335" name="Google Shape;335;p54"/>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336" name="Google Shape;336;p54"/>
          <p:cNvSpPr/>
          <p:nvPr/>
        </p:nvSpPr>
        <p:spPr>
          <a:xfrm>
            <a:off x="4567428" y="0"/>
            <a:ext cx="4576500" cy="5143500"/>
          </a:xfrm>
          <a:prstGeom prst="rect">
            <a:avLst/>
          </a:prstGeom>
          <a:solidFill>
            <a:schemeClr val="lt2"/>
          </a:solidFill>
          <a:ln cap="flat" cmpd="sng" w="8255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337" name="Google Shape;337;p54"/>
          <p:cNvSpPr txBox="1"/>
          <p:nvPr>
            <p:ph idx="1"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SzPts val="2400"/>
              <a:buNone/>
              <a:defRPr b="0" i="0" sz="24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338" name="Google Shape;338;p54"/>
          <p:cNvSpPr txBox="1"/>
          <p:nvPr>
            <p:ph type="title"/>
          </p:nvPr>
        </p:nvSpPr>
        <p:spPr>
          <a:xfrm>
            <a:off x="473869" y="469106"/>
            <a:ext cx="3571800" cy="38937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39" name="Google Shape;339;p5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pic>
        <p:nvPicPr>
          <p:cNvPr id="340" name="Google Shape;340;p54"/>
          <p:cNvPicPr preferRelativeResize="0"/>
          <p:nvPr/>
        </p:nvPicPr>
        <p:blipFill rotWithShape="1">
          <a:blip r:embed="rId2">
            <a:alphaModFix/>
          </a:blip>
          <a:srcRect b="0" l="0" r="0" t="0"/>
          <a:stretch/>
        </p:blipFill>
        <p:spPr>
          <a:xfrm>
            <a:off x="372624" y="4632722"/>
            <a:ext cx="841577" cy="344233"/>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Slide_Divider w/ Copy - Red">
  <p:cSld name="Divider w/ Copy - Red">
    <p:bg>
      <p:bgPr>
        <a:solidFill>
          <a:srgbClr val="F3EDE0"/>
        </a:solidFill>
      </p:bgPr>
    </p:bg>
    <p:spTree>
      <p:nvGrpSpPr>
        <p:cNvPr id="341" name="Shape 341"/>
        <p:cNvGrpSpPr/>
        <p:nvPr/>
      </p:nvGrpSpPr>
      <p:grpSpPr>
        <a:xfrm>
          <a:off x="0" y="0"/>
          <a:ext cx="0" cy="0"/>
          <a:chOff x="0" y="0"/>
          <a:chExt cx="0" cy="0"/>
        </a:xfrm>
      </p:grpSpPr>
      <p:sp>
        <p:nvSpPr>
          <p:cNvPr id="342" name="Google Shape;342;p55"/>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343" name="Google Shape;343;p55"/>
          <p:cNvSpPr/>
          <p:nvPr/>
        </p:nvSpPr>
        <p:spPr>
          <a:xfrm>
            <a:off x="4567428" y="0"/>
            <a:ext cx="4576500" cy="5143500"/>
          </a:xfrm>
          <a:prstGeom prst="rect">
            <a:avLst/>
          </a:prstGeom>
          <a:solidFill>
            <a:schemeClr val="accent6"/>
          </a:solidFill>
          <a:ln cap="flat" cmpd="sng" w="82550">
            <a:solidFill>
              <a:schemeClr val="accent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344" name="Google Shape;344;p55"/>
          <p:cNvSpPr txBox="1"/>
          <p:nvPr>
            <p:ph idx="1"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Clr>
                <a:schemeClr val="lt1"/>
              </a:buClr>
              <a:buSzPts val="2400"/>
              <a:buNone/>
              <a:defRPr b="0" i="0" sz="24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345" name="Google Shape;345;p55"/>
          <p:cNvSpPr txBox="1"/>
          <p:nvPr>
            <p:ph type="title"/>
          </p:nvPr>
        </p:nvSpPr>
        <p:spPr>
          <a:xfrm>
            <a:off x="473869" y="469106"/>
            <a:ext cx="3571800" cy="38937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600"/>
              <a:buFont typeface="Arial"/>
              <a:buNone/>
              <a:defRPr sz="3600">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46" name="Google Shape;346;p5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spcBef>
                <a:spcPts val="0"/>
              </a:spcBef>
              <a:buNone/>
              <a:defRPr i="0" sz="1100">
                <a:solidFill>
                  <a:schemeClr val="lt1"/>
                </a:solidFill>
              </a:defRPr>
            </a:lvl1pPr>
            <a:lvl2pPr indent="0" lvl="1" marL="0" marR="0" algn="r">
              <a:spcBef>
                <a:spcPts val="0"/>
              </a:spcBef>
              <a:buNone/>
              <a:defRPr i="0" sz="1100">
                <a:solidFill>
                  <a:schemeClr val="lt1"/>
                </a:solidFill>
              </a:defRPr>
            </a:lvl2pPr>
            <a:lvl3pPr indent="0" lvl="2" marL="0" marR="0" algn="r">
              <a:spcBef>
                <a:spcPts val="0"/>
              </a:spcBef>
              <a:buNone/>
              <a:defRPr i="0" sz="1100">
                <a:solidFill>
                  <a:schemeClr val="lt1"/>
                </a:solidFill>
              </a:defRPr>
            </a:lvl3pPr>
            <a:lvl4pPr indent="0" lvl="3" marL="0" marR="0" algn="r">
              <a:spcBef>
                <a:spcPts val="0"/>
              </a:spcBef>
              <a:buNone/>
              <a:defRPr i="0" sz="1100">
                <a:solidFill>
                  <a:schemeClr val="lt1"/>
                </a:solidFill>
              </a:defRPr>
            </a:lvl4pPr>
            <a:lvl5pPr indent="0" lvl="4" marL="0" marR="0" algn="r">
              <a:spcBef>
                <a:spcPts val="0"/>
              </a:spcBef>
              <a:buNone/>
              <a:defRPr i="0" sz="1100">
                <a:solidFill>
                  <a:schemeClr val="lt1"/>
                </a:solidFill>
              </a:defRPr>
            </a:lvl5pPr>
            <a:lvl6pPr indent="0" lvl="5" marL="0" marR="0" algn="r">
              <a:spcBef>
                <a:spcPts val="0"/>
              </a:spcBef>
              <a:buNone/>
              <a:defRPr i="0" sz="1100">
                <a:solidFill>
                  <a:schemeClr val="lt1"/>
                </a:solidFill>
              </a:defRPr>
            </a:lvl6pPr>
            <a:lvl7pPr indent="0" lvl="6" marL="0" marR="0" algn="r">
              <a:spcBef>
                <a:spcPts val="0"/>
              </a:spcBef>
              <a:buNone/>
              <a:defRPr i="0" sz="1100">
                <a:solidFill>
                  <a:schemeClr val="lt1"/>
                </a:solidFill>
              </a:defRPr>
            </a:lvl7pPr>
            <a:lvl8pPr indent="0" lvl="7" marL="0" marR="0" algn="r">
              <a:spcBef>
                <a:spcPts val="0"/>
              </a:spcBef>
              <a:buNone/>
              <a:defRPr i="0" sz="1100">
                <a:solidFill>
                  <a:schemeClr val="lt1"/>
                </a:solidFill>
              </a:defRPr>
            </a:lvl8pPr>
            <a:lvl9pPr indent="0" lvl="8" marL="0" marR="0" algn="r">
              <a:spcBef>
                <a:spcPts val="0"/>
              </a:spcBef>
              <a:buNone/>
              <a:defRPr i="0" sz="11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Slide_Divider w/ Image - Stone">
  <p:cSld name="Divider w/ Image - Stone">
    <p:bg>
      <p:bgPr>
        <a:solidFill>
          <a:srgbClr val="F3EDE0"/>
        </a:solidFill>
      </p:bgPr>
    </p:bg>
    <p:spTree>
      <p:nvGrpSpPr>
        <p:cNvPr id="347" name="Shape 347"/>
        <p:cNvGrpSpPr/>
        <p:nvPr/>
      </p:nvGrpSpPr>
      <p:grpSpPr>
        <a:xfrm>
          <a:off x="0" y="0"/>
          <a:ext cx="0" cy="0"/>
          <a:chOff x="0" y="0"/>
          <a:chExt cx="0" cy="0"/>
        </a:xfrm>
      </p:grpSpPr>
      <p:sp>
        <p:nvSpPr>
          <p:cNvPr id="348" name="Google Shape;348;p56"/>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349" name="Google Shape;349;p56"/>
          <p:cNvSpPr/>
          <p:nvPr>
            <p:ph idx="2" type="pic"/>
          </p:nvPr>
        </p:nvSpPr>
        <p:spPr>
          <a:xfrm>
            <a:off x="4510683" y="0"/>
            <a:ext cx="4632600" cy="5143500"/>
          </a:xfrm>
          <a:prstGeom prst="rect">
            <a:avLst/>
          </a:prstGeom>
          <a:solidFill>
            <a:schemeClr val="lt1"/>
          </a:solidFill>
          <a:ln cap="flat" cmpd="sng" w="82550">
            <a:solidFill>
              <a:srgbClr val="F5FF1E"/>
            </a:solidFill>
            <a:prstDash val="solid"/>
            <a:round/>
            <a:headEnd len="sm" w="sm" type="none"/>
            <a:tailEnd len="sm" w="sm" type="none"/>
          </a:ln>
        </p:spPr>
      </p:sp>
      <p:sp>
        <p:nvSpPr>
          <p:cNvPr id="350" name="Google Shape;350;p56"/>
          <p:cNvSpPr txBox="1"/>
          <p:nvPr>
            <p:ph type="title"/>
          </p:nvPr>
        </p:nvSpPr>
        <p:spPr>
          <a:xfrm>
            <a:off x="473869" y="1908572"/>
            <a:ext cx="3343200" cy="606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600"/>
              <a:buFont typeface="Arial"/>
              <a:buNone/>
              <a:defRPr sz="3600">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51" name="Google Shape;351;p5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352" name="Google Shape;352;p56"/>
          <p:cNvSpPr txBox="1"/>
          <p:nvPr>
            <p:ph idx="1" type="body"/>
          </p:nvPr>
        </p:nvSpPr>
        <p:spPr>
          <a:xfrm>
            <a:off x="473869" y="2628900"/>
            <a:ext cx="3343200" cy="694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dk1"/>
              </a:buClr>
              <a:buSzPts val="1400"/>
              <a:buNone/>
              <a:defRPr/>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Slide_Divider w/ Image - Red">
  <p:cSld name="Divider w/ Image - Red">
    <p:bg>
      <p:bgPr>
        <a:solidFill>
          <a:schemeClr val="accent6"/>
        </a:solidFill>
      </p:bgPr>
    </p:bg>
    <p:spTree>
      <p:nvGrpSpPr>
        <p:cNvPr id="353" name="Shape 353"/>
        <p:cNvGrpSpPr/>
        <p:nvPr/>
      </p:nvGrpSpPr>
      <p:grpSpPr>
        <a:xfrm>
          <a:off x="0" y="0"/>
          <a:ext cx="0" cy="0"/>
          <a:chOff x="0" y="0"/>
          <a:chExt cx="0" cy="0"/>
        </a:xfrm>
      </p:grpSpPr>
      <p:sp>
        <p:nvSpPr>
          <p:cNvPr id="354" name="Google Shape;354;p57"/>
          <p:cNvSpPr/>
          <p:nvPr/>
        </p:nvSpPr>
        <p:spPr>
          <a:xfrm>
            <a:off x="2716823" y="4728064"/>
            <a:ext cx="2017800" cy="1977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355" name="Google Shape;355;p57"/>
          <p:cNvSpPr/>
          <p:nvPr>
            <p:ph idx="2" type="pic"/>
          </p:nvPr>
        </p:nvSpPr>
        <p:spPr>
          <a:xfrm>
            <a:off x="4510683" y="0"/>
            <a:ext cx="4632600" cy="5143500"/>
          </a:xfrm>
          <a:prstGeom prst="rect">
            <a:avLst/>
          </a:prstGeom>
          <a:solidFill>
            <a:schemeClr val="lt1"/>
          </a:solidFill>
          <a:ln>
            <a:noFill/>
          </a:ln>
        </p:spPr>
      </p:sp>
      <p:sp>
        <p:nvSpPr>
          <p:cNvPr id="356" name="Google Shape;356;p5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357" name="Google Shape;357;p57"/>
          <p:cNvSpPr txBox="1"/>
          <p:nvPr>
            <p:ph type="title"/>
          </p:nvPr>
        </p:nvSpPr>
        <p:spPr>
          <a:xfrm>
            <a:off x="473869" y="1908572"/>
            <a:ext cx="3343200" cy="606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58" name="Google Shape;358;p57"/>
          <p:cNvSpPr txBox="1"/>
          <p:nvPr>
            <p:ph idx="1" type="body"/>
          </p:nvPr>
        </p:nvSpPr>
        <p:spPr>
          <a:xfrm>
            <a:off x="473869" y="2634095"/>
            <a:ext cx="3343200" cy="694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lt1"/>
              </a:buClr>
              <a:buSzPts val="900"/>
              <a:buNone/>
              <a:defRPr>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85750" lvl="2" marL="1371600" algn="l">
              <a:lnSpc>
                <a:spcPct val="100000"/>
              </a:lnSpc>
              <a:spcBef>
                <a:spcPts val="400"/>
              </a:spcBef>
              <a:spcAft>
                <a:spcPts val="0"/>
              </a:spcAft>
              <a:buClr>
                <a:schemeClr val="lt1"/>
              </a:buClr>
              <a:buSzPts val="900"/>
              <a:buChar char="•"/>
              <a:defRPr>
                <a:solidFill>
                  <a:schemeClr val="lt1"/>
                </a:solidFill>
              </a:defRPr>
            </a:lvl3pPr>
            <a:lvl4pPr indent="-285750" lvl="3" marL="1828800" algn="l">
              <a:lnSpc>
                <a:spcPct val="100000"/>
              </a:lnSpc>
              <a:spcBef>
                <a:spcPts val="400"/>
              </a:spcBef>
              <a:spcAft>
                <a:spcPts val="0"/>
              </a:spcAft>
              <a:buClr>
                <a:schemeClr val="lt1"/>
              </a:buClr>
              <a:buSzPts val="900"/>
              <a:buChar char="-"/>
              <a:defRPr>
                <a:solidFill>
                  <a:schemeClr val="lt1"/>
                </a:solidFill>
              </a:defRPr>
            </a:lvl4pPr>
            <a:lvl5pPr indent="-285750" lvl="4" marL="2286000" algn="l">
              <a:lnSpc>
                <a:spcPct val="100000"/>
              </a:lnSpc>
              <a:spcBef>
                <a:spcPts val="400"/>
              </a:spcBef>
              <a:spcAft>
                <a:spcPts val="0"/>
              </a:spcAft>
              <a:buClr>
                <a:schemeClr val="lt1"/>
              </a:buClr>
              <a:buSzPts val="900"/>
              <a:buChar char="-"/>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pic>
        <p:nvPicPr>
          <p:cNvPr id="359" name="Google Shape;359;p57"/>
          <p:cNvPicPr preferRelativeResize="0"/>
          <p:nvPr/>
        </p:nvPicPr>
        <p:blipFill rotWithShape="1">
          <a:blip r:embed="rId2">
            <a:alphaModFix/>
          </a:blip>
          <a:srcRect b="0" l="0" r="0" t="0"/>
          <a:stretch/>
        </p:blipFill>
        <p:spPr>
          <a:xfrm>
            <a:off x="372692" y="4632722"/>
            <a:ext cx="841577" cy="344233"/>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Slide_Agenda/TOC - White">
  <p:cSld name="Agenda/TOC - White">
    <p:spTree>
      <p:nvGrpSpPr>
        <p:cNvPr id="360" name="Shape 360"/>
        <p:cNvGrpSpPr/>
        <p:nvPr/>
      </p:nvGrpSpPr>
      <p:grpSpPr>
        <a:xfrm>
          <a:off x="0" y="0"/>
          <a:ext cx="0" cy="0"/>
          <a:chOff x="0" y="0"/>
          <a:chExt cx="0" cy="0"/>
        </a:xfrm>
      </p:grpSpPr>
      <p:sp>
        <p:nvSpPr>
          <p:cNvPr id="361" name="Google Shape;361;p58"/>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62" name="Google Shape;362;p5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363" name="Google Shape;363;p58"/>
          <p:cNvSpPr/>
          <p:nvPr>
            <p:ph idx="2" type="tbl"/>
          </p:nvPr>
        </p:nvSpPr>
        <p:spPr>
          <a:xfrm>
            <a:off x="473869" y="1301354"/>
            <a:ext cx="8196300" cy="3362400"/>
          </a:xfrm>
          <a:prstGeom prst="rect">
            <a:avLst/>
          </a:prstGeom>
          <a:noFill/>
          <a:ln>
            <a:noFill/>
          </a:ln>
        </p:spPr>
        <p:txBody>
          <a:bodyPr anchorCtr="0" anchor="t" bIns="34275" lIns="68575" spcFirstLastPara="1" rIns="68575" wrap="square" tIns="34275">
            <a:noAutofit/>
          </a:bodyPr>
          <a:lstStyle>
            <a:lvl1pPr lvl="0" marR="0" algn="l">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Slide_Agenda/TOC Alt - White">
  <p:cSld name="Agenda/TOC Alt - White">
    <p:spTree>
      <p:nvGrpSpPr>
        <p:cNvPr id="364" name="Shape 364"/>
        <p:cNvGrpSpPr/>
        <p:nvPr/>
      </p:nvGrpSpPr>
      <p:grpSpPr>
        <a:xfrm>
          <a:off x="0" y="0"/>
          <a:ext cx="0" cy="0"/>
          <a:chOff x="0" y="0"/>
          <a:chExt cx="0" cy="0"/>
        </a:xfrm>
      </p:grpSpPr>
      <p:sp>
        <p:nvSpPr>
          <p:cNvPr id="365" name="Google Shape;365;p59"/>
          <p:cNvSpPr txBox="1"/>
          <p:nvPr>
            <p:ph idx="1" type="body"/>
          </p:nvPr>
        </p:nvSpPr>
        <p:spPr>
          <a:xfrm>
            <a:off x="473870" y="1908572"/>
            <a:ext cx="3343200" cy="24048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366" name="Google Shape;366;p59"/>
          <p:cNvSpPr txBox="1"/>
          <p:nvPr>
            <p:ph idx="2" type="body"/>
          </p:nvPr>
        </p:nvSpPr>
        <p:spPr>
          <a:xfrm>
            <a:off x="4626769" y="1908572"/>
            <a:ext cx="3351600" cy="24114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367" name="Google Shape;367;p5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368" name="Google Shape;368;p59"/>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Slide_Ideals/Principles - White">
  <p:cSld name="Ideals/Principles - White">
    <p:bg>
      <p:bgPr>
        <a:solidFill>
          <a:srgbClr val="FFFFFF"/>
        </a:solidFill>
      </p:bgPr>
    </p:bg>
    <p:spTree>
      <p:nvGrpSpPr>
        <p:cNvPr id="369" name="Shape 369"/>
        <p:cNvGrpSpPr/>
        <p:nvPr/>
      </p:nvGrpSpPr>
      <p:grpSpPr>
        <a:xfrm>
          <a:off x="0" y="0"/>
          <a:ext cx="0" cy="0"/>
          <a:chOff x="0" y="0"/>
          <a:chExt cx="0" cy="0"/>
        </a:xfrm>
      </p:grpSpPr>
      <p:sp>
        <p:nvSpPr>
          <p:cNvPr id="370" name="Google Shape;370;p60"/>
          <p:cNvSpPr txBox="1"/>
          <p:nvPr>
            <p:ph idx="1" type="body"/>
          </p:nvPr>
        </p:nvSpPr>
        <p:spPr>
          <a:xfrm>
            <a:off x="473869" y="1912482"/>
            <a:ext cx="6115200" cy="22860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371" name="Google Shape;371;p6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372" name="Google Shape;372;p60"/>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Slide_Bullet point and optional partner 2 - White">
  <p:cSld name="Bullet point and optional partner 2 - White">
    <p:bg>
      <p:bgPr>
        <a:solidFill>
          <a:schemeClr val="lt1"/>
        </a:solidFill>
      </p:bgPr>
    </p:bg>
    <p:spTree>
      <p:nvGrpSpPr>
        <p:cNvPr id="373" name="Shape 373"/>
        <p:cNvGrpSpPr/>
        <p:nvPr/>
      </p:nvGrpSpPr>
      <p:grpSpPr>
        <a:xfrm>
          <a:off x="0" y="0"/>
          <a:ext cx="0" cy="0"/>
          <a:chOff x="0" y="0"/>
          <a:chExt cx="0" cy="0"/>
        </a:xfrm>
      </p:grpSpPr>
      <p:sp>
        <p:nvSpPr>
          <p:cNvPr id="374" name="Google Shape;374;p61"/>
          <p:cNvSpPr/>
          <p:nvPr>
            <p:ph idx="2" type="pic"/>
          </p:nvPr>
        </p:nvSpPr>
        <p:spPr>
          <a:xfrm>
            <a:off x="7394972" y="469106"/>
            <a:ext cx="1275300" cy="1325100"/>
          </a:xfrm>
          <a:prstGeom prst="rect">
            <a:avLst/>
          </a:prstGeom>
          <a:noFill/>
          <a:ln>
            <a:noFill/>
          </a:ln>
        </p:spPr>
      </p:sp>
      <p:sp>
        <p:nvSpPr>
          <p:cNvPr id="375" name="Google Shape;375;p6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376" name="Google Shape;376;p61"/>
          <p:cNvSpPr txBox="1"/>
          <p:nvPr>
            <p:ph idx="1" type="body"/>
          </p:nvPr>
        </p:nvSpPr>
        <p:spPr>
          <a:xfrm>
            <a:off x="473869" y="1908572"/>
            <a:ext cx="81963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377" name="Google Shape;377;p61"/>
          <p:cNvSpPr txBox="1"/>
          <p:nvPr>
            <p:ph idx="3"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378" name="Google Shape;378;p61"/>
          <p:cNvSpPr txBox="1"/>
          <p:nvPr>
            <p:ph type="title"/>
          </p:nvPr>
        </p:nvSpPr>
        <p:spPr>
          <a:xfrm>
            <a:off x="473870" y="619857"/>
            <a:ext cx="61152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Slide_Three column picture - White">
  <p:cSld name="Three column picture - White">
    <p:bg>
      <p:bgPr>
        <a:solidFill>
          <a:schemeClr val="lt1"/>
        </a:solidFill>
      </p:bgPr>
    </p:bg>
    <p:spTree>
      <p:nvGrpSpPr>
        <p:cNvPr id="379" name="Shape 379"/>
        <p:cNvGrpSpPr/>
        <p:nvPr/>
      </p:nvGrpSpPr>
      <p:grpSpPr>
        <a:xfrm>
          <a:off x="0" y="0"/>
          <a:ext cx="0" cy="0"/>
          <a:chOff x="0" y="0"/>
          <a:chExt cx="0" cy="0"/>
        </a:xfrm>
      </p:grpSpPr>
      <p:sp>
        <p:nvSpPr>
          <p:cNvPr id="380" name="Google Shape;380;p62"/>
          <p:cNvSpPr txBox="1"/>
          <p:nvPr>
            <p:ph idx="1"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81" name="Google Shape;381;p62"/>
          <p:cNvSpPr/>
          <p:nvPr>
            <p:ph idx="2" type="pic"/>
          </p:nvPr>
        </p:nvSpPr>
        <p:spPr>
          <a:xfrm>
            <a:off x="2555081" y="1188244"/>
            <a:ext cx="1965600" cy="2054100"/>
          </a:xfrm>
          <a:prstGeom prst="round2SameRect">
            <a:avLst>
              <a:gd fmla="val 0" name="adj1"/>
              <a:gd fmla="val 0" name="adj2"/>
            </a:avLst>
          </a:prstGeom>
          <a:solidFill>
            <a:schemeClr val="accent5"/>
          </a:solidFill>
          <a:ln>
            <a:noFill/>
          </a:ln>
        </p:spPr>
      </p:sp>
      <p:sp>
        <p:nvSpPr>
          <p:cNvPr id="382" name="Google Shape;382;p6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383" name="Google Shape;383;p62"/>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4" name="Google Shape;384;p62"/>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85" name="Google Shape;385;p62"/>
          <p:cNvSpPr txBox="1"/>
          <p:nvPr>
            <p:ph idx="4" type="body"/>
          </p:nvPr>
        </p:nvSpPr>
        <p:spPr>
          <a:xfrm>
            <a:off x="2555081" y="3349229"/>
            <a:ext cx="19656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86" name="Google Shape;386;p62"/>
          <p:cNvSpPr/>
          <p:nvPr>
            <p:ph idx="5" type="pic"/>
          </p:nvPr>
        </p:nvSpPr>
        <p:spPr>
          <a:xfrm>
            <a:off x="4626769" y="1188244"/>
            <a:ext cx="1965600" cy="2054100"/>
          </a:xfrm>
          <a:prstGeom prst="round2SameRect">
            <a:avLst>
              <a:gd fmla="val 0" name="adj1"/>
              <a:gd fmla="val 0" name="adj2"/>
            </a:avLst>
          </a:prstGeom>
          <a:solidFill>
            <a:schemeClr val="accent5"/>
          </a:solidFill>
          <a:ln>
            <a:noFill/>
          </a:ln>
        </p:spPr>
      </p:sp>
      <p:sp>
        <p:nvSpPr>
          <p:cNvPr id="387" name="Google Shape;387;p62"/>
          <p:cNvSpPr/>
          <p:nvPr>
            <p:ph idx="6" type="pic"/>
          </p:nvPr>
        </p:nvSpPr>
        <p:spPr>
          <a:xfrm>
            <a:off x="6704409" y="1188244"/>
            <a:ext cx="1965600" cy="2054100"/>
          </a:xfrm>
          <a:prstGeom prst="round2SameRect">
            <a:avLst>
              <a:gd fmla="val 0" name="adj1"/>
              <a:gd fmla="val 0" name="adj2"/>
            </a:avLst>
          </a:prstGeom>
          <a:solidFill>
            <a:schemeClr val="accent5"/>
          </a:solidFill>
          <a:ln>
            <a:noFill/>
          </a:ln>
        </p:spPr>
      </p:sp>
      <p:sp>
        <p:nvSpPr>
          <p:cNvPr id="388" name="Google Shape;388;p62"/>
          <p:cNvSpPr txBox="1"/>
          <p:nvPr>
            <p:ph idx="7" type="body"/>
          </p:nvPr>
        </p:nvSpPr>
        <p:spPr>
          <a:xfrm>
            <a:off x="4629150" y="3349229"/>
            <a:ext cx="19656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89" name="Google Shape;389;p62"/>
          <p:cNvSpPr txBox="1"/>
          <p:nvPr>
            <p:ph idx="8" type="body"/>
          </p:nvPr>
        </p:nvSpPr>
        <p:spPr>
          <a:xfrm>
            <a:off x="6704409" y="3349229"/>
            <a:ext cx="19656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Slide_Text and right picture - White">
  <p:cSld name="Text and right picture - White">
    <p:bg>
      <p:bgPr>
        <a:solidFill>
          <a:schemeClr val="lt1"/>
        </a:solidFill>
      </p:bgPr>
    </p:bg>
    <p:spTree>
      <p:nvGrpSpPr>
        <p:cNvPr id="390" name="Shape 390"/>
        <p:cNvGrpSpPr/>
        <p:nvPr/>
      </p:nvGrpSpPr>
      <p:grpSpPr>
        <a:xfrm>
          <a:off x="0" y="0"/>
          <a:ext cx="0" cy="0"/>
          <a:chOff x="0" y="0"/>
          <a:chExt cx="0" cy="0"/>
        </a:xfrm>
      </p:grpSpPr>
      <p:sp>
        <p:nvSpPr>
          <p:cNvPr id="391" name="Google Shape;391;p63"/>
          <p:cNvSpPr/>
          <p:nvPr>
            <p:ph idx="2" type="pic"/>
          </p:nvPr>
        </p:nvSpPr>
        <p:spPr>
          <a:xfrm>
            <a:off x="4687458" y="1247185"/>
            <a:ext cx="3930600" cy="2675100"/>
          </a:xfrm>
          <a:prstGeom prst="rect">
            <a:avLst/>
          </a:prstGeom>
          <a:solidFill>
            <a:schemeClr val="accent5"/>
          </a:solidFill>
          <a:ln cap="flat" cmpd="sng" w="76200">
            <a:solidFill>
              <a:srgbClr val="F5FF1E"/>
            </a:solidFill>
            <a:prstDash val="solid"/>
            <a:round/>
            <a:headEnd len="sm" w="sm" type="none"/>
            <a:tailEnd len="sm" w="sm" type="none"/>
          </a:ln>
        </p:spPr>
      </p:sp>
      <p:sp>
        <p:nvSpPr>
          <p:cNvPr id="392" name="Google Shape;392;p63"/>
          <p:cNvSpPr txBox="1"/>
          <p:nvPr>
            <p:ph idx="1" type="body"/>
          </p:nvPr>
        </p:nvSpPr>
        <p:spPr>
          <a:xfrm>
            <a:off x="4630339" y="4063604"/>
            <a:ext cx="4039800" cy="207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393" name="Google Shape;393;p6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394" name="Google Shape;394;p63"/>
          <p:cNvSpPr txBox="1"/>
          <p:nvPr>
            <p:ph idx="3" type="body"/>
          </p:nvPr>
        </p:nvSpPr>
        <p:spPr>
          <a:xfrm>
            <a:off x="473870" y="1188244"/>
            <a:ext cx="33432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95" name="Google Shape;395;p63"/>
          <p:cNvSpPr txBox="1"/>
          <p:nvPr>
            <p:ph idx="4"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96" name="Google Shape;396;p63"/>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Slide_Text and right picture BIG - White">
  <p:cSld name="Text and right picture BIG - White">
    <p:bg>
      <p:bgPr>
        <a:solidFill>
          <a:schemeClr val="lt1"/>
        </a:solidFill>
      </p:bgPr>
    </p:bg>
    <p:spTree>
      <p:nvGrpSpPr>
        <p:cNvPr id="397" name="Shape 397"/>
        <p:cNvGrpSpPr/>
        <p:nvPr/>
      </p:nvGrpSpPr>
      <p:grpSpPr>
        <a:xfrm>
          <a:off x="0" y="0"/>
          <a:ext cx="0" cy="0"/>
          <a:chOff x="0" y="0"/>
          <a:chExt cx="0" cy="0"/>
        </a:xfrm>
      </p:grpSpPr>
      <p:sp>
        <p:nvSpPr>
          <p:cNvPr id="398" name="Google Shape;398;p64"/>
          <p:cNvSpPr/>
          <p:nvPr>
            <p:ph idx="2" type="pic"/>
          </p:nvPr>
        </p:nvSpPr>
        <p:spPr>
          <a:xfrm>
            <a:off x="3301550" y="512833"/>
            <a:ext cx="5339400" cy="4150800"/>
          </a:xfrm>
          <a:prstGeom prst="rect">
            <a:avLst/>
          </a:prstGeom>
          <a:solidFill>
            <a:schemeClr val="accent5"/>
          </a:solidFill>
          <a:ln cap="flat" cmpd="sng" w="76200">
            <a:solidFill>
              <a:srgbClr val="F5FF1E"/>
            </a:solidFill>
            <a:prstDash val="solid"/>
            <a:round/>
            <a:headEnd len="sm" w="sm" type="none"/>
            <a:tailEnd len="sm" w="sm" type="none"/>
          </a:ln>
        </p:spPr>
      </p:sp>
      <p:sp>
        <p:nvSpPr>
          <p:cNvPr id="399" name="Google Shape;399;p64"/>
          <p:cNvSpPr txBox="1"/>
          <p:nvPr>
            <p:ph idx="1" type="body"/>
          </p:nvPr>
        </p:nvSpPr>
        <p:spPr>
          <a:xfrm>
            <a:off x="3428672" y="4354043"/>
            <a:ext cx="4039800" cy="207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00" name="Google Shape;400;p6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401" name="Google Shape;401;p64"/>
          <p:cNvSpPr txBox="1"/>
          <p:nvPr>
            <p:ph idx="3" type="body"/>
          </p:nvPr>
        </p:nvSpPr>
        <p:spPr>
          <a:xfrm>
            <a:off x="473870" y="1308497"/>
            <a:ext cx="26469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1100"/>
              <a:buNone/>
              <a:defRPr sz="1100"/>
            </a:lvl1pPr>
            <a:lvl2pPr indent="-228600" lvl="1" marL="914400" algn="l">
              <a:lnSpc>
                <a:spcPct val="100000"/>
              </a:lnSpc>
              <a:spcBef>
                <a:spcPts val="900"/>
              </a:spcBef>
              <a:spcAft>
                <a:spcPts val="0"/>
              </a:spcAft>
              <a:buSzPts val="1100"/>
              <a:buNone/>
              <a:defRPr sz="1100"/>
            </a:lvl2pPr>
            <a:lvl3pPr indent="-298450" lvl="2" marL="1371600" algn="l">
              <a:lnSpc>
                <a:spcPct val="100000"/>
              </a:lnSpc>
              <a:spcBef>
                <a:spcPts val="400"/>
              </a:spcBef>
              <a:spcAft>
                <a:spcPts val="0"/>
              </a:spcAft>
              <a:buSzPts val="1100"/>
              <a:buChar char="•"/>
              <a:defRPr sz="1100"/>
            </a:lvl3pPr>
            <a:lvl4pPr indent="-298450" lvl="3" marL="1828800" algn="l">
              <a:lnSpc>
                <a:spcPct val="100000"/>
              </a:lnSpc>
              <a:spcBef>
                <a:spcPts val="200"/>
              </a:spcBef>
              <a:spcAft>
                <a:spcPts val="0"/>
              </a:spcAft>
              <a:buSzPts val="1100"/>
              <a:buChar char="⁃"/>
              <a:defRPr sz="1100"/>
            </a:lvl4pPr>
            <a:lvl5pPr indent="-298450" lvl="4" marL="2286000" algn="l">
              <a:lnSpc>
                <a:spcPct val="100000"/>
              </a:lnSpc>
              <a:spcBef>
                <a:spcPts val="100"/>
              </a:spcBef>
              <a:spcAft>
                <a:spcPts val="0"/>
              </a:spcAft>
              <a:buSzPts val="1100"/>
              <a:buChar char="⁃"/>
              <a:defRPr sz="11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02" name="Google Shape;402;p64"/>
          <p:cNvSpPr txBox="1"/>
          <p:nvPr>
            <p:ph idx="4" type="body"/>
          </p:nvPr>
        </p:nvSpPr>
        <p:spPr>
          <a:xfrm>
            <a:off x="476251" y="469106"/>
            <a:ext cx="26445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03" name="Google Shape;403;p64"/>
          <p:cNvSpPr txBox="1"/>
          <p:nvPr>
            <p:ph type="title"/>
          </p:nvPr>
        </p:nvSpPr>
        <p:spPr>
          <a:xfrm>
            <a:off x="473870" y="619857"/>
            <a:ext cx="26469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Slide_Text and right picture 1/2 - Stone">
  <p:cSld name="Text and right picture 1/2 - Stone">
    <p:bg>
      <p:bgPr>
        <a:solidFill>
          <a:schemeClr val="lt1"/>
        </a:solidFill>
      </p:bgPr>
    </p:bg>
    <p:spTree>
      <p:nvGrpSpPr>
        <p:cNvPr id="404" name="Shape 404"/>
        <p:cNvGrpSpPr/>
        <p:nvPr/>
      </p:nvGrpSpPr>
      <p:grpSpPr>
        <a:xfrm>
          <a:off x="0" y="0"/>
          <a:ext cx="0" cy="0"/>
          <a:chOff x="0" y="0"/>
          <a:chExt cx="0" cy="0"/>
        </a:xfrm>
      </p:grpSpPr>
      <p:sp>
        <p:nvSpPr>
          <p:cNvPr id="405" name="Google Shape;405;p65"/>
          <p:cNvSpPr/>
          <p:nvPr/>
        </p:nvSpPr>
        <p:spPr>
          <a:xfrm>
            <a:off x="-1" y="2578298"/>
            <a:ext cx="9144000" cy="2565300"/>
          </a:xfrm>
          <a:prstGeom prst="rect">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06" name="Google Shape;406;p65"/>
          <p:cNvSpPr/>
          <p:nvPr>
            <p:ph idx="2" type="pic"/>
          </p:nvPr>
        </p:nvSpPr>
        <p:spPr>
          <a:xfrm>
            <a:off x="4626769" y="1188245"/>
            <a:ext cx="4043400" cy="2755200"/>
          </a:xfrm>
          <a:prstGeom prst="rect">
            <a:avLst/>
          </a:prstGeom>
          <a:solidFill>
            <a:schemeClr val="dk1"/>
          </a:solidFill>
          <a:ln>
            <a:noFill/>
          </a:ln>
        </p:spPr>
      </p:sp>
      <p:sp>
        <p:nvSpPr>
          <p:cNvPr id="407" name="Google Shape;407;p65"/>
          <p:cNvSpPr txBox="1"/>
          <p:nvPr>
            <p:ph idx="1" type="body"/>
          </p:nvPr>
        </p:nvSpPr>
        <p:spPr>
          <a:xfrm>
            <a:off x="4626770" y="4063604"/>
            <a:ext cx="4043400" cy="207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08" name="Google Shape;408;p6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409" name="Google Shape;409;p65"/>
          <p:cNvSpPr txBox="1"/>
          <p:nvPr>
            <p:ph idx="3" type="body"/>
          </p:nvPr>
        </p:nvSpPr>
        <p:spPr>
          <a:xfrm>
            <a:off x="473869" y="1188244"/>
            <a:ext cx="2831400" cy="1275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0" name="Google Shape;410;p65"/>
          <p:cNvSpPr txBox="1"/>
          <p:nvPr>
            <p:ph idx="4" type="body"/>
          </p:nvPr>
        </p:nvSpPr>
        <p:spPr>
          <a:xfrm>
            <a:off x="473869" y="2815016"/>
            <a:ext cx="2831400" cy="1485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1" name="Google Shape;411;p65"/>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 sz="600">
                <a:solidFill>
                  <a:schemeClr val="dk1"/>
                </a:solidFill>
                <a:latin typeface="Arial"/>
                <a:ea typeface="Arial"/>
                <a:cs typeface="Arial"/>
                <a:sym typeface="Arial"/>
              </a:rPr>
              <a:t>Verizon confidential and proprietary. Unauthorized disclosure, reproduction or other use prohibited.</a:t>
            </a:r>
            <a:endParaRPr sz="1100"/>
          </a:p>
        </p:txBody>
      </p:sp>
      <p:pic>
        <p:nvPicPr>
          <p:cNvPr id="412" name="Google Shape;412;p65"/>
          <p:cNvPicPr preferRelativeResize="0"/>
          <p:nvPr/>
        </p:nvPicPr>
        <p:blipFill rotWithShape="1">
          <a:blip r:embed="rId2">
            <a:alphaModFix/>
          </a:blip>
          <a:srcRect b="0" l="0" r="0" t="0"/>
          <a:stretch/>
        </p:blipFill>
        <p:spPr>
          <a:xfrm>
            <a:off x="372624" y="4632722"/>
            <a:ext cx="841577" cy="344233"/>
          </a:xfrm>
          <a:prstGeom prst="rect">
            <a:avLst/>
          </a:prstGeom>
          <a:noFill/>
          <a:ln>
            <a:noFill/>
          </a:ln>
        </p:spPr>
      </p:pic>
      <p:sp>
        <p:nvSpPr>
          <p:cNvPr id="413" name="Google Shape;413;p65"/>
          <p:cNvSpPr txBox="1"/>
          <p:nvPr>
            <p:ph idx="5"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4" name="Google Shape;414;p65"/>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Slide_Title and Content">
  <p:cSld name="Title and Content">
    <p:bg>
      <p:bgPr>
        <a:solidFill>
          <a:schemeClr val="lt1"/>
        </a:solidFill>
      </p:bgPr>
    </p:bg>
    <p:spTree>
      <p:nvGrpSpPr>
        <p:cNvPr id="415" name="Shape 415"/>
        <p:cNvGrpSpPr/>
        <p:nvPr/>
      </p:nvGrpSpPr>
      <p:grpSpPr>
        <a:xfrm>
          <a:off x="0" y="0"/>
          <a:ext cx="0" cy="0"/>
          <a:chOff x="0" y="0"/>
          <a:chExt cx="0" cy="0"/>
        </a:xfrm>
      </p:grpSpPr>
      <p:sp>
        <p:nvSpPr>
          <p:cNvPr id="416" name="Google Shape;416;p6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417" name="Google Shape;417;p66"/>
          <p:cNvSpPr txBox="1"/>
          <p:nvPr>
            <p:ph idx="1" type="body"/>
          </p:nvPr>
        </p:nvSpPr>
        <p:spPr>
          <a:xfrm>
            <a:off x="473870" y="1188244"/>
            <a:ext cx="8196300" cy="3402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18" name="Google Shape;418;p66"/>
          <p:cNvSpPr txBox="1"/>
          <p:nvPr>
            <p:ph idx="2"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19" name="Google Shape;419;p66"/>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Slide_Six-piece information">
  <p:cSld name="Six-piece information">
    <p:spTree>
      <p:nvGrpSpPr>
        <p:cNvPr id="420" name="Shape 420"/>
        <p:cNvGrpSpPr/>
        <p:nvPr/>
      </p:nvGrpSpPr>
      <p:grpSpPr>
        <a:xfrm>
          <a:off x="0" y="0"/>
          <a:ext cx="0" cy="0"/>
          <a:chOff x="0" y="0"/>
          <a:chExt cx="0" cy="0"/>
        </a:xfrm>
      </p:grpSpPr>
      <p:sp>
        <p:nvSpPr>
          <p:cNvPr id="421" name="Google Shape;421;p6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422" name="Google Shape;422;p67"/>
          <p:cNvSpPr txBox="1"/>
          <p:nvPr>
            <p:ph idx="1" type="body"/>
          </p:nvPr>
        </p:nvSpPr>
        <p:spPr>
          <a:xfrm>
            <a:off x="470297" y="1188244"/>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3" name="Google Shape;423;p67"/>
          <p:cNvSpPr txBox="1"/>
          <p:nvPr>
            <p:ph idx="2"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24" name="Google Shape;424;p67"/>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25" name="Google Shape;425;p67"/>
          <p:cNvSpPr txBox="1"/>
          <p:nvPr>
            <p:ph idx="3" type="body"/>
          </p:nvPr>
        </p:nvSpPr>
        <p:spPr>
          <a:xfrm>
            <a:off x="3248025" y="1188244"/>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6" name="Google Shape;426;p67"/>
          <p:cNvSpPr txBox="1"/>
          <p:nvPr>
            <p:ph idx="4" type="body"/>
          </p:nvPr>
        </p:nvSpPr>
        <p:spPr>
          <a:xfrm>
            <a:off x="6012656" y="1188244"/>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7" name="Google Shape;427;p67"/>
          <p:cNvSpPr txBox="1"/>
          <p:nvPr>
            <p:ph idx="5" type="body"/>
          </p:nvPr>
        </p:nvSpPr>
        <p:spPr>
          <a:xfrm>
            <a:off x="470297" y="2636520"/>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8" name="Google Shape;428;p67"/>
          <p:cNvSpPr txBox="1"/>
          <p:nvPr>
            <p:ph idx="6" type="body"/>
          </p:nvPr>
        </p:nvSpPr>
        <p:spPr>
          <a:xfrm>
            <a:off x="3248025" y="2636520"/>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9" name="Google Shape;429;p67"/>
          <p:cNvSpPr txBox="1"/>
          <p:nvPr>
            <p:ph idx="7" type="body"/>
          </p:nvPr>
        </p:nvSpPr>
        <p:spPr>
          <a:xfrm>
            <a:off x="6012656" y="2636520"/>
            <a:ext cx="25455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Slide_Six-image - Stone">
  <p:cSld name="Six-image - Stone">
    <p:bg>
      <p:bgPr>
        <a:solidFill>
          <a:schemeClr val="lt2"/>
        </a:solidFill>
      </p:bgPr>
    </p:bg>
    <p:spTree>
      <p:nvGrpSpPr>
        <p:cNvPr id="430" name="Shape 430"/>
        <p:cNvGrpSpPr/>
        <p:nvPr/>
      </p:nvGrpSpPr>
      <p:grpSpPr>
        <a:xfrm>
          <a:off x="0" y="0"/>
          <a:ext cx="0" cy="0"/>
          <a:chOff x="0" y="0"/>
          <a:chExt cx="0" cy="0"/>
        </a:xfrm>
      </p:grpSpPr>
      <p:sp>
        <p:nvSpPr>
          <p:cNvPr id="431" name="Google Shape;431;p68"/>
          <p:cNvSpPr/>
          <p:nvPr/>
        </p:nvSpPr>
        <p:spPr>
          <a:xfrm>
            <a:off x="2555081" y="0"/>
            <a:ext cx="6588900" cy="5143500"/>
          </a:xfrm>
          <a:prstGeom prst="rect">
            <a:avLst/>
          </a:prstGeom>
          <a:solidFill>
            <a:srgbClr val="FF3C2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32" name="Google Shape;432;p68"/>
          <p:cNvSpPr/>
          <p:nvPr>
            <p:ph idx="2" type="pic"/>
          </p:nvPr>
        </p:nvSpPr>
        <p:spPr>
          <a:xfrm>
            <a:off x="2555081" y="0"/>
            <a:ext cx="2186400" cy="2577000"/>
          </a:xfrm>
          <a:prstGeom prst="rect">
            <a:avLst/>
          </a:prstGeom>
          <a:solidFill>
            <a:schemeClr val="lt1"/>
          </a:solidFill>
          <a:ln>
            <a:noFill/>
          </a:ln>
        </p:spPr>
      </p:sp>
      <p:sp>
        <p:nvSpPr>
          <p:cNvPr id="433" name="Google Shape;433;p68"/>
          <p:cNvSpPr txBox="1"/>
          <p:nvPr>
            <p:ph idx="1" type="body"/>
          </p:nvPr>
        </p:nvSpPr>
        <p:spPr>
          <a:xfrm>
            <a:off x="2670803"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34" name="Google Shape;434;p6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spcBef>
                <a:spcPts val="0"/>
              </a:spcBef>
              <a:buNone/>
              <a:defRPr b="0" i="0" sz="1100">
                <a:solidFill>
                  <a:schemeClr val="dk1"/>
                </a:solidFill>
                <a:latin typeface="Arial"/>
                <a:ea typeface="Arial"/>
                <a:cs typeface="Arial"/>
                <a:sym typeface="Arial"/>
              </a:defRPr>
            </a:lvl1pPr>
            <a:lvl2pPr indent="0" lvl="1" marL="0" marR="0" algn="r">
              <a:spcBef>
                <a:spcPts val="0"/>
              </a:spcBef>
              <a:buNone/>
              <a:defRPr b="0" i="0" sz="1100">
                <a:solidFill>
                  <a:schemeClr val="dk1"/>
                </a:solidFill>
                <a:latin typeface="Arial"/>
                <a:ea typeface="Arial"/>
                <a:cs typeface="Arial"/>
                <a:sym typeface="Arial"/>
              </a:defRPr>
            </a:lvl2pPr>
            <a:lvl3pPr indent="0" lvl="2" marL="0" marR="0" algn="r">
              <a:spcBef>
                <a:spcPts val="0"/>
              </a:spcBef>
              <a:buNone/>
              <a:defRPr b="0" i="0" sz="1100">
                <a:solidFill>
                  <a:schemeClr val="dk1"/>
                </a:solidFill>
                <a:latin typeface="Arial"/>
                <a:ea typeface="Arial"/>
                <a:cs typeface="Arial"/>
                <a:sym typeface="Arial"/>
              </a:defRPr>
            </a:lvl3pPr>
            <a:lvl4pPr indent="0" lvl="3" marL="0" marR="0" algn="r">
              <a:spcBef>
                <a:spcPts val="0"/>
              </a:spcBef>
              <a:buNone/>
              <a:defRPr b="0" i="0" sz="1100">
                <a:solidFill>
                  <a:schemeClr val="dk1"/>
                </a:solidFill>
                <a:latin typeface="Arial"/>
                <a:ea typeface="Arial"/>
                <a:cs typeface="Arial"/>
                <a:sym typeface="Arial"/>
              </a:defRPr>
            </a:lvl4pPr>
            <a:lvl5pPr indent="0" lvl="4" marL="0" marR="0" algn="r">
              <a:spcBef>
                <a:spcPts val="0"/>
              </a:spcBef>
              <a:buNone/>
              <a:defRPr b="0" i="0" sz="1100">
                <a:solidFill>
                  <a:schemeClr val="dk1"/>
                </a:solidFill>
                <a:latin typeface="Arial"/>
                <a:ea typeface="Arial"/>
                <a:cs typeface="Arial"/>
                <a:sym typeface="Arial"/>
              </a:defRPr>
            </a:lvl5pPr>
            <a:lvl6pPr indent="0" lvl="5" marL="0" marR="0" algn="r">
              <a:spcBef>
                <a:spcPts val="0"/>
              </a:spcBef>
              <a:buNone/>
              <a:defRPr b="0" i="0" sz="1100">
                <a:solidFill>
                  <a:schemeClr val="dk1"/>
                </a:solidFill>
                <a:latin typeface="Arial"/>
                <a:ea typeface="Arial"/>
                <a:cs typeface="Arial"/>
                <a:sym typeface="Arial"/>
              </a:defRPr>
            </a:lvl6pPr>
            <a:lvl7pPr indent="0" lvl="6" marL="0" marR="0" algn="r">
              <a:spcBef>
                <a:spcPts val="0"/>
              </a:spcBef>
              <a:buNone/>
              <a:defRPr b="0" i="0" sz="1100">
                <a:solidFill>
                  <a:schemeClr val="dk1"/>
                </a:solidFill>
                <a:latin typeface="Arial"/>
                <a:ea typeface="Arial"/>
                <a:cs typeface="Arial"/>
                <a:sym typeface="Arial"/>
              </a:defRPr>
            </a:lvl7pPr>
            <a:lvl8pPr indent="0" lvl="7" marL="0" marR="0" algn="r">
              <a:spcBef>
                <a:spcPts val="0"/>
              </a:spcBef>
              <a:buNone/>
              <a:defRPr b="0" i="0" sz="1100">
                <a:solidFill>
                  <a:schemeClr val="dk1"/>
                </a:solidFill>
                <a:latin typeface="Arial"/>
                <a:ea typeface="Arial"/>
                <a:cs typeface="Arial"/>
                <a:sym typeface="Arial"/>
              </a:defRPr>
            </a:lvl8pPr>
            <a:lvl9pPr indent="0" lvl="8" marL="0" marR="0" algn="r">
              <a:spcBef>
                <a:spcPts val="0"/>
              </a:spcBef>
              <a:buNone/>
              <a:defRPr b="0" i="0" sz="11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35" name="Google Shape;435;p68"/>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6" name="Google Shape;436;p68"/>
          <p:cNvSpPr txBox="1"/>
          <p:nvPr>
            <p:ph idx="4" type="body"/>
          </p:nvPr>
        </p:nvSpPr>
        <p:spPr>
          <a:xfrm>
            <a:off x="476251" y="469106"/>
            <a:ext cx="19527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37" name="Google Shape;437;p68"/>
          <p:cNvSpPr txBox="1"/>
          <p:nvPr>
            <p:ph type="title"/>
          </p:nvPr>
        </p:nvSpPr>
        <p:spPr>
          <a:xfrm>
            <a:off x="473870" y="619857"/>
            <a:ext cx="19551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38" name="Google Shape;438;p68"/>
          <p:cNvSpPr/>
          <p:nvPr>
            <p:ph idx="5" type="pic"/>
          </p:nvPr>
        </p:nvSpPr>
        <p:spPr>
          <a:xfrm>
            <a:off x="4746599" y="2571750"/>
            <a:ext cx="2222700" cy="2571900"/>
          </a:xfrm>
          <a:prstGeom prst="rect">
            <a:avLst/>
          </a:prstGeom>
          <a:solidFill>
            <a:schemeClr val="lt1"/>
          </a:solidFill>
          <a:ln>
            <a:noFill/>
          </a:ln>
        </p:spPr>
      </p:sp>
      <p:sp>
        <p:nvSpPr>
          <p:cNvPr id="439" name="Google Shape;439;p68"/>
          <p:cNvSpPr/>
          <p:nvPr>
            <p:ph idx="6" type="pic"/>
          </p:nvPr>
        </p:nvSpPr>
        <p:spPr>
          <a:xfrm>
            <a:off x="6972300" y="0"/>
            <a:ext cx="2186400" cy="2577000"/>
          </a:xfrm>
          <a:prstGeom prst="rect">
            <a:avLst/>
          </a:prstGeom>
          <a:solidFill>
            <a:schemeClr val="lt1"/>
          </a:solidFill>
          <a:ln>
            <a:noFill/>
          </a:ln>
        </p:spPr>
      </p:sp>
      <p:sp>
        <p:nvSpPr>
          <p:cNvPr id="440" name="Google Shape;440;p68"/>
          <p:cNvSpPr txBox="1"/>
          <p:nvPr>
            <p:ph idx="7" type="body"/>
          </p:nvPr>
        </p:nvSpPr>
        <p:spPr>
          <a:xfrm>
            <a:off x="7088021"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41" name="Google Shape;441;p68"/>
          <p:cNvSpPr txBox="1"/>
          <p:nvPr>
            <p:ph idx="8" type="body"/>
          </p:nvPr>
        </p:nvSpPr>
        <p:spPr>
          <a:xfrm>
            <a:off x="4834293"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Slide_Six-image - Yellow">
  <p:cSld name="Six-image - Yellow">
    <p:bg>
      <p:bgPr>
        <a:solidFill>
          <a:schemeClr val="lt2"/>
        </a:solidFill>
      </p:bgPr>
    </p:bg>
    <p:spTree>
      <p:nvGrpSpPr>
        <p:cNvPr id="442" name="Shape 442"/>
        <p:cNvGrpSpPr/>
        <p:nvPr/>
      </p:nvGrpSpPr>
      <p:grpSpPr>
        <a:xfrm>
          <a:off x="0" y="0"/>
          <a:ext cx="0" cy="0"/>
          <a:chOff x="0" y="0"/>
          <a:chExt cx="0" cy="0"/>
        </a:xfrm>
      </p:grpSpPr>
      <p:sp>
        <p:nvSpPr>
          <p:cNvPr id="443" name="Google Shape;443;p69"/>
          <p:cNvSpPr/>
          <p:nvPr/>
        </p:nvSpPr>
        <p:spPr>
          <a:xfrm>
            <a:off x="2555081" y="0"/>
            <a:ext cx="6588900" cy="5143500"/>
          </a:xfrm>
          <a:prstGeom prst="rect">
            <a:avLst/>
          </a:prstGeom>
          <a:solidFill>
            <a:srgbClr val="F5FF1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444" name="Google Shape;444;p69"/>
          <p:cNvSpPr/>
          <p:nvPr>
            <p:ph idx="2" type="pic"/>
          </p:nvPr>
        </p:nvSpPr>
        <p:spPr>
          <a:xfrm>
            <a:off x="4748405" y="0"/>
            <a:ext cx="2171400" cy="2577000"/>
          </a:xfrm>
          <a:prstGeom prst="rect">
            <a:avLst/>
          </a:prstGeom>
          <a:solidFill>
            <a:schemeClr val="dk2"/>
          </a:solidFill>
          <a:ln>
            <a:noFill/>
          </a:ln>
        </p:spPr>
      </p:sp>
      <p:sp>
        <p:nvSpPr>
          <p:cNvPr id="445" name="Google Shape;445;p69"/>
          <p:cNvSpPr txBox="1"/>
          <p:nvPr>
            <p:ph idx="1" type="body"/>
          </p:nvPr>
        </p:nvSpPr>
        <p:spPr>
          <a:xfrm>
            <a:off x="4864127"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46" name="Google Shape;446;p6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spcBef>
                <a:spcPts val="0"/>
              </a:spcBef>
              <a:buNone/>
              <a:defRPr b="0" i="0" sz="1100">
                <a:solidFill>
                  <a:schemeClr val="dk1"/>
                </a:solidFill>
                <a:latin typeface="Arial"/>
                <a:ea typeface="Arial"/>
                <a:cs typeface="Arial"/>
                <a:sym typeface="Arial"/>
              </a:defRPr>
            </a:lvl1pPr>
            <a:lvl2pPr indent="0" lvl="1" marL="0" marR="0" algn="r">
              <a:spcBef>
                <a:spcPts val="0"/>
              </a:spcBef>
              <a:buNone/>
              <a:defRPr b="0" i="0" sz="1100">
                <a:solidFill>
                  <a:schemeClr val="dk1"/>
                </a:solidFill>
                <a:latin typeface="Arial"/>
                <a:ea typeface="Arial"/>
                <a:cs typeface="Arial"/>
                <a:sym typeface="Arial"/>
              </a:defRPr>
            </a:lvl2pPr>
            <a:lvl3pPr indent="0" lvl="2" marL="0" marR="0" algn="r">
              <a:spcBef>
                <a:spcPts val="0"/>
              </a:spcBef>
              <a:buNone/>
              <a:defRPr b="0" i="0" sz="1100">
                <a:solidFill>
                  <a:schemeClr val="dk1"/>
                </a:solidFill>
                <a:latin typeface="Arial"/>
                <a:ea typeface="Arial"/>
                <a:cs typeface="Arial"/>
                <a:sym typeface="Arial"/>
              </a:defRPr>
            </a:lvl3pPr>
            <a:lvl4pPr indent="0" lvl="3" marL="0" marR="0" algn="r">
              <a:spcBef>
                <a:spcPts val="0"/>
              </a:spcBef>
              <a:buNone/>
              <a:defRPr b="0" i="0" sz="1100">
                <a:solidFill>
                  <a:schemeClr val="dk1"/>
                </a:solidFill>
                <a:latin typeface="Arial"/>
                <a:ea typeface="Arial"/>
                <a:cs typeface="Arial"/>
                <a:sym typeface="Arial"/>
              </a:defRPr>
            </a:lvl4pPr>
            <a:lvl5pPr indent="0" lvl="4" marL="0" marR="0" algn="r">
              <a:spcBef>
                <a:spcPts val="0"/>
              </a:spcBef>
              <a:buNone/>
              <a:defRPr b="0" i="0" sz="1100">
                <a:solidFill>
                  <a:schemeClr val="dk1"/>
                </a:solidFill>
                <a:latin typeface="Arial"/>
                <a:ea typeface="Arial"/>
                <a:cs typeface="Arial"/>
                <a:sym typeface="Arial"/>
              </a:defRPr>
            </a:lvl5pPr>
            <a:lvl6pPr indent="0" lvl="5" marL="0" marR="0" algn="r">
              <a:spcBef>
                <a:spcPts val="0"/>
              </a:spcBef>
              <a:buNone/>
              <a:defRPr b="0" i="0" sz="1100">
                <a:solidFill>
                  <a:schemeClr val="dk1"/>
                </a:solidFill>
                <a:latin typeface="Arial"/>
                <a:ea typeface="Arial"/>
                <a:cs typeface="Arial"/>
                <a:sym typeface="Arial"/>
              </a:defRPr>
            </a:lvl6pPr>
            <a:lvl7pPr indent="0" lvl="6" marL="0" marR="0" algn="r">
              <a:spcBef>
                <a:spcPts val="0"/>
              </a:spcBef>
              <a:buNone/>
              <a:defRPr b="0" i="0" sz="1100">
                <a:solidFill>
                  <a:schemeClr val="dk1"/>
                </a:solidFill>
                <a:latin typeface="Arial"/>
                <a:ea typeface="Arial"/>
                <a:cs typeface="Arial"/>
                <a:sym typeface="Arial"/>
              </a:defRPr>
            </a:lvl7pPr>
            <a:lvl8pPr indent="0" lvl="7" marL="0" marR="0" algn="r">
              <a:spcBef>
                <a:spcPts val="0"/>
              </a:spcBef>
              <a:buNone/>
              <a:defRPr b="0" i="0" sz="1100">
                <a:solidFill>
                  <a:schemeClr val="dk1"/>
                </a:solidFill>
                <a:latin typeface="Arial"/>
                <a:ea typeface="Arial"/>
                <a:cs typeface="Arial"/>
                <a:sym typeface="Arial"/>
              </a:defRPr>
            </a:lvl8pPr>
            <a:lvl9pPr indent="0" lvl="8" marL="0" marR="0" algn="r">
              <a:spcBef>
                <a:spcPts val="0"/>
              </a:spcBef>
              <a:buNone/>
              <a:defRPr b="0" i="0" sz="11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47" name="Google Shape;447;p69"/>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48" name="Google Shape;448;p69"/>
          <p:cNvSpPr txBox="1"/>
          <p:nvPr>
            <p:ph idx="4" type="body"/>
          </p:nvPr>
        </p:nvSpPr>
        <p:spPr>
          <a:xfrm>
            <a:off x="476251" y="469106"/>
            <a:ext cx="19527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49" name="Google Shape;449;p69"/>
          <p:cNvSpPr txBox="1"/>
          <p:nvPr>
            <p:ph type="title"/>
          </p:nvPr>
        </p:nvSpPr>
        <p:spPr>
          <a:xfrm>
            <a:off x="473870" y="619857"/>
            <a:ext cx="19551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50" name="Google Shape;450;p69"/>
          <p:cNvSpPr/>
          <p:nvPr>
            <p:ph idx="5" type="pic"/>
          </p:nvPr>
        </p:nvSpPr>
        <p:spPr>
          <a:xfrm>
            <a:off x="6921268" y="2571750"/>
            <a:ext cx="2222700" cy="2571900"/>
          </a:xfrm>
          <a:prstGeom prst="rect">
            <a:avLst/>
          </a:prstGeom>
          <a:solidFill>
            <a:schemeClr val="dk2"/>
          </a:solidFill>
          <a:ln>
            <a:noFill/>
          </a:ln>
        </p:spPr>
      </p:sp>
      <p:sp>
        <p:nvSpPr>
          <p:cNvPr id="451" name="Google Shape;451;p69"/>
          <p:cNvSpPr txBox="1"/>
          <p:nvPr>
            <p:ph idx="6" type="body"/>
          </p:nvPr>
        </p:nvSpPr>
        <p:spPr>
          <a:xfrm>
            <a:off x="7008962"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52" name="Google Shape;452;p69"/>
          <p:cNvSpPr/>
          <p:nvPr>
            <p:ph idx="7" type="pic"/>
          </p:nvPr>
        </p:nvSpPr>
        <p:spPr>
          <a:xfrm>
            <a:off x="2555082" y="2571750"/>
            <a:ext cx="2190000" cy="2571900"/>
          </a:xfrm>
          <a:prstGeom prst="rect">
            <a:avLst/>
          </a:prstGeom>
          <a:solidFill>
            <a:schemeClr val="dk2"/>
          </a:solidFill>
          <a:ln>
            <a:noFill/>
          </a:ln>
        </p:spPr>
      </p:sp>
      <p:sp>
        <p:nvSpPr>
          <p:cNvPr id="453" name="Google Shape;453;p69"/>
          <p:cNvSpPr txBox="1"/>
          <p:nvPr>
            <p:ph idx="8" type="body"/>
          </p:nvPr>
        </p:nvSpPr>
        <p:spPr>
          <a:xfrm>
            <a:off x="2642775"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Slide_4-image w/ description - White">
  <p:cSld name="4-image w/ description - White">
    <p:bg>
      <p:bgPr>
        <a:solidFill>
          <a:schemeClr val="lt1"/>
        </a:solidFill>
      </p:bgPr>
    </p:bg>
    <p:spTree>
      <p:nvGrpSpPr>
        <p:cNvPr id="454" name="Shape 454"/>
        <p:cNvGrpSpPr/>
        <p:nvPr/>
      </p:nvGrpSpPr>
      <p:grpSpPr>
        <a:xfrm>
          <a:off x="0" y="0"/>
          <a:ext cx="0" cy="0"/>
          <a:chOff x="0" y="0"/>
          <a:chExt cx="0" cy="0"/>
        </a:xfrm>
      </p:grpSpPr>
      <p:sp>
        <p:nvSpPr>
          <p:cNvPr id="455" name="Google Shape;455;p70"/>
          <p:cNvSpPr/>
          <p:nvPr>
            <p:ph idx="2" type="pic"/>
          </p:nvPr>
        </p:nvSpPr>
        <p:spPr>
          <a:xfrm>
            <a:off x="473869" y="1188244"/>
            <a:ext cx="1955100" cy="2045700"/>
          </a:xfrm>
          <a:prstGeom prst="rect">
            <a:avLst/>
          </a:prstGeom>
          <a:solidFill>
            <a:schemeClr val="dk2"/>
          </a:solidFill>
          <a:ln>
            <a:noFill/>
          </a:ln>
        </p:spPr>
      </p:sp>
      <p:sp>
        <p:nvSpPr>
          <p:cNvPr id="456" name="Google Shape;456;p7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457" name="Google Shape;457;p70"/>
          <p:cNvSpPr txBox="1"/>
          <p:nvPr>
            <p:ph idx="1" type="body"/>
          </p:nvPr>
        </p:nvSpPr>
        <p:spPr>
          <a:xfrm>
            <a:off x="473869"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58" name="Google Shape;458;p70"/>
          <p:cNvSpPr txBox="1"/>
          <p:nvPr>
            <p:ph idx="3"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59" name="Google Shape;459;p70"/>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60" name="Google Shape;460;p70"/>
          <p:cNvSpPr/>
          <p:nvPr>
            <p:ph idx="4" type="pic"/>
          </p:nvPr>
        </p:nvSpPr>
        <p:spPr>
          <a:xfrm>
            <a:off x="2571750" y="1188244"/>
            <a:ext cx="1955100" cy="2045700"/>
          </a:xfrm>
          <a:prstGeom prst="rect">
            <a:avLst/>
          </a:prstGeom>
          <a:solidFill>
            <a:schemeClr val="dk2"/>
          </a:solidFill>
          <a:ln>
            <a:noFill/>
          </a:ln>
        </p:spPr>
      </p:sp>
      <p:sp>
        <p:nvSpPr>
          <p:cNvPr id="461" name="Google Shape;461;p70"/>
          <p:cNvSpPr txBox="1"/>
          <p:nvPr>
            <p:ph idx="5" type="body"/>
          </p:nvPr>
        </p:nvSpPr>
        <p:spPr>
          <a:xfrm>
            <a:off x="2571750"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62" name="Google Shape;462;p70"/>
          <p:cNvSpPr/>
          <p:nvPr>
            <p:ph idx="6" type="pic"/>
          </p:nvPr>
        </p:nvSpPr>
        <p:spPr>
          <a:xfrm>
            <a:off x="4633913" y="1188244"/>
            <a:ext cx="1955100" cy="2045700"/>
          </a:xfrm>
          <a:prstGeom prst="rect">
            <a:avLst/>
          </a:prstGeom>
          <a:solidFill>
            <a:schemeClr val="dk2"/>
          </a:solidFill>
          <a:ln>
            <a:noFill/>
          </a:ln>
        </p:spPr>
      </p:sp>
      <p:sp>
        <p:nvSpPr>
          <p:cNvPr id="463" name="Google Shape;463;p70"/>
          <p:cNvSpPr txBox="1"/>
          <p:nvPr>
            <p:ph idx="7" type="body"/>
          </p:nvPr>
        </p:nvSpPr>
        <p:spPr>
          <a:xfrm>
            <a:off x="4633913"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64" name="Google Shape;464;p70"/>
          <p:cNvSpPr/>
          <p:nvPr>
            <p:ph idx="8" type="pic"/>
          </p:nvPr>
        </p:nvSpPr>
        <p:spPr>
          <a:xfrm>
            <a:off x="6715125" y="1188244"/>
            <a:ext cx="1955100" cy="2045700"/>
          </a:xfrm>
          <a:prstGeom prst="rect">
            <a:avLst/>
          </a:prstGeom>
          <a:solidFill>
            <a:schemeClr val="dk2"/>
          </a:solidFill>
          <a:ln>
            <a:noFill/>
          </a:ln>
        </p:spPr>
      </p:sp>
      <p:sp>
        <p:nvSpPr>
          <p:cNvPr id="465" name="Google Shape;465;p70"/>
          <p:cNvSpPr txBox="1"/>
          <p:nvPr>
            <p:ph idx="9" type="body"/>
          </p:nvPr>
        </p:nvSpPr>
        <p:spPr>
          <a:xfrm>
            <a:off x="6715125"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Slide_Org structure - White">
  <p:cSld name="Org structure - White">
    <p:bg>
      <p:bgPr>
        <a:solidFill>
          <a:schemeClr val="lt1"/>
        </a:solidFill>
      </p:bgPr>
    </p:bg>
    <p:spTree>
      <p:nvGrpSpPr>
        <p:cNvPr id="466" name="Shape 466"/>
        <p:cNvGrpSpPr/>
        <p:nvPr/>
      </p:nvGrpSpPr>
      <p:grpSpPr>
        <a:xfrm>
          <a:off x="0" y="0"/>
          <a:ext cx="0" cy="0"/>
          <a:chOff x="0" y="0"/>
          <a:chExt cx="0" cy="0"/>
        </a:xfrm>
      </p:grpSpPr>
      <p:sp>
        <p:nvSpPr>
          <p:cNvPr id="467" name="Google Shape;467;p7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468" name="Google Shape;468;p71"/>
          <p:cNvSpPr txBox="1"/>
          <p:nvPr>
            <p:ph idx="1" type="body"/>
          </p:nvPr>
        </p:nvSpPr>
        <p:spPr>
          <a:xfrm>
            <a:off x="473869" y="1188244"/>
            <a:ext cx="1955100" cy="308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69" name="Google Shape;469;p71"/>
          <p:cNvSpPr txBox="1"/>
          <p:nvPr>
            <p:ph idx="2"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70" name="Google Shape;470;p71"/>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Slide_Basic table slide">
  <p:cSld name="Basic table slide">
    <p:bg>
      <p:bgPr>
        <a:solidFill>
          <a:schemeClr val="lt2"/>
        </a:solidFill>
      </p:bgPr>
    </p:bg>
    <p:spTree>
      <p:nvGrpSpPr>
        <p:cNvPr id="471" name="Shape 471"/>
        <p:cNvGrpSpPr/>
        <p:nvPr/>
      </p:nvGrpSpPr>
      <p:grpSpPr>
        <a:xfrm>
          <a:off x="0" y="0"/>
          <a:ext cx="0" cy="0"/>
          <a:chOff x="0" y="0"/>
          <a:chExt cx="0" cy="0"/>
        </a:xfrm>
      </p:grpSpPr>
      <p:sp>
        <p:nvSpPr>
          <p:cNvPr id="472" name="Google Shape;472;p72"/>
          <p:cNvSpPr txBox="1"/>
          <p:nvPr>
            <p:ph idx="1" type="body"/>
          </p:nvPr>
        </p:nvSpPr>
        <p:spPr>
          <a:xfrm>
            <a:off x="4626770" y="469107"/>
            <a:ext cx="4043400" cy="6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73" name="Google Shape;473;p7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474" name="Google Shape;474;p72"/>
          <p:cNvSpPr txBox="1"/>
          <p:nvPr>
            <p:ph idx="2" type="body"/>
          </p:nvPr>
        </p:nvSpPr>
        <p:spPr>
          <a:xfrm>
            <a:off x="473869"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75" name="Google Shape;475;p72"/>
          <p:cNvSpPr txBox="1"/>
          <p:nvPr>
            <p:ph idx="3" type="body"/>
          </p:nvPr>
        </p:nvSpPr>
        <p:spPr>
          <a:xfrm>
            <a:off x="476251" y="469106"/>
            <a:ext cx="4044600" cy="130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76" name="Google Shape;476;p72"/>
          <p:cNvSpPr txBox="1"/>
          <p:nvPr>
            <p:ph type="title"/>
          </p:nvPr>
        </p:nvSpPr>
        <p:spPr>
          <a:xfrm>
            <a:off x="473870" y="619857"/>
            <a:ext cx="40470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7" name="Google Shape;477;p72"/>
          <p:cNvSpPr txBox="1"/>
          <p:nvPr>
            <p:ph idx="4" type="body"/>
          </p:nvPr>
        </p:nvSpPr>
        <p:spPr>
          <a:xfrm>
            <a:off x="2571750"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78" name="Google Shape;478;p72"/>
          <p:cNvSpPr txBox="1"/>
          <p:nvPr>
            <p:ph idx="5" type="body"/>
          </p:nvPr>
        </p:nvSpPr>
        <p:spPr>
          <a:xfrm>
            <a:off x="4629150"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79" name="Google Shape;479;p72"/>
          <p:cNvSpPr txBox="1"/>
          <p:nvPr>
            <p:ph idx="6" type="body"/>
          </p:nvPr>
        </p:nvSpPr>
        <p:spPr>
          <a:xfrm>
            <a:off x="6715125"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Slide_Left content slide">
  <p:cSld name="Left content slide">
    <p:bg>
      <p:bgPr>
        <a:solidFill>
          <a:schemeClr val="lt1"/>
        </a:solidFill>
      </p:bgPr>
    </p:bg>
    <p:spTree>
      <p:nvGrpSpPr>
        <p:cNvPr id="480" name="Shape 480"/>
        <p:cNvGrpSpPr/>
        <p:nvPr/>
      </p:nvGrpSpPr>
      <p:grpSpPr>
        <a:xfrm>
          <a:off x="0" y="0"/>
          <a:ext cx="0" cy="0"/>
          <a:chOff x="0" y="0"/>
          <a:chExt cx="0" cy="0"/>
        </a:xfrm>
      </p:grpSpPr>
      <p:sp>
        <p:nvSpPr>
          <p:cNvPr id="481" name="Google Shape;481;p73"/>
          <p:cNvSpPr txBox="1"/>
          <p:nvPr>
            <p:ph idx="1"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82" name="Google Shape;482;p7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483" name="Google Shape;483;p73"/>
          <p:cNvSpPr txBox="1"/>
          <p:nvPr>
            <p:ph idx="2" type="body"/>
          </p:nvPr>
        </p:nvSpPr>
        <p:spPr>
          <a:xfrm>
            <a:off x="488156" y="1188244"/>
            <a:ext cx="1354800" cy="308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84" name="Google Shape;484;p73"/>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Slide_Title + Content with Description">
  <p:cSld name="Title + Content with Description">
    <p:bg>
      <p:bgPr>
        <a:solidFill>
          <a:schemeClr val="lt2"/>
        </a:solidFill>
      </p:bgPr>
    </p:bg>
    <p:spTree>
      <p:nvGrpSpPr>
        <p:cNvPr id="485" name="Shape 485"/>
        <p:cNvGrpSpPr/>
        <p:nvPr/>
      </p:nvGrpSpPr>
      <p:grpSpPr>
        <a:xfrm>
          <a:off x="0" y="0"/>
          <a:ext cx="0" cy="0"/>
          <a:chOff x="0" y="0"/>
          <a:chExt cx="0" cy="0"/>
        </a:xfrm>
      </p:grpSpPr>
      <p:sp>
        <p:nvSpPr>
          <p:cNvPr id="486" name="Google Shape;486;p7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487" name="Google Shape;487;p74"/>
          <p:cNvSpPr txBox="1"/>
          <p:nvPr>
            <p:ph idx="1" type="body"/>
          </p:nvPr>
        </p:nvSpPr>
        <p:spPr>
          <a:xfrm>
            <a:off x="473868" y="1188244"/>
            <a:ext cx="8196300" cy="3447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88" name="Google Shape;488;p74"/>
          <p:cNvSpPr txBox="1"/>
          <p:nvPr>
            <p:ph idx="2" type="body"/>
          </p:nvPr>
        </p:nvSpPr>
        <p:spPr>
          <a:xfrm>
            <a:off x="4626770" y="469107"/>
            <a:ext cx="4043400" cy="6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89" name="Google Shape;489;p74"/>
          <p:cNvSpPr txBox="1"/>
          <p:nvPr>
            <p:ph idx="3" type="body"/>
          </p:nvPr>
        </p:nvSpPr>
        <p:spPr>
          <a:xfrm>
            <a:off x="476251" y="469106"/>
            <a:ext cx="4044600" cy="130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90" name="Google Shape;490;p74"/>
          <p:cNvSpPr txBox="1"/>
          <p:nvPr>
            <p:ph type="title"/>
          </p:nvPr>
        </p:nvSpPr>
        <p:spPr>
          <a:xfrm>
            <a:off x="473870" y="619857"/>
            <a:ext cx="40470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Slide_Title, Content, Chart">
  <p:cSld name="Title, Content, Chart">
    <p:bg>
      <p:bgPr>
        <a:solidFill>
          <a:schemeClr val="lt1"/>
        </a:solidFill>
      </p:bgPr>
    </p:bg>
    <p:spTree>
      <p:nvGrpSpPr>
        <p:cNvPr id="491" name="Shape 491"/>
        <p:cNvGrpSpPr/>
        <p:nvPr/>
      </p:nvGrpSpPr>
      <p:grpSpPr>
        <a:xfrm>
          <a:off x="0" y="0"/>
          <a:ext cx="0" cy="0"/>
          <a:chOff x="0" y="0"/>
          <a:chExt cx="0" cy="0"/>
        </a:xfrm>
      </p:grpSpPr>
      <p:sp>
        <p:nvSpPr>
          <p:cNvPr id="492" name="Google Shape;492;p75"/>
          <p:cNvSpPr txBox="1"/>
          <p:nvPr>
            <p:ph idx="1" type="body"/>
          </p:nvPr>
        </p:nvSpPr>
        <p:spPr>
          <a:xfrm>
            <a:off x="473869" y="4161138"/>
            <a:ext cx="2817000" cy="4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cxnSp>
        <p:nvCxnSpPr>
          <p:cNvPr id="493" name="Google Shape;493;p75"/>
          <p:cNvCxnSpPr/>
          <p:nvPr/>
        </p:nvCxnSpPr>
        <p:spPr>
          <a:xfrm>
            <a:off x="471488" y="4074512"/>
            <a:ext cx="1704900" cy="0"/>
          </a:xfrm>
          <a:prstGeom prst="straightConnector1">
            <a:avLst/>
          </a:prstGeom>
          <a:noFill/>
          <a:ln cap="flat" cmpd="sng" w="9525">
            <a:solidFill>
              <a:srgbClr val="7F7F7F"/>
            </a:solidFill>
            <a:prstDash val="solid"/>
            <a:miter lim="800000"/>
            <a:headEnd len="sm" w="sm" type="none"/>
            <a:tailEnd len="sm" w="sm" type="none"/>
          </a:ln>
        </p:spPr>
      </p:cxnSp>
      <p:sp>
        <p:nvSpPr>
          <p:cNvPr id="494" name="Google Shape;494;p75"/>
          <p:cNvSpPr/>
          <p:nvPr>
            <p:ph idx="2" type="chart"/>
          </p:nvPr>
        </p:nvSpPr>
        <p:spPr>
          <a:xfrm>
            <a:off x="4480322" y="1013937"/>
            <a:ext cx="4189800" cy="3642000"/>
          </a:xfrm>
          <a:prstGeom prst="rect">
            <a:avLst/>
          </a:prstGeom>
          <a:noFill/>
          <a:ln>
            <a:noFill/>
          </a:ln>
        </p:spPr>
        <p:txBody>
          <a:bodyPr anchorCtr="0" anchor="t" bIns="0" lIns="0" spcFirstLastPara="1" rIns="0" wrap="square" tIns="0">
            <a:noAutofit/>
          </a:bodyPr>
          <a:lstStyle>
            <a:lvl1pPr lvl="0" marR="0" algn="l">
              <a:lnSpc>
                <a:spcPct val="100000"/>
              </a:lnSpc>
              <a:spcBef>
                <a:spcPts val="800"/>
              </a:spcBef>
              <a:spcAft>
                <a:spcPts val="0"/>
              </a:spcAft>
              <a:buClr>
                <a:schemeClr val="dk1"/>
              </a:buClr>
              <a:buSzPts val="900"/>
              <a:buFont typeface="Arial"/>
              <a:buNone/>
              <a:defRPr b="1" i="0" sz="900" u="none" cap="none" strike="noStrike">
                <a:solidFill>
                  <a:schemeClr val="dk1"/>
                </a:solidFill>
                <a:latin typeface="Arial"/>
                <a:ea typeface="Arial"/>
                <a:cs typeface="Arial"/>
                <a:sym typeface="Arial"/>
              </a:defRPr>
            </a:lvl1pPr>
            <a:lvl2pPr lvl="1" marR="0" algn="l">
              <a:lnSpc>
                <a:spcPct val="100000"/>
              </a:lnSpc>
              <a:spcBef>
                <a:spcPts val="40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2pPr>
            <a:lvl3pPr lvl="2" marR="0" algn="l">
              <a:lnSpc>
                <a:spcPct val="100000"/>
              </a:lnSpc>
              <a:spcBef>
                <a:spcPts val="4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3pPr>
            <a:lvl4pPr lvl="3" marR="0" algn="l">
              <a:lnSpc>
                <a:spcPct val="100000"/>
              </a:lnSpc>
              <a:spcBef>
                <a:spcPts val="400"/>
              </a:spcBef>
              <a:spcAft>
                <a:spcPts val="0"/>
              </a:spcAft>
              <a:buClr>
                <a:schemeClr val="dk1"/>
              </a:buClr>
              <a:buSzPts val="900"/>
              <a:buFont typeface="NTR"/>
              <a:buChar char="-"/>
              <a:defRPr b="0" i="0" sz="900" u="none" cap="none" strike="noStrike">
                <a:solidFill>
                  <a:schemeClr val="dk1"/>
                </a:solidFill>
                <a:latin typeface="Arial"/>
                <a:ea typeface="Arial"/>
                <a:cs typeface="Arial"/>
                <a:sym typeface="Arial"/>
              </a:defRPr>
            </a:lvl4pPr>
            <a:lvl5pPr lvl="4" marR="0" algn="l">
              <a:lnSpc>
                <a:spcPct val="100000"/>
              </a:lnSpc>
              <a:spcBef>
                <a:spcPts val="400"/>
              </a:spcBef>
              <a:spcAft>
                <a:spcPts val="0"/>
              </a:spcAft>
              <a:buClr>
                <a:schemeClr val="dk1"/>
              </a:buClr>
              <a:buSzPts val="900"/>
              <a:buFont typeface="NTR"/>
              <a:buChar char="-"/>
              <a:defRPr b="0" i="0" sz="900" u="none" cap="none" strike="noStrike">
                <a:solidFill>
                  <a:schemeClr val="dk1"/>
                </a:solidFill>
                <a:latin typeface="Arial"/>
                <a:ea typeface="Arial"/>
                <a:cs typeface="Arial"/>
                <a:sym typeface="Arial"/>
              </a:defRPr>
            </a:lvl5pPr>
            <a:lvl6pPr lvl="5"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lvl="6"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lvl="7"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lvl="8"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495" name="Google Shape;495;p7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496" name="Google Shape;496;p75"/>
          <p:cNvSpPr txBox="1"/>
          <p:nvPr>
            <p:ph idx="3" type="body"/>
          </p:nvPr>
        </p:nvSpPr>
        <p:spPr>
          <a:xfrm>
            <a:off x="488156" y="1188244"/>
            <a:ext cx="33291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97" name="Google Shape;497;p75"/>
          <p:cNvSpPr txBox="1"/>
          <p:nvPr>
            <p:ph idx="4" type="body"/>
          </p:nvPr>
        </p:nvSpPr>
        <p:spPr>
          <a:xfrm>
            <a:off x="476251" y="469106"/>
            <a:ext cx="4044600" cy="142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498" name="Google Shape;498;p75"/>
          <p:cNvSpPr txBox="1"/>
          <p:nvPr>
            <p:ph type="title"/>
          </p:nvPr>
        </p:nvSpPr>
        <p:spPr>
          <a:xfrm>
            <a:off x="473870" y="619857"/>
            <a:ext cx="40470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Slide_Numbers graphic slide">
  <p:cSld name="Numbers graphic slide">
    <p:spTree>
      <p:nvGrpSpPr>
        <p:cNvPr id="499" name="Shape 499"/>
        <p:cNvGrpSpPr/>
        <p:nvPr/>
      </p:nvGrpSpPr>
      <p:grpSpPr>
        <a:xfrm>
          <a:off x="0" y="0"/>
          <a:ext cx="0" cy="0"/>
          <a:chOff x="0" y="0"/>
          <a:chExt cx="0" cy="0"/>
        </a:xfrm>
      </p:grpSpPr>
      <p:sp>
        <p:nvSpPr>
          <p:cNvPr id="500" name="Google Shape;500;p7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501" name="Google Shape;501;p76"/>
          <p:cNvSpPr txBox="1"/>
          <p:nvPr>
            <p:ph idx="1" type="body"/>
          </p:nvPr>
        </p:nvSpPr>
        <p:spPr>
          <a:xfrm>
            <a:off x="473870" y="11430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2" name="Google Shape;502;p76"/>
          <p:cNvSpPr txBox="1"/>
          <p:nvPr>
            <p:ph idx="2" type="body"/>
          </p:nvPr>
        </p:nvSpPr>
        <p:spPr>
          <a:xfrm>
            <a:off x="473869" y="22442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503" name="Google Shape;503;p76"/>
          <p:cNvSpPr txBox="1"/>
          <p:nvPr>
            <p:ph idx="3"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504" name="Google Shape;504;p76"/>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05" name="Google Shape;505;p76"/>
          <p:cNvSpPr txBox="1"/>
          <p:nvPr>
            <p:ph idx="4" type="body"/>
          </p:nvPr>
        </p:nvSpPr>
        <p:spPr>
          <a:xfrm>
            <a:off x="3257550" y="11430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6" name="Google Shape;506;p76"/>
          <p:cNvSpPr txBox="1"/>
          <p:nvPr>
            <p:ph idx="5" type="body"/>
          </p:nvPr>
        </p:nvSpPr>
        <p:spPr>
          <a:xfrm>
            <a:off x="3257549" y="22442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507" name="Google Shape;507;p76"/>
          <p:cNvSpPr txBox="1"/>
          <p:nvPr>
            <p:ph idx="6" type="body"/>
          </p:nvPr>
        </p:nvSpPr>
        <p:spPr>
          <a:xfrm>
            <a:off x="6013107" y="11430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8" name="Google Shape;508;p76"/>
          <p:cNvSpPr txBox="1"/>
          <p:nvPr>
            <p:ph idx="7" type="body"/>
          </p:nvPr>
        </p:nvSpPr>
        <p:spPr>
          <a:xfrm>
            <a:off x="6013106" y="22442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509" name="Google Shape;509;p76"/>
          <p:cNvSpPr txBox="1"/>
          <p:nvPr>
            <p:ph idx="8" type="body"/>
          </p:nvPr>
        </p:nvSpPr>
        <p:spPr>
          <a:xfrm>
            <a:off x="473870" y="28575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0" name="Google Shape;510;p76"/>
          <p:cNvSpPr txBox="1"/>
          <p:nvPr>
            <p:ph idx="9" type="body"/>
          </p:nvPr>
        </p:nvSpPr>
        <p:spPr>
          <a:xfrm>
            <a:off x="473869" y="39587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511" name="Google Shape;511;p76"/>
          <p:cNvSpPr txBox="1"/>
          <p:nvPr>
            <p:ph idx="13" type="body"/>
          </p:nvPr>
        </p:nvSpPr>
        <p:spPr>
          <a:xfrm>
            <a:off x="3257550" y="28575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2" name="Google Shape;512;p76"/>
          <p:cNvSpPr txBox="1"/>
          <p:nvPr>
            <p:ph idx="14" type="body"/>
          </p:nvPr>
        </p:nvSpPr>
        <p:spPr>
          <a:xfrm>
            <a:off x="3257549" y="39587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513" name="Google Shape;513;p76"/>
          <p:cNvSpPr txBox="1"/>
          <p:nvPr>
            <p:ph idx="15" type="body"/>
          </p:nvPr>
        </p:nvSpPr>
        <p:spPr>
          <a:xfrm>
            <a:off x="6013107" y="2857500"/>
            <a:ext cx="26469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4" name="Google Shape;514;p76"/>
          <p:cNvSpPr txBox="1"/>
          <p:nvPr>
            <p:ph idx="16" type="body"/>
          </p:nvPr>
        </p:nvSpPr>
        <p:spPr>
          <a:xfrm>
            <a:off x="6013106" y="3958722"/>
            <a:ext cx="2448300" cy="384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_Slide_Ender 1 - White">
  <p:cSld name="Ender 1 - White">
    <p:bg>
      <p:bgPr>
        <a:solidFill>
          <a:srgbClr val="FFFFFF"/>
        </a:solidFill>
      </p:bgPr>
    </p:bg>
    <p:spTree>
      <p:nvGrpSpPr>
        <p:cNvPr id="515" name="Shape 515"/>
        <p:cNvGrpSpPr/>
        <p:nvPr/>
      </p:nvGrpSpPr>
      <p:grpSpPr>
        <a:xfrm>
          <a:off x="0" y="0"/>
          <a:ext cx="0" cy="0"/>
          <a:chOff x="0" y="0"/>
          <a:chExt cx="0" cy="0"/>
        </a:xfrm>
      </p:grpSpPr>
      <p:sp>
        <p:nvSpPr>
          <p:cNvPr id="516" name="Google Shape;516;p77"/>
          <p:cNvSpPr/>
          <p:nvPr/>
        </p:nvSpPr>
        <p:spPr>
          <a:xfrm>
            <a:off x="217609" y="4741252"/>
            <a:ext cx="6185400" cy="2241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517" name="Google Shape;517;p77"/>
          <p:cNvPicPr preferRelativeResize="0"/>
          <p:nvPr/>
        </p:nvPicPr>
        <p:blipFill rotWithShape="1">
          <a:blip r:embed="rId2">
            <a:alphaModFix/>
          </a:blip>
          <a:srcRect b="0" l="0" r="0" t="0"/>
          <a:stretch/>
        </p:blipFill>
        <p:spPr>
          <a:xfrm>
            <a:off x="-847885" y="1531620"/>
            <a:ext cx="10842227" cy="4434839"/>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_Slide_Ender 1 - Black">
  <p:cSld name="Ender 1 - Black">
    <p:bg>
      <p:bgPr>
        <a:solidFill>
          <a:srgbClr val="000000"/>
        </a:solidFill>
      </p:bgPr>
    </p:bg>
    <p:spTree>
      <p:nvGrpSpPr>
        <p:cNvPr id="518" name="Shape 518"/>
        <p:cNvGrpSpPr/>
        <p:nvPr/>
      </p:nvGrpSpPr>
      <p:grpSpPr>
        <a:xfrm>
          <a:off x="0" y="0"/>
          <a:ext cx="0" cy="0"/>
          <a:chOff x="0" y="0"/>
          <a:chExt cx="0" cy="0"/>
        </a:xfrm>
      </p:grpSpPr>
      <p:sp>
        <p:nvSpPr>
          <p:cNvPr id="519" name="Google Shape;519;p78"/>
          <p:cNvSpPr/>
          <p:nvPr/>
        </p:nvSpPr>
        <p:spPr>
          <a:xfrm>
            <a:off x="217609" y="4741252"/>
            <a:ext cx="6185400" cy="2241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20" name="Google Shape;520;p78"/>
          <p:cNvSpPr/>
          <p:nvPr/>
        </p:nvSpPr>
        <p:spPr>
          <a:xfrm>
            <a:off x="178044" y="4668716"/>
            <a:ext cx="82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521" name="Google Shape;521;p78"/>
          <p:cNvPicPr preferRelativeResize="0"/>
          <p:nvPr/>
        </p:nvPicPr>
        <p:blipFill rotWithShape="1">
          <a:blip r:embed="rId2">
            <a:alphaModFix/>
          </a:blip>
          <a:srcRect b="0" l="0" r="0" t="0"/>
          <a:stretch/>
        </p:blipFill>
        <p:spPr>
          <a:xfrm>
            <a:off x="-847885" y="1531620"/>
            <a:ext cx="10842227" cy="4434839"/>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_Slide_Ender 2 - White">
  <p:cSld name="Ender 2 - White">
    <p:bg>
      <p:bgPr>
        <a:solidFill>
          <a:srgbClr val="FFFFFF"/>
        </a:solidFill>
      </p:bgPr>
    </p:bg>
    <p:spTree>
      <p:nvGrpSpPr>
        <p:cNvPr id="522" name="Shape 522"/>
        <p:cNvGrpSpPr/>
        <p:nvPr/>
      </p:nvGrpSpPr>
      <p:grpSpPr>
        <a:xfrm>
          <a:off x="0" y="0"/>
          <a:ext cx="0" cy="0"/>
          <a:chOff x="0" y="0"/>
          <a:chExt cx="0" cy="0"/>
        </a:xfrm>
      </p:grpSpPr>
      <p:sp>
        <p:nvSpPr>
          <p:cNvPr id="523" name="Google Shape;523;p79"/>
          <p:cNvSpPr/>
          <p:nvPr/>
        </p:nvSpPr>
        <p:spPr>
          <a:xfrm>
            <a:off x="217609" y="4741252"/>
            <a:ext cx="6185400" cy="2241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524" name="Google Shape;524;p79"/>
          <p:cNvPicPr preferRelativeResize="0"/>
          <p:nvPr/>
        </p:nvPicPr>
        <p:blipFill rotWithShape="1">
          <a:blip r:embed="rId2">
            <a:alphaModFix/>
          </a:blip>
          <a:srcRect b="0" l="0" r="0" t="0"/>
          <a:stretch/>
        </p:blipFill>
        <p:spPr>
          <a:xfrm>
            <a:off x="3045619" y="1140198"/>
            <a:ext cx="3063717" cy="2865567"/>
          </a:xfrm>
          <a:prstGeom prst="rect">
            <a:avLst/>
          </a:prstGeom>
          <a:noFill/>
          <a:ln>
            <a:noFill/>
          </a:ln>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7_Slide_Ender 2 - Black">
  <p:cSld name="Ender 2 - Black">
    <p:bg>
      <p:bgPr>
        <a:solidFill>
          <a:srgbClr val="000000"/>
        </a:solidFill>
      </p:bgPr>
    </p:bg>
    <p:spTree>
      <p:nvGrpSpPr>
        <p:cNvPr id="525" name="Shape 525"/>
        <p:cNvGrpSpPr/>
        <p:nvPr/>
      </p:nvGrpSpPr>
      <p:grpSpPr>
        <a:xfrm>
          <a:off x="0" y="0"/>
          <a:ext cx="0" cy="0"/>
          <a:chOff x="0" y="0"/>
          <a:chExt cx="0" cy="0"/>
        </a:xfrm>
      </p:grpSpPr>
      <p:sp>
        <p:nvSpPr>
          <p:cNvPr id="526" name="Google Shape;526;p80"/>
          <p:cNvSpPr/>
          <p:nvPr/>
        </p:nvSpPr>
        <p:spPr>
          <a:xfrm>
            <a:off x="178044" y="4668716"/>
            <a:ext cx="9876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527" name="Google Shape;527;p80"/>
          <p:cNvPicPr preferRelativeResize="0"/>
          <p:nvPr/>
        </p:nvPicPr>
        <p:blipFill rotWithShape="1">
          <a:blip r:embed="rId2">
            <a:alphaModFix/>
          </a:blip>
          <a:srcRect b="0" l="0" r="0" t="0"/>
          <a:stretch/>
        </p:blipFill>
        <p:spPr>
          <a:xfrm>
            <a:off x="3045619" y="1140198"/>
            <a:ext cx="3063717" cy="2865567"/>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Slide_Content slide">
  <p:cSld name="Content slide">
    <p:bg>
      <p:bgPr>
        <a:solidFill>
          <a:schemeClr val="lt1"/>
        </a:solidFill>
      </p:bgPr>
    </p:bg>
    <p:spTree>
      <p:nvGrpSpPr>
        <p:cNvPr id="528" name="Shape 528"/>
        <p:cNvGrpSpPr/>
        <p:nvPr/>
      </p:nvGrpSpPr>
      <p:grpSpPr>
        <a:xfrm>
          <a:off x="0" y="0"/>
          <a:ext cx="0" cy="0"/>
          <a:chOff x="0" y="0"/>
          <a:chExt cx="0" cy="0"/>
        </a:xfrm>
      </p:grpSpPr>
      <p:sp>
        <p:nvSpPr>
          <p:cNvPr id="529" name="Google Shape;529;p8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530" name="Google Shape;530;p81"/>
          <p:cNvSpPr txBox="1"/>
          <p:nvPr>
            <p:ph idx="1" type="body"/>
          </p:nvPr>
        </p:nvSpPr>
        <p:spPr>
          <a:xfrm>
            <a:off x="473868" y="1188244"/>
            <a:ext cx="8196300" cy="3447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dk1"/>
              </a:buClr>
              <a:buSzPts val="900"/>
              <a:buNone/>
              <a:defRPr/>
            </a:lvl1pPr>
            <a:lvl2pPr indent="-228600" lvl="1" marL="914400" algn="l">
              <a:lnSpc>
                <a:spcPct val="100000"/>
              </a:lnSpc>
              <a:spcBef>
                <a:spcPts val="400"/>
              </a:spcBef>
              <a:spcAft>
                <a:spcPts val="0"/>
              </a:spcAft>
              <a:buClr>
                <a:schemeClr val="dk1"/>
              </a:buClr>
              <a:buSzPts val="900"/>
              <a:buNone/>
              <a:defRPr/>
            </a:lvl2pPr>
            <a:lvl3pPr indent="-285750" lvl="2" marL="1371600" algn="l">
              <a:lnSpc>
                <a:spcPct val="100000"/>
              </a:lnSpc>
              <a:spcBef>
                <a:spcPts val="400"/>
              </a:spcBef>
              <a:spcAft>
                <a:spcPts val="0"/>
              </a:spcAft>
              <a:buClr>
                <a:schemeClr val="dk1"/>
              </a:buClr>
              <a:buSzPts val="900"/>
              <a:buChar char="•"/>
              <a:defRPr/>
            </a:lvl3pPr>
            <a:lvl4pPr indent="-285750" lvl="3" marL="1828800" algn="l">
              <a:lnSpc>
                <a:spcPct val="100000"/>
              </a:lnSpc>
              <a:spcBef>
                <a:spcPts val="400"/>
              </a:spcBef>
              <a:spcAft>
                <a:spcPts val="0"/>
              </a:spcAft>
              <a:buClr>
                <a:schemeClr val="dk1"/>
              </a:buClr>
              <a:buSzPts val="900"/>
              <a:buChar char="-"/>
              <a:defRPr/>
            </a:lvl4pPr>
            <a:lvl5pPr indent="-285750" lvl="4" marL="2286000" algn="l">
              <a:lnSpc>
                <a:spcPct val="100000"/>
              </a:lnSpc>
              <a:spcBef>
                <a:spcPts val="400"/>
              </a:spcBef>
              <a:spcAft>
                <a:spcPts val="0"/>
              </a:spcAft>
              <a:buClr>
                <a:schemeClr val="dk1"/>
              </a:buClr>
              <a:buSzPts val="900"/>
              <a:buChar char="-"/>
              <a:defRPr/>
            </a:lvl5pPr>
            <a:lvl6pPr indent="-285750" lvl="5" marL="2743200" algn="l">
              <a:lnSpc>
                <a:spcPct val="90000"/>
              </a:lnSpc>
              <a:spcBef>
                <a:spcPts val="400"/>
              </a:spcBef>
              <a:spcAft>
                <a:spcPts val="0"/>
              </a:spcAft>
              <a:buClr>
                <a:schemeClr val="dk1"/>
              </a:buClr>
              <a:buSzPts val="900"/>
              <a:buChar char="-"/>
              <a:defRPr sz="900"/>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1" name="Google Shape;531;p81"/>
          <p:cNvSpPr txBox="1"/>
          <p:nvPr>
            <p:ph idx="2" type="body"/>
          </p:nvPr>
        </p:nvSpPr>
        <p:spPr>
          <a:xfrm>
            <a:off x="476251" y="469106"/>
            <a:ext cx="6112800" cy="136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2" name="Google Shape;532;p81"/>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Slide_Safe Harbor statement 1">
  <p:cSld name="Safe Harbor statement_1">
    <p:spTree>
      <p:nvGrpSpPr>
        <p:cNvPr id="533" name="Shape 533"/>
        <p:cNvGrpSpPr/>
        <p:nvPr/>
      </p:nvGrpSpPr>
      <p:grpSpPr>
        <a:xfrm>
          <a:off x="0" y="0"/>
          <a:ext cx="0" cy="0"/>
          <a:chOff x="0" y="0"/>
          <a:chExt cx="0" cy="0"/>
        </a:xfrm>
      </p:grpSpPr>
      <p:sp>
        <p:nvSpPr>
          <p:cNvPr id="534" name="Google Shape;534;p82"/>
          <p:cNvSpPr/>
          <p:nvPr/>
        </p:nvSpPr>
        <p:spPr>
          <a:xfrm>
            <a:off x="473869" y="4267200"/>
            <a:ext cx="8196300" cy="3966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35" name="Google Shape;535;p8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536" name="Google Shape;536;p82"/>
          <p:cNvSpPr txBox="1"/>
          <p:nvPr/>
        </p:nvSpPr>
        <p:spPr>
          <a:xfrm>
            <a:off x="406114" y="414516"/>
            <a:ext cx="34110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100" u="none" cap="none" strike="noStrike">
                <a:solidFill>
                  <a:schemeClr val="accent6"/>
                </a:solidFill>
                <a:latin typeface="Verizon NHG TX"/>
                <a:ea typeface="Verizon NHG TX"/>
                <a:cs typeface="Verizon NHG TX"/>
                <a:sym typeface="Verizon NHG TX"/>
              </a:rPr>
              <a:t>“Safe Harbor” Statement</a:t>
            </a:r>
            <a:endParaRPr sz="1400">
              <a:solidFill>
                <a:schemeClr val="accent6"/>
              </a:solidFill>
              <a:latin typeface="Verizon NHG TX"/>
              <a:ea typeface="Verizon NHG TX"/>
              <a:cs typeface="Verizon NHG TX"/>
              <a:sym typeface="Verizon NHG TX"/>
            </a:endParaRPr>
          </a:p>
        </p:txBody>
      </p:sp>
      <p:sp>
        <p:nvSpPr>
          <p:cNvPr id="537" name="Google Shape;537;p82"/>
          <p:cNvSpPr txBox="1"/>
          <p:nvPr>
            <p:ph idx="1" type="body"/>
          </p:nvPr>
        </p:nvSpPr>
        <p:spPr>
          <a:xfrm>
            <a:off x="473869" y="1188244"/>
            <a:ext cx="8196300" cy="301230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0"/>
              </a:spcBef>
              <a:spcAft>
                <a:spcPts val="0"/>
              </a:spcAft>
              <a:buClr>
                <a:schemeClr val="dk1"/>
              </a:buClr>
              <a:buSzPts val="800"/>
              <a:buNone/>
              <a:defRPr b="0" sz="8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8" name="Google Shape;538;p82"/>
          <p:cNvSpPr txBox="1"/>
          <p:nvPr>
            <p:ph idx="2" type="body"/>
          </p:nvPr>
        </p:nvSpPr>
        <p:spPr>
          <a:xfrm>
            <a:off x="473869" y="4343401"/>
            <a:ext cx="8196300" cy="320100"/>
          </a:xfrm>
          <a:prstGeom prst="rect">
            <a:avLst/>
          </a:prstGeom>
          <a:noFill/>
          <a:ln>
            <a:noFill/>
          </a:ln>
        </p:spPr>
        <p:txBody>
          <a:bodyPr anchorCtr="0" anchor="t" bIns="0" lIns="0" spcFirstLastPara="1" rIns="0" wrap="square" tIns="0">
            <a:noAutofit/>
          </a:bodyPr>
          <a:lstStyle>
            <a:lvl1pPr indent="-228600" lvl="0" marL="457200" algn="ctr">
              <a:lnSpc>
                <a:spcPct val="116666"/>
              </a:lnSpc>
              <a:spcBef>
                <a:spcPts val="0"/>
              </a:spcBef>
              <a:spcAft>
                <a:spcPts val="0"/>
              </a:spcAft>
              <a:buClr>
                <a:schemeClr val="dk1"/>
              </a:buClr>
              <a:buSzPts val="900"/>
              <a:buNone/>
              <a:defRPr b="0" sz="9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_Slide_Blank Layout">
  <p:cSld name="CUSTOM">
    <p:spTree>
      <p:nvGrpSpPr>
        <p:cNvPr id="539" name="Shape 539"/>
        <p:cNvGrpSpPr/>
        <p:nvPr/>
      </p:nvGrpSpPr>
      <p:grpSpPr>
        <a:xfrm>
          <a:off x="0" y="0"/>
          <a:ext cx="0" cy="0"/>
          <a:chOff x="0" y="0"/>
          <a:chExt cx="0" cy="0"/>
        </a:xfrm>
      </p:grpSpPr>
      <p:sp>
        <p:nvSpPr>
          <p:cNvPr id="540" name="Google Shape;540;p83"/>
          <p:cNvSpPr txBox="1"/>
          <p:nvPr>
            <p:ph type="title"/>
          </p:nvPr>
        </p:nvSpPr>
        <p:spPr>
          <a:xfrm>
            <a:off x="473869" y="469106"/>
            <a:ext cx="7951200" cy="531900"/>
          </a:xfrm>
          <a:prstGeom prst="rect">
            <a:avLst/>
          </a:prstGeom>
        </p:spPr>
        <p:txBody>
          <a:bodyPr anchorCtr="0" anchor="t" bIns="0" lIns="0" spcFirstLastPara="1" rIns="0" wrap="square" tIns="0">
            <a:normAutofit/>
          </a:bodyPr>
          <a:lstStyle>
            <a:lvl1pPr lvl="0">
              <a:spcBef>
                <a:spcPts val="0"/>
              </a:spcBef>
              <a:spcAft>
                <a:spcPts val="0"/>
              </a:spcAft>
              <a:buSzPts val="21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41" name="Google Shape;541;p83"/>
          <p:cNvSpPr txBox="1"/>
          <p:nvPr>
            <p:ph idx="12" type="sldNum"/>
          </p:nvPr>
        </p:nvSpPr>
        <p:spPr>
          <a:xfrm>
            <a:off x="8317509" y="4725915"/>
            <a:ext cx="352500" cy="169200"/>
          </a:xfrm>
          <a:prstGeom prst="rect">
            <a:avLst/>
          </a:prstGeom>
        </p:spPr>
        <p:txBody>
          <a:bodyPr anchorCtr="0" anchor="t" bIns="0" lIns="0" spcFirstLastPara="1" rIns="0" wrap="square" tIns="0">
            <a:spAutoFit/>
          </a:bodyPr>
          <a:lstStyle>
            <a:lvl1pPr lvl="0">
              <a:buClr>
                <a:srgbClr val="000000"/>
              </a:buClr>
              <a:buFont typeface="Arial"/>
              <a:buNone/>
              <a:defRPr/>
            </a:lvl1pPr>
            <a:lvl2pPr lvl="1">
              <a:buClr>
                <a:srgbClr val="000000"/>
              </a:buClr>
              <a:buFont typeface="Arial"/>
              <a:buNone/>
              <a:defRPr/>
            </a:lvl2pPr>
            <a:lvl3pPr lvl="2">
              <a:buClr>
                <a:srgbClr val="000000"/>
              </a:buClr>
              <a:buFont typeface="Arial"/>
              <a:buNone/>
              <a:defRPr/>
            </a:lvl3pPr>
            <a:lvl4pPr lvl="3">
              <a:buClr>
                <a:srgbClr val="000000"/>
              </a:buClr>
              <a:buFont typeface="Arial"/>
              <a:buNone/>
              <a:defRPr/>
            </a:lvl4pPr>
            <a:lvl5pPr lvl="4">
              <a:buClr>
                <a:srgbClr val="000000"/>
              </a:buClr>
              <a:buFont typeface="Arial"/>
              <a:buNone/>
              <a:defRPr/>
            </a:lvl5pPr>
            <a:lvl6pPr lvl="5">
              <a:buClr>
                <a:srgbClr val="000000"/>
              </a:buClr>
              <a:buFont typeface="Arial"/>
              <a:buNone/>
              <a:defRPr/>
            </a:lvl6pPr>
            <a:lvl7pPr lvl="6">
              <a:buClr>
                <a:srgbClr val="000000"/>
              </a:buClr>
              <a:buFont typeface="Arial"/>
              <a:buNone/>
              <a:defRPr/>
            </a:lvl7pPr>
            <a:lvl8pPr lvl="7">
              <a:buClr>
                <a:srgbClr val="000000"/>
              </a:buClr>
              <a:buFont typeface="Arial"/>
              <a:buNone/>
              <a:defRPr/>
            </a:lvl8pPr>
            <a:lvl9pPr lvl="8">
              <a:buClr>
                <a:srgbClr val="000000"/>
              </a:buClr>
              <a:buFont typeface="Arial"/>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list - White">
  <p:cSld name="Big number list - White">
    <p:bg>
      <p:bgPr>
        <a:solidFill>
          <a:schemeClr val="lt1"/>
        </a:solidFill>
      </p:bgPr>
    </p:bg>
    <p:spTree>
      <p:nvGrpSpPr>
        <p:cNvPr id="542" name="Shape 542"/>
        <p:cNvGrpSpPr/>
        <p:nvPr/>
      </p:nvGrpSpPr>
      <p:grpSpPr>
        <a:xfrm>
          <a:off x="0" y="0"/>
          <a:ext cx="0" cy="0"/>
          <a:chOff x="0" y="0"/>
          <a:chExt cx="0" cy="0"/>
        </a:xfrm>
      </p:grpSpPr>
      <p:sp>
        <p:nvSpPr>
          <p:cNvPr id="543" name="Google Shape;543;p84"/>
          <p:cNvSpPr txBox="1"/>
          <p:nvPr>
            <p:ph idx="1" type="body"/>
          </p:nvPr>
        </p:nvSpPr>
        <p:spPr>
          <a:xfrm>
            <a:off x="228601" y="228600"/>
            <a:ext cx="42828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544" name="Google Shape;544;p84"/>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545" name="Google Shape;545;p84"/>
          <p:cNvSpPr txBox="1"/>
          <p:nvPr>
            <p:ph idx="2" type="body"/>
          </p:nvPr>
        </p:nvSpPr>
        <p:spPr>
          <a:xfrm>
            <a:off x="228599" y="359209"/>
            <a:ext cx="42828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46" name="Google Shape;546;p8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100">
              <a:latin typeface="Verizon NHG TX"/>
              <a:ea typeface="Verizon NHG TX"/>
              <a:cs typeface="Verizon NHG TX"/>
              <a:sym typeface="Verizon NHG TX"/>
            </a:endParaRPr>
          </a:p>
        </p:txBody>
      </p:sp>
      <p:sp>
        <p:nvSpPr>
          <p:cNvPr id="547" name="Google Shape;547;p84"/>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100">
                <a:solidFill>
                  <a:schemeClr val="accent1"/>
                </a:solidFill>
                <a:latin typeface="Verizon NHG TX"/>
                <a:ea typeface="Verizon NHG TX"/>
                <a:cs typeface="Verizon NHG TX"/>
                <a:sym typeface="Verizon NHG TX"/>
              </a:rPr>
              <a:t>‹#›</a:t>
            </a:fld>
            <a:endParaRPr b="1" i="0" sz="11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graphic slide - White">
  <p:cSld name="Numbers graphic slide - White">
    <p:bg>
      <p:bgPr>
        <a:solidFill>
          <a:schemeClr val="lt1"/>
        </a:solidFill>
      </p:bgPr>
    </p:bg>
    <p:spTree>
      <p:nvGrpSpPr>
        <p:cNvPr id="548" name="Shape 548"/>
        <p:cNvGrpSpPr/>
        <p:nvPr/>
      </p:nvGrpSpPr>
      <p:grpSpPr>
        <a:xfrm>
          <a:off x="0" y="0"/>
          <a:ext cx="0" cy="0"/>
          <a:chOff x="0" y="0"/>
          <a:chExt cx="0" cy="0"/>
        </a:xfrm>
      </p:grpSpPr>
      <p:sp>
        <p:nvSpPr>
          <p:cNvPr id="549" name="Google Shape;549;p85"/>
          <p:cNvSpPr txBox="1"/>
          <p:nvPr>
            <p:ph idx="1" type="body"/>
          </p:nvPr>
        </p:nvSpPr>
        <p:spPr>
          <a:xfrm>
            <a:off x="228601" y="228600"/>
            <a:ext cx="42828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550" name="Google Shape;550;p85"/>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551" name="Google Shape;551;p85"/>
          <p:cNvSpPr txBox="1"/>
          <p:nvPr>
            <p:ph idx="2" type="body"/>
          </p:nvPr>
        </p:nvSpPr>
        <p:spPr>
          <a:xfrm>
            <a:off x="228599" y="359209"/>
            <a:ext cx="42828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2" name="Google Shape;552;p85"/>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100">
              <a:latin typeface="Verizon NHG TX"/>
              <a:ea typeface="Verizon NHG TX"/>
              <a:cs typeface="Verizon NHG TX"/>
              <a:sym typeface="Verizon NHG TX"/>
            </a:endParaRPr>
          </a:p>
        </p:txBody>
      </p:sp>
      <p:sp>
        <p:nvSpPr>
          <p:cNvPr id="553" name="Google Shape;553;p85"/>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100">
                <a:solidFill>
                  <a:schemeClr val="accent1"/>
                </a:solidFill>
                <a:latin typeface="Verizon NHG TX"/>
                <a:ea typeface="Verizon NHG TX"/>
                <a:cs typeface="Verizon NHG TX"/>
                <a:sym typeface="Verizon NHG TX"/>
              </a:rPr>
              <a:t>‹#›</a:t>
            </a:fld>
            <a:endParaRPr b="1" i="0" sz="1100">
              <a:solidFill>
                <a:schemeClr val="accent1"/>
              </a:solidFill>
              <a:latin typeface="Verizon NHG TX"/>
              <a:ea typeface="Verizon NHG TX"/>
              <a:cs typeface="Verizon NHG TX"/>
              <a:sym typeface="Verizon NHG TX"/>
            </a:endParaRPr>
          </a:p>
        </p:txBody>
      </p:sp>
      <p:sp>
        <p:nvSpPr>
          <p:cNvPr id="554" name="Google Shape;554;p85"/>
          <p:cNvSpPr txBox="1"/>
          <p:nvPr>
            <p:ph idx="3" type="body"/>
          </p:nvPr>
        </p:nvSpPr>
        <p:spPr>
          <a:xfrm>
            <a:off x="226219" y="2136748"/>
            <a:ext cx="2819400" cy="377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5" name="Google Shape;555;p85"/>
          <p:cNvSpPr txBox="1"/>
          <p:nvPr>
            <p:ph idx="4" type="body"/>
          </p:nvPr>
        </p:nvSpPr>
        <p:spPr>
          <a:xfrm>
            <a:off x="226219" y="1028700"/>
            <a:ext cx="28194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6" name="Google Shape;556;p85"/>
          <p:cNvSpPr txBox="1"/>
          <p:nvPr>
            <p:ph idx="5" type="body"/>
          </p:nvPr>
        </p:nvSpPr>
        <p:spPr>
          <a:xfrm>
            <a:off x="3161619" y="2136748"/>
            <a:ext cx="2816700" cy="377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7" name="Google Shape;557;p85"/>
          <p:cNvSpPr txBox="1"/>
          <p:nvPr>
            <p:ph idx="6" type="body"/>
          </p:nvPr>
        </p:nvSpPr>
        <p:spPr>
          <a:xfrm>
            <a:off x="3161619" y="1028700"/>
            <a:ext cx="28194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8" name="Google Shape;558;p85"/>
          <p:cNvSpPr txBox="1"/>
          <p:nvPr>
            <p:ph idx="7" type="body"/>
          </p:nvPr>
        </p:nvSpPr>
        <p:spPr>
          <a:xfrm>
            <a:off x="6102803" y="2136748"/>
            <a:ext cx="2810400" cy="377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9" name="Google Shape;559;p85"/>
          <p:cNvSpPr txBox="1"/>
          <p:nvPr>
            <p:ph idx="8" type="body"/>
          </p:nvPr>
        </p:nvSpPr>
        <p:spPr>
          <a:xfrm>
            <a:off x="6102804" y="1028700"/>
            <a:ext cx="28104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60" name="Google Shape;560;p85"/>
          <p:cNvSpPr txBox="1"/>
          <p:nvPr>
            <p:ph idx="9" type="body"/>
          </p:nvPr>
        </p:nvSpPr>
        <p:spPr>
          <a:xfrm>
            <a:off x="226219" y="3736949"/>
            <a:ext cx="2819400" cy="375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61" name="Google Shape;561;p85"/>
          <p:cNvSpPr txBox="1"/>
          <p:nvPr>
            <p:ph idx="13" type="body"/>
          </p:nvPr>
        </p:nvSpPr>
        <p:spPr>
          <a:xfrm>
            <a:off x="226219" y="2628900"/>
            <a:ext cx="28194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62" name="Google Shape;562;p85"/>
          <p:cNvSpPr txBox="1"/>
          <p:nvPr>
            <p:ph idx="14" type="body"/>
          </p:nvPr>
        </p:nvSpPr>
        <p:spPr>
          <a:xfrm>
            <a:off x="3161619" y="3736949"/>
            <a:ext cx="2816700" cy="375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63" name="Google Shape;563;p85"/>
          <p:cNvSpPr txBox="1"/>
          <p:nvPr>
            <p:ph idx="15" type="body"/>
          </p:nvPr>
        </p:nvSpPr>
        <p:spPr>
          <a:xfrm>
            <a:off x="3161619" y="2628900"/>
            <a:ext cx="28194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64" name="Google Shape;564;p85"/>
          <p:cNvSpPr txBox="1"/>
          <p:nvPr>
            <p:ph idx="16" type="body"/>
          </p:nvPr>
        </p:nvSpPr>
        <p:spPr>
          <a:xfrm>
            <a:off x="6102803" y="3736949"/>
            <a:ext cx="2810400" cy="375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65" name="Google Shape;565;p85"/>
          <p:cNvSpPr txBox="1"/>
          <p:nvPr>
            <p:ph idx="17" type="body"/>
          </p:nvPr>
        </p:nvSpPr>
        <p:spPr>
          <a:xfrm>
            <a:off x="6102804" y="2628900"/>
            <a:ext cx="28104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Statement">
  <p:cSld name="Statement">
    <p:spTree>
      <p:nvGrpSpPr>
        <p:cNvPr id="566" name="Shape 566"/>
        <p:cNvGrpSpPr/>
        <p:nvPr/>
      </p:nvGrpSpPr>
      <p:grpSpPr>
        <a:xfrm>
          <a:off x="0" y="0"/>
          <a:ext cx="0" cy="0"/>
          <a:chOff x="0" y="0"/>
          <a:chExt cx="0" cy="0"/>
        </a:xfrm>
      </p:grpSpPr>
      <p:sp>
        <p:nvSpPr>
          <p:cNvPr id="567" name="Google Shape;567;p86"/>
          <p:cNvSpPr txBox="1"/>
          <p:nvPr>
            <p:ph type="title"/>
          </p:nvPr>
        </p:nvSpPr>
        <p:spPr>
          <a:xfrm>
            <a:off x="457199" y="594359"/>
            <a:ext cx="7086600" cy="20574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Clr>
                <a:schemeClr val="dk1"/>
              </a:buClr>
              <a:buSzPts val="4000"/>
              <a:buFont typeface="Verizon NHG DS"/>
              <a:buNone/>
              <a:defRPr sz="4000">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8" name="Google Shape;568;p86"/>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algn="r">
              <a:spcBef>
                <a:spcPts val="0"/>
              </a:spcBef>
              <a:buNone/>
              <a:defRPr b="1" sz="700">
                <a:solidFill>
                  <a:schemeClr val="dk1"/>
                </a:solidFill>
                <a:latin typeface="Verizon NHG DS"/>
                <a:ea typeface="Verizon NHG DS"/>
                <a:cs typeface="Verizon NHG DS"/>
                <a:sym typeface="Verizon NHG DS"/>
              </a:defRPr>
            </a:lvl1pPr>
            <a:lvl2pPr indent="0" lvl="1" marL="0" algn="r">
              <a:spcBef>
                <a:spcPts val="0"/>
              </a:spcBef>
              <a:buNone/>
              <a:defRPr b="1" sz="700">
                <a:solidFill>
                  <a:schemeClr val="dk1"/>
                </a:solidFill>
                <a:latin typeface="Verizon NHG DS"/>
                <a:ea typeface="Verizon NHG DS"/>
                <a:cs typeface="Verizon NHG DS"/>
                <a:sym typeface="Verizon NHG DS"/>
              </a:defRPr>
            </a:lvl2pPr>
            <a:lvl3pPr indent="0" lvl="2" marL="0" algn="r">
              <a:spcBef>
                <a:spcPts val="0"/>
              </a:spcBef>
              <a:buNone/>
              <a:defRPr b="1" sz="700">
                <a:solidFill>
                  <a:schemeClr val="dk1"/>
                </a:solidFill>
                <a:latin typeface="Verizon NHG DS"/>
                <a:ea typeface="Verizon NHG DS"/>
                <a:cs typeface="Verizon NHG DS"/>
                <a:sym typeface="Verizon NHG DS"/>
              </a:defRPr>
            </a:lvl3pPr>
            <a:lvl4pPr indent="0" lvl="3" marL="0" algn="r">
              <a:spcBef>
                <a:spcPts val="0"/>
              </a:spcBef>
              <a:buNone/>
              <a:defRPr b="1" sz="700">
                <a:solidFill>
                  <a:schemeClr val="dk1"/>
                </a:solidFill>
                <a:latin typeface="Verizon NHG DS"/>
                <a:ea typeface="Verizon NHG DS"/>
                <a:cs typeface="Verizon NHG DS"/>
                <a:sym typeface="Verizon NHG DS"/>
              </a:defRPr>
            </a:lvl4pPr>
            <a:lvl5pPr indent="0" lvl="4" marL="0" algn="r">
              <a:spcBef>
                <a:spcPts val="0"/>
              </a:spcBef>
              <a:buNone/>
              <a:defRPr b="1" sz="700">
                <a:solidFill>
                  <a:schemeClr val="dk1"/>
                </a:solidFill>
                <a:latin typeface="Verizon NHG DS"/>
                <a:ea typeface="Verizon NHG DS"/>
                <a:cs typeface="Verizon NHG DS"/>
                <a:sym typeface="Verizon NHG DS"/>
              </a:defRPr>
            </a:lvl5pPr>
            <a:lvl6pPr indent="0" lvl="5" marL="0" algn="r">
              <a:spcBef>
                <a:spcPts val="0"/>
              </a:spcBef>
              <a:buNone/>
              <a:defRPr b="1" sz="700">
                <a:solidFill>
                  <a:schemeClr val="dk1"/>
                </a:solidFill>
                <a:latin typeface="Verizon NHG DS"/>
                <a:ea typeface="Verizon NHG DS"/>
                <a:cs typeface="Verizon NHG DS"/>
                <a:sym typeface="Verizon NHG DS"/>
              </a:defRPr>
            </a:lvl6pPr>
            <a:lvl7pPr indent="0" lvl="6" marL="0" algn="r">
              <a:spcBef>
                <a:spcPts val="0"/>
              </a:spcBef>
              <a:buNone/>
              <a:defRPr b="1" sz="700">
                <a:solidFill>
                  <a:schemeClr val="dk1"/>
                </a:solidFill>
                <a:latin typeface="Verizon NHG DS"/>
                <a:ea typeface="Verizon NHG DS"/>
                <a:cs typeface="Verizon NHG DS"/>
                <a:sym typeface="Verizon NHG DS"/>
              </a:defRPr>
            </a:lvl7pPr>
            <a:lvl8pPr indent="0" lvl="7" marL="0" algn="r">
              <a:spcBef>
                <a:spcPts val="0"/>
              </a:spcBef>
              <a:buNone/>
              <a:defRPr b="1" sz="700">
                <a:solidFill>
                  <a:schemeClr val="dk1"/>
                </a:solidFill>
                <a:latin typeface="Verizon NHG DS"/>
                <a:ea typeface="Verizon NHG DS"/>
                <a:cs typeface="Verizon NHG DS"/>
                <a:sym typeface="Verizon NHG DS"/>
              </a:defRPr>
            </a:lvl8pPr>
            <a:lvl9pPr indent="0" lvl="8" marL="0" algn="r">
              <a:spcBef>
                <a:spcPts val="0"/>
              </a:spcBef>
              <a:buNone/>
              <a:defRPr b="1" sz="700">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Title and 2 Column Content">
  <p:cSld name="Title and 2 Column Content">
    <p:spTree>
      <p:nvGrpSpPr>
        <p:cNvPr id="569" name="Shape 569"/>
        <p:cNvGrpSpPr/>
        <p:nvPr/>
      </p:nvGrpSpPr>
      <p:grpSpPr>
        <a:xfrm>
          <a:off x="0" y="0"/>
          <a:ext cx="0" cy="0"/>
          <a:chOff x="0" y="0"/>
          <a:chExt cx="0" cy="0"/>
        </a:xfrm>
      </p:grpSpPr>
      <p:cxnSp>
        <p:nvCxnSpPr>
          <p:cNvPr id="570" name="Google Shape;570;p87"/>
          <p:cNvCxnSpPr/>
          <p:nvPr/>
        </p:nvCxnSpPr>
        <p:spPr>
          <a:xfrm>
            <a:off x="457200" y="457200"/>
            <a:ext cx="8229600" cy="0"/>
          </a:xfrm>
          <a:prstGeom prst="straightConnector1">
            <a:avLst/>
          </a:prstGeom>
          <a:noFill/>
          <a:ln cap="flat" cmpd="sng" w="47625">
            <a:solidFill>
              <a:schemeClr val="dk1"/>
            </a:solidFill>
            <a:prstDash val="solid"/>
            <a:round/>
            <a:headEnd len="sm" w="sm" type="none"/>
            <a:tailEnd len="sm" w="sm" type="none"/>
          </a:ln>
        </p:spPr>
      </p:cxnSp>
      <p:sp>
        <p:nvSpPr>
          <p:cNvPr id="571" name="Google Shape;571;p87"/>
          <p:cNvSpPr txBox="1"/>
          <p:nvPr>
            <p:ph type="title"/>
          </p:nvPr>
        </p:nvSpPr>
        <p:spPr>
          <a:xfrm>
            <a:off x="457200" y="590550"/>
            <a:ext cx="7086600" cy="5715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72" name="Google Shape;572;p87"/>
          <p:cNvSpPr txBox="1"/>
          <p:nvPr>
            <p:ph idx="1" type="body"/>
          </p:nvPr>
        </p:nvSpPr>
        <p:spPr>
          <a:xfrm>
            <a:off x="457201" y="1352550"/>
            <a:ext cx="4017900" cy="3086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Clr>
                <a:schemeClr val="dk1"/>
              </a:buClr>
              <a:buSzPts val="1800"/>
              <a:buNone/>
              <a:defRPr/>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42900" lvl="8" marL="4114800" algn="l">
              <a:lnSpc>
                <a:spcPct val="100000"/>
              </a:lnSpc>
              <a:spcBef>
                <a:spcPts val="600"/>
              </a:spcBef>
              <a:spcAft>
                <a:spcPts val="0"/>
              </a:spcAft>
              <a:buClr>
                <a:schemeClr val="dk1"/>
              </a:buClr>
              <a:buSzPts val="1800"/>
              <a:buChar char="•"/>
              <a:defRPr/>
            </a:lvl9pPr>
          </a:lstStyle>
          <a:p/>
        </p:txBody>
      </p:sp>
      <p:sp>
        <p:nvSpPr>
          <p:cNvPr id="573" name="Google Shape;573;p87"/>
          <p:cNvSpPr txBox="1"/>
          <p:nvPr>
            <p:ph idx="2" type="body"/>
          </p:nvPr>
        </p:nvSpPr>
        <p:spPr>
          <a:xfrm>
            <a:off x="4668982" y="1352550"/>
            <a:ext cx="4017900" cy="3086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Clr>
                <a:schemeClr val="dk1"/>
              </a:buClr>
              <a:buSzPts val="1800"/>
              <a:buNone/>
              <a:defRPr/>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42900" lvl="8" marL="4114800" algn="l">
              <a:lnSpc>
                <a:spcPct val="100000"/>
              </a:lnSpc>
              <a:spcBef>
                <a:spcPts val="600"/>
              </a:spcBef>
              <a:spcAft>
                <a:spcPts val="0"/>
              </a:spcAft>
              <a:buClr>
                <a:schemeClr val="dk1"/>
              </a:buClr>
              <a:buSzPts val="1800"/>
              <a:buChar char="•"/>
              <a:defRPr/>
            </a:lvl9pPr>
          </a:lstStyle>
          <a:p/>
        </p:txBody>
      </p:sp>
      <p:sp>
        <p:nvSpPr>
          <p:cNvPr id="574" name="Google Shape;574;p87"/>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algn="r">
              <a:spcBef>
                <a:spcPts val="0"/>
              </a:spcBef>
              <a:buNone/>
              <a:defRPr b="1" i="0" sz="700" u="none" cap="none" strike="noStrike">
                <a:solidFill>
                  <a:schemeClr val="dk1"/>
                </a:solidFill>
                <a:latin typeface="Verizon NHG DS"/>
                <a:ea typeface="Verizon NHG DS"/>
                <a:cs typeface="Verizon NHG DS"/>
                <a:sym typeface="Verizon NHG DS"/>
              </a:defRPr>
            </a:lvl1pPr>
            <a:lvl2pPr indent="0" lvl="1" marL="0" algn="r">
              <a:spcBef>
                <a:spcPts val="0"/>
              </a:spcBef>
              <a:buNone/>
              <a:defRPr b="1" i="0" sz="700" u="none" cap="none" strike="noStrike">
                <a:solidFill>
                  <a:schemeClr val="dk1"/>
                </a:solidFill>
                <a:latin typeface="Verizon NHG DS"/>
                <a:ea typeface="Verizon NHG DS"/>
                <a:cs typeface="Verizon NHG DS"/>
                <a:sym typeface="Verizon NHG DS"/>
              </a:defRPr>
            </a:lvl2pPr>
            <a:lvl3pPr indent="0" lvl="2" marL="0" algn="r">
              <a:spcBef>
                <a:spcPts val="0"/>
              </a:spcBef>
              <a:buNone/>
              <a:defRPr b="1" i="0" sz="700" u="none" cap="none" strike="noStrike">
                <a:solidFill>
                  <a:schemeClr val="dk1"/>
                </a:solidFill>
                <a:latin typeface="Verizon NHG DS"/>
                <a:ea typeface="Verizon NHG DS"/>
                <a:cs typeface="Verizon NHG DS"/>
                <a:sym typeface="Verizon NHG DS"/>
              </a:defRPr>
            </a:lvl3pPr>
            <a:lvl4pPr indent="0" lvl="3" marL="0" algn="r">
              <a:spcBef>
                <a:spcPts val="0"/>
              </a:spcBef>
              <a:buNone/>
              <a:defRPr b="1" i="0" sz="700" u="none" cap="none" strike="noStrike">
                <a:solidFill>
                  <a:schemeClr val="dk1"/>
                </a:solidFill>
                <a:latin typeface="Verizon NHG DS"/>
                <a:ea typeface="Verizon NHG DS"/>
                <a:cs typeface="Verizon NHG DS"/>
                <a:sym typeface="Verizon NHG DS"/>
              </a:defRPr>
            </a:lvl4pPr>
            <a:lvl5pPr indent="0" lvl="4" marL="0" algn="r">
              <a:spcBef>
                <a:spcPts val="0"/>
              </a:spcBef>
              <a:buNone/>
              <a:defRPr b="1" i="0" sz="700" u="none" cap="none" strike="noStrike">
                <a:solidFill>
                  <a:schemeClr val="dk1"/>
                </a:solidFill>
                <a:latin typeface="Verizon NHG DS"/>
                <a:ea typeface="Verizon NHG DS"/>
                <a:cs typeface="Verizon NHG DS"/>
                <a:sym typeface="Verizon NHG DS"/>
              </a:defRPr>
            </a:lvl5pPr>
            <a:lvl6pPr indent="0" lvl="5" marL="0" algn="r">
              <a:spcBef>
                <a:spcPts val="0"/>
              </a:spcBef>
              <a:buNone/>
              <a:defRPr b="1" i="0" sz="700" u="none" cap="none" strike="noStrike">
                <a:solidFill>
                  <a:schemeClr val="dk1"/>
                </a:solidFill>
                <a:latin typeface="Verizon NHG DS"/>
                <a:ea typeface="Verizon NHG DS"/>
                <a:cs typeface="Verizon NHG DS"/>
                <a:sym typeface="Verizon NHG DS"/>
              </a:defRPr>
            </a:lvl6pPr>
            <a:lvl7pPr indent="0" lvl="6" marL="0" algn="r">
              <a:spcBef>
                <a:spcPts val="0"/>
              </a:spcBef>
              <a:buNone/>
              <a:defRPr b="1" i="0" sz="700" u="none" cap="none" strike="noStrike">
                <a:solidFill>
                  <a:schemeClr val="dk1"/>
                </a:solidFill>
                <a:latin typeface="Verizon NHG DS"/>
                <a:ea typeface="Verizon NHG DS"/>
                <a:cs typeface="Verizon NHG DS"/>
                <a:sym typeface="Verizon NHG DS"/>
              </a:defRPr>
            </a:lvl7pPr>
            <a:lvl8pPr indent="0" lvl="7" marL="0" algn="r">
              <a:spcBef>
                <a:spcPts val="0"/>
              </a:spcBef>
              <a:buNone/>
              <a:defRPr b="1" i="0" sz="700" u="none" cap="none" strike="noStrike">
                <a:solidFill>
                  <a:schemeClr val="dk1"/>
                </a:solidFill>
                <a:latin typeface="Verizon NHG DS"/>
                <a:ea typeface="Verizon NHG DS"/>
                <a:cs typeface="Verizon NHG DS"/>
                <a:sym typeface="Verizon NHG DS"/>
              </a:defRPr>
            </a:lvl8pPr>
            <a:lvl9pPr indent="0" lvl="8" marL="0" algn="r">
              <a:spcBef>
                <a:spcPts val="0"/>
              </a:spcBef>
              <a:buNone/>
              <a:defRPr b="1" i="0" sz="7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TOC - White">
  <p:cSld name="Agenda/TOC - White_1">
    <p:spTree>
      <p:nvGrpSpPr>
        <p:cNvPr id="575" name="Shape 575"/>
        <p:cNvGrpSpPr/>
        <p:nvPr/>
      </p:nvGrpSpPr>
      <p:grpSpPr>
        <a:xfrm>
          <a:off x="0" y="0"/>
          <a:ext cx="0" cy="0"/>
          <a:chOff x="0" y="0"/>
          <a:chExt cx="0" cy="0"/>
        </a:xfrm>
      </p:grpSpPr>
      <p:sp>
        <p:nvSpPr>
          <p:cNvPr id="576" name="Google Shape;576;p88"/>
          <p:cNvSpPr txBox="1"/>
          <p:nvPr>
            <p:ph idx="1" type="body"/>
          </p:nvPr>
        </p:nvSpPr>
        <p:spPr>
          <a:xfrm>
            <a:off x="224370" y="230377"/>
            <a:ext cx="7953600" cy="676500"/>
          </a:xfrm>
          <a:prstGeom prst="rect">
            <a:avLst/>
          </a:prstGeom>
          <a:noFill/>
          <a:ln>
            <a:noFill/>
          </a:ln>
        </p:spPr>
        <p:txBody>
          <a:bodyPr anchorCtr="0" anchor="t" bIns="0" lIns="0" spcFirstLastPara="1" rIns="0" wrap="square" tIns="0">
            <a:normAutofit/>
          </a:bodyPr>
          <a:lstStyle>
            <a:lvl1pPr indent="-228600" lvl="0" marL="457200" marR="0" algn="l">
              <a:lnSpc>
                <a:spcPct val="136250"/>
              </a:lnSpc>
              <a:spcBef>
                <a:spcPts val="0"/>
              </a:spcBef>
              <a:spcAft>
                <a:spcPts val="0"/>
              </a:spcAft>
              <a:buClr>
                <a:srgbClr val="F50A23"/>
              </a:buClr>
              <a:buSzPts val="3600"/>
              <a:buFont typeface="Verizon NHG TX"/>
              <a:buNone/>
              <a:defRPr b="1" i="0" sz="36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577" name="Google Shape;577;p88"/>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578" name="Google Shape;578;p88"/>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100">
              <a:latin typeface="Verizon NHG TX"/>
              <a:ea typeface="Verizon NHG TX"/>
              <a:cs typeface="Verizon NHG TX"/>
              <a:sym typeface="Verizon NHG TX"/>
            </a:endParaRPr>
          </a:p>
        </p:txBody>
      </p:sp>
      <p:sp>
        <p:nvSpPr>
          <p:cNvPr id="579" name="Google Shape;579;p88"/>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100">
                <a:solidFill>
                  <a:schemeClr val="accent1"/>
                </a:solidFill>
                <a:latin typeface="Verizon NHG TX"/>
                <a:ea typeface="Verizon NHG TX"/>
                <a:cs typeface="Verizon NHG TX"/>
                <a:sym typeface="Verizon NHG TX"/>
              </a:rPr>
              <a:t>‹#›</a:t>
            </a:fld>
            <a:endParaRPr b="1" i="0" sz="11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_Secondary Cover - White">
  <p:cSld name="Secondary Cover - White_1">
    <p:bg>
      <p:bgPr>
        <a:solidFill>
          <a:schemeClr val="lt1"/>
        </a:solidFill>
      </p:bgPr>
    </p:bg>
    <p:spTree>
      <p:nvGrpSpPr>
        <p:cNvPr id="580" name="Shape 580"/>
        <p:cNvGrpSpPr/>
        <p:nvPr/>
      </p:nvGrpSpPr>
      <p:grpSpPr>
        <a:xfrm>
          <a:off x="0" y="0"/>
          <a:ext cx="0" cy="0"/>
          <a:chOff x="0" y="0"/>
          <a:chExt cx="0" cy="0"/>
        </a:xfrm>
      </p:grpSpPr>
      <p:sp>
        <p:nvSpPr>
          <p:cNvPr id="581" name="Google Shape;581;p89"/>
          <p:cNvSpPr/>
          <p:nvPr/>
        </p:nvSpPr>
        <p:spPr>
          <a:xfrm>
            <a:off x="178044" y="4668716"/>
            <a:ext cx="6554700" cy="3099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582" name="Google Shape;582;p89"/>
          <p:cNvSpPr txBox="1"/>
          <p:nvPr>
            <p:ph idx="1" type="body"/>
          </p:nvPr>
        </p:nvSpPr>
        <p:spPr>
          <a:xfrm>
            <a:off x="6703219" y="3406501"/>
            <a:ext cx="1967100" cy="5874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SzPts val="1800"/>
              <a:buFont typeface="Verizon NHG DS"/>
              <a:buNone/>
              <a:defRPr i="0" sz="1800">
                <a:latin typeface="Verizon NHG DS"/>
                <a:ea typeface="Verizon NHG DS"/>
                <a:cs typeface="Verizon NHG DS"/>
                <a:sym typeface="Verizon NHG DS"/>
              </a:defRPr>
            </a:lvl1pPr>
            <a:lvl2pPr indent="-228600" lvl="1" marL="914400" algn="l">
              <a:lnSpc>
                <a:spcPct val="100000"/>
              </a:lnSpc>
              <a:spcBef>
                <a:spcPts val="0"/>
              </a:spcBef>
              <a:spcAft>
                <a:spcPts val="0"/>
              </a:spcAft>
              <a:buSzPts val="900"/>
              <a:buNone/>
              <a:defRPr/>
            </a:lvl2pPr>
            <a:lvl3pPr indent="-228600" lvl="2" marL="1371600" algn="l">
              <a:lnSpc>
                <a:spcPct val="100000"/>
              </a:lnSpc>
              <a:spcBef>
                <a:spcPts val="0"/>
              </a:spcBef>
              <a:spcAft>
                <a:spcPts val="0"/>
              </a:spcAft>
              <a:buSzPts val="900"/>
              <a:buNone/>
              <a:defRPr/>
            </a:lvl3pPr>
            <a:lvl4pPr indent="-228600" lvl="3" marL="1828800" algn="l">
              <a:lnSpc>
                <a:spcPct val="100000"/>
              </a:lnSpc>
              <a:spcBef>
                <a:spcPts val="0"/>
              </a:spcBef>
              <a:spcAft>
                <a:spcPts val="0"/>
              </a:spcAft>
              <a:buSzPts val="900"/>
              <a:buNone/>
              <a:defRPr/>
            </a:lvl4pPr>
            <a:lvl5pPr indent="-228600" lvl="4" marL="2286000" algn="l">
              <a:lnSpc>
                <a:spcPct val="100000"/>
              </a:lnSpc>
              <a:spcBef>
                <a:spcPts val="0"/>
              </a:spcBef>
              <a:spcAft>
                <a:spcPts val="0"/>
              </a:spcAft>
              <a:buSzPts val="900"/>
              <a:buNone/>
              <a:defRPr/>
            </a:lvl5pPr>
            <a:lvl6pPr indent="-285750" lvl="5" marL="2743200" algn="l">
              <a:lnSpc>
                <a:spcPct val="100000"/>
              </a:lnSpc>
              <a:spcBef>
                <a:spcPts val="0"/>
              </a:spcBef>
              <a:spcAft>
                <a:spcPts val="0"/>
              </a:spcAft>
              <a:buSzPts val="900"/>
              <a:buChar char="•"/>
              <a:defRPr sz="900"/>
            </a:lvl6pPr>
            <a:lvl7pPr indent="-285750" lvl="6" marL="3200400" algn="l">
              <a:lnSpc>
                <a:spcPct val="100000"/>
              </a:lnSpc>
              <a:spcBef>
                <a:spcPts val="0"/>
              </a:spcBef>
              <a:spcAft>
                <a:spcPts val="0"/>
              </a:spcAft>
              <a:buSzPts val="900"/>
              <a:buChar char="•"/>
              <a:defRPr sz="900"/>
            </a:lvl7pPr>
            <a:lvl8pPr indent="-285750" lvl="7" marL="3657600" algn="l">
              <a:lnSpc>
                <a:spcPct val="100000"/>
              </a:lnSpc>
              <a:spcBef>
                <a:spcPts val="0"/>
              </a:spcBef>
              <a:spcAft>
                <a:spcPts val="0"/>
              </a:spcAft>
              <a:buSzPts val="900"/>
              <a:buChar char="•"/>
              <a:defRPr sz="900"/>
            </a:lvl8pPr>
            <a:lvl9pPr indent="-285750" lvl="8" marL="4114800" algn="l">
              <a:lnSpc>
                <a:spcPct val="100000"/>
              </a:lnSpc>
              <a:spcBef>
                <a:spcPts val="0"/>
              </a:spcBef>
              <a:spcAft>
                <a:spcPts val="0"/>
              </a:spcAft>
              <a:buSzPts val="900"/>
              <a:buChar char="•"/>
              <a:defRPr sz="900"/>
            </a:lvl9pPr>
          </a:lstStyle>
          <a:p/>
        </p:txBody>
      </p:sp>
      <p:sp>
        <p:nvSpPr>
          <p:cNvPr id="583" name="Google Shape;583;p89"/>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5000"/>
              <a:buFont typeface="Arial"/>
              <a:buNone/>
              <a:defRPr sz="5000">
                <a:solidFill>
                  <a:schemeClr val="dk2"/>
                </a:solidFill>
              </a:defRPr>
            </a:lvl1pPr>
            <a:lvl2pPr lvl="1">
              <a:spcBef>
                <a:spcPts val="0"/>
              </a:spcBef>
              <a:spcAft>
                <a:spcPts val="0"/>
              </a:spcAft>
              <a:buClr>
                <a:schemeClr val="dk2"/>
              </a:buClr>
              <a:buSzPts val="1100"/>
              <a:buNone/>
              <a:defRPr>
                <a:solidFill>
                  <a:schemeClr val="dk2"/>
                </a:solidFill>
              </a:defRPr>
            </a:lvl2pPr>
            <a:lvl3pPr lvl="2">
              <a:spcBef>
                <a:spcPts val="0"/>
              </a:spcBef>
              <a:spcAft>
                <a:spcPts val="0"/>
              </a:spcAft>
              <a:buClr>
                <a:schemeClr val="dk2"/>
              </a:buClr>
              <a:buSzPts val="1100"/>
              <a:buNone/>
              <a:defRPr>
                <a:solidFill>
                  <a:schemeClr val="dk2"/>
                </a:solidFill>
              </a:defRPr>
            </a:lvl3pPr>
            <a:lvl4pPr lvl="3">
              <a:spcBef>
                <a:spcPts val="0"/>
              </a:spcBef>
              <a:spcAft>
                <a:spcPts val="0"/>
              </a:spcAft>
              <a:buClr>
                <a:schemeClr val="dk2"/>
              </a:buClr>
              <a:buSzPts val="1100"/>
              <a:buNone/>
              <a:defRPr>
                <a:solidFill>
                  <a:schemeClr val="dk2"/>
                </a:solidFill>
              </a:defRPr>
            </a:lvl4pPr>
            <a:lvl5pPr lvl="4">
              <a:spcBef>
                <a:spcPts val="0"/>
              </a:spcBef>
              <a:spcAft>
                <a:spcPts val="0"/>
              </a:spcAft>
              <a:buClr>
                <a:schemeClr val="dk2"/>
              </a:buClr>
              <a:buSzPts val="1100"/>
              <a:buNone/>
              <a:defRPr>
                <a:solidFill>
                  <a:schemeClr val="dk2"/>
                </a:solidFill>
              </a:defRPr>
            </a:lvl5pPr>
            <a:lvl6pPr lvl="5">
              <a:spcBef>
                <a:spcPts val="0"/>
              </a:spcBef>
              <a:spcAft>
                <a:spcPts val="0"/>
              </a:spcAft>
              <a:buClr>
                <a:schemeClr val="dk2"/>
              </a:buClr>
              <a:buSzPts val="1100"/>
              <a:buNone/>
              <a:defRPr>
                <a:solidFill>
                  <a:schemeClr val="dk2"/>
                </a:solidFill>
              </a:defRPr>
            </a:lvl6pPr>
            <a:lvl7pPr lvl="6">
              <a:spcBef>
                <a:spcPts val="0"/>
              </a:spcBef>
              <a:spcAft>
                <a:spcPts val="0"/>
              </a:spcAft>
              <a:buClr>
                <a:schemeClr val="dk2"/>
              </a:buClr>
              <a:buSzPts val="1100"/>
              <a:buNone/>
              <a:defRPr>
                <a:solidFill>
                  <a:schemeClr val="dk2"/>
                </a:solidFill>
              </a:defRPr>
            </a:lvl7pPr>
            <a:lvl8pPr lvl="7">
              <a:spcBef>
                <a:spcPts val="0"/>
              </a:spcBef>
              <a:spcAft>
                <a:spcPts val="0"/>
              </a:spcAft>
              <a:buClr>
                <a:schemeClr val="dk2"/>
              </a:buClr>
              <a:buSzPts val="1100"/>
              <a:buNone/>
              <a:defRPr>
                <a:solidFill>
                  <a:schemeClr val="dk2"/>
                </a:solidFill>
              </a:defRPr>
            </a:lvl8pPr>
            <a:lvl9pPr lvl="8">
              <a:spcBef>
                <a:spcPts val="0"/>
              </a:spcBef>
              <a:spcAft>
                <a:spcPts val="0"/>
              </a:spcAft>
              <a:buClr>
                <a:schemeClr val="dk2"/>
              </a:buClr>
              <a:buSzPts val="1100"/>
              <a:buNone/>
              <a:defRPr>
                <a:solidFill>
                  <a:schemeClr val="dk2"/>
                </a:solidFill>
              </a:defRPr>
            </a:lvl9pPr>
          </a:lstStyle>
          <a:p/>
        </p:txBody>
      </p:sp>
      <p:pic>
        <p:nvPicPr>
          <p:cNvPr id="584" name="Google Shape;584;p89"/>
          <p:cNvPicPr preferRelativeResize="0"/>
          <p:nvPr/>
        </p:nvPicPr>
        <p:blipFill>
          <a:blip r:embed="rId2">
            <a:alphaModFix/>
          </a:blip>
          <a:stretch>
            <a:fillRect/>
          </a:stretch>
        </p:blipFill>
        <p:spPr>
          <a:xfrm>
            <a:off x="182880" y="182880"/>
            <a:ext cx="2029970" cy="189758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20" Type="http://schemas.openxmlformats.org/officeDocument/2006/relationships/slideLayout" Target="../slideLayouts/slideLayout1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22" Type="http://schemas.openxmlformats.org/officeDocument/2006/relationships/slideLayout" Target="../slideLayouts/slideLayout21.xml"/><Relationship Id="rId44" Type="http://schemas.openxmlformats.org/officeDocument/2006/relationships/theme" Target="../theme/theme2.xml"/><Relationship Id="rId21" Type="http://schemas.openxmlformats.org/officeDocument/2006/relationships/slideLayout" Target="../slideLayouts/slideLayout20.xml"/><Relationship Id="rId43" Type="http://schemas.openxmlformats.org/officeDocument/2006/relationships/slideLayout" Target="../slideLayouts/slideLayout42.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5" Type="http://schemas.openxmlformats.org/officeDocument/2006/relationships/slideLayout" Target="../slideLayouts/slideLayout4.xml"/><Relationship Id="rId6" Type="http://schemas.openxmlformats.org/officeDocument/2006/relationships/slideLayout" Target="../slideLayouts/slideLayout5.xml"/><Relationship Id="rId29" Type="http://schemas.openxmlformats.org/officeDocument/2006/relationships/slideLayout" Target="../slideLayouts/slideLayout28.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11" Type="http://schemas.openxmlformats.org/officeDocument/2006/relationships/slideLayout" Target="../slideLayouts/slideLayout10.xml"/><Relationship Id="rId33" Type="http://schemas.openxmlformats.org/officeDocument/2006/relationships/slideLayout" Target="../slideLayouts/slideLayout32.xml"/><Relationship Id="rId10" Type="http://schemas.openxmlformats.org/officeDocument/2006/relationships/slideLayout" Target="../slideLayouts/slideLayout9.xml"/><Relationship Id="rId32" Type="http://schemas.openxmlformats.org/officeDocument/2006/relationships/slideLayout" Target="../slideLayouts/slideLayout31.xml"/><Relationship Id="rId13" Type="http://schemas.openxmlformats.org/officeDocument/2006/relationships/slideLayout" Target="../slideLayouts/slideLayout12.xml"/><Relationship Id="rId35" Type="http://schemas.openxmlformats.org/officeDocument/2006/relationships/slideLayout" Target="../slideLayouts/slideLayout34.xml"/><Relationship Id="rId12" Type="http://schemas.openxmlformats.org/officeDocument/2006/relationships/slideLayout" Target="../slideLayouts/slideLayout11.xml"/><Relationship Id="rId34" Type="http://schemas.openxmlformats.org/officeDocument/2006/relationships/slideLayout" Target="../slideLayouts/slideLayout33.xml"/><Relationship Id="rId15" Type="http://schemas.openxmlformats.org/officeDocument/2006/relationships/slideLayout" Target="../slideLayouts/slideLayout14.xml"/><Relationship Id="rId37" Type="http://schemas.openxmlformats.org/officeDocument/2006/relationships/slideLayout" Target="../slideLayouts/slideLayout36.xml"/><Relationship Id="rId14" Type="http://schemas.openxmlformats.org/officeDocument/2006/relationships/slideLayout" Target="../slideLayouts/slideLayout13.xml"/><Relationship Id="rId36" Type="http://schemas.openxmlformats.org/officeDocument/2006/relationships/slideLayout" Target="../slideLayouts/slideLayout35.xml"/><Relationship Id="rId17" Type="http://schemas.openxmlformats.org/officeDocument/2006/relationships/slideLayout" Target="../slideLayouts/slideLayout16.xml"/><Relationship Id="rId39" Type="http://schemas.openxmlformats.org/officeDocument/2006/relationships/slideLayout" Target="../slideLayouts/slideLayout38.xml"/><Relationship Id="rId16" Type="http://schemas.openxmlformats.org/officeDocument/2006/relationships/slideLayout" Target="../slideLayouts/slideLayout15.xml"/><Relationship Id="rId38" Type="http://schemas.openxmlformats.org/officeDocument/2006/relationships/slideLayout" Target="../slideLayouts/slideLayout37.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81.xml"/><Relationship Id="rId20" Type="http://schemas.openxmlformats.org/officeDocument/2006/relationships/slideLayout" Target="../slideLayouts/slideLayout61.xml"/><Relationship Id="rId42" Type="http://schemas.openxmlformats.org/officeDocument/2006/relationships/slideLayout" Target="../slideLayouts/slideLayout83.xml"/><Relationship Id="rId41" Type="http://schemas.openxmlformats.org/officeDocument/2006/relationships/slideLayout" Target="../slideLayouts/slideLayout82.xml"/><Relationship Id="rId22" Type="http://schemas.openxmlformats.org/officeDocument/2006/relationships/slideLayout" Target="../slideLayouts/slideLayout63.xml"/><Relationship Id="rId44" Type="http://schemas.openxmlformats.org/officeDocument/2006/relationships/slideLayout" Target="../slideLayouts/slideLayout85.xml"/><Relationship Id="rId21" Type="http://schemas.openxmlformats.org/officeDocument/2006/relationships/slideLayout" Target="../slideLayouts/slideLayout62.xml"/><Relationship Id="rId43" Type="http://schemas.openxmlformats.org/officeDocument/2006/relationships/slideLayout" Target="../slideLayouts/slideLayout84.xml"/><Relationship Id="rId24" Type="http://schemas.openxmlformats.org/officeDocument/2006/relationships/slideLayout" Target="../slideLayouts/slideLayout65.xml"/><Relationship Id="rId46" Type="http://schemas.openxmlformats.org/officeDocument/2006/relationships/slideLayout" Target="../slideLayouts/slideLayout87.xml"/><Relationship Id="rId23" Type="http://schemas.openxmlformats.org/officeDocument/2006/relationships/slideLayout" Target="../slideLayouts/slideLayout64.xml"/><Relationship Id="rId45" Type="http://schemas.openxmlformats.org/officeDocument/2006/relationships/slideLayout" Target="../slideLayouts/slideLayout86.xml"/><Relationship Id="rId1" Type="http://schemas.openxmlformats.org/officeDocument/2006/relationships/image" Target="../media/image13.png"/><Relationship Id="rId2" Type="http://schemas.openxmlformats.org/officeDocument/2006/relationships/slideLayout" Target="../slideLayouts/slideLayout43.xml"/><Relationship Id="rId3" Type="http://schemas.openxmlformats.org/officeDocument/2006/relationships/slideLayout" Target="../slideLayouts/slideLayout44.xml"/><Relationship Id="rId4" Type="http://schemas.openxmlformats.org/officeDocument/2006/relationships/slideLayout" Target="../slideLayouts/slideLayout45.xml"/><Relationship Id="rId9" Type="http://schemas.openxmlformats.org/officeDocument/2006/relationships/slideLayout" Target="../slideLayouts/slideLayout50.xml"/><Relationship Id="rId26" Type="http://schemas.openxmlformats.org/officeDocument/2006/relationships/slideLayout" Target="../slideLayouts/slideLayout67.xml"/><Relationship Id="rId25" Type="http://schemas.openxmlformats.org/officeDocument/2006/relationships/slideLayout" Target="../slideLayouts/slideLayout66.xml"/><Relationship Id="rId47" Type="http://schemas.openxmlformats.org/officeDocument/2006/relationships/theme" Target="../theme/theme1.xml"/><Relationship Id="rId28" Type="http://schemas.openxmlformats.org/officeDocument/2006/relationships/slideLayout" Target="../slideLayouts/slideLayout69.xml"/><Relationship Id="rId27" Type="http://schemas.openxmlformats.org/officeDocument/2006/relationships/slideLayout" Target="../slideLayouts/slideLayout68.xml"/><Relationship Id="rId5" Type="http://schemas.openxmlformats.org/officeDocument/2006/relationships/slideLayout" Target="../slideLayouts/slideLayout46.xml"/><Relationship Id="rId6" Type="http://schemas.openxmlformats.org/officeDocument/2006/relationships/slideLayout" Target="../slideLayouts/slideLayout47.xml"/><Relationship Id="rId29" Type="http://schemas.openxmlformats.org/officeDocument/2006/relationships/slideLayout" Target="../slideLayouts/slideLayout70.xml"/><Relationship Id="rId7" Type="http://schemas.openxmlformats.org/officeDocument/2006/relationships/slideLayout" Target="../slideLayouts/slideLayout48.xml"/><Relationship Id="rId8" Type="http://schemas.openxmlformats.org/officeDocument/2006/relationships/slideLayout" Target="../slideLayouts/slideLayout49.xml"/><Relationship Id="rId31" Type="http://schemas.openxmlformats.org/officeDocument/2006/relationships/slideLayout" Target="../slideLayouts/slideLayout72.xml"/><Relationship Id="rId30" Type="http://schemas.openxmlformats.org/officeDocument/2006/relationships/slideLayout" Target="../slideLayouts/slideLayout71.xml"/><Relationship Id="rId11" Type="http://schemas.openxmlformats.org/officeDocument/2006/relationships/slideLayout" Target="../slideLayouts/slideLayout52.xml"/><Relationship Id="rId33" Type="http://schemas.openxmlformats.org/officeDocument/2006/relationships/slideLayout" Target="../slideLayouts/slideLayout74.xml"/><Relationship Id="rId10" Type="http://schemas.openxmlformats.org/officeDocument/2006/relationships/slideLayout" Target="../slideLayouts/slideLayout51.xml"/><Relationship Id="rId32" Type="http://schemas.openxmlformats.org/officeDocument/2006/relationships/slideLayout" Target="../slideLayouts/slideLayout73.xml"/><Relationship Id="rId13" Type="http://schemas.openxmlformats.org/officeDocument/2006/relationships/slideLayout" Target="../slideLayouts/slideLayout54.xml"/><Relationship Id="rId35" Type="http://schemas.openxmlformats.org/officeDocument/2006/relationships/slideLayout" Target="../slideLayouts/slideLayout76.xml"/><Relationship Id="rId12" Type="http://schemas.openxmlformats.org/officeDocument/2006/relationships/slideLayout" Target="../slideLayouts/slideLayout53.xml"/><Relationship Id="rId34" Type="http://schemas.openxmlformats.org/officeDocument/2006/relationships/slideLayout" Target="../slideLayouts/slideLayout75.xml"/><Relationship Id="rId15" Type="http://schemas.openxmlformats.org/officeDocument/2006/relationships/slideLayout" Target="../slideLayouts/slideLayout56.xml"/><Relationship Id="rId37" Type="http://schemas.openxmlformats.org/officeDocument/2006/relationships/slideLayout" Target="../slideLayouts/slideLayout78.xml"/><Relationship Id="rId14" Type="http://schemas.openxmlformats.org/officeDocument/2006/relationships/slideLayout" Target="../slideLayouts/slideLayout55.xml"/><Relationship Id="rId36" Type="http://schemas.openxmlformats.org/officeDocument/2006/relationships/slideLayout" Target="../slideLayouts/slideLayout77.xml"/><Relationship Id="rId17" Type="http://schemas.openxmlformats.org/officeDocument/2006/relationships/slideLayout" Target="../slideLayouts/slideLayout58.xml"/><Relationship Id="rId39" Type="http://schemas.openxmlformats.org/officeDocument/2006/relationships/slideLayout" Target="../slideLayouts/slideLayout80.xml"/><Relationship Id="rId16" Type="http://schemas.openxmlformats.org/officeDocument/2006/relationships/slideLayout" Target="../slideLayouts/slideLayout57.xml"/><Relationship Id="rId38" Type="http://schemas.openxmlformats.org/officeDocument/2006/relationships/slideLayout" Target="../slideLayouts/slideLayout79.xml"/><Relationship Id="rId19" Type="http://schemas.openxmlformats.org/officeDocument/2006/relationships/slideLayout" Target="../slideLayouts/slideLayout60.xml"/><Relationship Id="rId18"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sz="1100">
              <a:latin typeface="Verizon NHG TX"/>
              <a:ea typeface="Verizon NHG TX"/>
              <a:cs typeface="Verizon NHG TX"/>
              <a:sym typeface="Verizon NHG TX"/>
            </a:endParaRPr>
          </a:p>
        </p:txBody>
      </p:sp>
      <p:sp>
        <p:nvSpPr>
          <p:cNvPr id="7" name="Google Shape;7;p1"/>
          <p:cNvSpPr txBox="1"/>
          <p:nvPr>
            <p:ph type="title"/>
          </p:nvPr>
        </p:nvSpPr>
        <p:spPr>
          <a:xfrm>
            <a:off x="473869" y="438912"/>
            <a:ext cx="7951200" cy="5319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1"/>
              </a:buClr>
              <a:buSzPts val="2100"/>
              <a:buFont typeface="Verizon NHG DS"/>
              <a:buNone/>
              <a:defRPr b="1" i="0" sz="2100" u="none" cap="none" strike="noStrike">
                <a:solidFill>
                  <a:schemeClr val="dk1"/>
                </a:solidFill>
                <a:latin typeface="Verizon NHG DS"/>
                <a:ea typeface="Verizon NHG DS"/>
                <a:cs typeface="Verizon NHG DS"/>
                <a:sym typeface="Verizon NHG DS"/>
              </a:defRPr>
            </a:lvl1pPr>
            <a:lvl2pPr lvl="1">
              <a:spcBef>
                <a:spcPts val="0"/>
              </a:spcBef>
              <a:spcAft>
                <a:spcPts val="0"/>
              </a:spcAft>
              <a:buClr>
                <a:schemeClr val="dk1"/>
              </a:buClr>
              <a:buSzPts val="1100"/>
              <a:buFont typeface="Verizon NHG DS"/>
              <a:buNone/>
              <a:defRPr b="1" sz="1400">
                <a:solidFill>
                  <a:schemeClr val="dk1"/>
                </a:solidFill>
                <a:latin typeface="Verizon NHG DS"/>
                <a:ea typeface="Verizon NHG DS"/>
                <a:cs typeface="Verizon NHG DS"/>
                <a:sym typeface="Verizon NHG DS"/>
              </a:defRPr>
            </a:lvl2pPr>
            <a:lvl3pPr lvl="2">
              <a:spcBef>
                <a:spcPts val="0"/>
              </a:spcBef>
              <a:spcAft>
                <a:spcPts val="0"/>
              </a:spcAft>
              <a:buClr>
                <a:schemeClr val="dk1"/>
              </a:buClr>
              <a:buSzPts val="1100"/>
              <a:buFont typeface="Verizon NHG DS"/>
              <a:buNone/>
              <a:defRPr b="1" sz="1400">
                <a:solidFill>
                  <a:schemeClr val="dk1"/>
                </a:solidFill>
                <a:latin typeface="Verizon NHG DS"/>
                <a:ea typeface="Verizon NHG DS"/>
                <a:cs typeface="Verizon NHG DS"/>
                <a:sym typeface="Verizon NHG DS"/>
              </a:defRPr>
            </a:lvl3pPr>
            <a:lvl4pPr lvl="3">
              <a:spcBef>
                <a:spcPts val="0"/>
              </a:spcBef>
              <a:spcAft>
                <a:spcPts val="0"/>
              </a:spcAft>
              <a:buClr>
                <a:schemeClr val="dk1"/>
              </a:buClr>
              <a:buSzPts val="1100"/>
              <a:buFont typeface="Verizon NHG DS"/>
              <a:buNone/>
              <a:defRPr b="1" sz="1400">
                <a:solidFill>
                  <a:schemeClr val="dk1"/>
                </a:solidFill>
                <a:latin typeface="Verizon NHG DS"/>
                <a:ea typeface="Verizon NHG DS"/>
                <a:cs typeface="Verizon NHG DS"/>
                <a:sym typeface="Verizon NHG DS"/>
              </a:defRPr>
            </a:lvl4pPr>
            <a:lvl5pPr lvl="4">
              <a:spcBef>
                <a:spcPts val="0"/>
              </a:spcBef>
              <a:spcAft>
                <a:spcPts val="0"/>
              </a:spcAft>
              <a:buClr>
                <a:schemeClr val="dk1"/>
              </a:buClr>
              <a:buSzPts val="1100"/>
              <a:buFont typeface="Verizon NHG DS"/>
              <a:buNone/>
              <a:defRPr b="1" sz="1400">
                <a:solidFill>
                  <a:schemeClr val="dk1"/>
                </a:solidFill>
                <a:latin typeface="Verizon NHG DS"/>
                <a:ea typeface="Verizon NHG DS"/>
                <a:cs typeface="Verizon NHG DS"/>
                <a:sym typeface="Verizon NHG DS"/>
              </a:defRPr>
            </a:lvl5pPr>
            <a:lvl6pPr lvl="5">
              <a:spcBef>
                <a:spcPts val="0"/>
              </a:spcBef>
              <a:spcAft>
                <a:spcPts val="0"/>
              </a:spcAft>
              <a:buClr>
                <a:schemeClr val="dk1"/>
              </a:buClr>
              <a:buSzPts val="1100"/>
              <a:buFont typeface="Verizon NHG DS"/>
              <a:buNone/>
              <a:defRPr b="1" sz="1400">
                <a:solidFill>
                  <a:schemeClr val="dk1"/>
                </a:solidFill>
                <a:latin typeface="Verizon NHG DS"/>
                <a:ea typeface="Verizon NHG DS"/>
                <a:cs typeface="Verizon NHG DS"/>
                <a:sym typeface="Verizon NHG DS"/>
              </a:defRPr>
            </a:lvl6pPr>
            <a:lvl7pPr lvl="6">
              <a:spcBef>
                <a:spcPts val="0"/>
              </a:spcBef>
              <a:spcAft>
                <a:spcPts val="0"/>
              </a:spcAft>
              <a:buClr>
                <a:schemeClr val="dk1"/>
              </a:buClr>
              <a:buSzPts val="1100"/>
              <a:buFont typeface="Verizon NHG DS"/>
              <a:buNone/>
              <a:defRPr b="1" sz="1400">
                <a:solidFill>
                  <a:schemeClr val="dk1"/>
                </a:solidFill>
                <a:latin typeface="Verizon NHG DS"/>
                <a:ea typeface="Verizon NHG DS"/>
                <a:cs typeface="Verizon NHG DS"/>
                <a:sym typeface="Verizon NHG DS"/>
              </a:defRPr>
            </a:lvl7pPr>
            <a:lvl8pPr lvl="7">
              <a:spcBef>
                <a:spcPts val="0"/>
              </a:spcBef>
              <a:spcAft>
                <a:spcPts val="0"/>
              </a:spcAft>
              <a:buClr>
                <a:schemeClr val="dk1"/>
              </a:buClr>
              <a:buSzPts val="1100"/>
              <a:buFont typeface="Verizon NHG DS"/>
              <a:buNone/>
              <a:defRPr b="1" sz="1400">
                <a:solidFill>
                  <a:schemeClr val="dk1"/>
                </a:solidFill>
                <a:latin typeface="Verizon NHG DS"/>
                <a:ea typeface="Verizon NHG DS"/>
                <a:cs typeface="Verizon NHG DS"/>
                <a:sym typeface="Verizon NHG DS"/>
              </a:defRPr>
            </a:lvl8pPr>
            <a:lvl9pPr lvl="8">
              <a:spcBef>
                <a:spcPts val="0"/>
              </a:spcBef>
              <a:spcAft>
                <a:spcPts val="0"/>
              </a:spcAft>
              <a:buClr>
                <a:schemeClr val="dk1"/>
              </a:buClr>
              <a:buSzPts val="1100"/>
              <a:buFont typeface="Verizon NHG DS"/>
              <a:buNone/>
              <a:defRPr b="1" sz="1400">
                <a:solidFill>
                  <a:schemeClr val="dk1"/>
                </a:solidFill>
                <a:latin typeface="Verizon NHG DS"/>
                <a:ea typeface="Verizon NHG DS"/>
                <a:cs typeface="Verizon NHG DS"/>
                <a:sym typeface="Verizon NHG DS"/>
              </a:defRPr>
            </a:lvl9pPr>
          </a:lstStyle>
          <a:p/>
        </p:txBody>
      </p:sp>
      <p:sp>
        <p:nvSpPr>
          <p:cNvPr id="8" name="Google Shape;8;p1"/>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i="0" sz="600" u="none" cap="none" strike="noStrike">
                <a:solidFill>
                  <a:schemeClr val="dk1"/>
                </a:solidFill>
                <a:latin typeface="Verizon NHG TX"/>
                <a:ea typeface="Verizon NHG TX"/>
                <a:cs typeface="Verizon NHG TX"/>
                <a:sym typeface="Verizon NHG TX"/>
              </a:defRPr>
            </a:lvl1pPr>
            <a:lvl2pPr indent="0" lvl="1" marL="0" marR="0" rtl="0" algn="r">
              <a:spcBef>
                <a:spcPts val="0"/>
              </a:spcBef>
              <a:buNone/>
              <a:defRPr i="0" sz="600" u="none" cap="none" strike="noStrike">
                <a:solidFill>
                  <a:schemeClr val="dk1"/>
                </a:solidFill>
                <a:latin typeface="Verizon NHG TX"/>
                <a:ea typeface="Verizon NHG TX"/>
                <a:cs typeface="Verizon NHG TX"/>
                <a:sym typeface="Verizon NHG TX"/>
              </a:defRPr>
            </a:lvl2pPr>
            <a:lvl3pPr indent="0" lvl="2" marL="0" marR="0" rtl="0" algn="r">
              <a:spcBef>
                <a:spcPts val="0"/>
              </a:spcBef>
              <a:buNone/>
              <a:defRPr i="0" sz="600" u="none" cap="none" strike="noStrike">
                <a:solidFill>
                  <a:schemeClr val="dk1"/>
                </a:solidFill>
                <a:latin typeface="Verizon NHG TX"/>
                <a:ea typeface="Verizon NHG TX"/>
                <a:cs typeface="Verizon NHG TX"/>
                <a:sym typeface="Verizon NHG TX"/>
              </a:defRPr>
            </a:lvl3pPr>
            <a:lvl4pPr indent="0" lvl="3" marL="0" marR="0" rtl="0" algn="r">
              <a:spcBef>
                <a:spcPts val="0"/>
              </a:spcBef>
              <a:buNone/>
              <a:defRPr i="0" sz="600" u="none" cap="none" strike="noStrike">
                <a:solidFill>
                  <a:schemeClr val="dk1"/>
                </a:solidFill>
                <a:latin typeface="Verizon NHG TX"/>
                <a:ea typeface="Verizon NHG TX"/>
                <a:cs typeface="Verizon NHG TX"/>
                <a:sym typeface="Verizon NHG TX"/>
              </a:defRPr>
            </a:lvl4pPr>
            <a:lvl5pPr indent="0" lvl="4" marL="0" marR="0" rtl="0" algn="r">
              <a:spcBef>
                <a:spcPts val="0"/>
              </a:spcBef>
              <a:buNone/>
              <a:defRPr i="0" sz="600" u="none" cap="none" strike="noStrike">
                <a:solidFill>
                  <a:schemeClr val="dk1"/>
                </a:solidFill>
                <a:latin typeface="Verizon NHG TX"/>
                <a:ea typeface="Verizon NHG TX"/>
                <a:cs typeface="Verizon NHG TX"/>
                <a:sym typeface="Verizon NHG TX"/>
              </a:defRPr>
            </a:lvl5pPr>
            <a:lvl6pPr indent="0" lvl="5" marL="0" marR="0" rtl="0" algn="r">
              <a:spcBef>
                <a:spcPts val="0"/>
              </a:spcBef>
              <a:buNone/>
              <a:defRPr i="0" sz="600" u="none" cap="none" strike="noStrike">
                <a:solidFill>
                  <a:schemeClr val="dk1"/>
                </a:solidFill>
                <a:latin typeface="Verizon NHG TX"/>
                <a:ea typeface="Verizon NHG TX"/>
                <a:cs typeface="Verizon NHG TX"/>
                <a:sym typeface="Verizon NHG TX"/>
              </a:defRPr>
            </a:lvl6pPr>
            <a:lvl7pPr indent="0" lvl="6" marL="0" marR="0" rtl="0" algn="r">
              <a:spcBef>
                <a:spcPts val="0"/>
              </a:spcBef>
              <a:buNone/>
              <a:defRPr i="0" sz="600" u="none" cap="none" strike="noStrike">
                <a:solidFill>
                  <a:schemeClr val="dk1"/>
                </a:solidFill>
                <a:latin typeface="Verizon NHG TX"/>
                <a:ea typeface="Verizon NHG TX"/>
                <a:cs typeface="Verizon NHG TX"/>
                <a:sym typeface="Verizon NHG TX"/>
              </a:defRPr>
            </a:lvl7pPr>
            <a:lvl8pPr indent="0" lvl="7" marL="0" marR="0" rtl="0" algn="r">
              <a:spcBef>
                <a:spcPts val="0"/>
              </a:spcBef>
              <a:buNone/>
              <a:defRPr i="0" sz="600" u="none" cap="none" strike="noStrike">
                <a:solidFill>
                  <a:schemeClr val="dk1"/>
                </a:solidFill>
                <a:latin typeface="Verizon NHG TX"/>
                <a:ea typeface="Verizon NHG TX"/>
                <a:cs typeface="Verizon NHG TX"/>
                <a:sym typeface="Verizon NHG TX"/>
              </a:defRPr>
            </a:lvl8pPr>
            <a:lvl9pPr indent="0" lvl="8" marL="0" marR="0" rtl="0" algn="r">
              <a:spcBef>
                <a:spcPts val="0"/>
              </a:spcBef>
              <a:buNone/>
              <a:defRPr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ph idx="1" type="body"/>
          </p:nvPr>
        </p:nvSpPr>
        <p:spPr>
          <a:xfrm>
            <a:off x="473869" y="1371600"/>
            <a:ext cx="7951200" cy="32634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800"/>
              </a:spcBef>
              <a:spcAft>
                <a:spcPts val="0"/>
              </a:spcAft>
              <a:buClr>
                <a:schemeClr val="dk1"/>
              </a:buClr>
              <a:buSzPts val="900"/>
              <a:buFont typeface="Verizon NHG TX"/>
              <a:buNone/>
              <a:defRPr b="1" i="0" sz="900" u="none" cap="none" strike="noStrike">
                <a:solidFill>
                  <a:schemeClr val="dk1"/>
                </a:solidFill>
                <a:latin typeface="Verizon NHG TX"/>
                <a:ea typeface="Verizon NHG TX"/>
                <a:cs typeface="Verizon NHG TX"/>
                <a:sym typeface="Verizon NHG TX"/>
              </a:defRPr>
            </a:lvl1pPr>
            <a:lvl2pPr indent="-228600" lvl="1" marL="914400" marR="0" rtl="0" algn="l">
              <a:lnSpc>
                <a:spcPct val="100000"/>
              </a:lnSpc>
              <a:spcBef>
                <a:spcPts val="4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rtl="0" algn="l">
              <a:lnSpc>
                <a:spcPct val="10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rtl="0" algn="l">
              <a:lnSpc>
                <a:spcPct val="10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rtl="0" algn="l">
              <a:lnSpc>
                <a:spcPct val="10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285750" lvl="5" marL="2743200" marR="0" rtl="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6pPr>
            <a:lvl7pPr indent="-285750" lvl="6" marL="3200400" marR="0" rtl="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7pPr>
            <a:lvl8pPr indent="-285750" lvl="7" marL="3657600" marR="0" rtl="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8pPr>
            <a:lvl9pPr indent="-285750" lvl="8" marL="4114800" marR="0" rtl="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9pPr>
          </a:lstStyle>
          <a:p/>
        </p:txBody>
      </p:sp>
      <p:pic>
        <p:nvPicPr>
          <p:cNvPr id="10" name="Google Shape;10;p1"/>
          <p:cNvPicPr preferRelativeResize="0"/>
          <p:nvPr/>
        </p:nvPicPr>
        <p:blipFill>
          <a:blip r:embed="rId1">
            <a:alphaModFix/>
          </a:blip>
          <a:stretch>
            <a:fillRect/>
          </a:stretch>
        </p:blipFill>
        <p:spPr>
          <a:xfrm>
            <a:off x="374904" y="4629398"/>
            <a:ext cx="847493" cy="34747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584">
          <p15:clr>
            <a:srgbClr val="C35EA4"/>
          </p15:clr>
        </p15:guide>
        <p15:guide id="2" pos="659">
          <p15:clr>
            <a:srgbClr val="C35EA4"/>
          </p15:clr>
        </p15:guide>
        <p15:guide id="3" pos="734">
          <p15:clr>
            <a:srgbClr val="C35EA4"/>
          </p15:clr>
        </p15:guide>
        <p15:guide id="4" pos="1098">
          <p15:clr>
            <a:srgbClr val="C35EA4"/>
          </p15:clr>
        </p15:guide>
        <p15:guide id="5" pos="1170">
          <p15:clr>
            <a:srgbClr val="C35EA4"/>
          </p15:clr>
        </p15:guide>
        <p15:guide id="6" pos="1530">
          <p15:clr>
            <a:srgbClr val="C35EA4"/>
          </p15:clr>
        </p15:guide>
        <p15:guide id="7" pos="1609">
          <p15:clr>
            <a:srgbClr val="C35EA4"/>
          </p15:clr>
        </p15:guide>
        <p15:guide id="8" pos="1966">
          <p15:clr>
            <a:srgbClr val="C35EA4"/>
          </p15:clr>
        </p15:guide>
        <p15:guide id="9" pos="2041">
          <p15:clr>
            <a:srgbClr val="C35EA4"/>
          </p15:clr>
        </p15:guide>
        <p15:guide id="10" pos="2405">
          <p15:clr>
            <a:srgbClr val="C35EA4"/>
          </p15:clr>
        </p15:guide>
        <p15:guide id="11" pos="2480">
          <p15:clr>
            <a:srgbClr val="C35EA4"/>
          </p15:clr>
        </p15:guide>
        <p15:guide id="12" orient="horz" pos="1656">
          <p15:clr>
            <a:srgbClr val="C35EA4"/>
          </p15:clr>
        </p15:guide>
        <p15:guide id="13" pos="2848">
          <p15:clr>
            <a:srgbClr val="C35EA4"/>
          </p15:clr>
        </p15:guide>
        <p15:guide id="14" pos="2915">
          <p15:clr>
            <a:srgbClr val="C35EA4"/>
          </p15:clr>
        </p15:guide>
        <p15:guide id="15" pos="3280">
          <p15:clr>
            <a:srgbClr val="C35EA4"/>
          </p15:clr>
        </p15:guide>
        <p15:guide id="16" pos="3352">
          <p15:clr>
            <a:srgbClr val="C35EA4"/>
          </p15:clr>
        </p15:guide>
        <p15:guide id="17" pos="3715">
          <p15:clr>
            <a:srgbClr val="C35EA4"/>
          </p15:clr>
        </p15:guide>
        <p15:guide id="18" pos="3787">
          <p15:clr>
            <a:srgbClr val="C35EA4"/>
          </p15:clr>
        </p15:guide>
        <p15:guide id="19" pos="4151">
          <p15:clr>
            <a:srgbClr val="C35EA4"/>
          </p15:clr>
        </p15:guide>
        <p15:guide id="20" pos="4223">
          <p15:clr>
            <a:srgbClr val="C35EA4"/>
          </p15:clr>
        </p15:guide>
        <p15:guide id="21" pos="4583">
          <p15:clr>
            <a:srgbClr val="C35EA4"/>
          </p15:clr>
        </p15:guide>
        <p15:guide id="22" pos="4658">
          <p15:clr>
            <a:srgbClr val="C35EA4"/>
          </p15:clr>
        </p15:guide>
        <p15:guide id="23" pos="5026">
          <p15:clr>
            <a:srgbClr val="C35EA4"/>
          </p15:clr>
        </p15:guide>
        <p15:guide id="24" pos="5094">
          <p15:clr>
            <a:srgbClr val="C35EA4"/>
          </p15:clr>
        </p15:guide>
        <p15:guide id="25" orient="horz" pos="1202">
          <p15:clr>
            <a:srgbClr val="C35EA4"/>
          </p15:clr>
        </p15:guide>
        <p15:guide id="26" orient="horz" pos="1130">
          <p15:clr>
            <a:srgbClr val="C35EA4"/>
          </p15:clr>
        </p15:guide>
        <p15:guide id="27" orient="horz" pos="749">
          <p15:clr>
            <a:srgbClr val="C35EA4"/>
          </p15:clr>
        </p15:guide>
        <p15:guide id="28" orient="horz" pos="677">
          <p15:clr>
            <a:srgbClr val="C35EA4"/>
          </p15:clr>
        </p15:guide>
        <p15:guide id="29" orient="horz" pos="2038">
          <p15:clr>
            <a:srgbClr val="C35EA4"/>
          </p15:clr>
        </p15:guide>
        <p15:guide id="30" orient="horz" pos="2110">
          <p15:clr>
            <a:srgbClr val="C35EA4"/>
          </p15:clr>
        </p15:guide>
        <p15:guide id="31" orient="horz" pos="2484">
          <p15:clr>
            <a:srgbClr val="C35EA4"/>
          </p15:clr>
        </p15:guide>
        <p15:guide id="32" orient="horz" pos="2560">
          <p15:clr>
            <a:srgbClr val="C35EA4"/>
          </p15:clr>
        </p15:guide>
        <p15:guide id="33" orient="horz" pos="295">
          <p15:clr>
            <a:srgbClr val="5ACBF0"/>
          </p15:clr>
        </p15:guide>
        <p15:guide id="34" orient="horz" pos="2938">
          <p15:clr>
            <a:srgbClr val="5ACBF0"/>
          </p15:clr>
        </p15:guide>
        <p15:guide id="35" pos="299">
          <p15:clr>
            <a:srgbClr val="5ACBF0"/>
          </p15:clr>
        </p15:guide>
        <p15:guide id="36" pos="546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4" name="Shape 284"/>
        <p:cNvGrpSpPr/>
        <p:nvPr/>
      </p:nvGrpSpPr>
      <p:grpSpPr>
        <a:xfrm>
          <a:off x="0" y="0"/>
          <a:ext cx="0" cy="0"/>
          <a:chOff x="0" y="0"/>
          <a:chExt cx="0" cy="0"/>
        </a:xfrm>
      </p:grpSpPr>
      <p:sp>
        <p:nvSpPr>
          <p:cNvPr id="285" name="Google Shape;285;p44"/>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sz="1100">
              <a:latin typeface="Verizon NHG TX"/>
              <a:ea typeface="Verizon NHG TX"/>
              <a:cs typeface="Verizon NHG TX"/>
              <a:sym typeface="Verizon NHG TX"/>
            </a:endParaRPr>
          </a:p>
        </p:txBody>
      </p:sp>
      <p:sp>
        <p:nvSpPr>
          <p:cNvPr id="286" name="Google Shape;286;p44"/>
          <p:cNvSpPr txBox="1"/>
          <p:nvPr>
            <p:ph type="title"/>
          </p:nvPr>
        </p:nvSpPr>
        <p:spPr>
          <a:xfrm>
            <a:off x="473869" y="469106"/>
            <a:ext cx="7950900" cy="531900"/>
          </a:xfrm>
          <a:prstGeom prst="rect">
            <a:avLst/>
          </a:prstGeom>
          <a:noFill/>
          <a:ln>
            <a:noFill/>
          </a:ln>
        </p:spPr>
        <p:txBody>
          <a:bodyPr anchorCtr="0" anchor="t" bIns="0" lIns="0" spcFirstLastPara="1" rIns="0" wrap="square" tIns="0">
            <a:normAutofit/>
          </a:bodyPr>
          <a:lstStyle>
            <a:lvl1pPr lvl="0" marR="0" algn="l">
              <a:lnSpc>
                <a:spcPct val="9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lvl="1">
              <a:spcBef>
                <a:spcPts val="0"/>
              </a:spcBef>
              <a:spcAft>
                <a:spcPts val="0"/>
              </a:spcAft>
              <a:buSzPts val="1100"/>
              <a:buFont typeface="Verizon NHG TX"/>
              <a:buNone/>
              <a:defRPr sz="1400">
                <a:latin typeface="Verizon NHG TX"/>
                <a:ea typeface="Verizon NHG TX"/>
                <a:cs typeface="Verizon NHG TX"/>
                <a:sym typeface="Verizon NHG TX"/>
              </a:defRPr>
            </a:lvl2pPr>
            <a:lvl3pPr lvl="2">
              <a:spcBef>
                <a:spcPts val="0"/>
              </a:spcBef>
              <a:spcAft>
                <a:spcPts val="0"/>
              </a:spcAft>
              <a:buSzPts val="1100"/>
              <a:buFont typeface="Verizon NHG TX"/>
              <a:buNone/>
              <a:defRPr sz="1400">
                <a:latin typeface="Verizon NHG TX"/>
                <a:ea typeface="Verizon NHG TX"/>
                <a:cs typeface="Verizon NHG TX"/>
                <a:sym typeface="Verizon NHG TX"/>
              </a:defRPr>
            </a:lvl3pPr>
            <a:lvl4pPr lvl="3">
              <a:spcBef>
                <a:spcPts val="0"/>
              </a:spcBef>
              <a:spcAft>
                <a:spcPts val="0"/>
              </a:spcAft>
              <a:buSzPts val="1100"/>
              <a:buFont typeface="Verizon NHG TX"/>
              <a:buNone/>
              <a:defRPr sz="1400">
                <a:latin typeface="Verizon NHG TX"/>
                <a:ea typeface="Verizon NHG TX"/>
                <a:cs typeface="Verizon NHG TX"/>
                <a:sym typeface="Verizon NHG TX"/>
              </a:defRPr>
            </a:lvl4pPr>
            <a:lvl5pPr lvl="4">
              <a:spcBef>
                <a:spcPts val="0"/>
              </a:spcBef>
              <a:spcAft>
                <a:spcPts val="0"/>
              </a:spcAft>
              <a:buSzPts val="1100"/>
              <a:buFont typeface="Verizon NHG TX"/>
              <a:buNone/>
              <a:defRPr sz="1400">
                <a:latin typeface="Verizon NHG TX"/>
                <a:ea typeface="Verizon NHG TX"/>
                <a:cs typeface="Verizon NHG TX"/>
                <a:sym typeface="Verizon NHG TX"/>
              </a:defRPr>
            </a:lvl5pPr>
            <a:lvl6pPr lvl="5">
              <a:spcBef>
                <a:spcPts val="0"/>
              </a:spcBef>
              <a:spcAft>
                <a:spcPts val="0"/>
              </a:spcAft>
              <a:buSzPts val="1100"/>
              <a:buFont typeface="Verizon NHG TX"/>
              <a:buNone/>
              <a:defRPr sz="1400">
                <a:latin typeface="Verizon NHG TX"/>
                <a:ea typeface="Verizon NHG TX"/>
                <a:cs typeface="Verizon NHG TX"/>
                <a:sym typeface="Verizon NHG TX"/>
              </a:defRPr>
            </a:lvl6pPr>
            <a:lvl7pPr lvl="6">
              <a:spcBef>
                <a:spcPts val="0"/>
              </a:spcBef>
              <a:spcAft>
                <a:spcPts val="0"/>
              </a:spcAft>
              <a:buSzPts val="1100"/>
              <a:buFont typeface="Verizon NHG TX"/>
              <a:buNone/>
              <a:defRPr sz="1400">
                <a:latin typeface="Verizon NHG TX"/>
                <a:ea typeface="Verizon NHG TX"/>
                <a:cs typeface="Verizon NHG TX"/>
                <a:sym typeface="Verizon NHG TX"/>
              </a:defRPr>
            </a:lvl7pPr>
            <a:lvl8pPr lvl="7">
              <a:spcBef>
                <a:spcPts val="0"/>
              </a:spcBef>
              <a:spcAft>
                <a:spcPts val="0"/>
              </a:spcAft>
              <a:buSzPts val="1100"/>
              <a:buFont typeface="Verizon NHG TX"/>
              <a:buNone/>
              <a:defRPr sz="1400">
                <a:latin typeface="Verizon NHG TX"/>
                <a:ea typeface="Verizon NHG TX"/>
                <a:cs typeface="Verizon NHG TX"/>
                <a:sym typeface="Verizon NHG TX"/>
              </a:defRPr>
            </a:lvl8pPr>
            <a:lvl9pPr lvl="8">
              <a:spcBef>
                <a:spcPts val="0"/>
              </a:spcBef>
              <a:spcAft>
                <a:spcPts val="0"/>
              </a:spcAft>
              <a:buSzPts val="1100"/>
              <a:buFont typeface="Verizon NHG TX"/>
              <a:buNone/>
              <a:defRPr sz="1400">
                <a:latin typeface="Verizon NHG TX"/>
                <a:ea typeface="Verizon NHG TX"/>
                <a:cs typeface="Verizon NHG TX"/>
                <a:sym typeface="Verizon NHG TX"/>
              </a:defRPr>
            </a:lvl9pPr>
          </a:lstStyle>
          <a:p/>
        </p:txBody>
      </p:sp>
      <p:sp>
        <p:nvSpPr>
          <p:cNvPr id="287" name="Google Shape;287;p4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spcBef>
                <a:spcPts val="0"/>
              </a:spcBef>
              <a:buNone/>
              <a:defRPr i="0" sz="1100" u="none" cap="none" strike="noStrike">
                <a:solidFill>
                  <a:schemeClr val="dk1"/>
                </a:solidFill>
                <a:latin typeface="Verizon NHG TX"/>
                <a:ea typeface="Verizon NHG TX"/>
                <a:cs typeface="Verizon NHG TX"/>
                <a:sym typeface="Verizon NHG TX"/>
              </a:defRPr>
            </a:lvl1pPr>
            <a:lvl2pPr indent="0" lvl="1" marL="0" marR="0" algn="r">
              <a:spcBef>
                <a:spcPts val="0"/>
              </a:spcBef>
              <a:buNone/>
              <a:defRPr i="0" sz="1100" u="none" cap="none" strike="noStrike">
                <a:solidFill>
                  <a:schemeClr val="dk1"/>
                </a:solidFill>
                <a:latin typeface="Verizon NHG TX"/>
                <a:ea typeface="Verizon NHG TX"/>
                <a:cs typeface="Verizon NHG TX"/>
                <a:sym typeface="Verizon NHG TX"/>
              </a:defRPr>
            </a:lvl2pPr>
            <a:lvl3pPr indent="0" lvl="2" marL="0" marR="0" algn="r">
              <a:spcBef>
                <a:spcPts val="0"/>
              </a:spcBef>
              <a:buNone/>
              <a:defRPr i="0" sz="1100" u="none" cap="none" strike="noStrike">
                <a:solidFill>
                  <a:schemeClr val="dk1"/>
                </a:solidFill>
                <a:latin typeface="Verizon NHG TX"/>
                <a:ea typeface="Verizon NHG TX"/>
                <a:cs typeface="Verizon NHG TX"/>
                <a:sym typeface="Verizon NHG TX"/>
              </a:defRPr>
            </a:lvl3pPr>
            <a:lvl4pPr indent="0" lvl="3" marL="0" marR="0" algn="r">
              <a:spcBef>
                <a:spcPts val="0"/>
              </a:spcBef>
              <a:buNone/>
              <a:defRPr i="0" sz="1100" u="none" cap="none" strike="noStrike">
                <a:solidFill>
                  <a:schemeClr val="dk1"/>
                </a:solidFill>
                <a:latin typeface="Verizon NHG TX"/>
                <a:ea typeface="Verizon NHG TX"/>
                <a:cs typeface="Verizon NHG TX"/>
                <a:sym typeface="Verizon NHG TX"/>
              </a:defRPr>
            </a:lvl4pPr>
            <a:lvl5pPr indent="0" lvl="4" marL="0" marR="0" algn="r">
              <a:spcBef>
                <a:spcPts val="0"/>
              </a:spcBef>
              <a:buNone/>
              <a:defRPr i="0" sz="1100" u="none" cap="none" strike="noStrike">
                <a:solidFill>
                  <a:schemeClr val="dk1"/>
                </a:solidFill>
                <a:latin typeface="Verizon NHG TX"/>
                <a:ea typeface="Verizon NHG TX"/>
                <a:cs typeface="Verizon NHG TX"/>
                <a:sym typeface="Verizon NHG TX"/>
              </a:defRPr>
            </a:lvl5pPr>
            <a:lvl6pPr indent="0" lvl="5" marL="0" marR="0" algn="r">
              <a:spcBef>
                <a:spcPts val="0"/>
              </a:spcBef>
              <a:buNone/>
              <a:defRPr i="0" sz="1100" u="none" cap="none" strike="noStrike">
                <a:solidFill>
                  <a:schemeClr val="dk1"/>
                </a:solidFill>
                <a:latin typeface="Verizon NHG TX"/>
                <a:ea typeface="Verizon NHG TX"/>
                <a:cs typeface="Verizon NHG TX"/>
                <a:sym typeface="Verizon NHG TX"/>
              </a:defRPr>
            </a:lvl6pPr>
            <a:lvl7pPr indent="0" lvl="6" marL="0" marR="0" algn="r">
              <a:spcBef>
                <a:spcPts val="0"/>
              </a:spcBef>
              <a:buNone/>
              <a:defRPr i="0" sz="1100" u="none" cap="none" strike="noStrike">
                <a:solidFill>
                  <a:schemeClr val="dk1"/>
                </a:solidFill>
                <a:latin typeface="Verizon NHG TX"/>
                <a:ea typeface="Verizon NHG TX"/>
                <a:cs typeface="Verizon NHG TX"/>
                <a:sym typeface="Verizon NHG TX"/>
              </a:defRPr>
            </a:lvl7pPr>
            <a:lvl8pPr indent="0" lvl="7" marL="0" marR="0" algn="r">
              <a:spcBef>
                <a:spcPts val="0"/>
              </a:spcBef>
              <a:buNone/>
              <a:defRPr i="0" sz="1100" u="none" cap="none" strike="noStrike">
                <a:solidFill>
                  <a:schemeClr val="dk1"/>
                </a:solidFill>
                <a:latin typeface="Verizon NHG TX"/>
                <a:ea typeface="Verizon NHG TX"/>
                <a:cs typeface="Verizon NHG TX"/>
                <a:sym typeface="Verizon NHG TX"/>
              </a:defRPr>
            </a:lvl8pPr>
            <a:lvl9pPr indent="0" lvl="8" marL="0" marR="0" algn="r">
              <a:spcBef>
                <a:spcPts val="0"/>
              </a:spcBef>
              <a:buNone/>
              <a:defRPr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pic>
        <p:nvPicPr>
          <p:cNvPr id="288" name="Google Shape;288;p44"/>
          <p:cNvPicPr preferRelativeResize="0"/>
          <p:nvPr/>
        </p:nvPicPr>
        <p:blipFill rotWithShape="1">
          <a:blip r:embed="rId1">
            <a:alphaModFix/>
          </a:blip>
          <a:srcRect b="0" l="0" r="0" t="0"/>
          <a:stretch/>
        </p:blipFill>
        <p:spPr>
          <a:xfrm>
            <a:off x="372624" y="4632722"/>
            <a:ext cx="841577" cy="344233"/>
          </a:xfrm>
          <a:prstGeom prst="rect">
            <a:avLst/>
          </a:prstGeom>
          <a:noFill/>
          <a:ln>
            <a:noFill/>
          </a:ln>
        </p:spPr>
      </p:pic>
      <p:sp>
        <p:nvSpPr>
          <p:cNvPr id="289" name="Google Shape;289;p44"/>
          <p:cNvSpPr txBox="1"/>
          <p:nvPr>
            <p:ph idx="1" type="body"/>
          </p:nvPr>
        </p:nvSpPr>
        <p:spPr>
          <a:xfrm>
            <a:off x="473869" y="1188244"/>
            <a:ext cx="7950900" cy="32634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800"/>
              </a:spcBef>
              <a:spcAft>
                <a:spcPts val="0"/>
              </a:spcAft>
              <a:buClr>
                <a:schemeClr val="dk1"/>
              </a:buClr>
              <a:buSzPts val="900"/>
              <a:buFont typeface="Verizon NHG TX"/>
              <a:buNone/>
              <a:defRPr b="1" i="0" sz="900" u="none" cap="none" strike="noStrike">
                <a:solidFill>
                  <a:schemeClr val="dk1"/>
                </a:solidFill>
                <a:latin typeface="Verizon NHG TX"/>
                <a:ea typeface="Verizon NHG TX"/>
                <a:cs typeface="Verizon NHG TX"/>
                <a:sym typeface="Verizon NHG TX"/>
              </a:defRPr>
            </a:lvl1pPr>
            <a:lvl2pPr indent="-228600" lvl="1" marL="914400" marR="0" algn="l">
              <a:lnSpc>
                <a:spcPct val="100000"/>
              </a:lnSpc>
              <a:spcBef>
                <a:spcPts val="4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10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10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10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285750" lvl="5" marL="27432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6pPr>
            <a:lvl7pPr indent="-285750" lvl="6" marL="32004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7pPr>
            <a:lvl8pPr indent="-285750" lvl="7" marL="36576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8pPr>
            <a:lvl9pPr indent="-285750" lvl="8" marL="4114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9pPr>
          </a:lstStyle>
          <a:p/>
        </p:txBody>
      </p:sp>
    </p:spTree>
  </p:cSld>
  <p:clrMap accent1="accent1" accent2="accent2" accent3="accent3" accent4="accent4" accent5="accent5" accent6="accent6" bg1="lt1" bg2="dk2" tx1="dk1" tx2="lt2" folHlink="folHlink" hlink="hlink"/>
  <p:sldLayoutIdLst>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 id="2147483707" r:id="rId19"/>
    <p:sldLayoutId id="2147483708" r:id="rId20"/>
    <p:sldLayoutId id="2147483709" r:id="rId21"/>
    <p:sldLayoutId id="2147483710" r:id="rId22"/>
    <p:sldLayoutId id="2147483711" r:id="rId23"/>
    <p:sldLayoutId id="2147483712" r:id="rId24"/>
    <p:sldLayoutId id="2147483713" r:id="rId25"/>
    <p:sldLayoutId id="2147483714" r:id="rId26"/>
    <p:sldLayoutId id="2147483715" r:id="rId27"/>
    <p:sldLayoutId id="2147483716" r:id="rId28"/>
    <p:sldLayoutId id="2147483717" r:id="rId29"/>
    <p:sldLayoutId id="2147483718" r:id="rId30"/>
    <p:sldLayoutId id="2147483719" r:id="rId31"/>
    <p:sldLayoutId id="2147483720" r:id="rId32"/>
    <p:sldLayoutId id="2147483721" r:id="rId33"/>
    <p:sldLayoutId id="2147483722" r:id="rId34"/>
    <p:sldLayoutId id="2147483723" r:id="rId35"/>
    <p:sldLayoutId id="2147483724" r:id="rId36"/>
    <p:sldLayoutId id="2147483725" r:id="rId37"/>
    <p:sldLayoutId id="2147483726" r:id="rId38"/>
    <p:sldLayoutId id="2147483727" r:id="rId39"/>
    <p:sldLayoutId id="2147483728" r:id="rId40"/>
    <p:sldLayoutId id="2147483729" r:id="rId41"/>
    <p:sldLayoutId id="2147483730" r:id="rId42"/>
    <p:sldLayoutId id="2147483731" r:id="rId43"/>
    <p:sldLayoutId id="2147483732" r:id="rId44"/>
    <p:sldLayoutId id="2147483733" r:id="rId45"/>
    <p:sldLayoutId id="2147483734"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584">
          <p15:clr>
            <a:srgbClr val="C35EA4"/>
          </p15:clr>
        </p15:guide>
        <p15:guide id="2" pos="659">
          <p15:clr>
            <a:srgbClr val="C35EA4"/>
          </p15:clr>
        </p15:guide>
        <p15:guide id="3" pos="734">
          <p15:clr>
            <a:srgbClr val="C35EA4"/>
          </p15:clr>
        </p15:guide>
        <p15:guide id="4" pos="1098">
          <p15:clr>
            <a:srgbClr val="C35EA4"/>
          </p15:clr>
        </p15:guide>
        <p15:guide id="5" pos="1170">
          <p15:clr>
            <a:srgbClr val="C35EA4"/>
          </p15:clr>
        </p15:guide>
        <p15:guide id="6" pos="1530">
          <p15:clr>
            <a:srgbClr val="C35EA4"/>
          </p15:clr>
        </p15:guide>
        <p15:guide id="7" pos="1609">
          <p15:clr>
            <a:srgbClr val="C35EA4"/>
          </p15:clr>
        </p15:guide>
        <p15:guide id="8" pos="1966">
          <p15:clr>
            <a:srgbClr val="C35EA4"/>
          </p15:clr>
        </p15:guide>
        <p15:guide id="9" pos="2041">
          <p15:clr>
            <a:srgbClr val="C35EA4"/>
          </p15:clr>
        </p15:guide>
        <p15:guide id="10" pos="2405">
          <p15:clr>
            <a:srgbClr val="C35EA4"/>
          </p15:clr>
        </p15:guide>
        <p15:guide id="11" pos="2480">
          <p15:clr>
            <a:srgbClr val="C35EA4"/>
          </p15:clr>
        </p15:guide>
        <p15:guide id="12" orient="horz" pos="1656">
          <p15:clr>
            <a:srgbClr val="C35EA4"/>
          </p15:clr>
        </p15:guide>
        <p15:guide id="13" pos="2848">
          <p15:clr>
            <a:srgbClr val="C35EA4"/>
          </p15:clr>
        </p15:guide>
        <p15:guide id="14" pos="2915">
          <p15:clr>
            <a:srgbClr val="C35EA4"/>
          </p15:clr>
        </p15:guide>
        <p15:guide id="15" pos="3280">
          <p15:clr>
            <a:srgbClr val="C35EA4"/>
          </p15:clr>
        </p15:guide>
        <p15:guide id="16" pos="3352">
          <p15:clr>
            <a:srgbClr val="C35EA4"/>
          </p15:clr>
        </p15:guide>
        <p15:guide id="17" pos="3715">
          <p15:clr>
            <a:srgbClr val="C35EA4"/>
          </p15:clr>
        </p15:guide>
        <p15:guide id="18" pos="3787">
          <p15:clr>
            <a:srgbClr val="C35EA4"/>
          </p15:clr>
        </p15:guide>
        <p15:guide id="19" pos="4151">
          <p15:clr>
            <a:srgbClr val="C35EA4"/>
          </p15:clr>
        </p15:guide>
        <p15:guide id="20" pos="4223">
          <p15:clr>
            <a:srgbClr val="C35EA4"/>
          </p15:clr>
        </p15:guide>
        <p15:guide id="21" pos="4583">
          <p15:clr>
            <a:srgbClr val="C35EA4"/>
          </p15:clr>
        </p15:guide>
        <p15:guide id="22" pos="4658">
          <p15:clr>
            <a:srgbClr val="C35EA4"/>
          </p15:clr>
        </p15:guide>
        <p15:guide id="23" pos="5026">
          <p15:clr>
            <a:srgbClr val="C35EA4"/>
          </p15:clr>
        </p15:guide>
        <p15:guide id="24" pos="5094">
          <p15:clr>
            <a:srgbClr val="C35EA4"/>
          </p15:clr>
        </p15:guide>
        <p15:guide id="25" orient="horz" pos="1202">
          <p15:clr>
            <a:srgbClr val="C35EA4"/>
          </p15:clr>
        </p15:guide>
        <p15:guide id="26" orient="horz" pos="1130">
          <p15:clr>
            <a:srgbClr val="C35EA4"/>
          </p15:clr>
        </p15:guide>
        <p15:guide id="27" orient="horz" pos="749">
          <p15:clr>
            <a:srgbClr val="C35EA4"/>
          </p15:clr>
        </p15:guide>
        <p15:guide id="28" orient="horz" pos="677">
          <p15:clr>
            <a:srgbClr val="C35EA4"/>
          </p15:clr>
        </p15:guide>
        <p15:guide id="29" orient="horz" pos="2038">
          <p15:clr>
            <a:srgbClr val="C35EA4"/>
          </p15:clr>
        </p15:guide>
        <p15:guide id="30" orient="horz" pos="2110">
          <p15:clr>
            <a:srgbClr val="C35EA4"/>
          </p15:clr>
        </p15:guide>
        <p15:guide id="31" orient="horz" pos="2484">
          <p15:clr>
            <a:srgbClr val="C35EA4"/>
          </p15:clr>
        </p15:guide>
        <p15:guide id="32" orient="horz" pos="2560">
          <p15:clr>
            <a:srgbClr val="C35EA4"/>
          </p15:clr>
        </p15:guide>
        <p15:guide id="33" orient="horz" pos="295">
          <p15:clr>
            <a:srgbClr val="5ACBF0"/>
          </p15:clr>
        </p15:guide>
        <p15:guide id="34" orient="horz" pos="2938">
          <p15:clr>
            <a:srgbClr val="5ACBF0"/>
          </p15:clr>
        </p15:guide>
        <p15:guide id="35" pos="299">
          <p15:clr>
            <a:srgbClr val="5ACBF0"/>
          </p15:clr>
        </p15:guide>
        <p15:guide id="36" pos="5461">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90"/>
          <p:cNvSpPr txBox="1"/>
          <p:nvPr>
            <p:ph type="title"/>
          </p:nvPr>
        </p:nvSpPr>
        <p:spPr>
          <a:xfrm>
            <a:off x="473876" y="3349250"/>
            <a:ext cx="7963800" cy="1314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Font typeface="Arial"/>
              <a:buNone/>
            </a:pPr>
            <a:r>
              <a:rPr lang="en">
                <a:solidFill>
                  <a:schemeClr val="dk1"/>
                </a:solidFill>
              </a:rPr>
              <a:t>Verizon Design System</a:t>
            </a: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91"/>
          <p:cNvSpPr/>
          <p:nvPr/>
        </p:nvSpPr>
        <p:spPr>
          <a:xfrm>
            <a:off x="0" y="2096625"/>
            <a:ext cx="9144000" cy="3046800"/>
          </a:xfrm>
          <a:prstGeom prst="rect">
            <a:avLst/>
          </a:prstGeom>
          <a:solidFill>
            <a:srgbClr val="F3ED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595" name="Google Shape;595;p91"/>
          <p:cNvSpPr/>
          <p:nvPr/>
        </p:nvSpPr>
        <p:spPr>
          <a:xfrm>
            <a:off x="0" y="2049000"/>
            <a:ext cx="9144000" cy="47700"/>
          </a:xfrm>
          <a:prstGeom prst="rect">
            <a:avLst/>
          </a:prstGeom>
          <a:solidFill>
            <a:srgbClr val="F6FF1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596" name="Google Shape;596;p91"/>
          <p:cNvSpPr txBox="1"/>
          <p:nvPr>
            <p:ph idx="4294967295" type="body"/>
          </p:nvPr>
        </p:nvSpPr>
        <p:spPr>
          <a:xfrm>
            <a:off x="228601" y="228600"/>
            <a:ext cx="4282800" cy="115800"/>
          </a:xfrm>
          <a:prstGeom prst="rect">
            <a:avLst/>
          </a:prstGeom>
          <a:noFill/>
          <a:ln>
            <a:noFill/>
          </a:ln>
        </p:spPr>
        <p:txBody>
          <a:bodyPr anchorCtr="0" anchor="t" bIns="0" lIns="0" spcFirstLastPara="1" rIns="0" wrap="square" tIns="0">
            <a:normAutofit lnSpcReduction="20000"/>
          </a:bodyPr>
          <a:lstStyle/>
          <a:p>
            <a:pPr indent="0" lvl="0" marL="0" rtl="0" algn="l">
              <a:lnSpc>
                <a:spcPct val="100000"/>
              </a:lnSpc>
              <a:spcBef>
                <a:spcPts val="0"/>
              </a:spcBef>
              <a:spcAft>
                <a:spcPts val="0"/>
              </a:spcAft>
              <a:buClr>
                <a:schemeClr val="accent5"/>
              </a:buClr>
              <a:buSzPts val="900"/>
              <a:buNone/>
            </a:pPr>
            <a:r>
              <a:rPr b="0" lang="en">
                <a:solidFill>
                  <a:schemeClr val="dk1"/>
                </a:solidFill>
              </a:rPr>
              <a:t>Design Systems</a:t>
            </a:r>
            <a:endParaRPr b="0">
              <a:solidFill>
                <a:schemeClr val="dk1"/>
              </a:solidFill>
            </a:endParaRPr>
          </a:p>
        </p:txBody>
      </p:sp>
      <p:sp>
        <p:nvSpPr>
          <p:cNvPr id="597" name="Google Shape;597;p91"/>
          <p:cNvSpPr txBox="1"/>
          <p:nvPr>
            <p:ph idx="4294967295" type="body"/>
          </p:nvPr>
        </p:nvSpPr>
        <p:spPr>
          <a:xfrm>
            <a:off x="228599" y="359209"/>
            <a:ext cx="4282800" cy="5553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dk1"/>
              </a:buClr>
              <a:buSzPts val="2100"/>
              <a:buNone/>
            </a:pPr>
            <a:r>
              <a:rPr lang="en" sz="2100"/>
              <a:t>System Focuses</a:t>
            </a:r>
            <a:endParaRPr sz="2100"/>
          </a:p>
        </p:txBody>
      </p:sp>
      <p:sp>
        <p:nvSpPr>
          <p:cNvPr id="598" name="Google Shape;598;p91"/>
          <p:cNvSpPr/>
          <p:nvPr/>
        </p:nvSpPr>
        <p:spPr>
          <a:xfrm>
            <a:off x="634125" y="1181125"/>
            <a:ext cx="8007600" cy="808800"/>
          </a:xfrm>
          <a:prstGeom prst="roundRect">
            <a:avLst>
              <a:gd fmla="val 16667" name="adj"/>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Verizon NHG TX"/>
                <a:ea typeface="Verizon NHG TX"/>
                <a:cs typeface="Verizon NHG TX"/>
                <a:sym typeface="Verizon NHG TX"/>
              </a:rPr>
              <a:t>A well-adopted system ensures consistency across products and platforms. This includes measuring usage to identify areas for improvement and further promotion. A higher adoption rate demonstrates the system’s value and justifies continued investment.</a:t>
            </a:r>
            <a:endParaRPr sz="1200">
              <a:latin typeface="Verizon NHG TX"/>
              <a:ea typeface="Verizon NHG TX"/>
              <a:cs typeface="Verizon NHG TX"/>
              <a:sym typeface="Verizon NHG TX"/>
            </a:endParaRPr>
          </a:p>
        </p:txBody>
      </p:sp>
      <p:sp>
        <p:nvSpPr>
          <p:cNvPr id="599" name="Google Shape;599;p91"/>
          <p:cNvSpPr txBox="1"/>
          <p:nvPr/>
        </p:nvSpPr>
        <p:spPr>
          <a:xfrm>
            <a:off x="609600" y="892525"/>
            <a:ext cx="2726400" cy="28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00">
                <a:solidFill>
                  <a:srgbClr val="F50A23"/>
                </a:solidFill>
                <a:latin typeface="Verizon NHG TX"/>
                <a:ea typeface="Verizon NHG TX"/>
                <a:cs typeface="Verizon NHG TX"/>
                <a:sym typeface="Verizon NHG TX"/>
              </a:rPr>
              <a:t>Adoption</a:t>
            </a:r>
            <a:endParaRPr b="1" sz="2200">
              <a:solidFill>
                <a:srgbClr val="F50A23"/>
              </a:solidFill>
              <a:latin typeface="Verizon NHG TX"/>
              <a:ea typeface="Verizon NHG TX"/>
              <a:cs typeface="Verizon NHG TX"/>
              <a:sym typeface="Verizon NHG TX"/>
            </a:endParaRPr>
          </a:p>
        </p:txBody>
      </p:sp>
      <p:sp>
        <p:nvSpPr>
          <p:cNvPr id="600" name="Google Shape;600;p91"/>
          <p:cNvSpPr/>
          <p:nvPr/>
        </p:nvSpPr>
        <p:spPr>
          <a:xfrm>
            <a:off x="634125" y="2279000"/>
            <a:ext cx="3877200" cy="1204200"/>
          </a:xfrm>
          <a:prstGeom prst="roundRect">
            <a:avLst>
              <a:gd fmla="val 16667" name="adj"/>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latin typeface="Verizon NHG TX"/>
              <a:ea typeface="Verizon NHG TX"/>
              <a:cs typeface="Verizon NHG TX"/>
              <a:sym typeface="Verizon NHG TX"/>
            </a:endParaRPr>
          </a:p>
          <a:p>
            <a:pPr indent="0" lvl="0" marL="0" rtl="0" algn="l">
              <a:spcBef>
                <a:spcPts val="0"/>
              </a:spcBef>
              <a:spcAft>
                <a:spcPts val="0"/>
              </a:spcAft>
              <a:buNone/>
            </a:pPr>
            <a:r>
              <a:t/>
            </a:r>
            <a:endParaRPr sz="1000">
              <a:latin typeface="Verizon NHG TX"/>
              <a:ea typeface="Verizon NHG TX"/>
              <a:cs typeface="Verizon NHG TX"/>
              <a:sym typeface="Verizon NHG TX"/>
            </a:endParaRPr>
          </a:p>
          <a:p>
            <a:pPr indent="0" lvl="0" marL="0" rtl="0" algn="l">
              <a:spcBef>
                <a:spcPts val="0"/>
              </a:spcBef>
              <a:spcAft>
                <a:spcPts val="0"/>
              </a:spcAft>
              <a:buNone/>
            </a:pPr>
            <a:r>
              <a:rPr lang="en" sz="1000">
                <a:latin typeface="Verizon NHG TX"/>
                <a:ea typeface="Verizon NHG TX"/>
                <a:cs typeface="Verizon NHG TX"/>
                <a:sym typeface="Verizon NHG TX"/>
              </a:rPr>
              <a:t>Fostering collaboration, generating feedback, and increasing continuous improvement. This signifies relevance and encourages contribution</a:t>
            </a:r>
            <a:endParaRPr sz="1000">
              <a:latin typeface="Verizon NHG TX"/>
              <a:ea typeface="Verizon NHG TX"/>
              <a:cs typeface="Verizon NHG TX"/>
              <a:sym typeface="Verizon NHG TX"/>
            </a:endParaRPr>
          </a:p>
        </p:txBody>
      </p:sp>
      <p:sp>
        <p:nvSpPr>
          <p:cNvPr id="601" name="Google Shape;601;p91"/>
          <p:cNvSpPr/>
          <p:nvPr/>
        </p:nvSpPr>
        <p:spPr>
          <a:xfrm>
            <a:off x="634125" y="3691046"/>
            <a:ext cx="3877200" cy="1204200"/>
          </a:xfrm>
          <a:prstGeom prst="roundRect">
            <a:avLst>
              <a:gd fmla="val 16667" name="adj"/>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latin typeface="Verizon NHG TX"/>
              <a:ea typeface="Verizon NHG TX"/>
              <a:cs typeface="Verizon NHG TX"/>
              <a:sym typeface="Verizon NHG TX"/>
            </a:endParaRPr>
          </a:p>
          <a:p>
            <a:pPr indent="0" lvl="0" marL="0" rtl="0" algn="l">
              <a:spcBef>
                <a:spcPts val="0"/>
              </a:spcBef>
              <a:spcAft>
                <a:spcPts val="0"/>
              </a:spcAft>
              <a:buNone/>
            </a:pPr>
            <a:r>
              <a:t/>
            </a:r>
            <a:endParaRPr sz="1000">
              <a:latin typeface="Verizon NHG TX"/>
              <a:ea typeface="Verizon NHG TX"/>
              <a:cs typeface="Verizon NHG TX"/>
              <a:sym typeface="Verizon NHG TX"/>
            </a:endParaRPr>
          </a:p>
          <a:p>
            <a:pPr indent="0" lvl="0" marL="0" rtl="0" algn="l">
              <a:spcBef>
                <a:spcPts val="0"/>
              </a:spcBef>
              <a:spcAft>
                <a:spcPts val="0"/>
              </a:spcAft>
              <a:buNone/>
            </a:pPr>
            <a:r>
              <a:rPr lang="en" sz="1000">
                <a:latin typeface="Verizon NHG TX"/>
                <a:ea typeface="Verizon NHG TX"/>
                <a:cs typeface="Verizon NHG TX"/>
                <a:sym typeface="Verizon NHG TX"/>
              </a:rPr>
              <a:t>Ensuring relevance and meeting evolving business needs. Identifying gaps in functionality and prioritizing new features based on feedback. This is a critical resource for innovation.</a:t>
            </a:r>
            <a:endParaRPr sz="1000">
              <a:latin typeface="Verizon NHG TX"/>
              <a:ea typeface="Verizon NHG TX"/>
              <a:cs typeface="Verizon NHG TX"/>
              <a:sym typeface="Verizon NHG TX"/>
            </a:endParaRPr>
          </a:p>
        </p:txBody>
      </p:sp>
      <p:sp>
        <p:nvSpPr>
          <p:cNvPr id="602" name="Google Shape;602;p91"/>
          <p:cNvSpPr txBox="1"/>
          <p:nvPr/>
        </p:nvSpPr>
        <p:spPr>
          <a:xfrm>
            <a:off x="762000" y="2347196"/>
            <a:ext cx="2044800" cy="2886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en" sz="1800">
                <a:solidFill>
                  <a:srgbClr val="F50A23"/>
                </a:solidFill>
                <a:latin typeface="Verizon NHG TX"/>
                <a:ea typeface="Verizon NHG TX"/>
                <a:cs typeface="Verizon NHG TX"/>
                <a:sym typeface="Verizon NHG TX"/>
              </a:rPr>
              <a:t>Outreach</a:t>
            </a:r>
            <a:endParaRPr b="1" sz="1800">
              <a:solidFill>
                <a:srgbClr val="F50A23"/>
              </a:solidFill>
              <a:latin typeface="Verizon NHG TX"/>
              <a:ea typeface="Verizon NHG TX"/>
              <a:cs typeface="Verizon NHG TX"/>
              <a:sym typeface="Verizon NHG TX"/>
            </a:endParaRPr>
          </a:p>
        </p:txBody>
      </p:sp>
      <p:sp>
        <p:nvSpPr>
          <p:cNvPr id="603" name="Google Shape;603;p91"/>
          <p:cNvSpPr txBox="1"/>
          <p:nvPr/>
        </p:nvSpPr>
        <p:spPr>
          <a:xfrm>
            <a:off x="762000" y="3760177"/>
            <a:ext cx="2044800" cy="2886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en" sz="1800">
                <a:solidFill>
                  <a:srgbClr val="F50A23"/>
                </a:solidFill>
                <a:latin typeface="Verizon NHG TX"/>
                <a:ea typeface="Verizon NHG TX"/>
                <a:cs typeface="Verizon NHG TX"/>
                <a:sym typeface="Verizon NHG TX"/>
              </a:rPr>
              <a:t>Expansion</a:t>
            </a:r>
            <a:endParaRPr b="1" sz="1800">
              <a:solidFill>
                <a:srgbClr val="F50A23"/>
              </a:solidFill>
              <a:latin typeface="Verizon NHG TX"/>
              <a:ea typeface="Verizon NHG TX"/>
              <a:cs typeface="Verizon NHG TX"/>
              <a:sym typeface="Verizon NHG TX"/>
            </a:endParaRPr>
          </a:p>
        </p:txBody>
      </p:sp>
      <p:sp>
        <p:nvSpPr>
          <p:cNvPr id="604" name="Google Shape;604;p91"/>
          <p:cNvSpPr/>
          <p:nvPr/>
        </p:nvSpPr>
        <p:spPr>
          <a:xfrm>
            <a:off x="4764625" y="2279000"/>
            <a:ext cx="3877200" cy="1204200"/>
          </a:xfrm>
          <a:prstGeom prst="roundRect">
            <a:avLst>
              <a:gd fmla="val 16667" name="adj"/>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latin typeface="Verizon NHG TX"/>
              <a:ea typeface="Verizon NHG TX"/>
              <a:cs typeface="Verizon NHG TX"/>
              <a:sym typeface="Verizon NHG TX"/>
            </a:endParaRPr>
          </a:p>
          <a:p>
            <a:pPr indent="0" lvl="0" marL="0" rtl="0" algn="l">
              <a:spcBef>
                <a:spcPts val="0"/>
              </a:spcBef>
              <a:spcAft>
                <a:spcPts val="0"/>
              </a:spcAft>
              <a:buNone/>
            </a:pPr>
            <a:r>
              <a:t/>
            </a:r>
            <a:endParaRPr sz="1000">
              <a:latin typeface="Verizon NHG TX"/>
              <a:ea typeface="Verizon NHG TX"/>
              <a:cs typeface="Verizon NHG TX"/>
              <a:sym typeface="Verizon NHG TX"/>
            </a:endParaRPr>
          </a:p>
          <a:p>
            <a:pPr indent="0" lvl="0" marL="0" rtl="0" algn="l">
              <a:spcBef>
                <a:spcPts val="0"/>
              </a:spcBef>
              <a:spcAft>
                <a:spcPts val="0"/>
              </a:spcAft>
              <a:buNone/>
            </a:pPr>
            <a:r>
              <a:rPr lang="en" sz="1000">
                <a:latin typeface="Verizon NHG TX"/>
                <a:ea typeface="Verizon NHG TX"/>
                <a:cs typeface="Verizon NHG TX"/>
                <a:sym typeface="Verizon NHG TX"/>
              </a:rPr>
              <a:t>Essential for user success and satisfaction. Includes clear documentation and responsive support channels. This minimizes friction and strengthens perception.</a:t>
            </a:r>
            <a:endParaRPr sz="1000">
              <a:latin typeface="Verizon NHG TX"/>
              <a:ea typeface="Verizon NHG TX"/>
              <a:cs typeface="Verizon NHG TX"/>
              <a:sym typeface="Verizon NHG TX"/>
            </a:endParaRPr>
          </a:p>
        </p:txBody>
      </p:sp>
      <p:sp>
        <p:nvSpPr>
          <p:cNvPr id="605" name="Google Shape;605;p91"/>
          <p:cNvSpPr/>
          <p:nvPr/>
        </p:nvSpPr>
        <p:spPr>
          <a:xfrm>
            <a:off x="4764625" y="3691046"/>
            <a:ext cx="3877200" cy="1204200"/>
          </a:xfrm>
          <a:prstGeom prst="roundRect">
            <a:avLst>
              <a:gd fmla="val 16667" name="adj"/>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latin typeface="Verizon NHG TX"/>
              <a:ea typeface="Verizon NHG TX"/>
              <a:cs typeface="Verizon NHG TX"/>
              <a:sym typeface="Verizon NHG TX"/>
            </a:endParaRPr>
          </a:p>
          <a:p>
            <a:pPr indent="0" lvl="0" marL="0" rtl="0" algn="l">
              <a:spcBef>
                <a:spcPts val="0"/>
              </a:spcBef>
              <a:spcAft>
                <a:spcPts val="0"/>
              </a:spcAft>
              <a:buNone/>
            </a:pPr>
            <a:r>
              <a:t/>
            </a:r>
            <a:endParaRPr sz="1000">
              <a:latin typeface="Verizon NHG TX"/>
              <a:ea typeface="Verizon NHG TX"/>
              <a:cs typeface="Verizon NHG TX"/>
              <a:sym typeface="Verizon NHG TX"/>
            </a:endParaRPr>
          </a:p>
          <a:p>
            <a:pPr indent="0" lvl="0" marL="0" rtl="0" algn="l">
              <a:spcBef>
                <a:spcPts val="0"/>
              </a:spcBef>
              <a:spcAft>
                <a:spcPts val="0"/>
              </a:spcAft>
              <a:buNone/>
            </a:pPr>
            <a:r>
              <a:rPr lang="en" sz="1000">
                <a:latin typeface="Verizon NHG TX"/>
                <a:ea typeface="Verizon NHG TX"/>
                <a:cs typeface="Verizon NHG TX"/>
                <a:sym typeface="Verizon NHG TX"/>
              </a:rPr>
              <a:t>Paramount for demonstrating practical value and driving widespread adoption. Working closely with product teams to integrate systems into workflows. Build credibility and solidify systems role in achieving strategic objectives.</a:t>
            </a:r>
            <a:endParaRPr sz="1000">
              <a:latin typeface="Verizon NHG TX"/>
              <a:ea typeface="Verizon NHG TX"/>
              <a:cs typeface="Verizon NHG TX"/>
              <a:sym typeface="Verizon NHG TX"/>
            </a:endParaRPr>
          </a:p>
        </p:txBody>
      </p:sp>
      <p:sp>
        <p:nvSpPr>
          <p:cNvPr id="606" name="Google Shape;606;p91"/>
          <p:cNvSpPr txBox="1"/>
          <p:nvPr/>
        </p:nvSpPr>
        <p:spPr>
          <a:xfrm>
            <a:off x="4851700" y="3760177"/>
            <a:ext cx="2044800" cy="2886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en" sz="1800">
                <a:solidFill>
                  <a:srgbClr val="F50A23"/>
                </a:solidFill>
                <a:latin typeface="Verizon NHG TX"/>
                <a:ea typeface="Verizon NHG TX"/>
                <a:cs typeface="Verizon NHG TX"/>
                <a:sym typeface="Verizon NHG TX"/>
              </a:rPr>
              <a:t>Enablement</a:t>
            </a:r>
            <a:endParaRPr b="1" sz="1800">
              <a:solidFill>
                <a:srgbClr val="F50A23"/>
              </a:solidFill>
              <a:latin typeface="Verizon NHG TX"/>
              <a:ea typeface="Verizon NHG TX"/>
              <a:cs typeface="Verizon NHG TX"/>
              <a:sym typeface="Verizon NHG TX"/>
            </a:endParaRPr>
          </a:p>
        </p:txBody>
      </p:sp>
      <p:sp>
        <p:nvSpPr>
          <p:cNvPr id="607" name="Google Shape;607;p91"/>
          <p:cNvSpPr txBox="1"/>
          <p:nvPr/>
        </p:nvSpPr>
        <p:spPr>
          <a:xfrm>
            <a:off x="4851700" y="2347196"/>
            <a:ext cx="2044800" cy="2886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en" sz="1800">
                <a:solidFill>
                  <a:srgbClr val="F50A23"/>
                </a:solidFill>
                <a:latin typeface="Verizon NHG TX"/>
                <a:ea typeface="Verizon NHG TX"/>
                <a:cs typeface="Verizon NHG TX"/>
                <a:sym typeface="Verizon NHG TX"/>
              </a:rPr>
              <a:t>Support</a:t>
            </a:r>
            <a:endParaRPr b="1" sz="1800">
              <a:solidFill>
                <a:srgbClr val="F50A23"/>
              </a:solidFill>
              <a:latin typeface="Verizon NHG TX"/>
              <a:ea typeface="Verizon NHG TX"/>
              <a:cs typeface="Verizon NHG TX"/>
              <a:sym typeface="Verizon NHG TX"/>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92"/>
          <p:cNvSpPr/>
          <p:nvPr/>
        </p:nvSpPr>
        <p:spPr>
          <a:xfrm>
            <a:off x="0" y="2096625"/>
            <a:ext cx="9144000" cy="3046800"/>
          </a:xfrm>
          <a:prstGeom prst="rect">
            <a:avLst/>
          </a:prstGeom>
          <a:solidFill>
            <a:srgbClr val="F3ED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613" name="Google Shape;613;p92"/>
          <p:cNvSpPr/>
          <p:nvPr/>
        </p:nvSpPr>
        <p:spPr>
          <a:xfrm>
            <a:off x="0" y="2049000"/>
            <a:ext cx="9144000" cy="47700"/>
          </a:xfrm>
          <a:prstGeom prst="rect">
            <a:avLst/>
          </a:prstGeom>
          <a:solidFill>
            <a:srgbClr val="F6FF1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614" name="Google Shape;614;p92"/>
          <p:cNvSpPr txBox="1"/>
          <p:nvPr>
            <p:ph idx="4294967295" type="body"/>
          </p:nvPr>
        </p:nvSpPr>
        <p:spPr>
          <a:xfrm>
            <a:off x="228601" y="228600"/>
            <a:ext cx="4282800" cy="115800"/>
          </a:xfrm>
          <a:prstGeom prst="rect">
            <a:avLst/>
          </a:prstGeom>
          <a:noFill/>
          <a:ln>
            <a:noFill/>
          </a:ln>
        </p:spPr>
        <p:txBody>
          <a:bodyPr anchorCtr="0" anchor="t" bIns="0" lIns="0" spcFirstLastPara="1" rIns="0" wrap="square" tIns="0">
            <a:normAutofit lnSpcReduction="20000"/>
          </a:bodyPr>
          <a:lstStyle/>
          <a:p>
            <a:pPr indent="0" lvl="0" marL="0" rtl="0" algn="l">
              <a:lnSpc>
                <a:spcPct val="100000"/>
              </a:lnSpc>
              <a:spcBef>
                <a:spcPts val="0"/>
              </a:spcBef>
              <a:spcAft>
                <a:spcPts val="0"/>
              </a:spcAft>
              <a:buClr>
                <a:schemeClr val="accent5"/>
              </a:buClr>
              <a:buSzPts val="900"/>
              <a:buNone/>
            </a:pPr>
            <a:r>
              <a:rPr b="0" lang="en">
                <a:solidFill>
                  <a:schemeClr val="dk1"/>
                </a:solidFill>
              </a:rPr>
              <a:t>Design Systems</a:t>
            </a:r>
            <a:endParaRPr b="0">
              <a:solidFill>
                <a:schemeClr val="dk1"/>
              </a:solidFill>
            </a:endParaRPr>
          </a:p>
        </p:txBody>
      </p:sp>
      <p:sp>
        <p:nvSpPr>
          <p:cNvPr id="615" name="Google Shape;615;p92"/>
          <p:cNvSpPr txBox="1"/>
          <p:nvPr>
            <p:ph idx="4294967295" type="body"/>
          </p:nvPr>
        </p:nvSpPr>
        <p:spPr>
          <a:xfrm>
            <a:off x="228599" y="359209"/>
            <a:ext cx="4282800" cy="5553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dk1"/>
              </a:buClr>
              <a:buSzPts val="2100"/>
              <a:buNone/>
            </a:pPr>
            <a:r>
              <a:rPr lang="en" sz="2100"/>
              <a:t>Verizon Design System Targets</a:t>
            </a:r>
            <a:endParaRPr sz="2100"/>
          </a:p>
        </p:txBody>
      </p:sp>
      <p:sp>
        <p:nvSpPr>
          <p:cNvPr id="616" name="Google Shape;616;p92"/>
          <p:cNvSpPr txBox="1"/>
          <p:nvPr/>
        </p:nvSpPr>
        <p:spPr>
          <a:xfrm>
            <a:off x="609600" y="968725"/>
            <a:ext cx="2726400" cy="28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F50A23"/>
                </a:solidFill>
                <a:latin typeface="Verizon NHG TX"/>
                <a:ea typeface="Verizon NHG TX"/>
                <a:cs typeface="Verizon NHG TX"/>
                <a:sym typeface="Verizon NHG TX"/>
              </a:rPr>
              <a:t>VDS Adoption</a:t>
            </a:r>
            <a:endParaRPr b="1" sz="1400">
              <a:solidFill>
                <a:srgbClr val="F50A23"/>
              </a:solidFill>
              <a:latin typeface="Verizon NHG TX"/>
              <a:ea typeface="Verizon NHG TX"/>
              <a:cs typeface="Verizon NHG TX"/>
              <a:sym typeface="Verizon NHG TX"/>
            </a:endParaRPr>
          </a:p>
        </p:txBody>
      </p:sp>
      <p:sp>
        <p:nvSpPr>
          <p:cNvPr id="617" name="Google Shape;617;p92"/>
          <p:cNvSpPr txBox="1"/>
          <p:nvPr/>
        </p:nvSpPr>
        <p:spPr>
          <a:xfrm>
            <a:off x="609600" y="1258600"/>
            <a:ext cx="2726400" cy="608100"/>
          </a:xfrm>
          <a:prstGeom prst="rect">
            <a:avLst/>
          </a:prstGeom>
          <a:noFill/>
          <a:ln>
            <a:noFill/>
          </a:ln>
        </p:spPr>
        <p:txBody>
          <a:bodyPr anchorCtr="0" anchor="t" bIns="0" lIns="0" spcFirstLastPara="1" rIns="0" wrap="square" tIns="0">
            <a:noAutofit/>
          </a:bodyPr>
          <a:lstStyle/>
          <a:p>
            <a:pPr indent="-165100" lvl="0" marL="228600" rtl="0" algn="l">
              <a:spcBef>
                <a:spcPts val="0"/>
              </a:spcBef>
              <a:spcAft>
                <a:spcPts val="0"/>
              </a:spcAft>
              <a:buClr>
                <a:schemeClr val="dk1"/>
              </a:buClr>
              <a:buSzPts val="800"/>
              <a:buFont typeface="Verizon NHG DS"/>
              <a:buChar char="●"/>
            </a:pPr>
            <a:r>
              <a:rPr lang="en" sz="1100">
                <a:solidFill>
                  <a:schemeClr val="dk1"/>
                </a:solidFill>
                <a:latin typeface="Verizon NHG DS"/>
                <a:ea typeface="Verizon NHG DS"/>
                <a:cs typeface="Verizon NHG DS"/>
                <a:sym typeface="Verizon NHG DS"/>
              </a:rPr>
              <a:t>Increase VDS Adoption by 5%</a:t>
            </a:r>
            <a:endParaRPr sz="1100">
              <a:solidFill>
                <a:schemeClr val="dk1"/>
              </a:solidFill>
              <a:latin typeface="Verizon NHG DS"/>
              <a:ea typeface="Verizon NHG DS"/>
              <a:cs typeface="Verizon NHG DS"/>
              <a:sym typeface="Verizon NHG DS"/>
            </a:endParaRPr>
          </a:p>
          <a:p>
            <a:pPr indent="-165100" lvl="0" marL="228600" rtl="0" algn="l">
              <a:spcBef>
                <a:spcPts val="0"/>
              </a:spcBef>
              <a:spcAft>
                <a:spcPts val="0"/>
              </a:spcAft>
              <a:buClr>
                <a:schemeClr val="dk1"/>
              </a:buClr>
              <a:buSzPts val="800"/>
              <a:buFont typeface="Verizon NHG DS"/>
              <a:buChar char="●"/>
            </a:pPr>
            <a:r>
              <a:rPr lang="en" sz="1100">
                <a:solidFill>
                  <a:schemeClr val="dk1"/>
                </a:solidFill>
                <a:latin typeface="Verizon NHG DS"/>
                <a:ea typeface="Verizon NHG DS"/>
                <a:cs typeface="Verizon NHG DS"/>
                <a:sym typeface="Verizon NHG DS"/>
              </a:rPr>
              <a:t>Establish an Adoption Quality Model </a:t>
            </a:r>
            <a:endParaRPr sz="500">
              <a:solidFill>
                <a:schemeClr val="dk1"/>
              </a:solidFill>
              <a:latin typeface="Verizon NHG DS"/>
              <a:ea typeface="Verizon NHG DS"/>
              <a:cs typeface="Verizon NHG DS"/>
              <a:sym typeface="Verizon NHG DS"/>
            </a:endParaRPr>
          </a:p>
        </p:txBody>
      </p:sp>
      <p:sp>
        <p:nvSpPr>
          <p:cNvPr id="618" name="Google Shape;618;p92"/>
          <p:cNvSpPr txBox="1"/>
          <p:nvPr/>
        </p:nvSpPr>
        <p:spPr>
          <a:xfrm>
            <a:off x="617150" y="2797300"/>
            <a:ext cx="1929000" cy="1928700"/>
          </a:xfrm>
          <a:prstGeom prst="rect">
            <a:avLst/>
          </a:prstGeom>
          <a:noFill/>
          <a:ln>
            <a:noFill/>
          </a:ln>
        </p:spPr>
        <p:txBody>
          <a:bodyPr anchorCtr="0" anchor="t" bIns="0" lIns="0" spcFirstLastPara="1" rIns="0" wrap="square" tIns="0">
            <a:noAutofit/>
          </a:bodyPr>
          <a:lstStyle/>
          <a:p>
            <a:pPr indent="-127000" lvl="0" marL="171450" rtl="0" algn="l">
              <a:lnSpc>
                <a:spcPct val="115000"/>
              </a:lnSpc>
              <a:spcBef>
                <a:spcPts val="0"/>
              </a:spcBef>
              <a:spcAft>
                <a:spcPts val="0"/>
              </a:spcAft>
              <a:buClr>
                <a:schemeClr val="dk1"/>
              </a:buClr>
              <a:buSzPts val="1100"/>
              <a:buChar char="●"/>
            </a:pPr>
            <a:r>
              <a:rPr lang="en" sz="1100">
                <a:solidFill>
                  <a:schemeClr val="dk1"/>
                </a:solidFill>
              </a:rPr>
              <a:t>Continued execution of our content strategy for system communication</a:t>
            </a:r>
            <a:endParaRPr sz="1100">
              <a:solidFill>
                <a:schemeClr val="dk1"/>
              </a:solidFill>
            </a:endParaRPr>
          </a:p>
          <a:p>
            <a:pPr indent="-127000" lvl="0" marL="171450" rtl="0" algn="l">
              <a:lnSpc>
                <a:spcPct val="115000"/>
              </a:lnSpc>
              <a:spcBef>
                <a:spcPts val="0"/>
              </a:spcBef>
              <a:spcAft>
                <a:spcPts val="0"/>
              </a:spcAft>
              <a:buClr>
                <a:schemeClr val="dk1"/>
              </a:buClr>
              <a:buSzPts val="1100"/>
              <a:buChar char="●"/>
            </a:pPr>
            <a:r>
              <a:rPr lang="en" sz="1100">
                <a:solidFill>
                  <a:schemeClr val="dk1"/>
                </a:solidFill>
              </a:rPr>
              <a:t>Launch an additional two learning and training programs</a:t>
            </a:r>
            <a:endParaRPr sz="1100">
              <a:solidFill>
                <a:schemeClr val="dk1"/>
              </a:solidFill>
            </a:endParaRPr>
          </a:p>
          <a:p>
            <a:pPr indent="-127000" lvl="0" marL="171450" rtl="0" algn="l">
              <a:lnSpc>
                <a:spcPct val="115000"/>
              </a:lnSpc>
              <a:spcBef>
                <a:spcPts val="0"/>
              </a:spcBef>
              <a:spcAft>
                <a:spcPts val="0"/>
              </a:spcAft>
              <a:buClr>
                <a:schemeClr val="dk1"/>
              </a:buClr>
              <a:buSzPts val="1100"/>
              <a:buChar char="●"/>
            </a:pPr>
            <a:r>
              <a:rPr lang="en" sz="1100">
                <a:solidFill>
                  <a:schemeClr val="dk1"/>
                </a:solidFill>
              </a:rPr>
              <a:t>Continued growth of VDS awareness within GTS</a:t>
            </a:r>
            <a:endParaRPr sz="1000">
              <a:latin typeface="Verizon NHG TX"/>
              <a:ea typeface="Verizon NHG TX"/>
              <a:cs typeface="Verizon NHG TX"/>
              <a:sym typeface="Verizon NHG TX"/>
            </a:endParaRPr>
          </a:p>
          <a:p>
            <a:pPr indent="-57150" lvl="0" marL="171450" rtl="0" algn="l">
              <a:spcBef>
                <a:spcPts val="0"/>
              </a:spcBef>
              <a:spcAft>
                <a:spcPts val="0"/>
              </a:spcAft>
              <a:buNone/>
            </a:pPr>
            <a:r>
              <a:t/>
            </a:r>
            <a:endParaRPr sz="1000">
              <a:solidFill>
                <a:srgbClr val="000000"/>
              </a:solidFill>
              <a:latin typeface="Verizon NHG TX"/>
              <a:ea typeface="Verizon NHG TX"/>
              <a:cs typeface="Verizon NHG TX"/>
              <a:sym typeface="Verizon NHG TX"/>
            </a:endParaRPr>
          </a:p>
          <a:p>
            <a:pPr indent="-57150" lvl="0" marL="171450" rtl="0" algn="l">
              <a:spcBef>
                <a:spcPts val="0"/>
              </a:spcBef>
              <a:spcAft>
                <a:spcPts val="0"/>
              </a:spcAft>
              <a:buNone/>
            </a:pPr>
            <a:r>
              <a:t/>
            </a:r>
            <a:endParaRPr sz="1000">
              <a:latin typeface="Verizon NHG TX"/>
              <a:ea typeface="Verizon NHG TX"/>
              <a:cs typeface="Verizon NHG TX"/>
              <a:sym typeface="Verizon NHG TX"/>
            </a:endParaRPr>
          </a:p>
        </p:txBody>
      </p:sp>
      <p:sp>
        <p:nvSpPr>
          <p:cNvPr id="619" name="Google Shape;619;p92"/>
          <p:cNvSpPr txBox="1"/>
          <p:nvPr/>
        </p:nvSpPr>
        <p:spPr>
          <a:xfrm>
            <a:off x="609600" y="2507425"/>
            <a:ext cx="2044800" cy="2886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en" sz="1200">
                <a:solidFill>
                  <a:srgbClr val="F50A23"/>
                </a:solidFill>
                <a:latin typeface="Verizon NHG TX"/>
                <a:ea typeface="Verizon NHG TX"/>
                <a:cs typeface="Verizon NHG TX"/>
                <a:sym typeface="Verizon NHG TX"/>
              </a:rPr>
              <a:t>Outreach</a:t>
            </a:r>
            <a:endParaRPr b="1" sz="1200">
              <a:solidFill>
                <a:srgbClr val="F50A23"/>
              </a:solidFill>
              <a:latin typeface="Verizon NHG TX"/>
              <a:ea typeface="Verizon NHG TX"/>
              <a:cs typeface="Verizon NHG TX"/>
              <a:sym typeface="Verizon NHG TX"/>
            </a:endParaRPr>
          </a:p>
        </p:txBody>
      </p:sp>
      <p:sp>
        <p:nvSpPr>
          <p:cNvPr id="620" name="Google Shape;620;p92"/>
          <p:cNvSpPr txBox="1"/>
          <p:nvPr/>
        </p:nvSpPr>
        <p:spPr>
          <a:xfrm>
            <a:off x="2662000" y="2797300"/>
            <a:ext cx="1929000" cy="1928700"/>
          </a:xfrm>
          <a:prstGeom prst="rect">
            <a:avLst/>
          </a:prstGeom>
          <a:noFill/>
          <a:ln>
            <a:noFill/>
          </a:ln>
        </p:spPr>
        <p:txBody>
          <a:bodyPr anchorCtr="0" anchor="t" bIns="0" lIns="0" spcFirstLastPara="1" rIns="0" wrap="square" tIns="0">
            <a:noAutofit/>
          </a:bodyPr>
          <a:lstStyle/>
          <a:p>
            <a:pPr indent="-127000" lvl="0" marL="171450" rtl="0" algn="l">
              <a:lnSpc>
                <a:spcPct val="115000"/>
              </a:lnSpc>
              <a:spcBef>
                <a:spcPts val="0"/>
              </a:spcBef>
              <a:spcAft>
                <a:spcPts val="0"/>
              </a:spcAft>
              <a:buClr>
                <a:schemeClr val="dk1"/>
              </a:buClr>
              <a:buSzPts val="1100"/>
              <a:buChar char="●"/>
            </a:pPr>
            <a:r>
              <a:rPr lang="en" sz="1100">
                <a:solidFill>
                  <a:schemeClr val="dk1"/>
                </a:solidFill>
              </a:rPr>
              <a:t>Continued delivery of</a:t>
            </a:r>
            <a:r>
              <a:rPr lang="en" sz="1100">
                <a:solidFill>
                  <a:schemeClr val="dk1"/>
                </a:solidFill>
              </a:rPr>
              <a:t> major VDS releases in 2025</a:t>
            </a:r>
            <a:r>
              <a:rPr lang="en" sz="1100">
                <a:solidFill>
                  <a:schemeClr val="dk1"/>
                </a:solidFill>
              </a:rPr>
              <a:t> </a:t>
            </a:r>
            <a:endParaRPr sz="1100">
              <a:solidFill>
                <a:schemeClr val="dk1"/>
              </a:solidFill>
            </a:endParaRPr>
          </a:p>
          <a:p>
            <a:pPr indent="-127000" lvl="0" marL="171450" rtl="0" algn="l">
              <a:lnSpc>
                <a:spcPct val="115000"/>
              </a:lnSpc>
              <a:spcBef>
                <a:spcPts val="0"/>
              </a:spcBef>
              <a:spcAft>
                <a:spcPts val="0"/>
              </a:spcAft>
              <a:buClr>
                <a:schemeClr val="dk1"/>
              </a:buClr>
              <a:buSzPts val="1100"/>
              <a:buChar char="●"/>
            </a:pPr>
            <a:r>
              <a:rPr lang="en" sz="1100">
                <a:solidFill>
                  <a:schemeClr val="dk1"/>
                </a:solidFill>
              </a:rPr>
              <a:t>Deliver four items from the backlog </a:t>
            </a:r>
            <a:endParaRPr sz="1100">
              <a:solidFill>
                <a:schemeClr val="dk1"/>
              </a:solidFill>
            </a:endParaRPr>
          </a:p>
          <a:p>
            <a:pPr indent="-127000" lvl="0" marL="171450" rtl="0" algn="l">
              <a:lnSpc>
                <a:spcPct val="115000"/>
              </a:lnSpc>
              <a:spcBef>
                <a:spcPts val="0"/>
              </a:spcBef>
              <a:spcAft>
                <a:spcPts val="0"/>
              </a:spcAft>
              <a:buClr>
                <a:schemeClr val="dk1"/>
              </a:buClr>
              <a:buSzPts val="1100"/>
              <a:buChar char="●"/>
            </a:pPr>
            <a:r>
              <a:rPr lang="en" sz="1100">
                <a:solidFill>
                  <a:schemeClr val="dk1"/>
                </a:solidFill>
              </a:rPr>
              <a:t>Deliver four user-feedback enhancements</a:t>
            </a:r>
            <a:endParaRPr sz="1100">
              <a:solidFill>
                <a:schemeClr val="dk1"/>
              </a:solidFill>
            </a:endParaRPr>
          </a:p>
          <a:p>
            <a:pPr indent="-127000" lvl="0" marL="171450" rtl="0" algn="l">
              <a:lnSpc>
                <a:spcPct val="115000"/>
              </a:lnSpc>
              <a:spcBef>
                <a:spcPts val="0"/>
              </a:spcBef>
              <a:spcAft>
                <a:spcPts val="0"/>
              </a:spcAft>
              <a:buClr>
                <a:schemeClr val="dk1"/>
              </a:buClr>
              <a:buSzPts val="1100"/>
              <a:buChar char="●"/>
            </a:pPr>
            <a:r>
              <a:rPr lang="en" sz="1100">
                <a:solidFill>
                  <a:schemeClr val="dk1"/>
                </a:solidFill>
              </a:rPr>
              <a:t>Launch an integrated </a:t>
            </a:r>
            <a:br>
              <a:rPr lang="en" sz="1100">
                <a:solidFill>
                  <a:schemeClr val="dk1"/>
                </a:solidFill>
              </a:rPr>
            </a:br>
            <a:r>
              <a:rPr lang="en" sz="1100">
                <a:solidFill>
                  <a:schemeClr val="dk1"/>
                </a:solidFill>
              </a:rPr>
              <a:t>doc site</a:t>
            </a:r>
            <a:endParaRPr sz="1000">
              <a:latin typeface="Verizon NHG TX"/>
              <a:ea typeface="Verizon NHG TX"/>
              <a:cs typeface="Verizon NHG TX"/>
              <a:sym typeface="Verizon NHG TX"/>
            </a:endParaRPr>
          </a:p>
        </p:txBody>
      </p:sp>
      <p:sp>
        <p:nvSpPr>
          <p:cNvPr id="621" name="Google Shape;621;p92"/>
          <p:cNvSpPr txBox="1"/>
          <p:nvPr/>
        </p:nvSpPr>
        <p:spPr>
          <a:xfrm>
            <a:off x="2654450" y="2507425"/>
            <a:ext cx="2044800" cy="2886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en" sz="1200">
                <a:solidFill>
                  <a:srgbClr val="F50A23"/>
                </a:solidFill>
                <a:latin typeface="Verizon NHG TX"/>
                <a:ea typeface="Verizon NHG TX"/>
                <a:cs typeface="Verizon NHG TX"/>
                <a:sym typeface="Verizon NHG TX"/>
              </a:rPr>
              <a:t>Expansion</a:t>
            </a:r>
            <a:endParaRPr b="1" sz="1200">
              <a:solidFill>
                <a:srgbClr val="F50A23"/>
              </a:solidFill>
              <a:latin typeface="Verizon NHG TX"/>
              <a:ea typeface="Verizon NHG TX"/>
              <a:cs typeface="Verizon NHG TX"/>
              <a:sym typeface="Verizon NHG TX"/>
            </a:endParaRPr>
          </a:p>
        </p:txBody>
      </p:sp>
      <p:sp>
        <p:nvSpPr>
          <p:cNvPr id="622" name="Google Shape;622;p92"/>
          <p:cNvSpPr txBox="1"/>
          <p:nvPr/>
        </p:nvSpPr>
        <p:spPr>
          <a:xfrm>
            <a:off x="4706850" y="2797300"/>
            <a:ext cx="1949700" cy="1928700"/>
          </a:xfrm>
          <a:prstGeom prst="rect">
            <a:avLst/>
          </a:prstGeom>
          <a:noFill/>
          <a:ln>
            <a:noFill/>
          </a:ln>
        </p:spPr>
        <p:txBody>
          <a:bodyPr anchorCtr="0" anchor="t" bIns="0" lIns="0" spcFirstLastPara="1" rIns="0" wrap="square" tIns="0">
            <a:noAutofit/>
          </a:bodyPr>
          <a:lstStyle/>
          <a:p>
            <a:pPr indent="-127000" lvl="0" marL="171450" rtl="0" algn="l">
              <a:lnSpc>
                <a:spcPct val="115000"/>
              </a:lnSpc>
              <a:spcBef>
                <a:spcPts val="0"/>
              </a:spcBef>
              <a:spcAft>
                <a:spcPts val="0"/>
              </a:spcAft>
              <a:buClr>
                <a:schemeClr val="dk1"/>
              </a:buClr>
              <a:buSzPts val="1100"/>
              <a:buChar char="●"/>
            </a:pPr>
            <a:r>
              <a:rPr lang="en" sz="1100">
                <a:solidFill>
                  <a:schemeClr val="dk1"/>
                </a:solidFill>
              </a:rPr>
              <a:t>Deliver VDS Monarch by end of Q2</a:t>
            </a:r>
            <a:endParaRPr sz="1100">
              <a:solidFill>
                <a:schemeClr val="dk1"/>
              </a:solidFill>
            </a:endParaRPr>
          </a:p>
          <a:p>
            <a:pPr indent="-127000" lvl="0" marL="171450" rtl="0" algn="l">
              <a:lnSpc>
                <a:spcPct val="115000"/>
              </a:lnSpc>
              <a:spcBef>
                <a:spcPts val="0"/>
              </a:spcBef>
              <a:spcAft>
                <a:spcPts val="0"/>
              </a:spcAft>
              <a:buClr>
                <a:schemeClr val="dk1"/>
              </a:buClr>
              <a:buSzPts val="1100"/>
              <a:buChar char="●"/>
            </a:pPr>
            <a:r>
              <a:rPr lang="en" sz="1100">
                <a:solidFill>
                  <a:schemeClr val="dk1"/>
                </a:solidFill>
              </a:rPr>
              <a:t>Enable Next Gen Digital</a:t>
            </a:r>
            <a:endParaRPr sz="1100">
              <a:solidFill>
                <a:schemeClr val="dk1"/>
              </a:solidFill>
            </a:endParaRPr>
          </a:p>
          <a:p>
            <a:pPr indent="-127000" lvl="0" marL="171450" rtl="0" algn="l">
              <a:lnSpc>
                <a:spcPct val="115000"/>
              </a:lnSpc>
              <a:spcBef>
                <a:spcPts val="0"/>
              </a:spcBef>
              <a:spcAft>
                <a:spcPts val="0"/>
              </a:spcAft>
              <a:buClr>
                <a:schemeClr val="dk1"/>
              </a:buClr>
              <a:buSzPts val="1100"/>
              <a:buChar char="●"/>
            </a:pPr>
            <a:r>
              <a:rPr lang="en" sz="1100">
                <a:solidFill>
                  <a:schemeClr val="dk1"/>
                </a:solidFill>
              </a:rPr>
              <a:t>Establish the VDS Native library </a:t>
            </a:r>
            <a:endParaRPr sz="1100">
              <a:solidFill>
                <a:schemeClr val="dk1"/>
              </a:solidFill>
            </a:endParaRPr>
          </a:p>
          <a:p>
            <a:pPr indent="-127000" lvl="0" marL="171450" rtl="0" algn="l">
              <a:lnSpc>
                <a:spcPct val="115000"/>
              </a:lnSpc>
              <a:spcBef>
                <a:spcPts val="0"/>
              </a:spcBef>
              <a:spcAft>
                <a:spcPts val="0"/>
              </a:spcAft>
              <a:buClr>
                <a:schemeClr val="dk1"/>
              </a:buClr>
              <a:buSzPts val="1100"/>
              <a:buChar char="●"/>
            </a:pPr>
            <a:r>
              <a:rPr lang="en" sz="1100">
                <a:solidFill>
                  <a:schemeClr val="dk1"/>
                </a:solidFill>
              </a:rPr>
              <a:t>Deliver a VDS Retail theme </a:t>
            </a:r>
            <a:endParaRPr sz="1100">
              <a:solidFill>
                <a:schemeClr val="dk1"/>
              </a:solidFill>
            </a:endParaRPr>
          </a:p>
          <a:p>
            <a:pPr indent="-127000" lvl="0" marL="171450" rtl="0" algn="l">
              <a:lnSpc>
                <a:spcPct val="115000"/>
              </a:lnSpc>
              <a:spcBef>
                <a:spcPts val="0"/>
              </a:spcBef>
              <a:spcAft>
                <a:spcPts val="0"/>
              </a:spcAft>
              <a:buClr>
                <a:schemeClr val="dk1"/>
              </a:buClr>
              <a:buSzPts val="1100"/>
              <a:buChar char="●"/>
            </a:pPr>
            <a:r>
              <a:rPr lang="en" sz="1100">
                <a:solidFill>
                  <a:schemeClr val="dk1"/>
                </a:solidFill>
              </a:rPr>
              <a:t>Integration of VDS components within Verizon Home, Family, and Protect </a:t>
            </a:r>
            <a:endParaRPr sz="1000">
              <a:latin typeface="Verizon NHG TX"/>
              <a:ea typeface="Verizon NHG TX"/>
              <a:cs typeface="Verizon NHG TX"/>
              <a:sym typeface="Verizon NHG TX"/>
            </a:endParaRPr>
          </a:p>
        </p:txBody>
      </p:sp>
      <p:sp>
        <p:nvSpPr>
          <p:cNvPr id="623" name="Google Shape;623;p92"/>
          <p:cNvSpPr txBox="1"/>
          <p:nvPr/>
        </p:nvSpPr>
        <p:spPr>
          <a:xfrm>
            <a:off x="4699300" y="2507425"/>
            <a:ext cx="2044800" cy="2886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en" sz="1200">
                <a:solidFill>
                  <a:srgbClr val="F50A23"/>
                </a:solidFill>
                <a:latin typeface="Verizon NHG TX"/>
                <a:ea typeface="Verizon NHG TX"/>
                <a:cs typeface="Verizon NHG TX"/>
                <a:sym typeface="Verizon NHG TX"/>
              </a:rPr>
              <a:t>Enablement</a:t>
            </a:r>
            <a:endParaRPr b="1" sz="1200">
              <a:solidFill>
                <a:srgbClr val="F50A23"/>
              </a:solidFill>
              <a:latin typeface="Verizon NHG TX"/>
              <a:ea typeface="Verizon NHG TX"/>
              <a:cs typeface="Verizon NHG TX"/>
              <a:sym typeface="Verizon NHG TX"/>
            </a:endParaRPr>
          </a:p>
        </p:txBody>
      </p:sp>
      <p:sp>
        <p:nvSpPr>
          <p:cNvPr id="624" name="Google Shape;624;p92"/>
          <p:cNvSpPr txBox="1"/>
          <p:nvPr/>
        </p:nvSpPr>
        <p:spPr>
          <a:xfrm>
            <a:off x="6751750" y="2797300"/>
            <a:ext cx="2135700" cy="1928700"/>
          </a:xfrm>
          <a:prstGeom prst="rect">
            <a:avLst/>
          </a:prstGeom>
          <a:noFill/>
          <a:ln>
            <a:noFill/>
          </a:ln>
        </p:spPr>
        <p:txBody>
          <a:bodyPr anchorCtr="0" anchor="t" bIns="0" lIns="0" spcFirstLastPara="1" rIns="0" wrap="square" tIns="0">
            <a:noAutofit/>
          </a:bodyPr>
          <a:lstStyle/>
          <a:p>
            <a:pPr indent="-127000" lvl="0" marL="171450" rtl="0" algn="l">
              <a:lnSpc>
                <a:spcPct val="115000"/>
              </a:lnSpc>
              <a:spcBef>
                <a:spcPts val="0"/>
              </a:spcBef>
              <a:spcAft>
                <a:spcPts val="0"/>
              </a:spcAft>
              <a:buClr>
                <a:schemeClr val="dk1"/>
              </a:buClr>
              <a:buSzPts val="1100"/>
              <a:buChar char="●"/>
            </a:pPr>
            <a:r>
              <a:rPr lang="en" sz="1100">
                <a:solidFill>
                  <a:schemeClr val="dk1"/>
                </a:solidFill>
              </a:rPr>
              <a:t>Maintain a Slack response SLA of 24hrs</a:t>
            </a:r>
            <a:endParaRPr sz="1100">
              <a:solidFill>
                <a:schemeClr val="dk1"/>
              </a:solidFill>
            </a:endParaRPr>
          </a:p>
          <a:p>
            <a:pPr indent="-127000" lvl="0" marL="171450" rtl="0" algn="l">
              <a:lnSpc>
                <a:spcPct val="115000"/>
              </a:lnSpc>
              <a:spcBef>
                <a:spcPts val="0"/>
              </a:spcBef>
              <a:spcAft>
                <a:spcPts val="0"/>
              </a:spcAft>
              <a:buClr>
                <a:schemeClr val="dk1"/>
              </a:buClr>
              <a:buSzPts val="1100"/>
              <a:buChar char="●"/>
            </a:pPr>
            <a:r>
              <a:rPr lang="en" sz="1100">
                <a:solidFill>
                  <a:schemeClr val="dk1"/>
                </a:solidFill>
              </a:rPr>
              <a:t>Deliver an integrated VDS</a:t>
            </a:r>
            <a:br>
              <a:rPr lang="en" sz="1100">
                <a:solidFill>
                  <a:schemeClr val="dk1"/>
                </a:solidFill>
              </a:rPr>
            </a:br>
            <a:r>
              <a:rPr lang="en" sz="1100">
                <a:solidFill>
                  <a:schemeClr val="dk1"/>
                </a:solidFill>
              </a:rPr>
              <a:t>Slack bot to supplement Slack support</a:t>
            </a:r>
            <a:endParaRPr sz="1100">
              <a:solidFill>
                <a:schemeClr val="dk1"/>
              </a:solidFill>
            </a:endParaRPr>
          </a:p>
          <a:p>
            <a:pPr indent="-127000" lvl="0" marL="171450" rtl="0" algn="l">
              <a:lnSpc>
                <a:spcPct val="115000"/>
              </a:lnSpc>
              <a:spcBef>
                <a:spcPts val="0"/>
              </a:spcBef>
              <a:spcAft>
                <a:spcPts val="0"/>
              </a:spcAft>
              <a:buClr>
                <a:schemeClr val="dk1"/>
              </a:buClr>
              <a:buSzPts val="1100"/>
              <a:buChar char="●"/>
            </a:pPr>
            <a:r>
              <a:rPr lang="en" sz="1100">
                <a:solidFill>
                  <a:schemeClr val="dk1"/>
                </a:solidFill>
              </a:rPr>
              <a:t>Create greater visibility into our work queue and transparency into how we prioritize work </a:t>
            </a:r>
            <a:endParaRPr sz="1100">
              <a:solidFill>
                <a:schemeClr val="dk1"/>
              </a:solidFill>
            </a:endParaRPr>
          </a:p>
          <a:p>
            <a:pPr indent="-127000" lvl="0" marL="171450" rtl="0" algn="l">
              <a:lnSpc>
                <a:spcPct val="115000"/>
              </a:lnSpc>
              <a:spcBef>
                <a:spcPts val="0"/>
              </a:spcBef>
              <a:spcAft>
                <a:spcPts val="0"/>
              </a:spcAft>
              <a:buClr>
                <a:schemeClr val="dk1"/>
              </a:buClr>
              <a:buSzPts val="1100"/>
              <a:buChar char="●"/>
            </a:pPr>
            <a:r>
              <a:rPr lang="en" sz="1100">
                <a:solidFill>
                  <a:schemeClr val="dk1"/>
                </a:solidFill>
              </a:rPr>
              <a:t>Complete two surveys soliciting feedback and usage data</a:t>
            </a:r>
            <a:endParaRPr sz="1000">
              <a:latin typeface="Verizon NHG TX"/>
              <a:ea typeface="Verizon NHG TX"/>
              <a:cs typeface="Verizon NHG TX"/>
              <a:sym typeface="Verizon NHG TX"/>
            </a:endParaRPr>
          </a:p>
        </p:txBody>
      </p:sp>
      <p:sp>
        <p:nvSpPr>
          <p:cNvPr id="625" name="Google Shape;625;p92"/>
          <p:cNvSpPr txBox="1"/>
          <p:nvPr/>
        </p:nvSpPr>
        <p:spPr>
          <a:xfrm>
            <a:off x="6744200" y="2507425"/>
            <a:ext cx="2044800" cy="2886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en" sz="1200">
                <a:solidFill>
                  <a:srgbClr val="F50A23"/>
                </a:solidFill>
                <a:latin typeface="Verizon NHG TX"/>
                <a:ea typeface="Verizon NHG TX"/>
                <a:cs typeface="Verizon NHG TX"/>
                <a:sym typeface="Verizon NHG TX"/>
              </a:rPr>
              <a:t>Support</a:t>
            </a:r>
            <a:endParaRPr b="1" sz="1200">
              <a:solidFill>
                <a:srgbClr val="F50A23"/>
              </a:solidFill>
              <a:latin typeface="Verizon NHG TX"/>
              <a:ea typeface="Verizon NHG TX"/>
              <a:cs typeface="Verizon NHG TX"/>
              <a:sym typeface="Verizon NHG TX"/>
            </a:endParaRPr>
          </a:p>
        </p:txBody>
      </p:sp>
      <p:sp>
        <p:nvSpPr>
          <p:cNvPr id="626" name="Google Shape;626;p92"/>
          <p:cNvSpPr txBox="1"/>
          <p:nvPr/>
        </p:nvSpPr>
        <p:spPr>
          <a:xfrm>
            <a:off x="3336030" y="968725"/>
            <a:ext cx="2726400" cy="28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F50A23"/>
                </a:solidFill>
                <a:latin typeface="Verizon NHG TX"/>
                <a:ea typeface="Verizon NHG TX"/>
                <a:cs typeface="Verizon NHG TX"/>
                <a:sym typeface="Verizon NHG TX"/>
              </a:rPr>
              <a:t>VDS </a:t>
            </a:r>
            <a:r>
              <a:rPr b="1" lang="en">
                <a:solidFill>
                  <a:srgbClr val="F50A23"/>
                </a:solidFill>
                <a:latin typeface="Verizon NHG TX"/>
                <a:ea typeface="Verizon NHG TX"/>
                <a:cs typeface="Verizon NHG TX"/>
                <a:sym typeface="Verizon NHG TX"/>
              </a:rPr>
              <a:t>Satisfaction</a:t>
            </a:r>
            <a:endParaRPr b="1" sz="1400">
              <a:solidFill>
                <a:srgbClr val="F50A23"/>
              </a:solidFill>
              <a:latin typeface="Verizon NHG TX"/>
              <a:ea typeface="Verizon NHG TX"/>
              <a:cs typeface="Verizon NHG TX"/>
              <a:sym typeface="Verizon NHG TX"/>
            </a:endParaRPr>
          </a:p>
        </p:txBody>
      </p:sp>
      <p:sp>
        <p:nvSpPr>
          <p:cNvPr id="627" name="Google Shape;627;p92"/>
          <p:cNvSpPr txBox="1"/>
          <p:nvPr/>
        </p:nvSpPr>
        <p:spPr>
          <a:xfrm>
            <a:off x="3336030" y="1258600"/>
            <a:ext cx="2726400" cy="608100"/>
          </a:xfrm>
          <a:prstGeom prst="rect">
            <a:avLst/>
          </a:prstGeom>
          <a:noFill/>
          <a:ln>
            <a:noFill/>
          </a:ln>
        </p:spPr>
        <p:txBody>
          <a:bodyPr anchorCtr="0" anchor="t" bIns="0" lIns="0" spcFirstLastPara="1" rIns="0" wrap="square" tIns="0">
            <a:noAutofit/>
          </a:bodyPr>
          <a:lstStyle/>
          <a:p>
            <a:pPr indent="-165100" lvl="0" marL="228600" rtl="0" algn="l">
              <a:spcBef>
                <a:spcPts val="0"/>
              </a:spcBef>
              <a:spcAft>
                <a:spcPts val="0"/>
              </a:spcAft>
              <a:buClr>
                <a:schemeClr val="dk1"/>
              </a:buClr>
              <a:buSzPts val="800"/>
              <a:buFont typeface="Verizon NHG DS"/>
              <a:buChar char="●"/>
            </a:pPr>
            <a:r>
              <a:rPr lang="en" sz="1100">
                <a:solidFill>
                  <a:schemeClr val="dk1"/>
                </a:solidFill>
                <a:latin typeface="Verizon NHG DS"/>
                <a:ea typeface="Verizon NHG DS"/>
                <a:cs typeface="Verizon NHG DS"/>
                <a:sym typeface="Verizon NHG DS"/>
              </a:rPr>
              <a:t>Satisfaction metric 1</a:t>
            </a:r>
            <a:endParaRPr sz="1100">
              <a:solidFill>
                <a:schemeClr val="dk1"/>
              </a:solidFill>
              <a:latin typeface="Verizon NHG DS"/>
              <a:ea typeface="Verizon NHG DS"/>
              <a:cs typeface="Verizon NHG DS"/>
              <a:sym typeface="Verizon NHG DS"/>
            </a:endParaRPr>
          </a:p>
          <a:p>
            <a:pPr indent="-165100" lvl="0" marL="228600" rtl="0" algn="l">
              <a:spcBef>
                <a:spcPts val="0"/>
              </a:spcBef>
              <a:spcAft>
                <a:spcPts val="0"/>
              </a:spcAft>
              <a:buClr>
                <a:schemeClr val="dk1"/>
              </a:buClr>
              <a:buSzPts val="800"/>
              <a:buFont typeface="Verizon NHG DS"/>
              <a:buChar char="●"/>
            </a:pPr>
            <a:r>
              <a:rPr lang="en" sz="1100">
                <a:solidFill>
                  <a:schemeClr val="dk1"/>
                </a:solidFill>
                <a:latin typeface="Verizon NHG DS"/>
                <a:ea typeface="Verizon NHG DS"/>
                <a:cs typeface="Verizon NHG DS"/>
                <a:sym typeface="Verizon NHG DS"/>
              </a:rPr>
              <a:t>Satisfaction metric 2</a:t>
            </a:r>
            <a:endParaRPr sz="500">
              <a:solidFill>
                <a:schemeClr val="dk1"/>
              </a:solidFill>
              <a:latin typeface="Verizon NHG DS"/>
              <a:ea typeface="Verizon NHG DS"/>
              <a:cs typeface="Verizon NHG DS"/>
              <a:sym typeface="Verizon NHG DS"/>
            </a:endParaRPr>
          </a:p>
        </p:txBody>
      </p:sp>
      <p:sp>
        <p:nvSpPr>
          <p:cNvPr id="628" name="Google Shape;628;p92"/>
          <p:cNvSpPr txBox="1"/>
          <p:nvPr/>
        </p:nvSpPr>
        <p:spPr>
          <a:xfrm>
            <a:off x="6062461" y="968725"/>
            <a:ext cx="2726400" cy="28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F50A23"/>
                </a:solidFill>
                <a:latin typeface="Verizon NHG TX"/>
                <a:ea typeface="Verizon NHG TX"/>
                <a:cs typeface="Verizon NHG TX"/>
                <a:sym typeface="Verizon NHG TX"/>
              </a:rPr>
              <a:t>VDS </a:t>
            </a:r>
            <a:r>
              <a:rPr b="1" lang="en">
                <a:solidFill>
                  <a:srgbClr val="F50A23"/>
                </a:solidFill>
                <a:latin typeface="Verizon NHG TX"/>
                <a:ea typeface="Verizon NHG TX"/>
                <a:cs typeface="Verizon NHG TX"/>
                <a:sym typeface="Verizon NHG TX"/>
              </a:rPr>
              <a:t>Impact</a:t>
            </a:r>
            <a:endParaRPr b="1" sz="1400">
              <a:solidFill>
                <a:srgbClr val="F50A23"/>
              </a:solidFill>
              <a:latin typeface="Verizon NHG TX"/>
              <a:ea typeface="Verizon NHG TX"/>
              <a:cs typeface="Verizon NHG TX"/>
              <a:sym typeface="Verizon NHG TX"/>
            </a:endParaRPr>
          </a:p>
        </p:txBody>
      </p:sp>
      <p:sp>
        <p:nvSpPr>
          <p:cNvPr id="629" name="Google Shape;629;p92"/>
          <p:cNvSpPr txBox="1"/>
          <p:nvPr/>
        </p:nvSpPr>
        <p:spPr>
          <a:xfrm>
            <a:off x="6062461" y="1258600"/>
            <a:ext cx="2726400" cy="608100"/>
          </a:xfrm>
          <a:prstGeom prst="rect">
            <a:avLst/>
          </a:prstGeom>
          <a:noFill/>
          <a:ln>
            <a:noFill/>
          </a:ln>
        </p:spPr>
        <p:txBody>
          <a:bodyPr anchorCtr="0" anchor="t" bIns="0" lIns="0" spcFirstLastPara="1" rIns="0" wrap="square" tIns="0">
            <a:noAutofit/>
          </a:bodyPr>
          <a:lstStyle/>
          <a:p>
            <a:pPr indent="-165100" lvl="0" marL="228600" rtl="0" algn="l">
              <a:spcBef>
                <a:spcPts val="0"/>
              </a:spcBef>
              <a:spcAft>
                <a:spcPts val="0"/>
              </a:spcAft>
              <a:buClr>
                <a:schemeClr val="dk1"/>
              </a:buClr>
              <a:buSzPts val="800"/>
              <a:buFont typeface="Verizon NHG DS"/>
              <a:buChar char="●"/>
            </a:pPr>
            <a:r>
              <a:rPr lang="en" sz="1100">
                <a:solidFill>
                  <a:schemeClr val="dk1"/>
                </a:solidFill>
                <a:latin typeface="Verizon NHG DS"/>
                <a:ea typeface="Verizon NHG DS"/>
                <a:cs typeface="Verizon NHG DS"/>
                <a:sym typeface="Verizon NHG DS"/>
              </a:rPr>
              <a:t>Impact metric 1</a:t>
            </a:r>
            <a:endParaRPr sz="1100">
              <a:solidFill>
                <a:schemeClr val="dk1"/>
              </a:solidFill>
              <a:latin typeface="Verizon NHG DS"/>
              <a:ea typeface="Verizon NHG DS"/>
              <a:cs typeface="Verizon NHG DS"/>
              <a:sym typeface="Verizon NHG DS"/>
            </a:endParaRPr>
          </a:p>
          <a:p>
            <a:pPr indent="-165100" lvl="0" marL="228600" rtl="0" algn="l">
              <a:spcBef>
                <a:spcPts val="0"/>
              </a:spcBef>
              <a:spcAft>
                <a:spcPts val="0"/>
              </a:spcAft>
              <a:buClr>
                <a:schemeClr val="dk1"/>
              </a:buClr>
              <a:buSzPts val="800"/>
              <a:buFont typeface="Verizon NHG DS"/>
              <a:buChar char="●"/>
            </a:pPr>
            <a:r>
              <a:rPr lang="en" sz="1100">
                <a:solidFill>
                  <a:schemeClr val="dk1"/>
                </a:solidFill>
                <a:latin typeface="Verizon NHG DS"/>
                <a:ea typeface="Verizon NHG DS"/>
                <a:cs typeface="Verizon NHG DS"/>
                <a:sym typeface="Verizon NHG DS"/>
              </a:rPr>
              <a:t>Impact metric 2</a:t>
            </a:r>
            <a:endParaRPr sz="500">
              <a:solidFill>
                <a:schemeClr val="dk1"/>
              </a:solidFill>
              <a:latin typeface="Verizon NHG DS"/>
              <a:ea typeface="Verizon NHG DS"/>
              <a:cs typeface="Verizon NHG DS"/>
              <a:sym typeface="Verizon NHG DS"/>
            </a:endParaRPr>
          </a:p>
        </p:txBody>
      </p:sp>
      <p:sp>
        <p:nvSpPr>
          <p:cNvPr id="630" name="Google Shape;630;p92"/>
          <p:cNvSpPr/>
          <p:nvPr/>
        </p:nvSpPr>
        <p:spPr>
          <a:xfrm>
            <a:off x="3282875" y="852125"/>
            <a:ext cx="4331700" cy="863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izon NHG TX"/>
              <a:ea typeface="Verizon NHG TX"/>
              <a:cs typeface="Verizon NHG TX"/>
              <a:sym typeface="Verizon NHG TX"/>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93"/>
          <p:cNvSpPr/>
          <p:nvPr/>
        </p:nvSpPr>
        <p:spPr>
          <a:xfrm>
            <a:off x="0" y="2096625"/>
            <a:ext cx="9144000" cy="3046800"/>
          </a:xfrm>
          <a:prstGeom prst="rect">
            <a:avLst/>
          </a:prstGeom>
          <a:solidFill>
            <a:srgbClr val="F3ED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636" name="Google Shape;636;p93"/>
          <p:cNvSpPr/>
          <p:nvPr/>
        </p:nvSpPr>
        <p:spPr>
          <a:xfrm>
            <a:off x="0" y="2049000"/>
            <a:ext cx="9144000" cy="47700"/>
          </a:xfrm>
          <a:prstGeom prst="rect">
            <a:avLst/>
          </a:prstGeom>
          <a:solidFill>
            <a:srgbClr val="F6FF1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637" name="Google Shape;637;p93"/>
          <p:cNvSpPr txBox="1"/>
          <p:nvPr>
            <p:ph idx="4294967295" type="body"/>
          </p:nvPr>
        </p:nvSpPr>
        <p:spPr>
          <a:xfrm>
            <a:off x="228601" y="228600"/>
            <a:ext cx="4282800" cy="115800"/>
          </a:xfrm>
          <a:prstGeom prst="rect">
            <a:avLst/>
          </a:prstGeom>
          <a:noFill/>
          <a:ln>
            <a:noFill/>
          </a:ln>
        </p:spPr>
        <p:txBody>
          <a:bodyPr anchorCtr="0" anchor="t" bIns="0" lIns="0" spcFirstLastPara="1" rIns="0" wrap="square" tIns="0">
            <a:normAutofit lnSpcReduction="20000"/>
          </a:bodyPr>
          <a:lstStyle/>
          <a:p>
            <a:pPr indent="0" lvl="0" marL="0" rtl="0" algn="l">
              <a:lnSpc>
                <a:spcPct val="100000"/>
              </a:lnSpc>
              <a:spcBef>
                <a:spcPts val="0"/>
              </a:spcBef>
              <a:spcAft>
                <a:spcPts val="0"/>
              </a:spcAft>
              <a:buClr>
                <a:schemeClr val="accent5"/>
              </a:buClr>
              <a:buSzPts val="900"/>
              <a:buNone/>
            </a:pPr>
            <a:r>
              <a:rPr b="0" lang="en">
                <a:solidFill>
                  <a:schemeClr val="dk1"/>
                </a:solidFill>
              </a:rPr>
              <a:t>Design Systems</a:t>
            </a:r>
            <a:endParaRPr b="0">
              <a:solidFill>
                <a:schemeClr val="dk1"/>
              </a:solidFill>
            </a:endParaRPr>
          </a:p>
        </p:txBody>
      </p:sp>
      <p:sp>
        <p:nvSpPr>
          <p:cNvPr id="638" name="Google Shape;638;p93"/>
          <p:cNvSpPr txBox="1"/>
          <p:nvPr>
            <p:ph idx="4294967295" type="body"/>
          </p:nvPr>
        </p:nvSpPr>
        <p:spPr>
          <a:xfrm>
            <a:off x="228599" y="359209"/>
            <a:ext cx="4282800" cy="5553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dk1"/>
              </a:buClr>
              <a:buSzPts val="2100"/>
              <a:buNone/>
            </a:pPr>
            <a:r>
              <a:rPr lang="en" sz="2100"/>
              <a:t>Verizon Design System Targets</a:t>
            </a:r>
            <a:endParaRPr sz="2100"/>
          </a:p>
        </p:txBody>
      </p:sp>
      <p:sp>
        <p:nvSpPr>
          <p:cNvPr id="639" name="Google Shape;639;p93"/>
          <p:cNvSpPr txBox="1"/>
          <p:nvPr/>
        </p:nvSpPr>
        <p:spPr>
          <a:xfrm>
            <a:off x="609600" y="968725"/>
            <a:ext cx="2726400" cy="28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F50A23"/>
                </a:solidFill>
                <a:latin typeface="Verizon NHG TX"/>
                <a:ea typeface="Verizon NHG TX"/>
                <a:cs typeface="Verizon NHG TX"/>
                <a:sym typeface="Verizon NHG TX"/>
              </a:rPr>
              <a:t>VDS Adoption</a:t>
            </a:r>
            <a:endParaRPr b="1" sz="1400">
              <a:solidFill>
                <a:srgbClr val="F50A23"/>
              </a:solidFill>
              <a:latin typeface="Verizon NHG TX"/>
              <a:ea typeface="Verizon NHG TX"/>
              <a:cs typeface="Verizon NHG TX"/>
              <a:sym typeface="Verizon NHG TX"/>
            </a:endParaRPr>
          </a:p>
        </p:txBody>
      </p:sp>
      <p:sp>
        <p:nvSpPr>
          <p:cNvPr id="640" name="Google Shape;640;p93"/>
          <p:cNvSpPr txBox="1"/>
          <p:nvPr/>
        </p:nvSpPr>
        <p:spPr>
          <a:xfrm>
            <a:off x="609600" y="1258600"/>
            <a:ext cx="2726400" cy="608100"/>
          </a:xfrm>
          <a:prstGeom prst="rect">
            <a:avLst/>
          </a:prstGeom>
          <a:noFill/>
          <a:ln>
            <a:noFill/>
          </a:ln>
        </p:spPr>
        <p:txBody>
          <a:bodyPr anchorCtr="0" anchor="t" bIns="0" lIns="0" spcFirstLastPara="1" rIns="0" wrap="square" tIns="0">
            <a:noAutofit/>
          </a:bodyPr>
          <a:lstStyle/>
          <a:p>
            <a:pPr indent="-165100" lvl="0" marL="228600" rtl="0" algn="l">
              <a:spcBef>
                <a:spcPts val="0"/>
              </a:spcBef>
              <a:spcAft>
                <a:spcPts val="0"/>
              </a:spcAft>
              <a:buClr>
                <a:schemeClr val="dk1"/>
              </a:buClr>
              <a:buSzPts val="800"/>
              <a:buFont typeface="Verizon NHG DS"/>
              <a:buChar char="●"/>
            </a:pPr>
            <a:r>
              <a:rPr lang="en" sz="1100">
                <a:solidFill>
                  <a:schemeClr val="dk1"/>
                </a:solidFill>
                <a:latin typeface="Verizon NHG DS"/>
                <a:ea typeface="Verizon NHG DS"/>
                <a:cs typeface="Verizon NHG DS"/>
                <a:sym typeface="Verizon NHG DS"/>
              </a:rPr>
              <a:t>Increase VDS Adoption by 5%</a:t>
            </a:r>
            <a:endParaRPr sz="1100">
              <a:solidFill>
                <a:schemeClr val="dk1"/>
              </a:solidFill>
              <a:latin typeface="Verizon NHG DS"/>
              <a:ea typeface="Verizon NHG DS"/>
              <a:cs typeface="Verizon NHG DS"/>
              <a:sym typeface="Verizon NHG DS"/>
            </a:endParaRPr>
          </a:p>
          <a:p>
            <a:pPr indent="-165100" lvl="0" marL="228600" rtl="0" algn="l">
              <a:spcBef>
                <a:spcPts val="0"/>
              </a:spcBef>
              <a:spcAft>
                <a:spcPts val="0"/>
              </a:spcAft>
              <a:buClr>
                <a:schemeClr val="dk1"/>
              </a:buClr>
              <a:buSzPts val="800"/>
              <a:buFont typeface="Verizon NHG DS"/>
              <a:buChar char="●"/>
            </a:pPr>
            <a:r>
              <a:rPr lang="en" sz="1100">
                <a:solidFill>
                  <a:schemeClr val="dk1"/>
                </a:solidFill>
                <a:latin typeface="Verizon NHG DS"/>
                <a:ea typeface="Verizon NHG DS"/>
                <a:cs typeface="Verizon NHG DS"/>
                <a:sym typeface="Verizon NHG DS"/>
              </a:rPr>
              <a:t>Establish an Adoption Quality Model </a:t>
            </a:r>
            <a:endParaRPr sz="500">
              <a:solidFill>
                <a:schemeClr val="dk1"/>
              </a:solidFill>
              <a:latin typeface="Verizon NHG DS"/>
              <a:ea typeface="Verizon NHG DS"/>
              <a:cs typeface="Verizon NHG DS"/>
              <a:sym typeface="Verizon NHG DS"/>
            </a:endParaRPr>
          </a:p>
        </p:txBody>
      </p:sp>
      <p:sp>
        <p:nvSpPr>
          <p:cNvPr id="641" name="Google Shape;641;p93"/>
          <p:cNvSpPr txBox="1"/>
          <p:nvPr/>
        </p:nvSpPr>
        <p:spPr>
          <a:xfrm>
            <a:off x="617150" y="2797300"/>
            <a:ext cx="1929000" cy="1928700"/>
          </a:xfrm>
          <a:prstGeom prst="rect">
            <a:avLst/>
          </a:prstGeom>
          <a:noFill/>
          <a:ln>
            <a:noFill/>
          </a:ln>
        </p:spPr>
        <p:txBody>
          <a:bodyPr anchorCtr="0" anchor="t" bIns="0" lIns="0" spcFirstLastPara="1" rIns="0" wrap="square" tIns="0">
            <a:noAutofit/>
          </a:bodyPr>
          <a:lstStyle/>
          <a:p>
            <a:pPr indent="-127000" lvl="0" marL="171450" rtl="0" algn="l">
              <a:lnSpc>
                <a:spcPct val="115000"/>
              </a:lnSpc>
              <a:spcBef>
                <a:spcPts val="0"/>
              </a:spcBef>
              <a:spcAft>
                <a:spcPts val="0"/>
              </a:spcAft>
              <a:buClr>
                <a:srgbClr val="CCCCCC"/>
              </a:buClr>
              <a:buSzPts val="1100"/>
              <a:buChar char="●"/>
            </a:pPr>
            <a:r>
              <a:rPr lang="en" sz="1100">
                <a:solidFill>
                  <a:srgbClr val="CCCCCC"/>
                </a:solidFill>
              </a:rPr>
              <a:t>Continued execution of our content strategy for system communication</a:t>
            </a:r>
            <a:endParaRPr sz="1100">
              <a:solidFill>
                <a:srgbClr val="CCCCCC"/>
              </a:solidFill>
            </a:endParaRPr>
          </a:p>
          <a:p>
            <a:pPr indent="-127000" lvl="0" marL="171450" rtl="0" algn="l">
              <a:lnSpc>
                <a:spcPct val="115000"/>
              </a:lnSpc>
              <a:spcBef>
                <a:spcPts val="0"/>
              </a:spcBef>
              <a:spcAft>
                <a:spcPts val="0"/>
              </a:spcAft>
              <a:buClr>
                <a:srgbClr val="CCCCCC"/>
              </a:buClr>
              <a:buSzPts val="1100"/>
              <a:buChar char="●"/>
            </a:pPr>
            <a:r>
              <a:rPr lang="en" sz="1100">
                <a:solidFill>
                  <a:srgbClr val="CCCCCC"/>
                </a:solidFill>
              </a:rPr>
              <a:t>Launch an additional two learning and training programs</a:t>
            </a:r>
            <a:endParaRPr sz="1100">
              <a:solidFill>
                <a:srgbClr val="CCCCCC"/>
              </a:solidFill>
            </a:endParaRPr>
          </a:p>
          <a:p>
            <a:pPr indent="-127000" lvl="0" marL="171450" rtl="0" algn="l">
              <a:lnSpc>
                <a:spcPct val="115000"/>
              </a:lnSpc>
              <a:spcBef>
                <a:spcPts val="0"/>
              </a:spcBef>
              <a:spcAft>
                <a:spcPts val="0"/>
              </a:spcAft>
              <a:buClr>
                <a:schemeClr val="dk1"/>
              </a:buClr>
              <a:buSzPts val="1100"/>
              <a:buChar char="●"/>
            </a:pPr>
            <a:r>
              <a:rPr b="1" lang="en" sz="1100">
                <a:solidFill>
                  <a:schemeClr val="dk1"/>
                </a:solidFill>
              </a:rPr>
              <a:t>Continued growth of VDS awareness within GTS</a:t>
            </a:r>
            <a:endParaRPr b="1" sz="1000">
              <a:solidFill>
                <a:schemeClr val="dk1"/>
              </a:solidFill>
              <a:latin typeface="Verizon NHG TX"/>
              <a:ea typeface="Verizon NHG TX"/>
              <a:cs typeface="Verizon NHG TX"/>
              <a:sym typeface="Verizon NHG TX"/>
            </a:endParaRPr>
          </a:p>
          <a:p>
            <a:pPr indent="-57150" lvl="0" marL="171450" rtl="0" algn="l">
              <a:spcBef>
                <a:spcPts val="0"/>
              </a:spcBef>
              <a:spcAft>
                <a:spcPts val="0"/>
              </a:spcAft>
              <a:buNone/>
            </a:pPr>
            <a:r>
              <a:t/>
            </a:r>
            <a:endParaRPr sz="1000">
              <a:solidFill>
                <a:srgbClr val="000000"/>
              </a:solidFill>
              <a:latin typeface="Verizon NHG TX"/>
              <a:ea typeface="Verizon NHG TX"/>
              <a:cs typeface="Verizon NHG TX"/>
              <a:sym typeface="Verizon NHG TX"/>
            </a:endParaRPr>
          </a:p>
          <a:p>
            <a:pPr indent="-57150" lvl="0" marL="171450" rtl="0" algn="l">
              <a:spcBef>
                <a:spcPts val="0"/>
              </a:spcBef>
              <a:spcAft>
                <a:spcPts val="0"/>
              </a:spcAft>
              <a:buNone/>
            </a:pPr>
            <a:r>
              <a:t/>
            </a:r>
            <a:endParaRPr sz="1000">
              <a:latin typeface="Verizon NHG TX"/>
              <a:ea typeface="Verizon NHG TX"/>
              <a:cs typeface="Verizon NHG TX"/>
              <a:sym typeface="Verizon NHG TX"/>
            </a:endParaRPr>
          </a:p>
        </p:txBody>
      </p:sp>
      <p:sp>
        <p:nvSpPr>
          <p:cNvPr id="642" name="Google Shape;642;p93"/>
          <p:cNvSpPr txBox="1"/>
          <p:nvPr/>
        </p:nvSpPr>
        <p:spPr>
          <a:xfrm>
            <a:off x="609600" y="2507425"/>
            <a:ext cx="2044800" cy="2886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en" sz="1200">
                <a:solidFill>
                  <a:srgbClr val="F50A23"/>
                </a:solidFill>
                <a:latin typeface="Verizon NHG TX"/>
                <a:ea typeface="Verizon NHG TX"/>
                <a:cs typeface="Verizon NHG TX"/>
                <a:sym typeface="Verizon NHG TX"/>
              </a:rPr>
              <a:t>Outreach</a:t>
            </a:r>
            <a:endParaRPr b="1" sz="1200">
              <a:solidFill>
                <a:srgbClr val="F50A23"/>
              </a:solidFill>
              <a:latin typeface="Verizon NHG TX"/>
              <a:ea typeface="Verizon NHG TX"/>
              <a:cs typeface="Verizon NHG TX"/>
              <a:sym typeface="Verizon NHG TX"/>
            </a:endParaRPr>
          </a:p>
        </p:txBody>
      </p:sp>
      <p:sp>
        <p:nvSpPr>
          <p:cNvPr id="643" name="Google Shape;643;p93"/>
          <p:cNvSpPr txBox="1"/>
          <p:nvPr/>
        </p:nvSpPr>
        <p:spPr>
          <a:xfrm>
            <a:off x="2662000" y="2797300"/>
            <a:ext cx="1964700" cy="1928700"/>
          </a:xfrm>
          <a:prstGeom prst="rect">
            <a:avLst/>
          </a:prstGeom>
          <a:noFill/>
          <a:ln>
            <a:noFill/>
          </a:ln>
        </p:spPr>
        <p:txBody>
          <a:bodyPr anchorCtr="0" anchor="t" bIns="0" lIns="0" spcFirstLastPara="1" rIns="0" wrap="square" tIns="0">
            <a:noAutofit/>
          </a:bodyPr>
          <a:lstStyle/>
          <a:p>
            <a:pPr indent="-127000" lvl="0" marL="171450" rtl="0" algn="l">
              <a:lnSpc>
                <a:spcPct val="115000"/>
              </a:lnSpc>
              <a:spcBef>
                <a:spcPts val="0"/>
              </a:spcBef>
              <a:spcAft>
                <a:spcPts val="0"/>
              </a:spcAft>
              <a:buClr>
                <a:srgbClr val="CCCCCC"/>
              </a:buClr>
              <a:buSzPts val="1100"/>
              <a:buChar char="●"/>
            </a:pPr>
            <a:r>
              <a:rPr lang="en" sz="1100">
                <a:solidFill>
                  <a:srgbClr val="CCCCCC"/>
                </a:solidFill>
              </a:rPr>
              <a:t>Continued delivery of</a:t>
            </a:r>
            <a:r>
              <a:rPr lang="en" sz="1100">
                <a:solidFill>
                  <a:srgbClr val="CCCCCC"/>
                </a:solidFill>
              </a:rPr>
              <a:t> major VDS releases in 2025</a:t>
            </a:r>
            <a:r>
              <a:rPr lang="en" sz="1100">
                <a:solidFill>
                  <a:srgbClr val="CCCCCC"/>
                </a:solidFill>
              </a:rPr>
              <a:t> </a:t>
            </a:r>
            <a:endParaRPr sz="1100">
              <a:solidFill>
                <a:srgbClr val="CCCCCC"/>
              </a:solidFill>
            </a:endParaRPr>
          </a:p>
          <a:p>
            <a:pPr indent="-127000" lvl="0" marL="171450" rtl="0" algn="l">
              <a:lnSpc>
                <a:spcPct val="115000"/>
              </a:lnSpc>
              <a:spcBef>
                <a:spcPts val="0"/>
              </a:spcBef>
              <a:spcAft>
                <a:spcPts val="0"/>
              </a:spcAft>
              <a:buClr>
                <a:srgbClr val="CCCCCC"/>
              </a:buClr>
              <a:buSzPts val="1100"/>
              <a:buChar char="●"/>
            </a:pPr>
            <a:r>
              <a:rPr lang="en" sz="1100">
                <a:solidFill>
                  <a:srgbClr val="CCCCCC"/>
                </a:solidFill>
              </a:rPr>
              <a:t>Deliver four items from the backlog</a:t>
            </a:r>
            <a:r>
              <a:rPr lang="en" sz="1100">
                <a:solidFill>
                  <a:srgbClr val="B7B7B7"/>
                </a:solidFill>
              </a:rPr>
              <a:t> </a:t>
            </a:r>
            <a:endParaRPr sz="1100">
              <a:solidFill>
                <a:srgbClr val="B7B7B7"/>
              </a:solidFill>
            </a:endParaRPr>
          </a:p>
          <a:p>
            <a:pPr indent="-127000" lvl="0" marL="171450" rtl="0" algn="l">
              <a:lnSpc>
                <a:spcPct val="115000"/>
              </a:lnSpc>
              <a:spcBef>
                <a:spcPts val="0"/>
              </a:spcBef>
              <a:spcAft>
                <a:spcPts val="0"/>
              </a:spcAft>
              <a:buClr>
                <a:schemeClr val="dk1"/>
              </a:buClr>
              <a:buSzPts val="1100"/>
              <a:buChar char="●"/>
            </a:pPr>
            <a:r>
              <a:rPr b="1" lang="en" sz="1100">
                <a:solidFill>
                  <a:schemeClr val="dk1"/>
                </a:solidFill>
              </a:rPr>
              <a:t>Deliver four user-feedback enhancements</a:t>
            </a:r>
            <a:endParaRPr b="1" sz="1100">
              <a:solidFill>
                <a:schemeClr val="dk1"/>
              </a:solidFill>
            </a:endParaRPr>
          </a:p>
          <a:p>
            <a:pPr indent="-127000" lvl="0" marL="171450" rtl="0" algn="l">
              <a:lnSpc>
                <a:spcPct val="115000"/>
              </a:lnSpc>
              <a:spcBef>
                <a:spcPts val="0"/>
              </a:spcBef>
              <a:spcAft>
                <a:spcPts val="0"/>
              </a:spcAft>
              <a:buClr>
                <a:srgbClr val="CCCCCC"/>
              </a:buClr>
              <a:buSzPts val="1100"/>
              <a:buChar char="●"/>
            </a:pPr>
            <a:r>
              <a:rPr lang="en" sz="1100">
                <a:solidFill>
                  <a:srgbClr val="CCCCCC"/>
                </a:solidFill>
              </a:rPr>
              <a:t>Launch an integrated </a:t>
            </a:r>
            <a:br>
              <a:rPr lang="en" sz="1100">
                <a:solidFill>
                  <a:srgbClr val="CCCCCC"/>
                </a:solidFill>
              </a:rPr>
            </a:br>
            <a:r>
              <a:rPr lang="en" sz="1100">
                <a:solidFill>
                  <a:srgbClr val="CCCCCC"/>
                </a:solidFill>
              </a:rPr>
              <a:t>doc site</a:t>
            </a:r>
            <a:endParaRPr sz="1000">
              <a:solidFill>
                <a:srgbClr val="CCCCCC"/>
              </a:solidFill>
              <a:latin typeface="Verizon NHG TX"/>
              <a:ea typeface="Verizon NHG TX"/>
              <a:cs typeface="Verizon NHG TX"/>
              <a:sym typeface="Verizon NHG TX"/>
            </a:endParaRPr>
          </a:p>
        </p:txBody>
      </p:sp>
      <p:sp>
        <p:nvSpPr>
          <p:cNvPr id="644" name="Google Shape;644;p93"/>
          <p:cNvSpPr txBox="1"/>
          <p:nvPr/>
        </p:nvSpPr>
        <p:spPr>
          <a:xfrm>
            <a:off x="2654450" y="2507425"/>
            <a:ext cx="2044800" cy="2886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en" sz="1200">
                <a:solidFill>
                  <a:srgbClr val="F50A23"/>
                </a:solidFill>
                <a:latin typeface="Verizon NHG TX"/>
                <a:ea typeface="Verizon NHG TX"/>
                <a:cs typeface="Verizon NHG TX"/>
                <a:sym typeface="Verizon NHG TX"/>
              </a:rPr>
              <a:t>Expansion</a:t>
            </a:r>
            <a:endParaRPr b="1" sz="1200">
              <a:solidFill>
                <a:srgbClr val="F50A23"/>
              </a:solidFill>
              <a:latin typeface="Verizon NHG TX"/>
              <a:ea typeface="Verizon NHG TX"/>
              <a:cs typeface="Verizon NHG TX"/>
              <a:sym typeface="Verizon NHG TX"/>
            </a:endParaRPr>
          </a:p>
        </p:txBody>
      </p:sp>
      <p:sp>
        <p:nvSpPr>
          <p:cNvPr id="645" name="Google Shape;645;p93"/>
          <p:cNvSpPr txBox="1"/>
          <p:nvPr/>
        </p:nvSpPr>
        <p:spPr>
          <a:xfrm>
            <a:off x="4706850" y="2797300"/>
            <a:ext cx="1949700" cy="1928700"/>
          </a:xfrm>
          <a:prstGeom prst="rect">
            <a:avLst/>
          </a:prstGeom>
          <a:noFill/>
          <a:ln>
            <a:noFill/>
          </a:ln>
        </p:spPr>
        <p:txBody>
          <a:bodyPr anchorCtr="0" anchor="t" bIns="0" lIns="0" spcFirstLastPara="1" rIns="0" wrap="square" tIns="0">
            <a:noAutofit/>
          </a:bodyPr>
          <a:lstStyle/>
          <a:p>
            <a:pPr indent="-127000" lvl="0" marL="171450" rtl="0" algn="l">
              <a:lnSpc>
                <a:spcPct val="115000"/>
              </a:lnSpc>
              <a:spcBef>
                <a:spcPts val="0"/>
              </a:spcBef>
              <a:spcAft>
                <a:spcPts val="0"/>
              </a:spcAft>
              <a:buClr>
                <a:srgbClr val="CCCCCC"/>
              </a:buClr>
              <a:buSzPts val="1100"/>
              <a:buChar char="●"/>
            </a:pPr>
            <a:r>
              <a:rPr lang="en" sz="1100">
                <a:solidFill>
                  <a:srgbClr val="CCCCCC"/>
                </a:solidFill>
              </a:rPr>
              <a:t>Deliver VDS Monarch by end of Q2</a:t>
            </a:r>
            <a:endParaRPr sz="1100">
              <a:solidFill>
                <a:srgbClr val="CCCCCC"/>
              </a:solidFill>
            </a:endParaRPr>
          </a:p>
          <a:p>
            <a:pPr indent="-127000" lvl="0" marL="171450" rtl="0" algn="l">
              <a:lnSpc>
                <a:spcPct val="115000"/>
              </a:lnSpc>
              <a:spcBef>
                <a:spcPts val="0"/>
              </a:spcBef>
              <a:spcAft>
                <a:spcPts val="0"/>
              </a:spcAft>
              <a:buClr>
                <a:srgbClr val="CCCCCC"/>
              </a:buClr>
              <a:buSzPts val="1100"/>
              <a:buChar char="●"/>
            </a:pPr>
            <a:r>
              <a:rPr lang="en" sz="1100">
                <a:solidFill>
                  <a:srgbClr val="CCCCCC"/>
                </a:solidFill>
              </a:rPr>
              <a:t>Enable Next Gen Digital</a:t>
            </a:r>
            <a:endParaRPr sz="1100">
              <a:solidFill>
                <a:srgbClr val="CCCCCC"/>
              </a:solidFill>
            </a:endParaRPr>
          </a:p>
          <a:p>
            <a:pPr indent="-127000" lvl="0" marL="171450" rtl="0" algn="l">
              <a:lnSpc>
                <a:spcPct val="115000"/>
              </a:lnSpc>
              <a:spcBef>
                <a:spcPts val="0"/>
              </a:spcBef>
              <a:spcAft>
                <a:spcPts val="0"/>
              </a:spcAft>
              <a:buClr>
                <a:schemeClr val="dk1"/>
              </a:buClr>
              <a:buSzPts val="1100"/>
              <a:buChar char="●"/>
            </a:pPr>
            <a:r>
              <a:rPr b="1" lang="en" sz="1100">
                <a:solidFill>
                  <a:schemeClr val="dk1"/>
                </a:solidFill>
              </a:rPr>
              <a:t>Establish the VDS Native library </a:t>
            </a:r>
            <a:endParaRPr b="1" sz="1100">
              <a:solidFill>
                <a:schemeClr val="dk1"/>
              </a:solidFill>
            </a:endParaRPr>
          </a:p>
          <a:p>
            <a:pPr indent="-127000" lvl="0" marL="171450" rtl="0" algn="l">
              <a:lnSpc>
                <a:spcPct val="115000"/>
              </a:lnSpc>
              <a:spcBef>
                <a:spcPts val="0"/>
              </a:spcBef>
              <a:spcAft>
                <a:spcPts val="0"/>
              </a:spcAft>
              <a:buClr>
                <a:srgbClr val="CCCCCC"/>
              </a:buClr>
              <a:buSzPts val="1100"/>
              <a:buChar char="●"/>
            </a:pPr>
            <a:r>
              <a:rPr lang="en" sz="1100">
                <a:solidFill>
                  <a:srgbClr val="CCCCCC"/>
                </a:solidFill>
              </a:rPr>
              <a:t>Deliver a VDS Retail theme</a:t>
            </a:r>
            <a:r>
              <a:rPr lang="en" sz="1100">
                <a:solidFill>
                  <a:srgbClr val="B7B7B7"/>
                </a:solidFill>
              </a:rPr>
              <a:t> </a:t>
            </a:r>
            <a:endParaRPr sz="1100">
              <a:solidFill>
                <a:srgbClr val="B7B7B7"/>
              </a:solidFill>
            </a:endParaRPr>
          </a:p>
          <a:p>
            <a:pPr indent="-127000" lvl="0" marL="171450" rtl="0" algn="l">
              <a:lnSpc>
                <a:spcPct val="115000"/>
              </a:lnSpc>
              <a:spcBef>
                <a:spcPts val="0"/>
              </a:spcBef>
              <a:spcAft>
                <a:spcPts val="0"/>
              </a:spcAft>
              <a:buClr>
                <a:schemeClr val="dk1"/>
              </a:buClr>
              <a:buSzPts val="1100"/>
              <a:buChar char="●"/>
            </a:pPr>
            <a:r>
              <a:rPr b="1" lang="en" sz="1100">
                <a:solidFill>
                  <a:schemeClr val="dk1"/>
                </a:solidFill>
              </a:rPr>
              <a:t>Integration of VDS components within Verizon Home, Family, and Protect </a:t>
            </a:r>
            <a:endParaRPr b="1" sz="1000">
              <a:latin typeface="Verizon NHG TX"/>
              <a:ea typeface="Verizon NHG TX"/>
              <a:cs typeface="Verizon NHG TX"/>
              <a:sym typeface="Verizon NHG TX"/>
            </a:endParaRPr>
          </a:p>
        </p:txBody>
      </p:sp>
      <p:sp>
        <p:nvSpPr>
          <p:cNvPr id="646" name="Google Shape;646;p93"/>
          <p:cNvSpPr txBox="1"/>
          <p:nvPr/>
        </p:nvSpPr>
        <p:spPr>
          <a:xfrm>
            <a:off x="4699300" y="2507425"/>
            <a:ext cx="2044800" cy="2886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en" sz="1200">
                <a:solidFill>
                  <a:srgbClr val="F50A23"/>
                </a:solidFill>
                <a:latin typeface="Verizon NHG TX"/>
                <a:ea typeface="Verizon NHG TX"/>
                <a:cs typeface="Verizon NHG TX"/>
                <a:sym typeface="Verizon NHG TX"/>
              </a:rPr>
              <a:t>Enablement</a:t>
            </a:r>
            <a:endParaRPr b="1" sz="1200">
              <a:solidFill>
                <a:srgbClr val="F50A23"/>
              </a:solidFill>
              <a:latin typeface="Verizon NHG TX"/>
              <a:ea typeface="Verizon NHG TX"/>
              <a:cs typeface="Verizon NHG TX"/>
              <a:sym typeface="Verizon NHG TX"/>
            </a:endParaRPr>
          </a:p>
        </p:txBody>
      </p:sp>
      <p:sp>
        <p:nvSpPr>
          <p:cNvPr id="647" name="Google Shape;647;p93"/>
          <p:cNvSpPr txBox="1"/>
          <p:nvPr/>
        </p:nvSpPr>
        <p:spPr>
          <a:xfrm>
            <a:off x="6751750" y="2797300"/>
            <a:ext cx="2135700" cy="2246700"/>
          </a:xfrm>
          <a:prstGeom prst="rect">
            <a:avLst/>
          </a:prstGeom>
          <a:noFill/>
          <a:ln>
            <a:noFill/>
          </a:ln>
        </p:spPr>
        <p:txBody>
          <a:bodyPr anchorCtr="0" anchor="t" bIns="0" lIns="0" spcFirstLastPara="1" rIns="0" wrap="square" tIns="0">
            <a:noAutofit/>
          </a:bodyPr>
          <a:lstStyle/>
          <a:p>
            <a:pPr indent="-127000" lvl="0" marL="171450" rtl="0" algn="l">
              <a:lnSpc>
                <a:spcPct val="115000"/>
              </a:lnSpc>
              <a:spcBef>
                <a:spcPts val="0"/>
              </a:spcBef>
              <a:spcAft>
                <a:spcPts val="0"/>
              </a:spcAft>
              <a:buClr>
                <a:srgbClr val="CCCCCC"/>
              </a:buClr>
              <a:buSzPts val="1100"/>
              <a:buChar char="●"/>
            </a:pPr>
            <a:r>
              <a:rPr lang="en" sz="1100">
                <a:solidFill>
                  <a:srgbClr val="CCCCCC"/>
                </a:solidFill>
              </a:rPr>
              <a:t>Maintain a Slack response SLA of 24hrs</a:t>
            </a:r>
            <a:endParaRPr sz="1100">
              <a:solidFill>
                <a:srgbClr val="CCCCCC"/>
              </a:solidFill>
            </a:endParaRPr>
          </a:p>
          <a:p>
            <a:pPr indent="-127000" lvl="0" marL="171450" rtl="0" algn="l">
              <a:lnSpc>
                <a:spcPct val="115000"/>
              </a:lnSpc>
              <a:spcBef>
                <a:spcPts val="0"/>
              </a:spcBef>
              <a:spcAft>
                <a:spcPts val="0"/>
              </a:spcAft>
              <a:buClr>
                <a:srgbClr val="CCCCCC"/>
              </a:buClr>
              <a:buSzPts val="1100"/>
              <a:buChar char="●"/>
            </a:pPr>
            <a:r>
              <a:rPr lang="en" sz="1100">
                <a:solidFill>
                  <a:srgbClr val="CCCCCC"/>
                </a:solidFill>
              </a:rPr>
              <a:t>Deliver an integrated VDS</a:t>
            </a:r>
            <a:br>
              <a:rPr lang="en" sz="1100">
                <a:solidFill>
                  <a:srgbClr val="CCCCCC"/>
                </a:solidFill>
              </a:rPr>
            </a:br>
            <a:r>
              <a:rPr lang="en" sz="1100">
                <a:solidFill>
                  <a:srgbClr val="CCCCCC"/>
                </a:solidFill>
              </a:rPr>
              <a:t>Slack bot to supplement Slack support</a:t>
            </a:r>
            <a:endParaRPr sz="1100">
              <a:solidFill>
                <a:srgbClr val="CCCCCC"/>
              </a:solidFill>
            </a:endParaRPr>
          </a:p>
          <a:p>
            <a:pPr indent="-127000" lvl="0" marL="171450" rtl="0" algn="l">
              <a:lnSpc>
                <a:spcPct val="115000"/>
              </a:lnSpc>
              <a:spcBef>
                <a:spcPts val="0"/>
              </a:spcBef>
              <a:spcAft>
                <a:spcPts val="0"/>
              </a:spcAft>
              <a:buClr>
                <a:srgbClr val="CCCCCC"/>
              </a:buClr>
              <a:buSzPts val="1100"/>
              <a:buChar char="●"/>
            </a:pPr>
            <a:r>
              <a:rPr lang="en" sz="1100">
                <a:solidFill>
                  <a:srgbClr val="CCCCCC"/>
                </a:solidFill>
              </a:rPr>
              <a:t>Create greater visibility into our work queue and transparency into how we prioritize work </a:t>
            </a:r>
            <a:endParaRPr sz="1100">
              <a:solidFill>
                <a:srgbClr val="CCCCCC"/>
              </a:solidFill>
            </a:endParaRPr>
          </a:p>
          <a:p>
            <a:pPr indent="-127000" lvl="0" marL="171450" rtl="0" algn="l">
              <a:lnSpc>
                <a:spcPct val="115000"/>
              </a:lnSpc>
              <a:spcBef>
                <a:spcPts val="0"/>
              </a:spcBef>
              <a:spcAft>
                <a:spcPts val="0"/>
              </a:spcAft>
              <a:buClr>
                <a:srgbClr val="CCCCCC"/>
              </a:buClr>
              <a:buSzPts val="1100"/>
              <a:buChar char="●"/>
            </a:pPr>
            <a:r>
              <a:rPr lang="en" sz="1100">
                <a:solidFill>
                  <a:srgbClr val="CCCCCC"/>
                </a:solidFill>
              </a:rPr>
              <a:t>Complete two surveys soliciting feedback and usage data</a:t>
            </a:r>
            <a:endParaRPr sz="1000">
              <a:solidFill>
                <a:srgbClr val="CCCCCC"/>
              </a:solidFill>
              <a:latin typeface="Verizon NHG TX"/>
              <a:ea typeface="Verizon NHG TX"/>
              <a:cs typeface="Verizon NHG TX"/>
              <a:sym typeface="Verizon NHG TX"/>
            </a:endParaRPr>
          </a:p>
        </p:txBody>
      </p:sp>
      <p:sp>
        <p:nvSpPr>
          <p:cNvPr id="648" name="Google Shape;648;p93"/>
          <p:cNvSpPr txBox="1"/>
          <p:nvPr/>
        </p:nvSpPr>
        <p:spPr>
          <a:xfrm>
            <a:off x="6744200" y="2507425"/>
            <a:ext cx="2044800" cy="2886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en" sz="1200">
                <a:solidFill>
                  <a:srgbClr val="F50A23"/>
                </a:solidFill>
                <a:latin typeface="Verizon NHG TX"/>
                <a:ea typeface="Verizon NHG TX"/>
                <a:cs typeface="Verizon NHG TX"/>
                <a:sym typeface="Verizon NHG TX"/>
              </a:rPr>
              <a:t>Support</a:t>
            </a:r>
            <a:endParaRPr b="1" sz="1200">
              <a:solidFill>
                <a:srgbClr val="F50A23"/>
              </a:solidFill>
              <a:latin typeface="Verizon NHG TX"/>
              <a:ea typeface="Verizon NHG TX"/>
              <a:cs typeface="Verizon NHG TX"/>
              <a:sym typeface="Verizon NHG TX"/>
            </a:endParaRPr>
          </a:p>
        </p:txBody>
      </p:sp>
      <p:sp>
        <p:nvSpPr>
          <p:cNvPr id="649" name="Google Shape;649;p93"/>
          <p:cNvSpPr txBox="1"/>
          <p:nvPr>
            <p:ph idx="12" type="sldNum"/>
          </p:nvPr>
        </p:nvSpPr>
        <p:spPr>
          <a:xfrm>
            <a:off x="8317509" y="4725915"/>
            <a:ext cx="352500" cy="169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94"/>
          <p:cNvSpPr txBox="1"/>
          <p:nvPr>
            <p:ph idx="2" type="body"/>
          </p:nvPr>
        </p:nvSpPr>
        <p:spPr>
          <a:xfrm>
            <a:off x="228600" y="359200"/>
            <a:ext cx="3550500" cy="42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Verizon NHG DS"/>
                <a:ea typeface="Verizon NHG DS"/>
                <a:cs typeface="Verizon NHG DS"/>
                <a:sym typeface="Verizon NHG DS"/>
              </a:rPr>
              <a:t>Why VDS adoption matters</a:t>
            </a:r>
            <a:endParaRPr>
              <a:latin typeface="Verizon NHG DS"/>
              <a:ea typeface="Verizon NHG DS"/>
              <a:cs typeface="Verizon NHG DS"/>
              <a:sym typeface="Verizon NHG DS"/>
            </a:endParaRPr>
          </a:p>
        </p:txBody>
      </p:sp>
      <p:sp>
        <p:nvSpPr>
          <p:cNvPr id="656" name="Google Shape;656;p94"/>
          <p:cNvSpPr/>
          <p:nvPr/>
        </p:nvSpPr>
        <p:spPr>
          <a:xfrm>
            <a:off x="152400" y="1144200"/>
            <a:ext cx="2844000" cy="1520400"/>
          </a:xfrm>
          <a:prstGeom prst="roundRect">
            <a:avLst>
              <a:gd fmla="val 7135" name="adj"/>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F50A23"/>
                </a:solidFill>
                <a:latin typeface="Verizon NHG DS"/>
                <a:ea typeface="Verizon NHG DS"/>
                <a:cs typeface="Verizon NHG DS"/>
                <a:sym typeface="Verizon NHG DS"/>
              </a:rPr>
              <a:t>Consistency</a:t>
            </a:r>
            <a:endParaRPr b="1" sz="1200">
              <a:solidFill>
                <a:srgbClr val="F50A23"/>
              </a:solidFill>
              <a:latin typeface="Verizon NHG DS"/>
              <a:ea typeface="Verizon NHG DS"/>
              <a:cs typeface="Verizon NHG DS"/>
              <a:sym typeface="Verizon NHG DS"/>
            </a:endParaRPr>
          </a:p>
          <a:p>
            <a:pPr indent="0" lvl="0" marL="0" rtl="0" algn="l">
              <a:spcBef>
                <a:spcPts val="1000"/>
              </a:spcBef>
              <a:spcAft>
                <a:spcPts val="0"/>
              </a:spcAft>
              <a:buClr>
                <a:schemeClr val="dk1"/>
              </a:buClr>
              <a:buSzPts val="1100"/>
              <a:buFont typeface="Arial"/>
              <a:buNone/>
            </a:pPr>
            <a:r>
              <a:rPr lang="en" sz="800">
                <a:solidFill>
                  <a:srgbClr val="1D1C1D"/>
                </a:solidFill>
                <a:latin typeface="Verizon NHG TX"/>
                <a:ea typeface="Verizon NHG TX"/>
                <a:cs typeface="Verizon NHG TX"/>
                <a:sym typeface="Verizon NHG TX"/>
              </a:rPr>
              <a:t>By using VDS, designers and developers can ensure their work aligns with Verizon’s brand guidelines. Consistent UI and functionality lends credibility to the brand and builds trust across products and services.</a:t>
            </a:r>
            <a:endParaRPr sz="800">
              <a:solidFill>
                <a:srgbClr val="1D1C1D"/>
              </a:solidFill>
              <a:latin typeface="Verizon NHG TX"/>
              <a:ea typeface="Verizon NHG TX"/>
              <a:cs typeface="Verizon NHG TX"/>
              <a:sym typeface="Verizon NHG TX"/>
            </a:endParaRPr>
          </a:p>
          <a:p>
            <a:pPr indent="0" lvl="0" marL="0" rtl="0" algn="l">
              <a:spcBef>
                <a:spcPts val="0"/>
              </a:spcBef>
              <a:spcAft>
                <a:spcPts val="0"/>
              </a:spcAft>
              <a:buNone/>
            </a:pPr>
            <a:r>
              <a:t/>
            </a:r>
            <a:endParaRPr/>
          </a:p>
        </p:txBody>
      </p:sp>
      <p:sp>
        <p:nvSpPr>
          <p:cNvPr id="657" name="Google Shape;657;p94"/>
          <p:cNvSpPr/>
          <p:nvPr/>
        </p:nvSpPr>
        <p:spPr>
          <a:xfrm>
            <a:off x="152400" y="2514025"/>
            <a:ext cx="2844000" cy="1520400"/>
          </a:xfrm>
          <a:prstGeom prst="roundRect">
            <a:avLst>
              <a:gd fmla="val 7135" name="adj"/>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F50A23"/>
                </a:solidFill>
                <a:latin typeface="Verizon NHG DS"/>
                <a:ea typeface="Verizon NHG DS"/>
                <a:cs typeface="Verizon NHG DS"/>
                <a:sym typeface="Verizon NHG DS"/>
              </a:rPr>
              <a:t>Inclusivity</a:t>
            </a:r>
            <a:endParaRPr b="1" sz="1200">
              <a:solidFill>
                <a:srgbClr val="F50A23"/>
              </a:solidFill>
              <a:latin typeface="Verizon NHG DS"/>
              <a:ea typeface="Verizon NHG DS"/>
              <a:cs typeface="Verizon NHG DS"/>
              <a:sym typeface="Verizon NHG DS"/>
            </a:endParaRPr>
          </a:p>
          <a:p>
            <a:pPr indent="0" lvl="0" marL="0" rtl="0" algn="l">
              <a:spcBef>
                <a:spcPts val="1000"/>
              </a:spcBef>
              <a:spcAft>
                <a:spcPts val="0"/>
              </a:spcAft>
              <a:buNone/>
            </a:pPr>
            <a:r>
              <a:rPr lang="en" sz="800">
                <a:solidFill>
                  <a:schemeClr val="dk1"/>
                </a:solidFill>
                <a:latin typeface="Verizon NHG TX"/>
                <a:ea typeface="Verizon NHG TX"/>
                <a:cs typeface="Verizon NHG TX"/>
                <a:sym typeface="Verizon NHG TX"/>
              </a:rPr>
              <a:t>VDS incorporates accessibility best practices at its core, making it easier to ensure that our products and services meet the needs of our diverse customer groups.</a:t>
            </a:r>
            <a:endParaRPr sz="800"/>
          </a:p>
        </p:txBody>
      </p:sp>
      <p:sp>
        <p:nvSpPr>
          <p:cNvPr id="658" name="Google Shape;658;p94"/>
          <p:cNvSpPr/>
          <p:nvPr/>
        </p:nvSpPr>
        <p:spPr>
          <a:xfrm>
            <a:off x="3093493" y="1144200"/>
            <a:ext cx="2844000" cy="1520400"/>
          </a:xfrm>
          <a:prstGeom prst="roundRect">
            <a:avLst>
              <a:gd fmla="val 7135" name="adj"/>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F50A23"/>
                </a:solidFill>
                <a:latin typeface="Verizon NHG DS"/>
                <a:ea typeface="Verizon NHG DS"/>
                <a:cs typeface="Verizon NHG DS"/>
                <a:sym typeface="Verizon NHG DS"/>
              </a:rPr>
              <a:t>Scalability</a:t>
            </a:r>
            <a:endParaRPr b="1" sz="1200">
              <a:solidFill>
                <a:srgbClr val="F50A23"/>
              </a:solidFill>
              <a:latin typeface="Verizon NHG DS"/>
              <a:ea typeface="Verizon NHG DS"/>
              <a:cs typeface="Verizon NHG DS"/>
              <a:sym typeface="Verizon NHG DS"/>
            </a:endParaRPr>
          </a:p>
          <a:p>
            <a:pPr indent="0" lvl="0" marL="0" rtl="0" algn="l">
              <a:lnSpc>
                <a:spcPct val="100000"/>
              </a:lnSpc>
              <a:spcBef>
                <a:spcPts val="1000"/>
              </a:spcBef>
              <a:spcAft>
                <a:spcPts val="0"/>
              </a:spcAft>
              <a:buNone/>
            </a:pPr>
            <a:r>
              <a:rPr lang="en" sz="800">
                <a:solidFill>
                  <a:schemeClr val="dk1"/>
                </a:solidFill>
                <a:latin typeface="Verizon NHG TX"/>
                <a:ea typeface="Verizon NHG TX"/>
                <a:cs typeface="Verizon NHG TX"/>
                <a:sym typeface="Verizon NHG TX"/>
              </a:rPr>
              <a:t>The VDS centralized library of reusable components, patterns and guidelines can be used across numerous journeys and touchpoints.</a:t>
            </a:r>
            <a:endParaRPr sz="800">
              <a:solidFill>
                <a:schemeClr val="dk1"/>
              </a:solidFill>
              <a:latin typeface="Verizon NHG TX"/>
              <a:ea typeface="Verizon NHG TX"/>
              <a:cs typeface="Verizon NHG TX"/>
              <a:sym typeface="Verizon NHG TX"/>
            </a:endParaRPr>
          </a:p>
          <a:p>
            <a:pPr indent="0" lvl="0" marL="0" rtl="0" algn="l">
              <a:lnSpc>
                <a:spcPct val="100000"/>
              </a:lnSpc>
              <a:spcBef>
                <a:spcPts val="0"/>
              </a:spcBef>
              <a:spcAft>
                <a:spcPts val="0"/>
              </a:spcAft>
              <a:buNone/>
            </a:pPr>
            <a:r>
              <a:t/>
            </a:r>
            <a:endParaRPr sz="800">
              <a:solidFill>
                <a:schemeClr val="dk1"/>
              </a:solidFill>
              <a:latin typeface="Verizon NHG TX"/>
              <a:ea typeface="Verizon NHG TX"/>
              <a:cs typeface="Verizon NHG TX"/>
              <a:sym typeface="Verizon NHG TX"/>
            </a:endParaRPr>
          </a:p>
          <a:p>
            <a:pPr indent="0" lvl="0" marL="0" rtl="0" algn="l">
              <a:lnSpc>
                <a:spcPct val="100000"/>
              </a:lnSpc>
              <a:spcBef>
                <a:spcPts val="0"/>
              </a:spcBef>
              <a:spcAft>
                <a:spcPts val="0"/>
              </a:spcAft>
              <a:buClr>
                <a:schemeClr val="dk1"/>
              </a:buClr>
              <a:buSzPts val="1100"/>
              <a:buFont typeface="Arial"/>
              <a:buNone/>
            </a:pPr>
            <a:r>
              <a:t/>
            </a:r>
            <a:endParaRPr b="1" sz="800">
              <a:solidFill>
                <a:schemeClr val="dk1"/>
              </a:solidFill>
              <a:latin typeface="Verizon NHG DS"/>
              <a:ea typeface="Verizon NHG DS"/>
              <a:cs typeface="Verizon NHG DS"/>
              <a:sym typeface="Verizon NHG DS"/>
            </a:endParaRPr>
          </a:p>
        </p:txBody>
      </p:sp>
      <p:sp>
        <p:nvSpPr>
          <p:cNvPr id="659" name="Google Shape;659;p94"/>
          <p:cNvSpPr/>
          <p:nvPr/>
        </p:nvSpPr>
        <p:spPr>
          <a:xfrm>
            <a:off x="3131593" y="2514025"/>
            <a:ext cx="2844000" cy="1520400"/>
          </a:xfrm>
          <a:prstGeom prst="roundRect">
            <a:avLst>
              <a:gd fmla="val 7135" name="adj"/>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solidFill>
                  <a:srgbClr val="F50A23"/>
                </a:solidFill>
                <a:latin typeface="Verizon NHG DS"/>
                <a:ea typeface="Verizon NHG DS"/>
                <a:cs typeface="Verizon NHG DS"/>
                <a:sym typeface="Verizon NHG DS"/>
              </a:rPr>
              <a:t>Efficiency</a:t>
            </a:r>
            <a:endParaRPr b="1" sz="1200">
              <a:solidFill>
                <a:srgbClr val="F50A23"/>
              </a:solidFill>
              <a:latin typeface="Verizon NHG DS"/>
              <a:ea typeface="Verizon NHG DS"/>
              <a:cs typeface="Verizon NHG DS"/>
              <a:sym typeface="Verizon NHG DS"/>
            </a:endParaRPr>
          </a:p>
          <a:p>
            <a:pPr indent="0" lvl="0" marL="0" rtl="0" algn="l">
              <a:lnSpc>
                <a:spcPct val="100000"/>
              </a:lnSpc>
              <a:spcBef>
                <a:spcPts val="1000"/>
              </a:spcBef>
              <a:spcAft>
                <a:spcPts val="0"/>
              </a:spcAft>
              <a:buNone/>
            </a:pPr>
            <a:r>
              <a:rPr lang="en" sz="800">
                <a:solidFill>
                  <a:schemeClr val="dk1"/>
                </a:solidFill>
                <a:latin typeface="Verizon NHG TX"/>
                <a:ea typeface="Verizon NHG TX"/>
                <a:cs typeface="Verizon NHG TX"/>
                <a:sym typeface="Verizon NHG TX"/>
              </a:rPr>
              <a:t>VDS reusable components and guidelines minimize the amount of repetitive work teams need to take on, enabling them to instead focus more time on addressing customer needs.</a:t>
            </a:r>
            <a:endParaRPr sz="800">
              <a:solidFill>
                <a:schemeClr val="dk1"/>
              </a:solidFill>
              <a:latin typeface="Verizon NHG TX"/>
              <a:ea typeface="Verizon NHG TX"/>
              <a:cs typeface="Verizon NHG TX"/>
              <a:sym typeface="Verizon NHG TX"/>
            </a:endParaRPr>
          </a:p>
        </p:txBody>
      </p:sp>
      <p:sp>
        <p:nvSpPr>
          <p:cNvPr id="660" name="Google Shape;660;p94"/>
          <p:cNvSpPr/>
          <p:nvPr/>
        </p:nvSpPr>
        <p:spPr>
          <a:xfrm>
            <a:off x="6034586" y="1144200"/>
            <a:ext cx="2844000" cy="1520400"/>
          </a:xfrm>
          <a:prstGeom prst="roundRect">
            <a:avLst>
              <a:gd fmla="val 7135" name="adj"/>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F50A23"/>
                </a:solidFill>
                <a:latin typeface="Verizon NHG DS"/>
                <a:ea typeface="Verizon NHG DS"/>
                <a:cs typeface="Verizon NHG DS"/>
                <a:sym typeface="Verizon NHG DS"/>
              </a:rPr>
              <a:t>Quality</a:t>
            </a:r>
            <a:endParaRPr b="1" sz="1200">
              <a:solidFill>
                <a:srgbClr val="F50A23"/>
              </a:solidFill>
              <a:latin typeface="Verizon NHG DS"/>
              <a:ea typeface="Verizon NHG DS"/>
              <a:cs typeface="Verizon NHG DS"/>
              <a:sym typeface="Verizon NHG DS"/>
            </a:endParaRPr>
          </a:p>
          <a:p>
            <a:pPr indent="0" lvl="0" marL="0" rtl="0" algn="l">
              <a:spcBef>
                <a:spcPts val="1000"/>
              </a:spcBef>
              <a:spcAft>
                <a:spcPts val="0"/>
              </a:spcAft>
              <a:buClr>
                <a:schemeClr val="dk1"/>
              </a:buClr>
              <a:buSzPts val="700"/>
              <a:buFont typeface="Arial"/>
              <a:buNone/>
            </a:pPr>
            <a:r>
              <a:rPr lang="en" sz="800">
                <a:solidFill>
                  <a:schemeClr val="dk1"/>
                </a:solidFill>
                <a:latin typeface="Verizon NHG TX"/>
                <a:ea typeface="Verizon NHG TX"/>
                <a:cs typeface="Verizon NHG TX"/>
                <a:sym typeface="Verizon NHG TX"/>
              </a:rPr>
              <a:t>We build VDS following a rigorous discovery and development process. The expertly designed and coded library fuses together the needs of Verizon with industry standards and best practices.</a:t>
            </a:r>
            <a:endParaRPr sz="800">
              <a:latin typeface="Verizon NHG TX"/>
              <a:ea typeface="Verizon NHG TX"/>
              <a:cs typeface="Verizon NHG TX"/>
              <a:sym typeface="Verizon NHG TX"/>
            </a:endParaRPr>
          </a:p>
        </p:txBody>
      </p:sp>
      <p:sp>
        <p:nvSpPr>
          <p:cNvPr id="661" name="Google Shape;661;p94"/>
          <p:cNvSpPr/>
          <p:nvPr/>
        </p:nvSpPr>
        <p:spPr>
          <a:xfrm>
            <a:off x="6034586" y="2514025"/>
            <a:ext cx="2844000" cy="1520400"/>
          </a:xfrm>
          <a:prstGeom prst="roundRect">
            <a:avLst>
              <a:gd fmla="val 7135" name="adj"/>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solidFill>
                  <a:srgbClr val="F50A23"/>
                </a:solidFill>
                <a:latin typeface="Verizon NHG DS"/>
                <a:ea typeface="Verizon NHG DS"/>
                <a:cs typeface="Verizon NHG DS"/>
                <a:sym typeface="Verizon NHG DS"/>
              </a:rPr>
              <a:t>Speed-to-Market</a:t>
            </a:r>
            <a:endParaRPr b="1" sz="1200">
              <a:solidFill>
                <a:srgbClr val="F50A23"/>
              </a:solidFill>
              <a:latin typeface="Verizon NHG DS"/>
              <a:ea typeface="Verizon NHG DS"/>
              <a:cs typeface="Verizon NHG DS"/>
              <a:sym typeface="Verizon NHG DS"/>
            </a:endParaRPr>
          </a:p>
          <a:p>
            <a:pPr indent="0" lvl="0" marL="0" rtl="0" algn="l">
              <a:lnSpc>
                <a:spcPct val="100000"/>
              </a:lnSpc>
              <a:spcBef>
                <a:spcPts val="1000"/>
              </a:spcBef>
              <a:spcAft>
                <a:spcPts val="0"/>
              </a:spcAft>
              <a:buClr>
                <a:srgbClr val="000000"/>
              </a:buClr>
              <a:buSzPts val="1100"/>
              <a:buFont typeface="Arial"/>
              <a:buNone/>
            </a:pPr>
            <a:r>
              <a:rPr lang="en" sz="800">
                <a:solidFill>
                  <a:schemeClr val="dk1"/>
                </a:solidFill>
                <a:latin typeface="Verizon NHG TX"/>
                <a:ea typeface="Verizon NHG TX"/>
                <a:cs typeface="Verizon NHG TX"/>
                <a:sym typeface="Verizon NHG TX"/>
              </a:rPr>
              <a:t>The VDS library is versatile, allowing teams to rapidly innovate and experiment. This enables us to ship experiences sooner, meaning we’re able to gain insights and iterate more quickly to meet customer needs.</a:t>
            </a:r>
            <a:endParaRPr sz="700">
              <a:solidFill>
                <a:schemeClr val="dk1"/>
              </a:solidFill>
              <a:latin typeface="Verizon NHG DS"/>
              <a:ea typeface="Verizon NHG DS"/>
              <a:cs typeface="Verizon NHG DS"/>
              <a:sym typeface="Verizon NHG DS"/>
            </a:endParaRPr>
          </a:p>
        </p:txBody>
      </p:sp>
      <p:sp>
        <p:nvSpPr>
          <p:cNvPr id="662" name="Google Shape;662;p94"/>
          <p:cNvSpPr txBox="1"/>
          <p:nvPr>
            <p:ph idx="1" type="body"/>
          </p:nvPr>
        </p:nvSpPr>
        <p:spPr>
          <a:xfrm>
            <a:off x="228601" y="228600"/>
            <a:ext cx="4282800" cy="115800"/>
          </a:xfrm>
          <a:prstGeom prst="rect">
            <a:avLst/>
          </a:prstGeom>
          <a:noFill/>
          <a:ln>
            <a:noFill/>
          </a:ln>
        </p:spPr>
        <p:txBody>
          <a:bodyPr anchorCtr="0" anchor="t" bIns="0" lIns="0" spcFirstLastPara="1" rIns="0" wrap="square" tIns="0">
            <a:normAutofit lnSpcReduction="20000"/>
          </a:bodyPr>
          <a:lstStyle/>
          <a:p>
            <a:pPr indent="0" lvl="0" marL="0" rtl="0" algn="l">
              <a:lnSpc>
                <a:spcPct val="100000"/>
              </a:lnSpc>
              <a:spcBef>
                <a:spcPts val="0"/>
              </a:spcBef>
              <a:spcAft>
                <a:spcPts val="0"/>
              </a:spcAft>
              <a:buClr>
                <a:schemeClr val="accent5"/>
              </a:buClr>
              <a:buSzPts val="900"/>
              <a:buNone/>
            </a:pPr>
            <a:r>
              <a:rPr b="0" lang="en">
                <a:solidFill>
                  <a:schemeClr val="dk1"/>
                </a:solidFill>
              </a:rPr>
              <a:t>Design Systems</a:t>
            </a:r>
            <a:endParaRPr b="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7">
      <a:dk1>
        <a:srgbClr val="000000"/>
      </a:dk1>
      <a:lt1>
        <a:srgbClr val="FFFFFF"/>
      </a:lt1>
      <a:dk2>
        <a:srgbClr val="F3EDE0"/>
      </a:dk2>
      <a:lt2>
        <a:srgbClr val="FFFFFF"/>
      </a:lt2>
      <a:accent1>
        <a:srgbClr val="0089EC"/>
      </a:accent1>
      <a:accent2>
        <a:srgbClr val="00B845"/>
      </a:accent2>
      <a:accent3>
        <a:srgbClr val="FF8027"/>
      </a:accent3>
      <a:accent4>
        <a:srgbClr val="FED60E"/>
      </a:accent4>
      <a:accent5>
        <a:srgbClr val="F3EDE0"/>
      </a:accent5>
      <a:accent6>
        <a:srgbClr val="F50A23"/>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Verizon Standard Template">
  <a:themeElements>
    <a:clrScheme name="Custom 7">
      <a:dk1>
        <a:srgbClr val="000000"/>
      </a:dk1>
      <a:lt1>
        <a:srgbClr val="FFFFFF"/>
      </a:lt1>
      <a:dk2>
        <a:srgbClr val="EE001E"/>
      </a:dk2>
      <a:lt2>
        <a:srgbClr val="F6F0E2"/>
      </a:lt2>
      <a:accent1>
        <a:srgbClr val="F8FF3C"/>
      </a:accent1>
      <a:accent2>
        <a:srgbClr val="FF281E"/>
      </a:accent2>
      <a:accent3>
        <a:srgbClr val="0089EC"/>
      </a:accent3>
      <a:accent4>
        <a:srgbClr val="00B845"/>
      </a:accent4>
      <a:accent5>
        <a:srgbClr val="FF8027"/>
      </a:accent5>
      <a:accent6>
        <a:srgbClr val="FED60E"/>
      </a:accent6>
      <a:hlink>
        <a:srgbClr val="F50A23"/>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